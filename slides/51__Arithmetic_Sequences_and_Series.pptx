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0" y="86868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endParaRPr lang="en-US" sz="7000" dirty="0"/>
          </a:p>
        </p:txBody>
      </p:sp>
      <p:sp>
        <p:nvSpPr>
          <p:cNvPr id="38" name="Shape 36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160" dirty="0"/>
          </a:p>
        </p:txBody>
      </p:sp>
      <p:sp>
        <p:nvSpPr>
          <p:cNvPr id="40" name="Text 38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Arithmetic Series: Sum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Sum Formula · nth Term · Number of Terms · Finding a and d · Summation Notation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Up an Arithmetic Sequence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is what you get when you ADD the terms of a sequence.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arithmetic sequence there is a neat formula, so you never add hundreds of terms by hand.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key formulas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nth term = a + (n−1)d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n terms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 of terms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 and d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pPr algn="ctr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· sum · first term a · common difference d · Sn · nth term · summation Σ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FORMULAS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These Two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first term,  d = common difference,  n = number of terms,  l = last term.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5440680" cy="3291840"/>
          </a:xfrm>
          <a:prstGeom prst="roundRect">
            <a:avLst>
              <a:gd name="adj" fmla="val 166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865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nth term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indent="0" marL="0">
              <a:buNone/>
            </a:pPr>
            <a:r>
              <a:rPr lang="en-US" sz="2100" b="1" baseline="-400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pPr indent="0" marL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a + (n − 1) d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9144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the term in position n.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14400" y="4480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a = 7, d = 3:  a</a:t>
            </a:r>
            <a:pPr indent="0" marL="0">
              <a:buNone/>
            </a:pPr>
            <a:r>
              <a:rPr lang="en-US" sz="1350" baseline="-4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pPr indent="0" marL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7 + 9×3 = 34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6190488" y="2148840"/>
            <a:ext cx="5440680" cy="3291840"/>
          </a:xfrm>
          <a:prstGeom prst="roundRect">
            <a:avLst>
              <a:gd name="adj" fmla="val 166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556248" y="238658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the first n terms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653796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6858000" y="32918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178040" y="30632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7680960" y="3090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900" dirty="0"/>
          </a:p>
        </p:txBody>
      </p:sp>
      <p:sp>
        <p:nvSpPr>
          <p:cNvPr id="54" name="Shape 52"/>
          <p:cNvSpPr/>
          <p:nvPr/>
        </p:nvSpPr>
        <p:spPr>
          <a:xfrm>
            <a:off x="7680960" y="3383280"/>
            <a:ext cx="548640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3419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56" name="Text 54"/>
          <p:cNvSpPr/>
          <p:nvPr/>
        </p:nvSpPr>
        <p:spPr>
          <a:xfrm>
            <a:off x="832104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[ 2a + (n − 1) d ]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6537960" y="4160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   S</a:t>
            </a:r>
            <a:pPr indent="0" marL="0">
              <a:buNone/>
            </a:pPr>
            <a:r>
              <a:rPr lang="en-US" sz="1500" baseline="-4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pPr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543800" y="41422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543800" y="4434840"/>
            <a:ext cx="548640" cy="0"/>
          </a:xfrm>
          <a:prstGeom prst="line">
            <a:avLst/>
          </a:prstGeom>
          <a:noFill/>
          <a:ln w="20320">
            <a:solidFill>
              <a:srgbClr val="1C2A2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43800" y="44714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138160" y="4160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a + l )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6537960" y="4892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 a + l when you know the LAST term l)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66928" y="55778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841248" y="5577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nth term: a + (n−1)d.   Sum: n/2 [2a + (n−1)d]  =  n/2 (first + last).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 of the First 100 Terms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a, d and n.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into Sn = n/2[2a + (n−1)d].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bracket first, then multiply.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 n is the number of terms.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the last term, n/2 (first + last) is quicker.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7, 10, 13, 16, 19, …   so a = 7, d = 3, n = 100.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S₁₀₀ = (100/2) [ 2(7) + (100 − 1)(3) ]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50 [ 14 + 297 ] = 50 × 311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15 550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S₁₀₀ = 15 550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TERMS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Terms Are There?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summing, you often need n.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last term with aₙ = a + (n − 1)d and solve for 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0175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terms in 5, 8, 11, …, 92?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5, d = 3, last term = 92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 = 5 + (n − 1)(3)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= 3(n − 1)  →  n − 1 = 29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terms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find the sum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30175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use n = 30: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S₃₀ = (30/2)(5 + 92)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15 × 97 =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1455</a:t>
            </a:r>
            <a:pPr indent="0" marL="0">
              <a:spcAft>
                <a:spcPts val="800"/>
              </a:spcAft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(using n/2 (first + last), since we know both ends)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66928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n from the last term, THEN put it into the sum formula.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AND 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Facts → Two Equations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each fact into an equation in a and d.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aₙ = a + (n−1)d for a term.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Sn = n/2[2a + (n−1)d] for a sum.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two equations together.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most common harder exam question — always form two equations.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the 25th term is 44.5 and S₃₀ = 765.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a₂₅:  a + 24d = 44.5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S₃₀:  (30/2)[2a + 29d] = 765  →  2a + 29d = 51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pair simultaneously to find a and d.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term gives one equation; a sum gives another — solve simultaneously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SUMMATION NOTATION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Σ Symbol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(sigma) means ‘add up’.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below and above tell you where to start and stop.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097280" y="2651760"/>
            <a:ext cx="1188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endParaRPr lang="en-US" sz="6400" dirty="0"/>
          </a:p>
        </p:txBody>
      </p:sp>
      <p:sp>
        <p:nvSpPr>
          <p:cNvPr id="44" name="Text 42"/>
          <p:cNvSpPr/>
          <p:nvPr/>
        </p:nvSpPr>
        <p:spPr>
          <a:xfrm>
            <a:off x="1005840" y="4069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1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23444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7744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(3n + 1)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5120640" y="2377440"/>
            <a:ext cx="6510528" cy="320040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86400" y="2615184"/>
            <a:ext cx="5779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5440680" y="310896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‘Add up 3n + 1 for n = 1 up to n = 10.’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Bottom (n = 1): where to start.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Top (10): where to stop.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 The expression: the term rule.</a:t>
            </a:r>
            <a:endParaRPr lang="en-US" sz="1400" dirty="0"/>
          </a:p>
          <a:p>
            <a:pPr indent="0" marL="0">
              <a:buNone/>
            </a:pPr>
            <a:r>
              <a:rPr lang="en-US" sz="125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an arithmetic series (a = 4, d = 3, n = 10) — use the sum formula.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first term and common difference, then apply Sn = n/2 [2a + (n − 1)d].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each fact into an equation, then use the sum and nth-term formulas.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aₙ = a + (n − 1)d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 = n/2 [2a + (n − 1)d]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facts → two equations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for a, d or 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32947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21831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280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21337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90537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27590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9710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82473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143249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12861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0852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19389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14433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19980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64647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250016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339735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32510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361194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34656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26944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254819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3654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sqq/q-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568" y="1481328"/>
            <a:ext cx="9052560" cy="350817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is the SUM of the terms of a sequence.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nth term:  aₙ = a + (n − 1)d.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n terms:  Sn = n/2 [2a + (n − 1)d] = n/2 (first + last).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number of terms from the last term before summing.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term and a sum, form two equations in a and d and solve simultaneously.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pPr algn="ctr" indent="0" marL="0">
              <a:buNone/>
            </a:pP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 becomes an equation in a and d — then solve.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 Sheikh Ali</cp:lastModifiedBy>
  <cp:revision>1</cp:revision>
  <dcterms:created xsi:type="dcterms:W3CDTF">2026-07-17T10:12:43Z</dcterms:created>
  <dcterms:modified xsi:type="dcterms:W3CDTF">2026-07-17T10:12:43Z</dcterms:modified>
</cp:coreProperties>
</file>