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4EF7E-D515-4B24-BC6B-4B877A9FFD32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C3874D-F8D7-4910-A899-7327A6E91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545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5280" y="868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 + 1</a:t>
            </a:r>
            <a:endParaRPr lang="en-US" sz="3600" dirty="0"/>
          </a:p>
        </p:txBody>
      </p:sp>
      <p:sp>
        <p:nvSpPr>
          <p:cNvPr id="38" name="Text 36"/>
          <p:cNvSpPr/>
          <p:nvPr/>
        </p:nvSpPr>
        <p:spPr>
          <a:xfrm>
            <a:off x="7955280" y="1463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i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+ y² = 17</a:t>
            </a:r>
            <a:endParaRPr lang="en-US" sz="3600" dirty="0"/>
          </a:p>
        </p:txBody>
      </p:sp>
      <p:sp>
        <p:nvSpPr>
          <p:cNvPr id="39" name="Shape 37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160" dirty="0"/>
          </a:p>
        </p:txBody>
      </p:sp>
      <p:sp>
        <p:nvSpPr>
          <p:cNvPr id="41" name="Text 39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77240" y="224028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Quadratic Simultaneous Equations</a:t>
            </a:r>
            <a:endParaRPr lang="en-US" sz="3800" dirty="0"/>
          </a:p>
        </p:txBody>
      </p:sp>
      <p:sp>
        <p:nvSpPr>
          <p:cNvPr id="44" name="Text 42"/>
          <p:cNvSpPr/>
          <p:nvPr/>
        </p:nvSpPr>
        <p:spPr>
          <a:xfrm>
            <a:off x="804672" y="33101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Linear, One Quadratic · Substitution · Line, Parabola, Circle &amp; xy · Two Solution Pairs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77240" y="4297680"/>
            <a:ext cx="676656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097280" y="44988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097280" y="495604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1097280" y="5394960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Meets Curve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equation is linear, one is quadratic.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linear equation into the quadratic one. You get a quadratic to solve and usually TWO solution pairs — the points where the line meets the curve.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Recap: solving quadratics</a:t>
            </a:r>
            <a:endParaRPr lang="en-US" sz="1450" dirty="0"/>
          </a:p>
        </p:txBody>
      </p:sp>
      <p:sp>
        <p:nvSpPr>
          <p:cNvPr id="47" name="Shape 45"/>
          <p:cNvSpPr/>
          <p:nvPr/>
        </p:nvSpPr>
        <p:spPr>
          <a:xfrm>
            <a:off x="4343400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substitution method</a:t>
            </a:r>
            <a:endParaRPr lang="en-US" sz="1450" dirty="0"/>
          </a:p>
        </p:txBody>
      </p:sp>
      <p:sp>
        <p:nvSpPr>
          <p:cNvPr id="51" name="Shape 49"/>
          <p:cNvSpPr/>
          <p:nvPr/>
        </p:nvSpPr>
        <p:spPr>
          <a:xfrm>
            <a:off x="8119872" y="265176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4894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48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5176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meets parabola</a:t>
            </a:r>
            <a:endParaRPr lang="en-US" sz="1450" dirty="0"/>
          </a:p>
        </p:txBody>
      </p:sp>
      <p:sp>
        <p:nvSpPr>
          <p:cNvPr id="55" name="Shape 53"/>
          <p:cNvSpPr/>
          <p:nvPr/>
        </p:nvSpPr>
        <p:spPr>
          <a:xfrm>
            <a:off x="566928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meets circle</a:t>
            </a:r>
            <a:endParaRPr lang="en-US" sz="1450" dirty="0"/>
          </a:p>
        </p:txBody>
      </p:sp>
      <p:sp>
        <p:nvSpPr>
          <p:cNvPr id="59" name="Shape 57"/>
          <p:cNvSpPr/>
          <p:nvPr/>
        </p:nvSpPr>
        <p:spPr>
          <a:xfrm>
            <a:off x="4343400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xy and y² forms</a:t>
            </a:r>
            <a:endParaRPr lang="en-US" sz="1450" dirty="0"/>
          </a:p>
        </p:txBody>
      </p:sp>
      <p:sp>
        <p:nvSpPr>
          <p:cNvPr id="63" name="Shape 61"/>
          <p:cNvSpPr/>
          <p:nvPr/>
        </p:nvSpPr>
        <p:spPr>
          <a:xfrm>
            <a:off x="8119872" y="399592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29310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2931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399592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questions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· quadratic · substitute · factorise · intersection · circle · parabola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Check — Solve the Quadratic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be fluent at solving quadratics.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where you can; otherwise use the formula (answers to 2 d.p.).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77440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37744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645920" y="237744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− x − 12 = 0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4  or  x = −3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566928" y="3163824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14400" y="316382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645920" y="316382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6x² − x − 15 = 0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6949440" y="316382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1.67  or  x = −1.5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566928" y="3950208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14400" y="395020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c)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1645920" y="395020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3x² + 2x − 9 = 0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6949440" y="3950208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1.43  or  x = −2.10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6928" y="4736592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914400" y="473659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d)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645920" y="473659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4x² − 6x − 2 = 0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949440" y="473659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1.78  or  x = −0.28</a:t>
            </a:r>
            <a:endParaRPr lang="en-US" sz="1600" dirty="0"/>
          </a:p>
        </p:txBody>
      </p:sp>
      <p:sp>
        <p:nvSpPr>
          <p:cNvPr id="59" name="Text 57"/>
          <p:cNvSpPr/>
          <p:nvPr/>
        </p:nvSpPr>
        <p:spPr>
          <a:xfrm>
            <a:off x="566928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Quadratics that don’t factorise still solve with the formula — keep both roots.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9164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Linear, One Quadratic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804672" y="26974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the linear equation into the quadratic one, then solve.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868680" y="3611880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3611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554480" y="361188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x or y the subject of the LINEAR equation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868680" y="4325112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4325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1554480" y="4325112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Substitute it into the quadratic equation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68680" y="5038344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5038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1554480" y="5038344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Rearrange to = 0 and solve the quadratic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868680" y="5751576"/>
            <a:ext cx="475488" cy="47548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5751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1554480" y="575157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matching value for EACH solution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MEETS PARABOLA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Substituting into y = x² + 1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57200" y="1554480"/>
            <a:ext cx="553212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6520" y="62636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41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58559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8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46520" y="54483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6953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46520" y="504063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7720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46520" y="463296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8487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6520" y="422529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30021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46520" y="340995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0788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46520" y="300228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11555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46520" y="259461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232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46520" y="21869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08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46520" y="17792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3385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13716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62453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435340" y="61722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6530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435340" y="57645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0606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435340" y="53568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46836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435340" y="494919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87603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435340" y="4541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28370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435340" y="413385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09904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435340" y="331851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0671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435340" y="2910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91438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435340" y="250317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103220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8435340" y="2095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07297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435340" y="16878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11373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4353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1320272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8983980" y="132588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393430" y="291084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8034870" y="2368232"/>
            <a:ext cx="90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(−1, 2)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9616440" y="168783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854184" y="146837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(2, 5)</a:t>
            </a:r>
            <a:endParaRPr lang="en-US" sz="1300" dirty="0"/>
          </a:p>
        </p:txBody>
      </p:sp>
      <p:sp>
        <p:nvSpPr>
          <p:cNvPr id="175" name="Text 173"/>
          <p:cNvSpPr/>
          <p:nvPr/>
        </p:nvSpPr>
        <p:spPr>
          <a:xfrm>
            <a:off x="6446520" y="636422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x² + 1   meets   y = x + 3</a:t>
            </a:r>
            <a:endParaRPr lang="en-US" sz="1250" dirty="0"/>
          </a:p>
        </p:txBody>
      </p:sp>
      <p:sp>
        <p:nvSpPr>
          <p:cNvPr id="176" name="Shape 174"/>
          <p:cNvSpPr/>
          <p:nvPr/>
        </p:nvSpPr>
        <p:spPr>
          <a:xfrm>
            <a:off x="713232" y="1810512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77" name="Text 175"/>
          <p:cNvSpPr/>
          <p:nvPr/>
        </p:nvSpPr>
        <p:spPr>
          <a:xfrm>
            <a:off x="713232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8" name="Text 176"/>
          <p:cNvSpPr/>
          <p:nvPr/>
        </p:nvSpPr>
        <p:spPr>
          <a:xfrm>
            <a:off x="1207008" y="17739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 + 3   and   y = x² + 1</a:t>
            </a:r>
            <a:endParaRPr lang="en-US" sz="1300" dirty="0"/>
          </a:p>
        </p:txBody>
      </p:sp>
      <p:sp>
        <p:nvSpPr>
          <p:cNvPr id="179" name="Shape 177"/>
          <p:cNvSpPr/>
          <p:nvPr/>
        </p:nvSpPr>
        <p:spPr>
          <a:xfrm>
            <a:off x="713232" y="2345436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0" name="Text 178"/>
          <p:cNvSpPr/>
          <p:nvPr/>
        </p:nvSpPr>
        <p:spPr>
          <a:xfrm>
            <a:off x="713232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1" name="Text 179"/>
          <p:cNvSpPr/>
          <p:nvPr/>
        </p:nvSpPr>
        <p:spPr>
          <a:xfrm>
            <a:off x="1207008" y="230886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equal:  x² + 1 = x + 3</a:t>
            </a:r>
            <a:endParaRPr lang="en-US" sz="1300" dirty="0"/>
          </a:p>
        </p:txBody>
      </p:sp>
      <p:sp>
        <p:nvSpPr>
          <p:cNvPr id="182" name="Shape 180"/>
          <p:cNvSpPr/>
          <p:nvPr/>
        </p:nvSpPr>
        <p:spPr>
          <a:xfrm>
            <a:off x="713232" y="2880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3" name="Text 181"/>
          <p:cNvSpPr/>
          <p:nvPr/>
        </p:nvSpPr>
        <p:spPr>
          <a:xfrm>
            <a:off x="71323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4" name="Text 182"/>
          <p:cNvSpPr/>
          <p:nvPr/>
        </p:nvSpPr>
        <p:spPr>
          <a:xfrm>
            <a:off x="1207008" y="284378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x² − x − 2 = 0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713232" y="3415284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6" name="Text 184"/>
          <p:cNvSpPr/>
          <p:nvPr/>
        </p:nvSpPr>
        <p:spPr>
          <a:xfrm>
            <a:off x="713232" y="3415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7" name="Text 185"/>
          <p:cNvSpPr/>
          <p:nvPr/>
        </p:nvSpPr>
        <p:spPr>
          <a:xfrm>
            <a:off x="1207008" y="337870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+ 1)(x − 2) = 0  →  x = −1 or 2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713232" y="39502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9" name="Text 187"/>
          <p:cNvSpPr/>
          <p:nvPr/>
        </p:nvSpPr>
        <p:spPr>
          <a:xfrm>
            <a:off x="713232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0" name="Text 188"/>
          <p:cNvSpPr/>
          <p:nvPr/>
        </p:nvSpPr>
        <p:spPr>
          <a:xfrm>
            <a:off x="1207008" y="391363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  and  y = 5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457200" y="4709160"/>
            <a:ext cx="553212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2" name="Text 190"/>
          <p:cNvSpPr/>
          <p:nvPr/>
        </p:nvSpPr>
        <p:spPr>
          <a:xfrm>
            <a:off x="731520" y="47091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(−1, 2)   and   (2, 5)</a:t>
            </a:r>
            <a:endParaRPr lang="en-US" sz="2300" dirty="0"/>
          </a:p>
        </p:txBody>
      </p:sp>
      <p:sp>
        <p:nvSpPr>
          <p:cNvPr id="96" name="Freeform 95"/>
          <p:cNvSpPr/>
          <p:nvPr/>
        </p:nvSpPr>
        <p:spPr>
          <a:xfrm>
            <a:off x="7991374" y="1417900"/>
            <a:ext cx="1802331" cy="1991957"/>
          </a:xfrm>
          <a:custGeom>
            <a:avLst/>
            <a:gdLst/>
            <a:ahLst/>
            <a:cxnLst/>
            <a:rect l="l" t="t" r="r" b="b"/>
            <a:pathLst>
              <a:path w="1802331" h="1991957">
                <a:moveTo>
                  <a:pt x="0" y="0"/>
                </a:moveTo>
                <a:lnTo>
                  <a:pt x="12261" y="53837"/>
                </a:lnTo>
                <a:lnTo>
                  <a:pt x="24522" y="106936"/>
                </a:lnTo>
                <a:lnTo>
                  <a:pt x="36782" y="159298"/>
                </a:lnTo>
                <a:lnTo>
                  <a:pt x="49043" y="210922"/>
                </a:lnTo>
                <a:lnTo>
                  <a:pt x="61304" y="261809"/>
                </a:lnTo>
                <a:lnTo>
                  <a:pt x="73565" y="311958"/>
                </a:lnTo>
                <a:lnTo>
                  <a:pt x="85826" y="361370"/>
                </a:lnTo>
                <a:lnTo>
                  <a:pt x="98086" y="410044"/>
                </a:lnTo>
                <a:lnTo>
                  <a:pt x="110347" y="457981"/>
                </a:lnTo>
                <a:lnTo>
                  <a:pt x="122608" y="505180"/>
                </a:lnTo>
                <a:lnTo>
                  <a:pt x="134869" y="551642"/>
                </a:lnTo>
                <a:lnTo>
                  <a:pt x="147129" y="597366"/>
                </a:lnTo>
                <a:lnTo>
                  <a:pt x="159390" y="642353"/>
                </a:lnTo>
                <a:lnTo>
                  <a:pt x="171651" y="686602"/>
                </a:lnTo>
                <a:lnTo>
                  <a:pt x="183912" y="730114"/>
                </a:lnTo>
                <a:lnTo>
                  <a:pt x="196172" y="772888"/>
                </a:lnTo>
                <a:lnTo>
                  <a:pt x="208433" y="814925"/>
                </a:lnTo>
                <a:lnTo>
                  <a:pt x="220694" y="856225"/>
                </a:lnTo>
                <a:lnTo>
                  <a:pt x="232955" y="896786"/>
                </a:lnTo>
                <a:lnTo>
                  <a:pt x="245215" y="936611"/>
                </a:lnTo>
                <a:lnTo>
                  <a:pt x="257476" y="975698"/>
                </a:lnTo>
                <a:lnTo>
                  <a:pt x="269737" y="1014047"/>
                </a:lnTo>
                <a:lnTo>
                  <a:pt x="281998" y="1051659"/>
                </a:lnTo>
                <a:lnTo>
                  <a:pt x="294258" y="1088533"/>
                </a:lnTo>
                <a:lnTo>
                  <a:pt x="306519" y="1124670"/>
                </a:lnTo>
                <a:lnTo>
                  <a:pt x="318780" y="1160070"/>
                </a:lnTo>
                <a:lnTo>
                  <a:pt x="331041" y="1194732"/>
                </a:lnTo>
                <a:lnTo>
                  <a:pt x="343301" y="1228656"/>
                </a:lnTo>
                <a:lnTo>
                  <a:pt x="355562" y="1261843"/>
                </a:lnTo>
                <a:lnTo>
                  <a:pt x="367823" y="1294293"/>
                </a:lnTo>
                <a:lnTo>
                  <a:pt x="380084" y="1326005"/>
                </a:lnTo>
                <a:lnTo>
                  <a:pt x="392344" y="1356979"/>
                </a:lnTo>
                <a:lnTo>
                  <a:pt x="404605" y="1387216"/>
                </a:lnTo>
                <a:lnTo>
                  <a:pt x="416866" y="1416716"/>
                </a:lnTo>
                <a:lnTo>
                  <a:pt x="429127" y="1445478"/>
                </a:lnTo>
                <a:lnTo>
                  <a:pt x="441387" y="1473503"/>
                </a:lnTo>
                <a:lnTo>
                  <a:pt x="453648" y="1500790"/>
                </a:lnTo>
                <a:lnTo>
                  <a:pt x="465909" y="1527339"/>
                </a:lnTo>
                <a:lnTo>
                  <a:pt x="478170" y="1553151"/>
                </a:lnTo>
                <a:lnTo>
                  <a:pt x="490430" y="1578226"/>
                </a:lnTo>
                <a:lnTo>
                  <a:pt x="502691" y="1602563"/>
                </a:lnTo>
                <a:lnTo>
                  <a:pt x="514952" y="1626163"/>
                </a:lnTo>
                <a:lnTo>
                  <a:pt x="527213" y="1649025"/>
                </a:lnTo>
                <a:lnTo>
                  <a:pt x="539473" y="1671150"/>
                </a:lnTo>
                <a:lnTo>
                  <a:pt x="551734" y="1692537"/>
                </a:lnTo>
                <a:lnTo>
                  <a:pt x="563995" y="1713187"/>
                </a:lnTo>
                <a:lnTo>
                  <a:pt x="576256" y="1733099"/>
                </a:lnTo>
                <a:lnTo>
                  <a:pt x="588516" y="1752273"/>
                </a:lnTo>
                <a:lnTo>
                  <a:pt x="600777" y="1770711"/>
                </a:lnTo>
                <a:lnTo>
                  <a:pt x="613038" y="1788410"/>
                </a:lnTo>
                <a:lnTo>
                  <a:pt x="625299" y="1805373"/>
                </a:lnTo>
                <a:lnTo>
                  <a:pt x="637559" y="1821597"/>
                </a:lnTo>
                <a:lnTo>
                  <a:pt x="649820" y="1837085"/>
                </a:lnTo>
                <a:lnTo>
                  <a:pt x="662081" y="1851834"/>
                </a:lnTo>
                <a:lnTo>
                  <a:pt x="674342" y="1865847"/>
                </a:lnTo>
                <a:lnTo>
                  <a:pt x="686602" y="1879122"/>
                </a:lnTo>
                <a:lnTo>
                  <a:pt x="698863" y="1891659"/>
                </a:lnTo>
                <a:lnTo>
                  <a:pt x="711124" y="1903459"/>
                </a:lnTo>
                <a:lnTo>
                  <a:pt x="723385" y="1914521"/>
                </a:lnTo>
                <a:lnTo>
                  <a:pt x="735645" y="1924846"/>
                </a:lnTo>
                <a:lnTo>
                  <a:pt x="747906" y="1934433"/>
                </a:lnTo>
                <a:lnTo>
                  <a:pt x="760167" y="1943283"/>
                </a:lnTo>
                <a:lnTo>
                  <a:pt x="772428" y="1951395"/>
                </a:lnTo>
                <a:lnTo>
                  <a:pt x="784688" y="1958770"/>
                </a:lnTo>
                <a:lnTo>
                  <a:pt x="796949" y="1965408"/>
                </a:lnTo>
                <a:lnTo>
                  <a:pt x="809210" y="1971308"/>
                </a:lnTo>
                <a:lnTo>
                  <a:pt x="821471" y="1976470"/>
                </a:lnTo>
                <a:lnTo>
                  <a:pt x="833731" y="1980895"/>
                </a:lnTo>
                <a:lnTo>
                  <a:pt x="845992" y="1984582"/>
                </a:lnTo>
                <a:lnTo>
                  <a:pt x="858253" y="1987532"/>
                </a:lnTo>
                <a:lnTo>
                  <a:pt x="870514" y="1989745"/>
                </a:lnTo>
                <a:lnTo>
                  <a:pt x="882774" y="1991220"/>
                </a:lnTo>
                <a:lnTo>
                  <a:pt x="895035" y="1991957"/>
                </a:lnTo>
                <a:lnTo>
                  <a:pt x="907296" y="1991957"/>
                </a:lnTo>
                <a:lnTo>
                  <a:pt x="919557" y="1991220"/>
                </a:lnTo>
                <a:lnTo>
                  <a:pt x="931817" y="1989745"/>
                </a:lnTo>
                <a:lnTo>
                  <a:pt x="944078" y="1987532"/>
                </a:lnTo>
                <a:lnTo>
                  <a:pt x="956339" y="1984582"/>
                </a:lnTo>
                <a:lnTo>
                  <a:pt x="968600" y="1980895"/>
                </a:lnTo>
                <a:lnTo>
                  <a:pt x="980860" y="1976470"/>
                </a:lnTo>
                <a:lnTo>
                  <a:pt x="993121" y="1971308"/>
                </a:lnTo>
                <a:lnTo>
                  <a:pt x="1005382" y="1965408"/>
                </a:lnTo>
                <a:lnTo>
                  <a:pt x="1017643" y="1958770"/>
                </a:lnTo>
                <a:lnTo>
                  <a:pt x="1029903" y="1951395"/>
                </a:lnTo>
                <a:lnTo>
                  <a:pt x="1042164" y="1943283"/>
                </a:lnTo>
                <a:lnTo>
                  <a:pt x="1054425" y="1934433"/>
                </a:lnTo>
                <a:lnTo>
                  <a:pt x="1066686" y="1924846"/>
                </a:lnTo>
                <a:lnTo>
                  <a:pt x="1078946" y="1914521"/>
                </a:lnTo>
                <a:lnTo>
                  <a:pt x="1091207" y="1903459"/>
                </a:lnTo>
                <a:lnTo>
                  <a:pt x="1103468" y="1891659"/>
                </a:lnTo>
                <a:lnTo>
                  <a:pt x="1115729" y="1879122"/>
                </a:lnTo>
                <a:lnTo>
                  <a:pt x="1127989" y="1865847"/>
                </a:lnTo>
                <a:lnTo>
                  <a:pt x="1140250" y="1851834"/>
                </a:lnTo>
                <a:lnTo>
                  <a:pt x="1152511" y="1837085"/>
                </a:lnTo>
                <a:lnTo>
                  <a:pt x="1164772" y="1821597"/>
                </a:lnTo>
                <a:lnTo>
                  <a:pt x="1177032" y="1805373"/>
                </a:lnTo>
                <a:lnTo>
                  <a:pt x="1189293" y="1788410"/>
                </a:lnTo>
                <a:lnTo>
                  <a:pt x="1201554" y="1770711"/>
                </a:lnTo>
                <a:lnTo>
                  <a:pt x="1213815" y="1752273"/>
                </a:lnTo>
                <a:lnTo>
                  <a:pt x="1226075" y="1733099"/>
                </a:lnTo>
                <a:lnTo>
                  <a:pt x="1238336" y="1713187"/>
                </a:lnTo>
                <a:lnTo>
                  <a:pt x="1250597" y="1692537"/>
                </a:lnTo>
                <a:lnTo>
                  <a:pt x="1262858" y="1671150"/>
                </a:lnTo>
                <a:lnTo>
                  <a:pt x="1275118" y="1649025"/>
                </a:lnTo>
                <a:lnTo>
                  <a:pt x="1287379" y="1626163"/>
                </a:lnTo>
                <a:lnTo>
                  <a:pt x="1299640" y="1602563"/>
                </a:lnTo>
                <a:lnTo>
                  <a:pt x="1311901" y="1578226"/>
                </a:lnTo>
                <a:lnTo>
                  <a:pt x="1324161" y="1553151"/>
                </a:lnTo>
                <a:lnTo>
                  <a:pt x="1336422" y="1527339"/>
                </a:lnTo>
                <a:lnTo>
                  <a:pt x="1348683" y="1500790"/>
                </a:lnTo>
                <a:lnTo>
                  <a:pt x="1360944" y="1473503"/>
                </a:lnTo>
                <a:lnTo>
                  <a:pt x="1373204" y="1445478"/>
                </a:lnTo>
                <a:lnTo>
                  <a:pt x="1385465" y="1416716"/>
                </a:lnTo>
                <a:lnTo>
                  <a:pt x="1397726" y="1387216"/>
                </a:lnTo>
                <a:lnTo>
                  <a:pt x="1409987" y="1356979"/>
                </a:lnTo>
                <a:lnTo>
                  <a:pt x="1422247" y="1326005"/>
                </a:lnTo>
                <a:lnTo>
                  <a:pt x="1434508" y="1294293"/>
                </a:lnTo>
                <a:lnTo>
                  <a:pt x="1446769" y="1261843"/>
                </a:lnTo>
                <a:lnTo>
                  <a:pt x="1459030" y="1228656"/>
                </a:lnTo>
                <a:lnTo>
                  <a:pt x="1471290" y="1194732"/>
                </a:lnTo>
                <a:lnTo>
                  <a:pt x="1483551" y="1160070"/>
                </a:lnTo>
                <a:lnTo>
                  <a:pt x="1495812" y="1124670"/>
                </a:lnTo>
                <a:lnTo>
                  <a:pt x="1508073" y="1088533"/>
                </a:lnTo>
                <a:lnTo>
                  <a:pt x="1520333" y="1051659"/>
                </a:lnTo>
                <a:lnTo>
                  <a:pt x="1532594" y="1014047"/>
                </a:lnTo>
                <a:lnTo>
                  <a:pt x="1544855" y="975698"/>
                </a:lnTo>
                <a:lnTo>
                  <a:pt x="1557116" y="936611"/>
                </a:lnTo>
                <a:lnTo>
                  <a:pt x="1569376" y="896786"/>
                </a:lnTo>
                <a:lnTo>
                  <a:pt x="1581637" y="856225"/>
                </a:lnTo>
                <a:lnTo>
                  <a:pt x="1593898" y="814925"/>
                </a:lnTo>
                <a:lnTo>
                  <a:pt x="1606159" y="772888"/>
                </a:lnTo>
                <a:lnTo>
                  <a:pt x="1618419" y="730114"/>
                </a:lnTo>
                <a:lnTo>
                  <a:pt x="1630680" y="686602"/>
                </a:lnTo>
                <a:lnTo>
                  <a:pt x="1642941" y="642353"/>
                </a:lnTo>
                <a:lnTo>
                  <a:pt x="1655202" y="597366"/>
                </a:lnTo>
                <a:lnTo>
                  <a:pt x="1667462" y="551642"/>
                </a:lnTo>
                <a:lnTo>
                  <a:pt x="1679723" y="505180"/>
                </a:lnTo>
                <a:lnTo>
                  <a:pt x="1691984" y="457981"/>
                </a:lnTo>
                <a:lnTo>
                  <a:pt x="1704245" y="410044"/>
                </a:lnTo>
                <a:lnTo>
                  <a:pt x="1716506" y="361370"/>
                </a:lnTo>
                <a:lnTo>
                  <a:pt x="1728766" y="311958"/>
                </a:lnTo>
                <a:lnTo>
                  <a:pt x="1741027" y="261809"/>
                </a:lnTo>
                <a:lnTo>
                  <a:pt x="1753288" y="210922"/>
                </a:lnTo>
                <a:lnTo>
                  <a:pt x="1765549" y="159298"/>
                </a:lnTo>
                <a:lnTo>
                  <a:pt x="1777809" y="106936"/>
                </a:lnTo>
                <a:lnTo>
                  <a:pt x="1790070" y="53837"/>
                </a:lnTo>
                <a:lnTo>
                  <a:pt x="1802331" y="0"/>
                </a:lnTo>
              </a:path>
            </a:pathLst>
          </a:custGeom>
          <a:noFill/>
          <a:ln w="43180">
            <a:solidFill>
              <a:srgbClr val="2E6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4" name="Connector 193"/>
          <p:cNvCxnSpPr/>
          <p:nvPr/>
        </p:nvCxnSpPr>
        <p:spPr>
          <a:xfrm flipV="1">
            <a:off x="8484870" y="3002280"/>
            <a:ext cx="0" cy="81534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H="1">
            <a:off x="8484870" y="3002280"/>
            <a:ext cx="40767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9707880" y="1779270"/>
            <a:ext cx="0" cy="203835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8892540" y="1779270"/>
            <a:ext cx="81534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6446520" y="1371600"/>
            <a:ext cx="3669030" cy="366903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" y="1700784"/>
            <a:ext cx="6245352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" y="2267712"/>
            <a:ext cx="6245352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6245353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" y="3968496"/>
            <a:ext cx="6236208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6245353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" y="5102352"/>
            <a:ext cx="6236208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6245353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y²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Quadratic Has y²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57200" y="1554480"/>
            <a:ext cx="553212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6520" y="62636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41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58559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8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46520" y="54483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6953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46520" y="504063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7720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46520" y="463296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8487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6520" y="422529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30021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46520" y="340995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0788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46520" y="300228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11555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46520" y="259461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232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46520" y="21869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08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46520" y="17792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3385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13716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62453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435340" y="61722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6530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435340" y="57645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0606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435340" y="53568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46836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435340" y="494919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87603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435340" y="4541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28370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435340" y="413385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09904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435340" y="331851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0671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435340" y="2910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91438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435340" y="250317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103220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8435340" y="2095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07297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435340" y="16878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11373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4353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1320272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8983980" y="132588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9208770" y="454152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446514" y="46878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(1, −2)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10431780" y="331851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669524" y="308076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(4, 1)</a:t>
            </a:r>
            <a:endParaRPr lang="en-US" sz="1300" dirty="0"/>
          </a:p>
        </p:txBody>
      </p:sp>
      <p:sp>
        <p:nvSpPr>
          <p:cNvPr id="177" name="Text 175"/>
          <p:cNvSpPr/>
          <p:nvPr/>
        </p:nvSpPr>
        <p:spPr>
          <a:xfrm>
            <a:off x="6446520" y="636422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y² = 5   meets   x − y = 3</a:t>
            </a:r>
            <a:endParaRPr lang="en-US" sz="1250" dirty="0"/>
          </a:p>
        </p:txBody>
      </p:sp>
      <p:sp>
        <p:nvSpPr>
          <p:cNvPr id="178" name="Shape 176"/>
          <p:cNvSpPr/>
          <p:nvPr/>
        </p:nvSpPr>
        <p:spPr>
          <a:xfrm>
            <a:off x="713232" y="1810512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79" name="Text 177"/>
          <p:cNvSpPr/>
          <p:nvPr/>
        </p:nvSpPr>
        <p:spPr>
          <a:xfrm>
            <a:off x="713232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80" name="Text 178"/>
          <p:cNvSpPr/>
          <p:nvPr/>
        </p:nvSpPr>
        <p:spPr>
          <a:xfrm>
            <a:off x="1207008" y="17739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− y = 3   and   x + y² = 5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713232" y="2345436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2" name="Text 180"/>
          <p:cNvSpPr/>
          <p:nvPr/>
        </p:nvSpPr>
        <p:spPr>
          <a:xfrm>
            <a:off x="713232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3" name="Text 181"/>
          <p:cNvSpPr/>
          <p:nvPr/>
        </p:nvSpPr>
        <p:spPr>
          <a:xfrm>
            <a:off x="1207008" y="230886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linear:  x = 3 + y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713232" y="2880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1323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6" name="Text 184"/>
          <p:cNvSpPr/>
          <p:nvPr/>
        </p:nvSpPr>
        <p:spPr>
          <a:xfrm>
            <a:off x="1207008" y="284378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 (3 + y) + y² = 5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713232" y="3415284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88" name="Text 186"/>
          <p:cNvSpPr/>
          <p:nvPr/>
        </p:nvSpPr>
        <p:spPr>
          <a:xfrm>
            <a:off x="713232" y="3415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9" name="Text 187"/>
          <p:cNvSpPr/>
          <p:nvPr/>
        </p:nvSpPr>
        <p:spPr>
          <a:xfrm>
            <a:off x="1207008" y="337870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y² + y − 2 = 0  →  (y + 2)(y − 1) = 0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713232" y="39502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91" name="Text 189"/>
          <p:cNvSpPr/>
          <p:nvPr/>
        </p:nvSpPr>
        <p:spPr>
          <a:xfrm>
            <a:off x="713232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2" name="Text 190"/>
          <p:cNvSpPr/>
          <p:nvPr/>
        </p:nvSpPr>
        <p:spPr>
          <a:xfrm>
            <a:off x="1207008" y="391363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−2 → x = 1;  y = 1 → x = 4</a:t>
            </a:r>
            <a:endParaRPr lang="en-US" sz="1300" dirty="0"/>
          </a:p>
        </p:txBody>
      </p:sp>
      <p:sp>
        <p:nvSpPr>
          <p:cNvPr id="193" name="Shape 191"/>
          <p:cNvSpPr/>
          <p:nvPr/>
        </p:nvSpPr>
        <p:spPr>
          <a:xfrm>
            <a:off x="457200" y="4709160"/>
            <a:ext cx="553212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731520" y="47091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(1, −2)   and   (4, 1)</a:t>
            </a:r>
            <a:endParaRPr lang="en-US" sz="2300" dirty="0"/>
          </a:p>
        </p:txBody>
      </p:sp>
      <p:sp>
        <p:nvSpPr>
          <p:cNvPr id="96" name="Freeform 95"/>
          <p:cNvSpPr/>
          <p:nvPr/>
        </p:nvSpPr>
        <p:spPr>
          <a:xfrm>
            <a:off x="6509552" y="2475067"/>
            <a:ext cx="4421245" cy="2685105"/>
          </a:xfrm>
          <a:custGeom>
            <a:avLst/>
            <a:gdLst/>
            <a:ahLst/>
            <a:cxnLst/>
            <a:rect l="l" t="t" r="r" b="b"/>
            <a:pathLst>
              <a:path w="4421245" h="2685105">
                <a:moveTo>
                  <a:pt x="0" y="2685105"/>
                </a:moveTo>
                <a:lnTo>
                  <a:pt x="80386" y="2672844"/>
                </a:lnTo>
                <a:lnTo>
                  <a:pt x="160035" y="2660583"/>
                </a:lnTo>
                <a:lnTo>
                  <a:pt x="238946" y="2648323"/>
                </a:lnTo>
                <a:lnTo>
                  <a:pt x="317120" y="2636062"/>
                </a:lnTo>
                <a:lnTo>
                  <a:pt x="394556" y="2623801"/>
                </a:lnTo>
                <a:lnTo>
                  <a:pt x="471255" y="2611540"/>
                </a:lnTo>
                <a:lnTo>
                  <a:pt x="547216" y="2599280"/>
                </a:lnTo>
                <a:lnTo>
                  <a:pt x="622440" y="2587019"/>
                </a:lnTo>
                <a:lnTo>
                  <a:pt x="696927" y="2574758"/>
                </a:lnTo>
                <a:lnTo>
                  <a:pt x="770676" y="2562497"/>
                </a:lnTo>
                <a:lnTo>
                  <a:pt x="843687" y="2550237"/>
                </a:lnTo>
                <a:lnTo>
                  <a:pt x="915961" y="2537976"/>
                </a:lnTo>
                <a:lnTo>
                  <a:pt x="987497" y="2525715"/>
                </a:lnTo>
                <a:lnTo>
                  <a:pt x="1058296" y="2513454"/>
                </a:lnTo>
                <a:lnTo>
                  <a:pt x="1128358" y="2501194"/>
                </a:lnTo>
                <a:lnTo>
                  <a:pt x="1197682" y="2488933"/>
                </a:lnTo>
                <a:lnTo>
                  <a:pt x="1266268" y="2476672"/>
                </a:lnTo>
                <a:lnTo>
                  <a:pt x="1334117" y="2464411"/>
                </a:lnTo>
                <a:lnTo>
                  <a:pt x="1401229" y="2452151"/>
                </a:lnTo>
                <a:lnTo>
                  <a:pt x="1467603" y="2439890"/>
                </a:lnTo>
                <a:lnTo>
                  <a:pt x="1533239" y="2427629"/>
                </a:lnTo>
                <a:lnTo>
                  <a:pt x="1598138" y="2415368"/>
                </a:lnTo>
                <a:lnTo>
                  <a:pt x="1662300" y="2403108"/>
                </a:lnTo>
                <a:lnTo>
                  <a:pt x="1725724" y="2390847"/>
                </a:lnTo>
                <a:lnTo>
                  <a:pt x="1788410" y="2378586"/>
                </a:lnTo>
                <a:lnTo>
                  <a:pt x="1850359" y="2366325"/>
                </a:lnTo>
                <a:lnTo>
                  <a:pt x="1911571" y="2354065"/>
                </a:lnTo>
                <a:lnTo>
                  <a:pt x="1972045" y="2341804"/>
                </a:lnTo>
                <a:lnTo>
                  <a:pt x="2031781" y="2329543"/>
                </a:lnTo>
                <a:lnTo>
                  <a:pt x="2090781" y="2317282"/>
                </a:lnTo>
                <a:lnTo>
                  <a:pt x="2149042" y="2305022"/>
                </a:lnTo>
                <a:lnTo>
                  <a:pt x="2206566" y="2292761"/>
                </a:lnTo>
                <a:lnTo>
                  <a:pt x="2263353" y="2280500"/>
                </a:lnTo>
                <a:lnTo>
                  <a:pt x="2319402" y="2268239"/>
                </a:lnTo>
                <a:lnTo>
                  <a:pt x="2374714" y="2255979"/>
                </a:lnTo>
                <a:lnTo>
                  <a:pt x="2429288" y="2243718"/>
                </a:lnTo>
                <a:lnTo>
                  <a:pt x="2483125" y="2231457"/>
                </a:lnTo>
                <a:lnTo>
                  <a:pt x="2536224" y="2219196"/>
                </a:lnTo>
                <a:lnTo>
                  <a:pt x="2588586" y="2206936"/>
                </a:lnTo>
                <a:lnTo>
                  <a:pt x="2640210" y="2194675"/>
                </a:lnTo>
                <a:lnTo>
                  <a:pt x="2691097" y="2182414"/>
                </a:lnTo>
                <a:lnTo>
                  <a:pt x="2741246" y="2170153"/>
                </a:lnTo>
                <a:lnTo>
                  <a:pt x="2790658" y="2157893"/>
                </a:lnTo>
                <a:lnTo>
                  <a:pt x="2839332" y="2145632"/>
                </a:lnTo>
                <a:lnTo>
                  <a:pt x="2887269" y="2133371"/>
                </a:lnTo>
                <a:lnTo>
                  <a:pt x="2934468" y="2121110"/>
                </a:lnTo>
                <a:lnTo>
                  <a:pt x="2980930" y="2108849"/>
                </a:lnTo>
                <a:lnTo>
                  <a:pt x="3026654" y="2096589"/>
                </a:lnTo>
                <a:lnTo>
                  <a:pt x="3071641" y="2084328"/>
                </a:lnTo>
                <a:lnTo>
                  <a:pt x="3115890" y="2072067"/>
                </a:lnTo>
                <a:lnTo>
                  <a:pt x="3159402" y="2059806"/>
                </a:lnTo>
                <a:lnTo>
                  <a:pt x="3202176" y="2047546"/>
                </a:lnTo>
                <a:lnTo>
                  <a:pt x="3244213" y="2035285"/>
                </a:lnTo>
                <a:lnTo>
                  <a:pt x="3285513" y="2023024"/>
                </a:lnTo>
                <a:lnTo>
                  <a:pt x="3326074" y="2010763"/>
                </a:lnTo>
                <a:lnTo>
                  <a:pt x="3365899" y="1998503"/>
                </a:lnTo>
                <a:lnTo>
                  <a:pt x="3404986" y="1986242"/>
                </a:lnTo>
                <a:lnTo>
                  <a:pt x="3443335" y="1973981"/>
                </a:lnTo>
                <a:lnTo>
                  <a:pt x="3480947" y="1961720"/>
                </a:lnTo>
                <a:lnTo>
                  <a:pt x="3517821" y="1949460"/>
                </a:lnTo>
                <a:lnTo>
                  <a:pt x="3553958" y="1937199"/>
                </a:lnTo>
                <a:lnTo>
                  <a:pt x="3589358" y="1924938"/>
                </a:lnTo>
                <a:lnTo>
                  <a:pt x="3624020" y="1912677"/>
                </a:lnTo>
                <a:lnTo>
                  <a:pt x="3657944" y="1900417"/>
                </a:lnTo>
                <a:lnTo>
                  <a:pt x="3691131" y="1888156"/>
                </a:lnTo>
                <a:lnTo>
                  <a:pt x="3723581" y="1875895"/>
                </a:lnTo>
                <a:lnTo>
                  <a:pt x="3755293" y="1863634"/>
                </a:lnTo>
                <a:lnTo>
                  <a:pt x="3786267" y="1851374"/>
                </a:lnTo>
                <a:lnTo>
                  <a:pt x="3816504" y="1839113"/>
                </a:lnTo>
                <a:lnTo>
                  <a:pt x="3846004" y="1826852"/>
                </a:lnTo>
                <a:lnTo>
                  <a:pt x="3874766" y="1814591"/>
                </a:lnTo>
                <a:lnTo>
                  <a:pt x="3902791" y="1802331"/>
                </a:lnTo>
                <a:lnTo>
                  <a:pt x="3930078" y="1790070"/>
                </a:lnTo>
                <a:lnTo>
                  <a:pt x="3956627" y="1777809"/>
                </a:lnTo>
                <a:lnTo>
                  <a:pt x="3982439" y="1765548"/>
                </a:lnTo>
                <a:lnTo>
                  <a:pt x="4007514" y="1753288"/>
                </a:lnTo>
                <a:lnTo>
                  <a:pt x="4031851" y="1741027"/>
                </a:lnTo>
                <a:lnTo>
                  <a:pt x="4055451" y="1728766"/>
                </a:lnTo>
                <a:lnTo>
                  <a:pt x="4078313" y="1716505"/>
                </a:lnTo>
                <a:lnTo>
                  <a:pt x="4100438" y="1704245"/>
                </a:lnTo>
                <a:lnTo>
                  <a:pt x="4121825" y="1691984"/>
                </a:lnTo>
                <a:lnTo>
                  <a:pt x="4142475" y="1679723"/>
                </a:lnTo>
                <a:lnTo>
                  <a:pt x="4162387" y="1667462"/>
                </a:lnTo>
                <a:lnTo>
                  <a:pt x="4181561" y="1655202"/>
                </a:lnTo>
                <a:lnTo>
                  <a:pt x="4199999" y="1642941"/>
                </a:lnTo>
                <a:lnTo>
                  <a:pt x="4217698" y="1630680"/>
                </a:lnTo>
                <a:lnTo>
                  <a:pt x="4234661" y="1618419"/>
                </a:lnTo>
                <a:lnTo>
                  <a:pt x="4250885" y="1606159"/>
                </a:lnTo>
                <a:lnTo>
                  <a:pt x="4266373" y="1593898"/>
                </a:lnTo>
                <a:lnTo>
                  <a:pt x="4281122" y="1581637"/>
                </a:lnTo>
                <a:lnTo>
                  <a:pt x="4295135" y="1569376"/>
                </a:lnTo>
                <a:lnTo>
                  <a:pt x="4308410" y="1557116"/>
                </a:lnTo>
                <a:lnTo>
                  <a:pt x="4320947" y="1544855"/>
                </a:lnTo>
                <a:lnTo>
                  <a:pt x="4332747" y="1532594"/>
                </a:lnTo>
                <a:lnTo>
                  <a:pt x="4343809" y="1520333"/>
                </a:lnTo>
                <a:lnTo>
                  <a:pt x="4354134" y="1508073"/>
                </a:lnTo>
                <a:lnTo>
                  <a:pt x="4363721" y="1495812"/>
                </a:lnTo>
                <a:lnTo>
                  <a:pt x="4372571" y="1483551"/>
                </a:lnTo>
                <a:lnTo>
                  <a:pt x="4380683" y="1471290"/>
                </a:lnTo>
                <a:lnTo>
                  <a:pt x="4388058" y="1459030"/>
                </a:lnTo>
                <a:lnTo>
                  <a:pt x="4394696" y="1446769"/>
                </a:lnTo>
                <a:lnTo>
                  <a:pt x="4400596" y="1434508"/>
                </a:lnTo>
                <a:lnTo>
                  <a:pt x="4405758" y="1422247"/>
                </a:lnTo>
                <a:lnTo>
                  <a:pt x="4410183" y="1409987"/>
                </a:lnTo>
                <a:lnTo>
                  <a:pt x="4413870" y="1397726"/>
                </a:lnTo>
                <a:lnTo>
                  <a:pt x="4416820" y="1385465"/>
                </a:lnTo>
                <a:lnTo>
                  <a:pt x="4419033" y="1373204"/>
                </a:lnTo>
                <a:lnTo>
                  <a:pt x="4420508" y="1360944"/>
                </a:lnTo>
                <a:lnTo>
                  <a:pt x="4421245" y="1348683"/>
                </a:lnTo>
                <a:lnTo>
                  <a:pt x="4421245" y="1336422"/>
                </a:lnTo>
                <a:lnTo>
                  <a:pt x="4420508" y="1324161"/>
                </a:lnTo>
                <a:lnTo>
                  <a:pt x="4419033" y="1311901"/>
                </a:lnTo>
                <a:lnTo>
                  <a:pt x="4416820" y="1299640"/>
                </a:lnTo>
                <a:lnTo>
                  <a:pt x="4413870" y="1287379"/>
                </a:lnTo>
                <a:lnTo>
                  <a:pt x="4410183" y="1275118"/>
                </a:lnTo>
                <a:lnTo>
                  <a:pt x="4405758" y="1262858"/>
                </a:lnTo>
                <a:lnTo>
                  <a:pt x="4400596" y="1250597"/>
                </a:lnTo>
                <a:lnTo>
                  <a:pt x="4394696" y="1238336"/>
                </a:lnTo>
                <a:lnTo>
                  <a:pt x="4388058" y="1226075"/>
                </a:lnTo>
                <a:lnTo>
                  <a:pt x="4380683" y="1213815"/>
                </a:lnTo>
                <a:lnTo>
                  <a:pt x="4372571" y="1201554"/>
                </a:lnTo>
                <a:lnTo>
                  <a:pt x="4363721" y="1189293"/>
                </a:lnTo>
                <a:lnTo>
                  <a:pt x="4354134" y="1177032"/>
                </a:lnTo>
                <a:lnTo>
                  <a:pt x="4343809" y="1164772"/>
                </a:lnTo>
                <a:lnTo>
                  <a:pt x="4332747" y="1152511"/>
                </a:lnTo>
                <a:lnTo>
                  <a:pt x="4320947" y="1140250"/>
                </a:lnTo>
                <a:lnTo>
                  <a:pt x="4308410" y="1127989"/>
                </a:lnTo>
                <a:lnTo>
                  <a:pt x="4295135" y="1115729"/>
                </a:lnTo>
                <a:lnTo>
                  <a:pt x="4281122" y="1103468"/>
                </a:lnTo>
                <a:lnTo>
                  <a:pt x="4266373" y="1091207"/>
                </a:lnTo>
                <a:lnTo>
                  <a:pt x="4250885" y="1078946"/>
                </a:lnTo>
                <a:lnTo>
                  <a:pt x="4234661" y="1066686"/>
                </a:lnTo>
                <a:lnTo>
                  <a:pt x="4217698" y="1054425"/>
                </a:lnTo>
                <a:lnTo>
                  <a:pt x="4199999" y="1042164"/>
                </a:lnTo>
                <a:lnTo>
                  <a:pt x="4181561" y="1029903"/>
                </a:lnTo>
                <a:lnTo>
                  <a:pt x="4162387" y="1017643"/>
                </a:lnTo>
                <a:lnTo>
                  <a:pt x="4142475" y="1005382"/>
                </a:lnTo>
                <a:lnTo>
                  <a:pt x="4121825" y="993121"/>
                </a:lnTo>
                <a:lnTo>
                  <a:pt x="4100438" y="980860"/>
                </a:lnTo>
                <a:lnTo>
                  <a:pt x="4078313" y="968600"/>
                </a:lnTo>
                <a:lnTo>
                  <a:pt x="4055451" y="956339"/>
                </a:lnTo>
                <a:lnTo>
                  <a:pt x="4031851" y="944078"/>
                </a:lnTo>
                <a:lnTo>
                  <a:pt x="4007514" y="931817"/>
                </a:lnTo>
                <a:lnTo>
                  <a:pt x="3982439" y="919557"/>
                </a:lnTo>
                <a:lnTo>
                  <a:pt x="3956627" y="907296"/>
                </a:lnTo>
                <a:lnTo>
                  <a:pt x="3930078" y="895035"/>
                </a:lnTo>
                <a:lnTo>
                  <a:pt x="3902791" y="882774"/>
                </a:lnTo>
                <a:lnTo>
                  <a:pt x="3874766" y="870514"/>
                </a:lnTo>
                <a:lnTo>
                  <a:pt x="3846004" y="858253"/>
                </a:lnTo>
                <a:lnTo>
                  <a:pt x="3816504" y="845992"/>
                </a:lnTo>
                <a:lnTo>
                  <a:pt x="3786267" y="833731"/>
                </a:lnTo>
                <a:lnTo>
                  <a:pt x="3755293" y="821471"/>
                </a:lnTo>
                <a:lnTo>
                  <a:pt x="3723581" y="809210"/>
                </a:lnTo>
                <a:lnTo>
                  <a:pt x="3691131" y="796949"/>
                </a:lnTo>
                <a:lnTo>
                  <a:pt x="3657944" y="784688"/>
                </a:lnTo>
                <a:lnTo>
                  <a:pt x="3624020" y="772428"/>
                </a:lnTo>
                <a:lnTo>
                  <a:pt x="3589358" y="760167"/>
                </a:lnTo>
                <a:lnTo>
                  <a:pt x="3553958" y="747906"/>
                </a:lnTo>
                <a:lnTo>
                  <a:pt x="3517821" y="735645"/>
                </a:lnTo>
                <a:lnTo>
                  <a:pt x="3480947" y="723385"/>
                </a:lnTo>
                <a:lnTo>
                  <a:pt x="3443335" y="711124"/>
                </a:lnTo>
                <a:lnTo>
                  <a:pt x="3404986" y="698863"/>
                </a:lnTo>
                <a:lnTo>
                  <a:pt x="3365899" y="686602"/>
                </a:lnTo>
                <a:lnTo>
                  <a:pt x="3326074" y="674342"/>
                </a:lnTo>
                <a:lnTo>
                  <a:pt x="3285513" y="662081"/>
                </a:lnTo>
                <a:lnTo>
                  <a:pt x="3244213" y="649820"/>
                </a:lnTo>
                <a:lnTo>
                  <a:pt x="3202176" y="637559"/>
                </a:lnTo>
                <a:lnTo>
                  <a:pt x="3159402" y="625299"/>
                </a:lnTo>
                <a:lnTo>
                  <a:pt x="3115890" y="613038"/>
                </a:lnTo>
                <a:lnTo>
                  <a:pt x="3071641" y="600777"/>
                </a:lnTo>
                <a:lnTo>
                  <a:pt x="3026654" y="588516"/>
                </a:lnTo>
                <a:lnTo>
                  <a:pt x="2980930" y="576256"/>
                </a:lnTo>
                <a:lnTo>
                  <a:pt x="2934468" y="563995"/>
                </a:lnTo>
                <a:lnTo>
                  <a:pt x="2887269" y="551734"/>
                </a:lnTo>
                <a:lnTo>
                  <a:pt x="2839332" y="539473"/>
                </a:lnTo>
                <a:lnTo>
                  <a:pt x="2790658" y="527213"/>
                </a:lnTo>
                <a:lnTo>
                  <a:pt x="2741246" y="514952"/>
                </a:lnTo>
                <a:lnTo>
                  <a:pt x="2691097" y="502691"/>
                </a:lnTo>
                <a:lnTo>
                  <a:pt x="2640210" y="490430"/>
                </a:lnTo>
                <a:lnTo>
                  <a:pt x="2588586" y="478169"/>
                </a:lnTo>
                <a:lnTo>
                  <a:pt x="2536224" y="465909"/>
                </a:lnTo>
                <a:lnTo>
                  <a:pt x="2483125" y="453648"/>
                </a:lnTo>
                <a:lnTo>
                  <a:pt x="2429288" y="441387"/>
                </a:lnTo>
                <a:lnTo>
                  <a:pt x="2374714" y="429126"/>
                </a:lnTo>
                <a:lnTo>
                  <a:pt x="2319402" y="416866"/>
                </a:lnTo>
                <a:lnTo>
                  <a:pt x="2263353" y="404605"/>
                </a:lnTo>
                <a:lnTo>
                  <a:pt x="2206566" y="392344"/>
                </a:lnTo>
                <a:lnTo>
                  <a:pt x="2149042" y="380083"/>
                </a:lnTo>
                <a:lnTo>
                  <a:pt x="2090781" y="367823"/>
                </a:lnTo>
                <a:lnTo>
                  <a:pt x="2031781" y="355562"/>
                </a:lnTo>
                <a:lnTo>
                  <a:pt x="1972045" y="343301"/>
                </a:lnTo>
                <a:lnTo>
                  <a:pt x="1911571" y="331040"/>
                </a:lnTo>
                <a:lnTo>
                  <a:pt x="1850359" y="318780"/>
                </a:lnTo>
                <a:lnTo>
                  <a:pt x="1788410" y="306519"/>
                </a:lnTo>
                <a:lnTo>
                  <a:pt x="1725724" y="294258"/>
                </a:lnTo>
                <a:lnTo>
                  <a:pt x="1662300" y="281997"/>
                </a:lnTo>
                <a:lnTo>
                  <a:pt x="1598138" y="269737"/>
                </a:lnTo>
                <a:lnTo>
                  <a:pt x="1533239" y="257476"/>
                </a:lnTo>
                <a:lnTo>
                  <a:pt x="1467603" y="245215"/>
                </a:lnTo>
                <a:lnTo>
                  <a:pt x="1401229" y="232954"/>
                </a:lnTo>
                <a:lnTo>
                  <a:pt x="1334117" y="220694"/>
                </a:lnTo>
                <a:lnTo>
                  <a:pt x="1266268" y="208433"/>
                </a:lnTo>
                <a:lnTo>
                  <a:pt x="1197682" y="196172"/>
                </a:lnTo>
                <a:lnTo>
                  <a:pt x="1128358" y="183911"/>
                </a:lnTo>
                <a:lnTo>
                  <a:pt x="1058296" y="171651"/>
                </a:lnTo>
                <a:lnTo>
                  <a:pt x="987497" y="159390"/>
                </a:lnTo>
                <a:lnTo>
                  <a:pt x="915961" y="147129"/>
                </a:lnTo>
                <a:lnTo>
                  <a:pt x="843687" y="134868"/>
                </a:lnTo>
                <a:lnTo>
                  <a:pt x="770676" y="122608"/>
                </a:lnTo>
                <a:lnTo>
                  <a:pt x="696927" y="110347"/>
                </a:lnTo>
                <a:lnTo>
                  <a:pt x="622440" y="98086"/>
                </a:lnTo>
                <a:lnTo>
                  <a:pt x="547216" y="85825"/>
                </a:lnTo>
                <a:lnTo>
                  <a:pt x="471255" y="73565"/>
                </a:lnTo>
                <a:lnTo>
                  <a:pt x="394556" y="61304"/>
                </a:lnTo>
                <a:lnTo>
                  <a:pt x="317120" y="49043"/>
                </a:lnTo>
                <a:lnTo>
                  <a:pt x="238946" y="36782"/>
                </a:lnTo>
                <a:lnTo>
                  <a:pt x="160035" y="24522"/>
                </a:lnTo>
                <a:lnTo>
                  <a:pt x="80386" y="12261"/>
                </a:lnTo>
                <a:lnTo>
                  <a:pt x="0" y="0"/>
                </a:lnTo>
              </a:path>
            </a:pathLst>
          </a:custGeom>
          <a:noFill/>
          <a:ln w="43180">
            <a:solidFill>
              <a:srgbClr val="2E6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6" name="Connector 195"/>
          <p:cNvCxnSpPr/>
          <p:nvPr/>
        </p:nvCxnSpPr>
        <p:spPr>
          <a:xfrm>
            <a:off x="9300210" y="3817620"/>
            <a:ext cx="0" cy="81534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>
            <a:off x="8892540" y="4632960"/>
            <a:ext cx="40767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10523220" y="3409950"/>
            <a:ext cx="0" cy="40767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>
            <a:off x="8892540" y="3409950"/>
            <a:ext cx="163068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7669530" y="2594610"/>
            <a:ext cx="3669030" cy="366903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MEETS CIRCLE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Quadratic from x² + y²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57200" y="1554480"/>
            <a:ext cx="553212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6520" y="62636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41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58559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8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46520" y="54483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6953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46520" y="504063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7720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46520" y="463296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8487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6520" y="422529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30021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46520" y="340995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0788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46520" y="300228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11555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46520" y="259461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232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46520" y="21869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08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46520" y="17792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3385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13716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62453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435340" y="61722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6530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435340" y="57645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0606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435340" y="53568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46836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435340" y="494919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87603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435340" y="4541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28370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435340" y="413385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09904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435340" y="331851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0671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435340" y="2910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91438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435340" y="250317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103220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8435340" y="2095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07297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435340" y="16878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11373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4353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1320272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8983980" y="132588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189" name="Shape 187"/>
          <p:cNvSpPr/>
          <p:nvPr/>
        </p:nvSpPr>
        <p:spPr>
          <a:xfrm>
            <a:off x="9208770" y="535686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446514" y="53934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(1, −4)</a:t>
            </a:r>
            <a:endParaRPr lang="en-US" sz="1300" dirty="0"/>
          </a:p>
        </p:txBody>
      </p:sp>
      <p:sp>
        <p:nvSpPr>
          <p:cNvPr id="191" name="Shape 189"/>
          <p:cNvSpPr/>
          <p:nvPr/>
        </p:nvSpPr>
        <p:spPr>
          <a:xfrm>
            <a:off x="10431780" y="413385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669524" y="417042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(4, −1)</a:t>
            </a:r>
            <a:endParaRPr lang="en-US" sz="1300" dirty="0"/>
          </a:p>
        </p:txBody>
      </p:sp>
      <p:sp>
        <p:nvSpPr>
          <p:cNvPr id="193" name="Text 191"/>
          <p:cNvSpPr/>
          <p:nvPr/>
        </p:nvSpPr>
        <p:spPr>
          <a:xfrm>
            <a:off x="6446520" y="636422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x² + y² = 17 (radius √17)   meets   y = x − 5</a:t>
            </a:r>
            <a:endParaRPr lang="en-US" sz="1250" dirty="0"/>
          </a:p>
        </p:txBody>
      </p:sp>
      <p:sp>
        <p:nvSpPr>
          <p:cNvPr id="194" name="Shape 192"/>
          <p:cNvSpPr/>
          <p:nvPr/>
        </p:nvSpPr>
        <p:spPr>
          <a:xfrm>
            <a:off x="713232" y="1810512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95" name="Text 193"/>
          <p:cNvSpPr/>
          <p:nvPr/>
        </p:nvSpPr>
        <p:spPr>
          <a:xfrm>
            <a:off x="713232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1207008" y="17739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x − 5   and   x² + y² = 17</a:t>
            </a:r>
            <a:endParaRPr lang="en-US" sz="1300" dirty="0"/>
          </a:p>
        </p:txBody>
      </p:sp>
      <p:sp>
        <p:nvSpPr>
          <p:cNvPr id="197" name="Shape 195"/>
          <p:cNvSpPr/>
          <p:nvPr/>
        </p:nvSpPr>
        <p:spPr>
          <a:xfrm>
            <a:off x="713232" y="2345436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98" name="Text 196"/>
          <p:cNvSpPr/>
          <p:nvPr/>
        </p:nvSpPr>
        <p:spPr>
          <a:xfrm>
            <a:off x="713232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9" name="Text 197"/>
          <p:cNvSpPr/>
          <p:nvPr/>
        </p:nvSpPr>
        <p:spPr>
          <a:xfrm>
            <a:off x="1207008" y="230886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 x² + (x − 5)² = 17</a:t>
            </a:r>
            <a:endParaRPr lang="en-US" sz="1300" dirty="0"/>
          </a:p>
        </p:txBody>
      </p:sp>
      <p:sp>
        <p:nvSpPr>
          <p:cNvPr id="200" name="Shape 198"/>
          <p:cNvSpPr/>
          <p:nvPr/>
        </p:nvSpPr>
        <p:spPr>
          <a:xfrm>
            <a:off x="713232" y="2880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01" name="Text 199"/>
          <p:cNvSpPr/>
          <p:nvPr/>
        </p:nvSpPr>
        <p:spPr>
          <a:xfrm>
            <a:off x="71323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2" name="Text 200"/>
          <p:cNvSpPr/>
          <p:nvPr/>
        </p:nvSpPr>
        <p:spPr>
          <a:xfrm>
            <a:off x="1207008" y="284378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2x² − 10x + 8 = 0  →  x² − 5x + 4 = 0</a:t>
            </a:r>
            <a:endParaRPr lang="en-US" sz="1300" dirty="0"/>
          </a:p>
        </p:txBody>
      </p:sp>
      <p:sp>
        <p:nvSpPr>
          <p:cNvPr id="203" name="Shape 201"/>
          <p:cNvSpPr/>
          <p:nvPr/>
        </p:nvSpPr>
        <p:spPr>
          <a:xfrm>
            <a:off x="713232" y="3415284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04" name="Text 202"/>
          <p:cNvSpPr/>
          <p:nvPr/>
        </p:nvSpPr>
        <p:spPr>
          <a:xfrm>
            <a:off x="713232" y="3415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5" name="Text 203"/>
          <p:cNvSpPr/>
          <p:nvPr/>
        </p:nvSpPr>
        <p:spPr>
          <a:xfrm>
            <a:off x="1207008" y="337870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− 1)(x − 4) = 0  →  x = 1 or 4</a:t>
            </a:r>
            <a:endParaRPr lang="en-US" sz="1300" dirty="0"/>
          </a:p>
        </p:txBody>
      </p:sp>
      <p:sp>
        <p:nvSpPr>
          <p:cNvPr id="206" name="Shape 204"/>
          <p:cNvSpPr/>
          <p:nvPr/>
        </p:nvSpPr>
        <p:spPr>
          <a:xfrm>
            <a:off x="713232" y="39502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07" name="Text 205"/>
          <p:cNvSpPr/>
          <p:nvPr/>
        </p:nvSpPr>
        <p:spPr>
          <a:xfrm>
            <a:off x="713232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08" name="Text 206"/>
          <p:cNvSpPr/>
          <p:nvPr/>
        </p:nvSpPr>
        <p:spPr>
          <a:xfrm>
            <a:off x="1207008" y="391363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−4  and  y = −1</a:t>
            </a:r>
            <a:endParaRPr lang="en-US" sz="1300" dirty="0"/>
          </a:p>
        </p:txBody>
      </p:sp>
      <p:sp>
        <p:nvSpPr>
          <p:cNvPr id="209" name="Shape 207"/>
          <p:cNvSpPr/>
          <p:nvPr/>
        </p:nvSpPr>
        <p:spPr>
          <a:xfrm>
            <a:off x="457200" y="4709160"/>
            <a:ext cx="553212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0" name="Text 208"/>
          <p:cNvSpPr/>
          <p:nvPr/>
        </p:nvSpPr>
        <p:spPr>
          <a:xfrm>
            <a:off x="731520" y="47091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(1, −4)   and   (4, −1)</a:t>
            </a:r>
            <a:endParaRPr lang="en-US" sz="2300" dirty="0"/>
          </a:p>
        </p:txBody>
      </p:sp>
      <p:sp>
        <p:nvSpPr>
          <p:cNvPr id="96" name="Freeform 95"/>
          <p:cNvSpPr/>
          <p:nvPr/>
        </p:nvSpPr>
        <p:spPr>
          <a:xfrm>
            <a:off x="7211766" y="2136776"/>
            <a:ext cx="3361640" cy="3361687"/>
          </a:xfrm>
          <a:custGeom>
            <a:avLst/>
            <a:gdLst/>
            <a:ahLst/>
            <a:cxnLst/>
            <a:rect l="l" t="t" r="r" b="b"/>
            <a:pathLst>
              <a:path w="3361640" h="3361687">
                <a:moveTo>
                  <a:pt x="3361640" y="1680844"/>
                </a:moveTo>
                <a:lnTo>
                  <a:pt x="3361269" y="1645524"/>
                </a:lnTo>
                <a:lnTo>
                  <a:pt x="3360156" y="1610221"/>
                </a:lnTo>
                <a:lnTo>
                  <a:pt x="3358301" y="1574949"/>
                </a:lnTo>
                <a:lnTo>
                  <a:pt x="3355705" y="1539723"/>
                </a:lnTo>
                <a:lnTo>
                  <a:pt x="3352370" y="1504560"/>
                </a:lnTo>
                <a:lnTo>
                  <a:pt x="3348297" y="1469474"/>
                </a:lnTo>
                <a:lnTo>
                  <a:pt x="3343488" y="1434482"/>
                </a:lnTo>
                <a:lnTo>
                  <a:pt x="3337944" y="1399599"/>
                </a:lnTo>
                <a:lnTo>
                  <a:pt x="3331668" y="1364840"/>
                </a:lnTo>
                <a:lnTo>
                  <a:pt x="3324664" y="1330220"/>
                </a:lnTo>
                <a:lnTo>
                  <a:pt x="3316933" y="1295755"/>
                </a:lnTo>
                <a:lnTo>
                  <a:pt x="3308481" y="1261461"/>
                </a:lnTo>
                <a:lnTo>
                  <a:pt x="3299309" y="1227351"/>
                </a:lnTo>
                <a:lnTo>
                  <a:pt x="3289423" y="1193442"/>
                </a:lnTo>
                <a:lnTo>
                  <a:pt x="3278826" y="1159748"/>
                </a:lnTo>
                <a:lnTo>
                  <a:pt x="3267524" y="1126284"/>
                </a:lnTo>
                <a:lnTo>
                  <a:pt x="3255521" y="1093065"/>
                </a:lnTo>
                <a:lnTo>
                  <a:pt x="3242822" y="1060105"/>
                </a:lnTo>
                <a:lnTo>
                  <a:pt x="3229434" y="1027420"/>
                </a:lnTo>
                <a:lnTo>
                  <a:pt x="3215362" y="995023"/>
                </a:lnTo>
                <a:lnTo>
                  <a:pt x="3200613" y="962929"/>
                </a:lnTo>
                <a:lnTo>
                  <a:pt x="3185192" y="931152"/>
                </a:lnTo>
                <a:lnTo>
                  <a:pt x="3169107" y="899706"/>
                </a:lnTo>
                <a:lnTo>
                  <a:pt x="3152365" y="868605"/>
                </a:lnTo>
                <a:lnTo>
                  <a:pt x="3134973" y="837862"/>
                </a:lnTo>
                <a:lnTo>
                  <a:pt x="3116938" y="807492"/>
                </a:lnTo>
                <a:lnTo>
                  <a:pt x="3098270" y="777508"/>
                </a:lnTo>
                <a:lnTo>
                  <a:pt x="3078976" y="747922"/>
                </a:lnTo>
                <a:lnTo>
                  <a:pt x="3059064" y="718748"/>
                </a:lnTo>
                <a:lnTo>
                  <a:pt x="3038544" y="690000"/>
                </a:lnTo>
                <a:lnTo>
                  <a:pt x="3017424" y="661688"/>
                </a:lnTo>
                <a:lnTo>
                  <a:pt x="2995714" y="633827"/>
                </a:lnTo>
                <a:lnTo>
                  <a:pt x="2973423" y="606428"/>
                </a:lnTo>
                <a:lnTo>
                  <a:pt x="2950562" y="579503"/>
                </a:lnTo>
                <a:lnTo>
                  <a:pt x="2927140" y="553065"/>
                </a:lnTo>
                <a:lnTo>
                  <a:pt x="2903167" y="527125"/>
                </a:lnTo>
                <a:lnTo>
                  <a:pt x="2878655" y="501694"/>
                </a:lnTo>
                <a:lnTo>
                  <a:pt x="2853613" y="476784"/>
                </a:lnTo>
                <a:lnTo>
                  <a:pt x="2828054" y="452406"/>
                </a:lnTo>
                <a:lnTo>
                  <a:pt x="2801988" y="428570"/>
                </a:lnTo>
                <a:lnTo>
                  <a:pt x="2775428" y="405287"/>
                </a:lnTo>
                <a:lnTo>
                  <a:pt x="2748383" y="382567"/>
                </a:lnTo>
                <a:lnTo>
                  <a:pt x="2720868" y="360421"/>
                </a:lnTo>
                <a:lnTo>
                  <a:pt x="2692893" y="338857"/>
                </a:lnTo>
                <a:lnTo>
                  <a:pt x="2664471" y="317886"/>
                </a:lnTo>
                <a:lnTo>
                  <a:pt x="2635614" y="297518"/>
                </a:lnTo>
                <a:lnTo>
                  <a:pt x="2606337" y="277759"/>
                </a:lnTo>
                <a:lnTo>
                  <a:pt x="2576650" y="258621"/>
                </a:lnTo>
                <a:lnTo>
                  <a:pt x="2546568" y="240110"/>
                </a:lnTo>
                <a:lnTo>
                  <a:pt x="2516103" y="222236"/>
                </a:lnTo>
                <a:lnTo>
                  <a:pt x="2485270" y="205006"/>
                </a:lnTo>
                <a:lnTo>
                  <a:pt x="2454081" y="188427"/>
                </a:lnTo>
                <a:lnTo>
                  <a:pt x="2422551" y="172507"/>
                </a:lnTo>
                <a:lnTo>
                  <a:pt x="2390694" y="157254"/>
                </a:lnTo>
                <a:lnTo>
                  <a:pt x="2358523" y="142673"/>
                </a:lnTo>
                <a:lnTo>
                  <a:pt x="2326052" y="128772"/>
                </a:lnTo>
                <a:lnTo>
                  <a:pt x="2293297" y="115555"/>
                </a:lnTo>
                <a:lnTo>
                  <a:pt x="2260271" y="103030"/>
                </a:lnTo>
                <a:lnTo>
                  <a:pt x="2226990" y="91202"/>
                </a:lnTo>
                <a:lnTo>
                  <a:pt x="2193467" y="80076"/>
                </a:lnTo>
                <a:lnTo>
                  <a:pt x="2159717" y="69656"/>
                </a:lnTo>
                <a:lnTo>
                  <a:pt x="2125757" y="59948"/>
                </a:lnTo>
                <a:lnTo>
                  <a:pt x="2091599" y="50956"/>
                </a:lnTo>
                <a:lnTo>
                  <a:pt x="2057261" y="42683"/>
                </a:lnTo>
                <a:lnTo>
                  <a:pt x="2022756" y="35134"/>
                </a:lnTo>
                <a:lnTo>
                  <a:pt x="1988100" y="28311"/>
                </a:lnTo>
                <a:lnTo>
                  <a:pt x="1953308" y="22219"/>
                </a:lnTo>
                <a:lnTo>
                  <a:pt x="1918396" y="16858"/>
                </a:lnTo>
                <a:lnTo>
                  <a:pt x="1883380" y="12232"/>
                </a:lnTo>
                <a:lnTo>
                  <a:pt x="1848273" y="8344"/>
                </a:lnTo>
                <a:lnTo>
                  <a:pt x="1813093" y="5193"/>
                </a:lnTo>
                <a:lnTo>
                  <a:pt x="1777854" y="2783"/>
                </a:lnTo>
                <a:lnTo>
                  <a:pt x="1742573" y="1113"/>
                </a:lnTo>
                <a:lnTo>
                  <a:pt x="1707264" y="186"/>
                </a:lnTo>
                <a:lnTo>
                  <a:pt x="1671943" y="0"/>
                </a:lnTo>
                <a:lnTo>
                  <a:pt x="1636626" y="557"/>
                </a:lnTo>
                <a:lnTo>
                  <a:pt x="1601329" y="1856"/>
                </a:lnTo>
                <a:lnTo>
                  <a:pt x="1566067" y="3896"/>
                </a:lnTo>
                <a:lnTo>
                  <a:pt x="1530856" y="6676"/>
                </a:lnTo>
                <a:lnTo>
                  <a:pt x="1495710" y="10196"/>
                </a:lnTo>
                <a:lnTo>
                  <a:pt x="1460647" y="14453"/>
                </a:lnTo>
                <a:lnTo>
                  <a:pt x="1425681" y="19447"/>
                </a:lnTo>
                <a:lnTo>
                  <a:pt x="1390827" y="25174"/>
                </a:lnTo>
                <a:lnTo>
                  <a:pt x="1356101" y="31632"/>
                </a:lnTo>
                <a:lnTo>
                  <a:pt x="1321519" y="38818"/>
                </a:lnTo>
                <a:lnTo>
                  <a:pt x="1287095" y="46729"/>
                </a:lnTo>
                <a:lnTo>
                  <a:pt x="1252845" y="55362"/>
                </a:lnTo>
                <a:lnTo>
                  <a:pt x="1218784" y="64713"/>
                </a:lnTo>
                <a:lnTo>
                  <a:pt x="1184928" y="74777"/>
                </a:lnTo>
                <a:lnTo>
                  <a:pt x="1151290" y="85551"/>
                </a:lnTo>
                <a:lnTo>
                  <a:pt x="1117886" y="97029"/>
                </a:lnTo>
                <a:lnTo>
                  <a:pt x="1084730" y="109206"/>
                </a:lnTo>
                <a:lnTo>
                  <a:pt x="1051838" y="122077"/>
                </a:lnTo>
                <a:lnTo>
                  <a:pt x="1019223" y="135637"/>
                </a:lnTo>
                <a:lnTo>
                  <a:pt x="986901" y="149879"/>
                </a:lnTo>
                <a:lnTo>
                  <a:pt x="954884" y="164797"/>
                </a:lnTo>
                <a:lnTo>
                  <a:pt x="923189" y="180384"/>
                </a:lnTo>
                <a:lnTo>
                  <a:pt x="891828" y="196634"/>
                </a:lnTo>
                <a:lnTo>
                  <a:pt x="860815" y="213540"/>
                </a:lnTo>
                <a:lnTo>
                  <a:pt x="830164" y="231093"/>
                </a:lnTo>
                <a:lnTo>
                  <a:pt x="799889" y="249287"/>
                </a:lnTo>
                <a:lnTo>
                  <a:pt x="770003" y="268112"/>
                </a:lnTo>
                <a:lnTo>
                  <a:pt x="740520" y="287562"/>
                </a:lnTo>
                <a:lnTo>
                  <a:pt x="711451" y="307626"/>
                </a:lnTo>
                <a:lnTo>
                  <a:pt x="682810" y="328297"/>
                </a:lnTo>
                <a:lnTo>
                  <a:pt x="654610" y="349566"/>
                </a:lnTo>
                <a:lnTo>
                  <a:pt x="626863" y="371422"/>
                </a:lnTo>
                <a:lnTo>
                  <a:pt x="599582" y="393856"/>
                </a:lnTo>
                <a:lnTo>
                  <a:pt x="572778" y="416859"/>
                </a:lnTo>
                <a:lnTo>
                  <a:pt x="546463" y="440419"/>
                </a:lnTo>
                <a:lnTo>
                  <a:pt x="520649" y="464528"/>
                </a:lnTo>
                <a:lnTo>
                  <a:pt x="495348" y="489173"/>
                </a:lnTo>
                <a:lnTo>
                  <a:pt x="470569" y="514345"/>
                </a:lnTo>
                <a:lnTo>
                  <a:pt x="446326" y="540032"/>
                </a:lnTo>
                <a:lnTo>
                  <a:pt x="422627" y="566223"/>
                </a:lnTo>
                <a:lnTo>
                  <a:pt x="399484" y="592906"/>
                </a:lnTo>
                <a:lnTo>
                  <a:pt x="376906" y="620069"/>
                </a:lnTo>
                <a:lnTo>
                  <a:pt x="354905" y="647701"/>
                </a:lnTo>
                <a:lnTo>
                  <a:pt x="333489" y="675788"/>
                </a:lnTo>
                <a:lnTo>
                  <a:pt x="312667" y="704320"/>
                </a:lnTo>
                <a:lnTo>
                  <a:pt x="292450" y="733283"/>
                </a:lnTo>
                <a:lnTo>
                  <a:pt x="272846" y="762664"/>
                </a:lnTo>
                <a:lnTo>
                  <a:pt x="253864" y="792451"/>
                </a:lnTo>
                <a:lnTo>
                  <a:pt x="235512" y="822630"/>
                </a:lnTo>
                <a:lnTo>
                  <a:pt x="217798" y="853188"/>
                </a:lnTo>
                <a:lnTo>
                  <a:pt x="200730" y="884111"/>
                </a:lnTo>
                <a:lnTo>
                  <a:pt x="184315" y="915387"/>
                </a:lnTo>
                <a:lnTo>
                  <a:pt x="168561" y="947000"/>
                </a:lnTo>
                <a:lnTo>
                  <a:pt x="153475" y="978937"/>
                </a:lnTo>
                <a:lnTo>
                  <a:pt x="139064" y="1011184"/>
                </a:lnTo>
                <a:lnTo>
                  <a:pt x="125333" y="1043727"/>
                </a:lnTo>
                <a:lnTo>
                  <a:pt x="112289" y="1076552"/>
                </a:lnTo>
                <a:lnTo>
                  <a:pt x="99938" y="1109643"/>
                </a:lnTo>
                <a:lnTo>
                  <a:pt x="88284" y="1142986"/>
                </a:lnTo>
                <a:lnTo>
                  <a:pt x="77334" y="1176567"/>
                </a:lnTo>
                <a:lnTo>
                  <a:pt x="67092" y="1210371"/>
                </a:lnTo>
                <a:lnTo>
                  <a:pt x="57563" y="1244382"/>
                </a:lnTo>
                <a:lnTo>
                  <a:pt x="48750" y="1278586"/>
                </a:lnTo>
                <a:lnTo>
                  <a:pt x="40658" y="1312967"/>
                </a:lnTo>
                <a:lnTo>
                  <a:pt x="33290" y="1347512"/>
                </a:lnTo>
                <a:lnTo>
                  <a:pt x="26650" y="1382203"/>
                </a:lnTo>
                <a:lnTo>
                  <a:pt x="20740" y="1417026"/>
                </a:lnTo>
                <a:lnTo>
                  <a:pt x="15563" y="1451966"/>
                </a:lnTo>
                <a:lnTo>
                  <a:pt x="11121" y="1487006"/>
                </a:lnTo>
                <a:lnTo>
                  <a:pt x="7417" y="1522133"/>
                </a:lnTo>
                <a:lnTo>
                  <a:pt x="4451" y="1557329"/>
                </a:lnTo>
                <a:lnTo>
                  <a:pt x="2226" y="1592580"/>
                </a:lnTo>
                <a:lnTo>
                  <a:pt x="742" y="1627870"/>
                </a:lnTo>
                <a:lnTo>
                  <a:pt x="0" y="1663183"/>
                </a:lnTo>
                <a:lnTo>
                  <a:pt x="0" y="1698504"/>
                </a:lnTo>
                <a:lnTo>
                  <a:pt x="742" y="1733817"/>
                </a:lnTo>
                <a:lnTo>
                  <a:pt x="2226" y="1769107"/>
                </a:lnTo>
                <a:lnTo>
                  <a:pt x="4451" y="1804358"/>
                </a:lnTo>
                <a:lnTo>
                  <a:pt x="7417" y="1839554"/>
                </a:lnTo>
                <a:lnTo>
                  <a:pt x="11121" y="1874681"/>
                </a:lnTo>
                <a:lnTo>
                  <a:pt x="15563" y="1909721"/>
                </a:lnTo>
                <a:lnTo>
                  <a:pt x="20740" y="1944661"/>
                </a:lnTo>
                <a:lnTo>
                  <a:pt x="26650" y="1979484"/>
                </a:lnTo>
                <a:lnTo>
                  <a:pt x="33290" y="2014175"/>
                </a:lnTo>
                <a:lnTo>
                  <a:pt x="40658" y="2048720"/>
                </a:lnTo>
                <a:lnTo>
                  <a:pt x="48750" y="2083101"/>
                </a:lnTo>
                <a:lnTo>
                  <a:pt x="57563" y="2117305"/>
                </a:lnTo>
                <a:lnTo>
                  <a:pt x="67092" y="2151316"/>
                </a:lnTo>
                <a:lnTo>
                  <a:pt x="77334" y="2185120"/>
                </a:lnTo>
                <a:lnTo>
                  <a:pt x="88284" y="2218701"/>
                </a:lnTo>
                <a:lnTo>
                  <a:pt x="99938" y="2252044"/>
                </a:lnTo>
                <a:lnTo>
                  <a:pt x="112289" y="2285135"/>
                </a:lnTo>
                <a:lnTo>
                  <a:pt x="125333" y="2317960"/>
                </a:lnTo>
                <a:lnTo>
                  <a:pt x="139064" y="2350503"/>
                </a:lnTo>
                <a:lnTo>
                  <a:pt x="153475" y="2382750"/>
                </a:lnTo>
                <a:lnTo>
                  <a:pt x="168561" y="2414687"/>
                </a:lnTo>
                <a:lnTo>
                  <a:pt x="184315" y="2446300"/>
                </a:lnTo>
                <a:lnTo>
                  <a:pt x="200730" y="2477576"/>
                </a:lnTo>
                <a:lnTo>
                  <a:pt x="217798" y="2508499"/>
                </a:lnTo>
                <a:lnTo>
                  <a:pt x="235512" y="2539057"/>
                </a:lnTo>
                <a:lnTo>
                  <a:pt x="253864" y="2569236"/>
                </a:lnTo>
                <a:lnTo>
                  <a:pt x="272846" y="2599023"/>
                </a:lnTo>
                <a:lnTo>
                  <a:pt x="292450" y="2628404"/>
                </a:lnTo>
                <a:lnTo>
                  <a:pt x="312667" y="2657367"/>
                </a:lnTo>
                <a:lnTo>
                  <a:pt x="333489" y="2685899"/>
                </a:lnTo>
                <a:lnTo>
                  <a:pt x="354905" y="2713986"/>
                </a:lnTo>
                <a:lnTo>
                  <a:pt x="376906" y="2741618"/>
                </a:lnTo>
                <a:lnTo>
                  <a:pt x="399484" y="2768781"/>
                </a:lnTo>
                <a:lnTo>
                  <a:pt x="422627" y="2795464"/>
                </a:lnTo>
                <a:lnTo>
                  <a:pt x="446326" y="2821655"/>
                </a:lnTo>
                <a:lnTo>
                  <a:pt x="470569" y="2847342"/>
                </a:lnTo>
                <a:lnTo>
                  <a:pt x="495348" y="2872514"/>
                </a:lnTo>
                <a:lnTo>
                  <a:pt x="520649" y="2897159"/>
                </a:lnTo>
                <a:lnTo>
                  <a:pt x="546463" y="2921268"/>
                </a:lnTo>
                <a:lnTo>
                  <a:pt x="572778" y="2944828"/>
                </a:lnTo>
                <a:lnTo>
                  <a:pt x="599582" y="2967831"/>
                </a:lnTo>
                <a:lnTo>
                  <a:pt x="626863" y="2990265"/>
                </a:lnTo>
                <a:lnTo>
                  <a:pt x="654610" y="3012121"/>
                </a:lnTo>
                <a:lnTo>
                  <a:pt x="682810" y="3033390"/>
                </a:lnTo>
                <a:lnTo>
                  <a:pt x="711451" y="3054061"/>
                </a:lnTo>
                <a:lnTo>
                  <a:pt x="740520" y="3074125"/>
                </a:lnTo>
                <a:lnTo>
                  <a:pt x="770003" y="3093575"/>
                </a:lnTo>
                <a:lnTo>
                  <a:pt x="799889" y="3112400"/>
                </a:lnTo>
                <a:lnTo>
                  <a:pt x="830164" y="3130594"/>
                </a:lnTo>
                <a:lnTo>
                  <a:pt x="860815" y="3148147"/>
                </a:lnTo>
                <a:lnTo>
                  <a:pt x="891828" y="3165053"/>
                </a:lnTo>
                <a:lnTo>
                  <a:pt x="923189" y="3181303"/>
                </a:lnTo>
                <a:lnTo>
                  <a:pt x="954884" y="3196890"/>
                </a:lnTo>
                <a:lnTo>
                  <a:pt x="986901" y="3211808"/>
                </a:lnTo>
                <a:lnTo>
                  <a:pt x="1019223" y="3226050"/>
                </a:lnTo>
                <a:lnTo>
                  <a:pt x="1051838" y="3239610"/>
                </a:lnTo>
                <a:lnTo>
                  <a:pt x="1084730" y="3252481"/>
                </a:lnTo>
                <a:lnTo>
                  <a:pt x="1117886" y="3264658"/>
                </a:lnTo>
                <a:lnTo>
                  <a:pt x="1151290" y="3276136"/>
                </a:lnTo>
                <a:lnTo>
                  <a:pt x="1184928" y="3286910"/>
                </a:lnTo>
                <a:lnTo>
                  <a:pt x="1218784" y="3296974"/>
                </a:lnTo>
                <a:lnTo>
                  <a:pt x="1252845" y="3306325"/>
                </a:lnTo>
                <a:lnTo>
                  <a:pt x="1287095" y="3314958"/>
                </a:lnTo>
                <a:lnTo>
                  <a:pt x="1321519" y="3322869"/>
                </a:lnTo>
                <a:lnTo>
                  <a:pt x="1356101" y="3330055"/>
                </a:lnTo>
                <a:lnTo>
                  <a:pt x="1390827" y="3336513"/>
                </a:lnTo>
                <a:lnTo>
                  <a:pt x="1425681" y="3342240"/>
                </a:lnTo>
                <a:lnTo>
                  <a:pt x="1460647" y="3347234"/>
                </a:lnTo>
                <a:lnTo>
                  <a:pt x="1495710" y="3351491"/>
                </a:lnTo>
                <a:lnTo>
                  <a:pt x="1530856" y="3355011"/>
                </a:lnTo>
                <a:lnTo>
                  <a:pt x="1566067" y="3357791"/>
                </a:lnTo>
                <a:lnTo>
                  <a:pt x="1601329" y="3359831"/>
                </a:lnTo>
                <a:lnTo>
                  <a:pt x="1636626" y="3361130"/>
                </a:lnTo>
                <a:lnTo>
                  <a:pt x="1671943" y="3361687"/>
                </a:lnTo>
                <a:lnTo>
                  <a:pt x="1707264" y="3361501"/>
                </a:lnTo>
                <a:lnTo>
                  <a:pt x="1742573" y="3360574"/>
                </a:lnTo>
                <a:lnTo>
                  <a:pt x="1777854" y="3358904"/>
                </a:lnTo>
                <a:lnTo>
                  <a:pt x="1813093" y="3356494"/>
                </a:lnTo>
                <a:lnTo>
                  <a:pt x="1848273" y="3353343"/>
                </a:lnTo>
                <a:lnTo>
                  <a:pt x="1883380" y="3349455"/>
                </a:lnTo>
                <a:lnTo>
                  <a:pt x="1918396" y="3344829"/>
                </a:lnTo>
                <a:lnTo>
                  <a:pt x="1953308" y="3339468"/>
                </a:lnTo>
                <a:lnTo>
                  <a:pt x="1988100" y="3333376"/>
                </a:lnTo>
                <a:lnTo>
                  <a:pt x="2022756" y="3326553"/>
                </a:lnTo>
                <a:lnTo>
                  <a:pt x="2057261" y="3319004"/>
                </a:lnTo>
                <a:lnTo>
                  <a:pt x="2091599" y="3310731"/>
                </a:lnTo>
                <a:lnTo>
                  <a:pt x="2125757" y="3301739"/>
                </a:lnTo>
                <a:lnTo>
                  <a:pt x="2159717" y="3292031"/>
                </a:lnTo>
                <a:lnTo>
                  <a:pt x="2193467" y="3281611"/>
                </a:lnTo>
                <a:lnTo>
                  <a:pt x="2226990" y="3270485"/>
                </a:lnTo>
                <a:lnTo>
                  <a:pt x="2260271" y="3258657"/>
                </a:lnTo>
                <a:lnTo>
                  <a:pt x="2293297" y="3246132"/>
                </a:lnTo>
                <a:lnTo>
                  <a:pt x="2326052" y="3232915"/>
                </a:lnTo>
                <a:lnTo>
                  <a:pt x="2358523" y="3219014"/>
                </a:lnTo>
                <a:lnTo>
                  <a:pt x="2390694" y="3204433"/>
                </a:lnTo>
                <a:lnTo>
                  <a:pt x="2422551" y="3189180"/>
                </a:lnTo>
                <a:lnTo>
                  <a:pt x="2454081" y="3173260"/>
                </a:lnTo>
                <a:lnTo>
                  <a:pt x="2485270" y="3156681"/>
                </a:lnTo>
                <a:lnTo>
                  <a:pt x="2516103" y="3139451"/>
                </a:lnTo>
                <a:lnTo>
                  <a:pt x="2546568" y="3121577"/>
                </a:lnTo>
                <a:lnTo>
                  <a:pt x="2576650" y="3103066"/>
                </a:lnTo>
                <a:lnTo>
                  <a:pt x="2606337" y="3083928"/>
                </a:lnTo>
                <a:lnTo>
                  <a:pt x="2635614" y="3064169"/>
                </a:lnTo>
                <a:lnTo>
                  <a:pt x="2664471" y="3043801"/>
                </a:lnTo>
                <a:lnTo>
                  <a:pt x="2692893" y="3022830"/>
                </a:lnTo>
                <a:lnTo>
                  <a:pt x="2720868" y="3001266"/>
                </a:lnTo>
                <a:lnTo>
                  <a:pt x="2748383" y="2979120"/>
                </a:lnTo>
                <a:lnTo>
                  <a:pt x="2775428" y="2956400"/>
                </a:lnTo>
                <a:lnTo>
                  <a:pt x="2801988" y="2933117"/>
                </a:lnTo>
                <a:lnTo>
                  <a:pt x="2828054" y="2909281"/>
                </a:lnTo>
                <a:lnTo>
                  <a:pt x="2853613" y="2884903"/>
                </a:lnTo>
                <a:lnTo>
                  <a:pt x="2878655" y="2859993"/>
                </a:lnTo>
                <a:lnTo>
                  <a:pt x="2903167" y="2834562"/>
                </a:lnTo>
                <a:lnTo>
                  <a:pt x="2927140" y="2808622"/>
                </a:lnTo>
                <a:lnTo>
                  <a:pt x="2950562" y="2782184"/>
                </a:lnTo>
                <a:lnTo>
                  <a:pt x="2973423" y="2755259"/>
                </a:lnTo>
                <a:lnTo>
                  <a:pt x="2995714" y="2727860"/>
                </a:lnTo>
                <a:lnTo>
                  <a:pt x="3017424" y="2699999"/>
                </a:lnTo>
                <a:lnTo>
                  <a:pt x="3038544" y="2671687"/>
                </a:lnTo>
                <a:lnTo>
                  <a:pt x="3059064" y="2642939"/>
                </a:lnTo>
                <a:lnTo>
                  <a:pt x="3078976" y="2613765"/>
                </a:lnTo>
                <a:lnTo>
                  <a:pt x="3098270" y="2584179"/>
                </a:lnTo>
                <a:lnTo>
                  <a:pt x="3116938" y="2554195"/>
                </a:lnTo>
                <a:lnTo>
                  <a:pt x="3134973" y="2523825"/>
                </a:lnTo>
                <a:lnTo>
                  <a:pt x="3152365" y="2493082"/>
                </a:lnTo>
                <a:lnTo>
                  <a:pt x="3169107" y="2461981"/>
                </a:lnTo>
                <a:lnTo>
                  <a:pt x="3185192" y="2430535"/>
                </a:lnTo>
                <a:lnTo>
                  <a:pt x="3200613" y="2398758"/>
                </a:lnTo>
                <a:lnTo>
                  <a:pt x="3215362" y="2366664"/>
                </a:lnTo>
                <a:lnTo>
                  <a:pt x="3229434" y="2334267"/>
                </a:lnTo>
                <a:lnTo>
                  <a:pt x="3242822" y="2301582"/>
                </a:lnTo>
                <a:lnTo>
                  <a:pt x="3255521" y="2268622"/>
                </a:lnTo>
                <a:lnTo>
                  <a:pt x="3267524" y="2235403"/>
                </a:lnTo>
                <a:lnTo>
                  <a:pt x="3278826" y="2201939"/>
                </a:lnTo>
                <a:lnTo>
                  <a:pt x="3289423" y="2168245"/>
                </a:lnTo>
                <a:lnTo>
                  <a:pt x="3299309" y="2134336"/>
                </a:lnTo>
                <a:lnTo>
                  <a:pt x="3308481" y="2100226"/>
                </a:lnTo>
                <a:lnTo>
                  <a:pt x="3316933" y="2065932"/>
                </a:lnTo>
                <a:lnTo>
                  <a:pt x="3324664" y="2031467"/>
                </a:lnTo>
                <a:lnTo>
                  <a:pt x="3331668" y="1996847"/>
                </a:lnTo>
                <a:lnTo>
                  <a:pt x="3337944" y="1962088"/>
                </a:lnTo>
                <a:lnTo>
                  <a:pt x="3343488" y="1927205"/>
                </a:lnTo>
                <a:lnTo>
                  <a:pt x="3348297" y="1892213"/>
                </a:lnTo>
                <a:lnTo>
                  <a:pt x="3352370" y="1857127"/>
                </a:lnTo>
                <a:lnTo>
                  <a:pt x="3355705" y="1821964"/>
                </a:lnTo>
                <a:lnTo>
                  <a:pt x="3358301" y="1786738"/>
                </a:lnTo>
                <a:lnTo>
                  <a:pt x="3360156" y="1751466"/>
                </a:lnTo>
                <a:lnTo>
                  <a:pt x="3361269" y="1716163"/>
                </a:lnTo>
                <a:lnTo>
                  <a:pt x="3361640" y="1680844"/>
                </a:lnTo>
              </a:path>
            </a:pathLst>
          </a:custGeom>
          <a:noFill/>
          <a:ln w="43180">
            <a:solidFill>
              <a:srgbClr val="2E6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2" name="Connector 211"/>
          <p:cNvCxnSpPr/>
          <p:nvPr/>
        </p:nvCxnSpPr>
        <p:spPr>
          <a:xfrm>
            <a:off x="9300210" y="3817620"/>
            <a:ext cx="0" cy="163068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>
            <a:off x="8892540" y="5448300"/>
            <a:ext cx="40767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10523220" y="3817620"/>
            <a:ext cx="0" cy="40767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>
            <a:off x="8892540" y="4225290"/>
            <a:ext cx="163068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8484870" y="3409950"/>
            <a:ext cx="2853690" cy="285369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" y="3401568"/>
            <a:ext cx="6245352" cy="13716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" y="3954780"/>
            <a:ext cx="6236208" cy="13716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6245353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" y="5102352"/>
            <a:ext cx="6236208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6245353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xy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There is an xy Term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457200" y="1554480"/>
            <a:ext cx="5532120" cy="3017520"/>
          </a:xfrm>
          <a:prstGeom prst="roundRect">
            <a:avLst>
              <a:gd name="adj" fmla="val 1818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465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46520" y="62636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8541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446520" y="58559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2618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46520" y="54483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6953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446520" y="504063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07720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46520" y="463296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8487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6520" y="422529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30021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46520" y="340995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0788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46520" y="300228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11555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46520" y="259461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2322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446520" y="218694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93089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446520" y="177927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338560" y="1371600"/>
            <a:ext cx="0" cy="489204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46520" y="1371600"/>
            <a:ext cx="4892040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46520" y="3817620"/>
            <a:ext cx="48920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892540" y="1371600"/>
            <a:ext cx="0" cy="489204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  <a:headEnd type="triangl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62453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8435340" y="61722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6530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435340" y="57645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0606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435340" y="53568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746836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8435340" y="494919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87603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435340" y="4541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28370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435340" y="413385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09904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435340" y="331851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0671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435340" y="2910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91438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435340" y="250317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1032205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8435340" y="20955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1072972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8435340" y="168783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11137392" y="3863340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84353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1320272" y="385419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8983980" y="132588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1300" dirty="0"/>
          </a:p>
        </p:txBody>
      </p:sp>
      <p:sp>
        <p:nvSpPr>
          <p:cNvPr id="245" name="Shape 243"/>
          <p:cNvSpPr/>
          <p:nvPr/>
        </p:nvSpPr>
        <p:spPr>
          <a:xfrm>
            <a:off x="8393430" y="209550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8631174" y="18577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(−1, 4)</a:t>
            </a:r>
            <a:endParaRPr lang="en-US" sz="1300" dirty="0"/>
          </a:p>
        </p:txBody>
      </p:sp>
      <p:sp>
        <p:nvSpPr>
          <p:cNvPr id="247" name="Shape 245"/>
          <p:cNvSpPr/>
          <p:nvPr/>
        </p:nvSpPr>
        <p:spPr>
          <a:xfrm>
            <a:off x="9616440" y="4541520"/>
            <a:ext cx="182880" cy="182880"/>
          </a:xfrm>
          <a:prstGeom prst="ellipse">
            <a:avLst/>
          </a:prstGeom>
          <a:solidFill>
            <a:srgbClr val="E0AC2B"/>
          </a:solidFill>
          <a:ln w="15875">
            <a:solidFill>
              <a:srgbClr val="1C2A22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9854184" y="46878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−2)</a:t>
            </a:r>
            <a:endParaRPr lang="en-US" sz="1300" dirty="0"/>
          </a:p>
        </p:txBody>
      </p:sp>
      <p:sp>
        <p:nvSpPr>
          <p:cNvPr id="249" name="Text 247"/>
          <p:cNvSpPr/>
          <p:nvPr/>
        </p:nvSpPr>
        <p:spPr>
          <a:xfrm>
            <a:off x="6446520" y="636422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xy = −4   meets   2x + y = 2</a:t>
            </a:r>
            <a:endParaRPr lang="en-US" sz="1250" dirty="0"/>
          </a:p>
        </p:txBody>
      </p:sp>
      <p:sp>
        <p:nvSpPr>
          <p:cNvPr id="250" name="Shape 248"/>
          <p:cNvSpPr/>
          <p:nvPr/>
        </p:nvSpPr>
        <p:spPr>
          <a:xfrm>
            <a:off x="713232" y="1810512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51" name="Text 249"/>
          <p:cNvSpPr/>
          <p:nvPr/>
        </p:nvSpPr>
        <p:spPr>
          <a:xfrm>
            <a:off x="713232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2" name="Text 250"/>
          <p:cNvSpPr/>
          <p:nvPr/>
        </p:nvSpPr>
        <p:spPr>
          <a:xfrm>
            <a:off x="1207008" y="17739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+ y = 2   and   xy + 4 = 0</a:t>
            </a:r>
            <a:endParaRPr lang="en-US" sz="1300" dirty="0"/>
          </a:p>
        </p:txBody>
      </p:sp>
      <p:sp>
        <p:nvSpPr>
          <p:cNvPr id="253" name="Shape 251"/>
          <p:cNvSpPr/>
          <p:nvPr/>
        </p:nvSpPr>
        <p:spPr>
          <a:xfrm>
            <a:off x="713232" y="2345436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54" name="Text 252"/>
          <p:cNvSpPr/>
          <p:nvPr/>
        </p:nvSpPr>
        <p:spPr>
          <a:xfrm>
            <a:off x="713232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5" name="Text 253"/>
          <p:cNvSpPr/>
          <p:nvPr/>
        </p:nvSpPr>
        <p:spPr>
          <a:xfrm>
            <a:off x="1207008" y="2308860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linear:  y = 2 − 2x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713232" y="2880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57" name="Text 255"/>
          <p:cNvSpPr/>
          <p:nvPr/>
        </p:nvSpPr>
        <p:spPr>
          <a:xfrm>
            <a:off x="71323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8" name="Text 256"/>
          <p:cNvSpPr/>
          <p:nvPr/>
        </p:nvSpPr>
        <p:spPr>
          <a:xfrm>
            <a:off x="1207008" y="284378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Substitute:  x(2 − 2x) + 4 = 0</a:t>
            </a:r>
            <a:endParaRPr lang="en-US" sz="1300" dirty="0"/>
          </a:p>
        </p:txBody>
      </p:sp>
      <p:sp>
        <p:nvSpPr>
          <p:cNvPr id="259" name="Shape 257"/>
          <p:cNvSpPr/>
          <p:nvPr/>
        </p:nvSpPr>
        <p:spPr>
          <a:xfrm>
            <a:off x="713232" y="3415284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60" name="Text 258"/>
          <p:cNvSpPr/>
          <p:nvPr/>
        </p:nvSpPr>
        <p:spPr>
          <a:xfrm>
            <a:off x="713232" y="34152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1" name="Text 259"/>
          <p:cNvSpPr/>
          <p:nvPr/>
        </p:nvSpPr>
        <p:spPr>
          <a:xfrm>
            <a:off x="1207008" y="337870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−2x² + 2x + 4 = 0  →  x² − x − 2 = 0</a:t>
            </a:r>
            <a:endParaRPr lang="en-US" sz="1300" dirty="0"/>
          </a:p>
        </p:txBody>
      </p:sp>
      <p:sp>
        <p:nvSpPr>
          <p:cNvPr id="262" name="Shape 260"/>
          <p:cNvSpPr/>
          <p:nvPr/>
        </p:nvSpPr>
        <p:spPr>
          <a:xfrm>
            <a:off x="713232" y="3950208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263" name="Text 261"/>
          <p:cNvSpPr/>
          <p:nvPr/>
        </p:nvSpPr>
        <p:spPr>
          <a:xfrm>
            <a:off x="713232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4" name="Text 262"/>
          <p:cNvSpPr/>
          <p:nvPr/>
        </p:nvSpPr>
        <p:spPr>
          <a:xfrm>
            <a:off x="1207008" y="391363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− 2)(x + 1) = 0  →  x = 2 or −1</a:t>
            </a:r>
            <a:endParaRPr lang="en-US" sz="1300" dirty="0"/>
          </a:p>
        </p:txBody>
      </p:sp>
      <p:sp>
        <p:nvSpPr>
          <p:cNvPr id="265" name="Shape 263"/>
          <p:cNvSpPr/>
          <p:nvPr/>
        </p:nvSpPr>
        <p:spPr>
          <a:xfrm>
            <a:off x="457200" y="4709160"/>
            <a:ext cx="5532120" cy="658368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6" name="Text 264"/>
          <p:cNvSpPr/>
          <p:nvPr/>
        </p:nvSpPr>
        <p:spPr>
          <a:xfrm>
            <a:off x="731520" y="47091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(2, −2)   and   (−1, 4)</a:t>
            </a:r>
            <a:endParaRPr lang="en-US" sz="2300" dirty="0"/>
          </a:p>
        </p:txBody>
      </p:sp>
      <p:sp>
        <p:nvSpPr>
          <p:cNvPr id="96" name="Freeform 95"/>
          <p:cNvSpPr/>
          <p:nvPr/>
        </p:nvSpPr>
        <p:spPr>
          <a:xfrm>
            <a:off x="6446520" y="1432100"/>
            <a:ext cx="2167347" cy="2113740"/>
          </a:xfrm>
          <a:custGeom>
            <a:avLst/>
            <a:gdLst/>
            <a:ahLst/>
            <a:cxnLst/>
            <a:rect l="l" t="t" r="r" b="b"/>
            <a:pathLst>
              <a:path w="2167347" h="2113740">
                <a:moveTo>
                  <a:pt x="0" y="2113740"/>
                </a:moveTo>
                <a:lnTo>
                  <a:pt x="9807" y="2112645"/>
                </a:lnTo>
                <a:lnTo>
                  <a:pt x="19614" y="2111543"/>
                </a:lnTo>
                <a:lnTo>
                  <a:pt x="29421" y="2110431"/>
                </a:lnTo>
                <a:lnTo>
                  <a:pt x="39228" y="2109310"/>
                </a:lnTo>
                <a:lnTo>
                  <a:pt x="49035" y="2108180"/>
                </a:lnTo>
                <a:lnTo>
                  <a:pt x="58842" y="2107040"/>
                </a:lnTo>
                <a:lnTo>
                  <a:pt x="68649" y="2105892"/>
                </a:lnTo>
                <a:lnTo>
                  <a:pt x="78456" y="2104733"/>
                </a:lnTo>
                <a:lnTo>
                  <a:pt x="88263" y="2103565"/>
                </a:lnTo>
                <a:lnTo>
                  <a:pt x="98070" y="2102388"/>
                </a:lnTo>
                <a:lnTo>
                  <a:pt x="107877" y="2101200"/>
                </a:lnTo>
                <a:lnTo>
                  <a:pt x="117684" y="2100003"/>
                </a:lnTo>
                <a:lnTo>
                  <a:pt x="127491" y="2098795"/>
                </a:lnTo>
                <a:lnTo>
                  <a:pt x="137298" y="2097577"/>
                </a:lnTo>
                <a:lnTo>
                  <a:pt x="147105" y="2096349"/>
                </a:lnTo>
                <a:lnTo>
                  <a:pt x="156912" y="2095110"/>
                </a:lnTo>
                <a:lnTo>
                  <a:pt x="166719" y="2093860"/>
                </a:lnTo>
                <a:lnTo>
                  <a:pt x="176526" y="2092600"/>
                </a:lnTo>
                <a:lnTo>
                  <a:pt x="186333" y="2091329"/>
                </a:lnTo>
                <a:lnTo>
                  <a:pt x="196140" y="2090046"/>
                </a:lnTo>
                <a:lnTo>
                  <a:pt x="205947" y="2088753"/>
                </a:lnTo>
                <a:lnTo>
                  <a:pt x="215754" y="2087448"/>
                </a:lnTo>
                <a:lnTo>
                  <a:pt x="225561" y="2086131"/>
                </a:lnTo>
                <a:lnTo>
                  <a:pt x="235368" y="2084803"/>
                </a:lnTo>
                <a:lnTo>
                  <a:pt x="245175" y="2083463"/>
                </a:lnTo>
                <a:lnTo>
                  <a:pt x="254982" y="2082111"/>
                </a:lnTo>
                <a:lnTo>
                  <a:pt x="264789" y="2080747"/>
                </a:lnTo>
                <a:lnTo>
                  <a:pt x="274596" y="2079370"/>
                </a:lnTo>
                <a:lnTo>
                  <a:pt x="284403" y="2077982"/>
                </a:lnTo>
                <a:lnTo>
                  <a:pt x="294210" y="2076580"/>
                </a:lnTo>
                <a:lnTo>
                  <a:pt x="304017" y="2075165"/>
                </a:lnTo>
                <a:lnTo>
                  <a:pt x="313824" y="2073738"/>
                </a:lnTo>
                <a:lnTo>
                  <a:pt x="323631" y="2072297"/>
                </a:lnTo>
                <a:lnTo>
                  <a:pt x="333438" y="2070843"/>
                </a:lnTo>
                <a:lnTo>
                  <a:pt x="343245" y="2069376"/>
                </a:lnTo>
                <a:lnTo>
                  <a:pt x="353052" y="2067894"/>
                </a:lnTo>
                <a:lnTo>
                  <a:pt x="362859" y="2066399"/>
                </a:lnTo>
                <a:lnTo>
                  <a:pt x="372666" y="2064890"/>
                </a:lnTo>
                <a:lnTo>
                  <a:pt x="382473" y="2063366"/>
                </a:lnTo>
                <a:lnTo>
                  <a:pt x="392280" y="2061827"/>
                </a:lnTo>
                <a:lnTo>
                  <a:pt x="402087" y="2060274"/>
                </a:lnTo>
                <a:lnTo>
                  <a:pt x="411894" y="2058706"/>
                </a:lnTo>
                <a:lnTo>
                  <a:pt x="421701" y="2057123"/>
                </a:lnTo>
                <a:lnTo>
                  <a:pt x="431508" y="2055524"/>
                </a:lnTo>
                <a:lnTo>
                  <a:pt x="441315" y="2053910"/>
                </a:lnTo>
                <a:lnTo>
                  <a:pt x="451122" y="2052280"/>
                </a:lnTo>
                <a:lnTo>
                  <a:pt x="460929" y="2050633"/>
                </a:lnTo>
                <a:lnTo>
                  <a:pt x="470736" y="2048971"/>
                </a:lnTo>
                <a:lnTo>
                  <a:pt x="480543" y="2047292"/>
                </a:lnTo>
                <a:lnTo>
                  <a:pt x="490350" y="2045595"/>
                </a:lnTo>
                <a:lnTo>
                  <a:pt x="500157" y="2043882"/>
                </a:lnTo>
                <a:lnTo>
                  <a:pt x="509964" y="2042152"/>
                </a:lnTo>
                <a:lnTo>
                  <a:pt x="519771" y="2040404"/>
                </a:lnTo>
                <a:lnTo>
                  <a:pt x="529578" y="2038637"/>
                </a:lnTo>
                <a:lnTo>
                  <a:pt x="539385" y="2036853"/>
                </a:lnTo>
                <a:lnTo>
                  <a:pt x="549192" y="2035051"/>
                </a:lnTo>
                <a:lnTo>
                  <a:pt x="558999" y="2033229"/>
                </a:lnTo>
                <a:lnTo>
                  <a:pt x="568806" y="2031389"/>
                </a:lnTo>
                <a:lnTo>
                  <a:pt x="578613" y="2029529"/>
                </a:lnTo>
                <a:lnTo>
                  <a:pt x="588420" y="2027649"/>
                </a:lnTo>
                <a:lnTo>
                  <a:pt x="598227" y="2025750"/>
                </a:lnTo>
                <a:lnTo>
                  <a:pt x="608034" y="2023830"/>
                </a:lnTo>
                <a:lnTo>
                  <a:pt x="617841" y="2021890"/>
                </a:lnTo>
                <a:lnTo>
                  <a:pt x="627648" y="2019929"/>
                </a:lnTo>
                <a:lnTo>
                  <a:pt x="637455" y="2017947"/>
                </a:lnTo>
                <a:lnTo>
                  <a:pt x="647262" y="2015943"/>
                </a:lnTo>
                <a:lnTo>
                  <a:pt x="657069" y="2013917"/>
                </a:lnTo>
                <a:lnTo>
                  <a:pt x="666876" y="2011868"/>
                </a:lnTo>
                <a:lnTo>
                  <a:pt x="676683" y="2009797"/>
                </a:lnTo>
                <a:lnTo>
                  <a:pt x="686490" y="2007703"/>
                </a:lnTo>
                <a:lnTo>
                  <a:pt x="696297" y="2005585"/>
                </a:lnTo>
                <a:lnTo>
                  <a:pt x="706104" y="2003444"/>
                </a:lnTo>
                <a:lnTo>
                  <a:pt x="715911" y="2001278"/>
                </a:lnTo>
                <a:lnTo>
                  <a:pt x="725718" y="1999088"/>
                </a:lnTo>
                <a:lnTo>
                  <a:pt x="735525" y="1996872"/>
                </a:lnTo>
                <a:lnTo>
                  <a:pt x="745332" y="1994631"/>
                </a:lnTo>
                <a:lnTo>
                  <a:pt x="755139" y="1992364"/>
                </a:lnTo>
                <a:lnTo>
                  <a:pt x="764946" y="1990070"/>
                </a:lnTo>
                <a:lnTo>
                  <a:pt x="774753" y="1987750"/>
                </a:lnTo>
                <a:lnTo>
                  <a:pt x="784560" y="1985402"/>
                </a:lnTo>
                <a:lnTo>
                  <a:pt x="794367" y="1983026"/>
                </a:lnTo>
                <a:lnTo>
                  <a:pt x="804174" y="1980622"/>
                </a:lnTo>
                <a:lnTo>
                  <a:pt x="813981" y="1978189"/>
                </a:lnTo>
                <a:lnTo>
                  <a:pt x="823788" y="1975726"/>
                </a:lnTo>
                <a:lnTo>
                  <a:pt x="833595" y="1973234"/>
                </a:lnTo>
                <a:lnTo>
                  <a:pt x="843402" y="1970711"/>
                </a:lnTo>
                <a:lnTo>
                  <a:pt x="853209" y="1968157"/>
                </a:lnTo>
                <a:lnTo>
                  <a:pt x="863016" y="1965572"/>
                </a:lnTo>
                <a:lnTo>
                  <a:pt x="872823" y="1962954"/>
                </a:lnTo>
                <a:lnTo>
                  <a:pt x="882630" y="1960303"/>
                </a:lnTo>
                <a:lnTo>
                  <a:pt x="892437" y="1957619"/>
                </a:lnTo>
                <a:lnTo>
                  <a:pt x="902244" y="1954900"/>
                </a:lnTo>
                <a:lnTo>
                  <a:pt x="912051" y="1952147"/>
                </a:lnTo>
                <a:lnTo>
                  <a:pt x="921858" y="1949359"/>
                </a:lnTo>
                <a:lnTo>
                  <a:pt x="931665" y="1946534"/>
                </a:lnTo>
                <a:lnTo>
                  <a:pt x="941472" y="1943673"/>
                </a:lnTo>
                <a:lnTo>
                  <a:pt x="951279" y="1940774"/>
                </a:lnTo>
                <a:lnTo>
                  <a:pt x="961086" y="1937837"/>
                </a:lnTo>
                <a:lnTo>
                  <a:pt x="970893" y="1934860"/>
                </a:lnTo>
                <a:lnTo>
                  <a:pt x="980700" y="1931844"/>
                </a:lnTo>
                <a:lnTo>
                  <a:pt x="990507" y="1928787"/>
                </a:lnTo>
                <a:lnTo>
                  <a:pt x="1000314" y="1925689"/>
                </a:lnTo>
                <a:lnTo>
                  <a:pt x="1010121" y="1922549"/>
                </a:lnTo>
                <a:lnTo>
                  <a:pt x="1019928" y="1919365"/>
                </a:lnTo>
                <a:lnTo>
                  <a:pt x="1029735" y="1916137"/>
                </a:lnTo>
                <a:lnTo>
                  <a:pt x="1039542" y="1912864"/>
                </a:lnTo>
                <a:lnTo>
                  <a:pt x="1049349" y="1909545"/>
                </a:lnTo>
                <a:lnTo>
                  <a:pt x="1059156" y="1906180"/>
                </a:lnTo>
                <a:lnTo>
                  <a:pt x="1068963" y="1902766"/>
                </a:lnTo>
                <a:lnTo>
                  <a:pt x="1078770" y="1899303"/>
                </a:lnTo>
                <a:lnTo>
                  <a:pt x="1088577" y="1895790"/>
                </a:lnTo>
                <a:lnTo>
                  <a:pt x="1098384" y="1892227"/>
                </a:lnTo>
                <a:lnTo>
                  <a:pt x="1108191" y="1888610"/>
                </a:lnTo>
                <a:lnTo>
                  <a:pt x="1117998" y="1884941"/>
                </a:lnTo>
                <a:lnTo>
                  <a:pt x="1127805" y="1881217"/>
                </a:lnTo>
                <a:lnTo>
                  <a:pt x="1137612" y="1877437"/>
                </a:lnTo>
                <a:lnTo>
                  <a:pt x="1147419" y="1873600"/>
                </a:lnTo>
                <a:lnTo>
                  <a:pt x="1157226" y="1869704"/>
                </a:lnTo>
                <a:lnTo>
                  <a:pt x="1167033" y="1865749"/>
                </a:lnTo>
                <a:lnTo>
                  <a:pt x="1176840" y="1861733"/>
                </a:lnTo>
                <a:lnTo>
                  <a:pt x="1186647" y="1857654"/>
                </a:lnTo>
                <a:lnTo>
                  <a:pt x="1196454" y="1853511"/>
                </a:lnTo>
                <a:lnTo>
                  <a:pt x="1206261" y="1849303"/>
                </a:lnTo>
                <a:lnTo>
                  <a:pt x="1216068" y="1845027"/>
                </a:lnTo>
                <a:lnTo>
                  <a:pt x="1225875" y="1840683"/>
                </a:lnTo>
                <a:lnTo>
                  <a:pt x="1235682" y="1836268"/>
                </a:lnTo>
                <a:lnTo>
                  <a:pt x="1245489" y="1831782"/>
                </a:lnTo>
                <a:lnTo>
                  <a:pt x="1255296" y="1827221"/>
                </a:lnTo>
                <a:lnTo>
                  <a:pt x="1265103" y="1822585"/>
                </a:lnTo>
                <a:lnTo>
                  <a:pt x="1274910" y="1817871"/>
                </a:lnTo>
                <a:lnTo>
                  <a:pt x="1284717" y="1813077"/>
                </a:lnTo>
                <a:lnTo>
                  <a:pt x="1294524" y="1808201"/>
                </a:lnTo>
                <a:lnTo>
                  <a:pt x="1304331" y="1803242"/>
                </a:lnTo>
                <a:lnTo>
                  <a:pt x="1314138" y="1798197"/>
                </a:lnTo>
                <a:lnTo>
                  <a:pt x="1323945" y="1793064"/>
                </a:lnTo>
                <a:lnTo>
                  <a:pt x="1333752" y="1787840"/>
                </a:lnTo>
                <a:lnTo>
                  <a:pt x="1343559" y="1782524"/>
                </a:lnTo>
                <a:lnTo>
                  <a:pt x="1353366" y="1777112"/>
                </a:lnTo>
                <a:lnTo>
                  <a:pt x="1363173" y="1771601"/>
                </a:lnTo>
                <a:lnTo>
                  <a:pt x="1372980" y="1765990"/>
                </a:lnTo>
                <a:lnTo>
                  <a:pt x="1382787" y="1760276"/>
                </a:lnTo>
                <a:lnTo>
                  <a:pt x="1392594" y="1754455"/>
                </a:lnTo>
                <a:lnTo>
                  <a:pt x="1402401" y="1748525"/>
                </a:lnTo>
                <a:lnTo>
                  <a:pt x="1412208" y="1742482"/>
                </a:lnTo>
                <a:lnTo>
                  <a:pt x="1422015" y="1736324"/>
                </a:lnTo>
                <a:lnTo>
                  <a:pt x="1431822" y="1730046"/>
                </a:lnTo>
                <a:lnTo>
                  <a:pt x="1441629" y="1723646"/>
                </a:lnTo>
                <a:lnTo>
                  <a:pt x="1451436" y="1717120"/>
                </a:lnTo>
                <a:lnTo>
                  <a:pt x="1461243" y="1710464"/>
                </a:lnTo>
                <a:lnTo>
                  <a:pt x="1471050" y="1703673"/>
                </a:lnTo>
                <a:lnTo>
                  <a:pt x="1480857" y="1696745"/>
                </a:lnTo>
                <a:lnTo>
                  <a:pt x="1490664" y="1689675"/>
                </a:lnTo>
                <a:lnTo>
                  <a:pt x="1500471" y="1682458"/>
                </a:lnTo>
                <a:lnTo>
                  <a:pt x="1510278" y="1675089"/>
                </a:lnTo>
                <a:lnTo>
                  <a:pt x="1520085" y="1667565"/>
                </a:lnTo>
                <a:lnTo>
                  <a:pt x="1529892" y="1659879"/>
                </a:lnTo>
                <a:lnTo>
                  <a:pt x="1539699" y="1652027"/>
                </a:lnTo>
                <a:lnTo>
                  <a:pt x="1549506" y="1644004"/>
                </a:lnTo>
                <a:lnTo>
                  <a:pt x="1559313" y="1635802"/>
                </a:lnTo>
                <a:lnTo>
                  <a:pt x="1569120" y="1627418"/>
                </a:lnTo>
                <a:lnTo>
                  <a:pt x="1578927" y="1618843"/>
                </a:lnTo>
                <a:lnTo>
                  <a:pt x="1588734" y="1610073"/>
                </a:lnTo>
                <a:lnTo>
                  <a:pt x="1598541" y="1601100"/>
                </a:lnTo>
                <a:lnTo>
                  <a:pt x="1608348" y="1591916"/>
                </a:lnTo>
                <a:lnTo>
                  <a:pt x="1618155" y="1582515"/>
                </a:lnTo>
                <a:lnTo>
                  <a:pt x="1627962" y="1572888"/>
                </a:lnTo>
                <a:lnTo>
                  <a:pt x="1637769" y="1563028"/>
                </a:lnTo>
                <a:lnTo>
                  <a:pt x="1647576" y="1552926"/>
                </a:lnTo>
                <a:lnTo>
                  <a:pt x="1657383" y="1542572"/>
                </a:lnTo>
                <a:lnTo>
                  <a:pt x="1667190" y="1531958"/>
                </a:lnTo>
                <a:lnTo>
                  <a:pt x="1676997" y="1521073"/>
                </a:lnTo>
                <a:lnTo>
                  <a:pt x="1686804" y="1509906"/>
                </a:lnTo>
                <a:lnTo>
                  <a:pt x="1696611" y="1498448"/>
                </a:lnTo>
                <a:lnTo>
                  <a:pt x="1706418" y="1486685"/>
                </a:lnTo>
                <a:lnTo>
                  <a:pt x="1716225" y="1474607"/>
                </a:lnTo>
                <a:lnTo>
                  <a:pt x="1726032" y="1462199"/>
                </a:lnTo>
                <a:lnTo>
                  <a:pt x="1735839" y="1449449"/>
                </a:lnTo>
                <a:lnTo>
                  <a:pt x="1745646" y="1436342"/>
                </a:lnTo>
                <a:lnTo>
                  <a:pt x="1755453" y="1422862"/>
                </a:lnTo>
                <a:lnTo>
                  <a:pt x="1765260" y="1408994"/>
                </a:lnTo>
                <a:lnTo>
                  <a:pt x="1775067" y="1394721"/>
                </a:lnTo>
                <a:lnTo>
                  <a:pt x="1784874" y="1380024"/>
                </a:lnTo>
                <a:lnTo>
                  <a:pt x="1794681" y="1364884"/>
                </a:lnTo>
                <a:lnTo>
                  <a:pt x="1804488" y="1349282"/>
                </a:lnTo>
                <a:lnTo>
                  <a:pt x="1814295" y="1333195"/>
                </a:lnTo>
                <a:lnTo>
                  <a:pt x="1824102" y="1316601"/>
                </a:lnTo>
                <a:lnTo>
                  <a:pt x="1833909" y="1299475"/>
                </a:lnTo>
                <a:lnTo>
                  <a:pt x="1843716" y="1281792"/>
                </a:lnTo>
                <a:lnTo>
                  <a:pt x="1853523" y="1263523"/>
                </a:lnTo>
                <a:lnTo>
                  <a:pt x="1863330" y="1244639"/>
                </a:lnTo>
                <a:lnTo>
                  <a:pt x="1873137" y="1225109"/>
                </a:lnTo>
                <a:lnTo>
                  <a:pt x="1882944" y="1204898"/>
                </a:lnTo>
                <a:lnTo>
                  <a:pt x="1892751" y="1183971"/>
                </a:lnTo>
                <a:lnTo>
                  <a:pt x="1902558" y="1162288"/>
                </a:lnTo>
                <a:lnTo>
                  <a:pt x="1912365" y="1139809"/>
                </a:lnTo>
                <a:lnTo>
                  <a:pt x="1922172" y="1116488"/>
                </a:lnTo>
                <a:lnTo>
                  <a:pt x="1931979" y="1092277"/>
                </a:lnTo>
                <a:lnTo>
                  <a:pt x="1941786" y="1067124"/>
                </a:lnTo>
                <a:lnTo>
                  <a:pt x="1951593" y="1040974"/>
                </a:lnTo>
                <a:lnTo>
                  <a:pt x="1961400" y="1013765"/>
                </a:lnTo>
                <a:lnTo>
                  <a:pt x="1971207" y="985432"/>
                </a:lnTo>
                <a:lnTo>
                  <a:pt x="1981014" y="955904"/>
                </a:lnTo>
                <a:lnTo>
                  <a:pt x="1990821" y="925104"/>
                </a:lnTo>
                <a:lnTo>
                  <a:pt x="2000628" y="892947"/>
                </a:lnTo>
                <a:lnTo>
                  <a:pt x="2010435" y="859343"/>
                </a:lnTo>
                <a:lnTo>
                  <a:pt x="2020242" y="824190"/>
                </a:lnTo>
                <a:lnTo>
                  <a:pt x="2030049" y="787380"/>
                </a:lnTo>
                <a:lnTo>
                  <a:pt x="2039856" y="748792"/>
                </a:lnTo>
                <a:lnTo>
                  <a:pt x="2049663" y="708295"/>
                </a:lnTo>
                <a:lnTo>
                  <a:pt x="2059470" y="665743"/>
                </a:lnTo>
                <a:lnTo>
                  <a:pt x="2069277" y="620975"/>
                </a:lnTo>
                <a:lnTo>
                  <a:pt x="2079084" y="573815"/>
                </a:lnTo>
                <a:lnTo>
                  <a:pt x="2088891" y="524064"/>
                </a:lnTo>
                <a:lnTo>
                  <a:pt x="2098698" y="471504"/>
                </a:lnTo>
                <a:lnTo>
                  <a:pt x="2108505" y="415889"/>
                </a:lnTo>
                <a:lnTo>
                  <a:pt x="2118312" y="356946"/>
                </a:lnTo>
                <a:lnTo>
                  <a:pt x="2128119" y="294366"/>
                </a:lnTo>
                <a:lnTo>
                  <a:pt x="2137926" y="227802"/>
                </a:lnTo>
                <a:lnTo>
                  <a:pt x="2147733" y="156861"/>
                </a:lnTo>
                <a:lnTo>
                  <a:pt x="2157540" y="81097"/>
                </a:lnTo>
                <a:lnTo>
                  <a:pt x="2167347" y="0"/>
                </a:lnTo>
              </a:path>
            </a:pathLst>
          </a:custGeom>
          <a:noFill/>
          <a:ln w="43180">
            <a:solidFill>
              <a:srgbClr val="2E6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Freeform 96"/>
          <p:cNvSpPr/>
          <p:nvPr/>
        </p:nvSpPr>
        <p:spPr>
          <a:xfrm>
            <a:off x="9171212" y="4089400"/>
            <a:ext cx="2167348" cy="2113739"/>
          </a:xfrm>
          <a:custGeom>
            <a:avLst/>
            <a:gdLst/>
            <a:ahLst/>
            <a:cxnLst/>
            <a:rect l="l" t="t" r="r" b="b"/>
            <a:pathLst>
              <a:path w="2167348" h="2113739">
                <a:moveTo>
                  <a:pt x="0" y="2113739"/>
                </a:moveTo>
                <a:lnTo>
                  <a:pt x="9807" y="2032642"/>
                </a:lnTo>
                <a:lnTo>
                  <a:pt x="19614" y="1956878"/>
                </a:lnTo>
                <a:lnTo>
                  <a:pt x="29421" y="1885937"/>
                </a:lnTo>
                <a:lnTo>
                  <a:pt x="39228" y="1819373"/>
                </a:lnTo>
                <a:lnTo>
                  <a:pt x="49035" y="1756793"/>
                </a:lnTo>
                <a:lnTo>
                  <a:pt x="58842" y="1697850"/>
                </a:lnTo>
                <a:lnTo>
                  <a:pt x="68649" y="1642235"/>
                </a:lnTo>
                <a:lnTo>
                  <a:pt x="78456" y="1589675"/>
                </a:lnTo>
                <a:lnTo>
                  <a:pt x="88263" y="1539924"/>
                </a:lnTo>
                <a:lnTo>
                  <a:pt x="98070" y="1492764"/>
                </a:lnTo>
                <a:lnTo>
                  <a:pt x="107877" y="1447996"/>
                </a:lnTo>
                <a:lnTo>
                  <a:pt x="117684" y="1405444"/>
                </a:lnTo>
                <a:lnTo>
                  <a:pt x="127491" y="1364947"/>
                </a:lnTo>
                <a:lnTo>
                  <a:pt x="137298" y="1326359"/>
                </a:lnTo>
                <a:lnTo>
                  <a:pt x="147105" y="1289549"/>
                </a:lnTo>
                <a:lnTo>
                  <a:pt x="156912" y="1254396"/>
                </a:lnTo>
                <a:lnTo>
                  <a:pt x="166719" y="1220792"/>
                </a:lnTo>
                <a:lnTo>
                  <a:pt x="176526" y="1188635"/>
                </a:lnTo>
                <a:lnTo>
                  <a:pt x="186333" y="1157835"/>
                </a:lnTo>
                <a:lnTo>
                  <a:pt x="196140" y="1128307"/>
                </a:lnTo>
                <a:lnTo>
                  <a:pt x="205947" y="1099974"/>
                </a:lnTo>
                <a:lnTo>
                  <a:pt x="215754" y="1072765"/>
                </a:lnTo>
                <a:lnTo>
                  <a:pt x="225561" y="1046615"/>
                </a:lnTo>
                <a:lnTo>
                  <a:pt x="235368" y="1021462"/>
                </a:lnTo>
                <a:lnTo>
                  <a:pt x="245175" y="997251"/>
                </a:lnTo>
                <a:lnTo>
                  <a:pt x="254982" y="973930"/>
                </a:lnTo>
                <a:lnTo>
                  <a:pt x="264789" y="951451"/>
                </a:lnTo>
                <a:lnTo>
                  <a:pt x="274596" y="929768"/>
                </a:lnTo>
                <a:lnTo>
                  <a:pt x="284403" y="908841"/>
                </a:lnTo>
                <a:lnTo>
                  <a:pt x="294210" y="888630"/>
                </a:lnTo>
                <a:lnTo>
                  <a:pt x="304017" y="869100"/>
                </a:lnTo>
                <a:lnTo>
                  <a:pt x="313824" y="850216"/>
                </a:lnTo>
                <a:lnTo>
                  <a:pt x="323631" y="831947"/>
                </a:lnTo>
                <a:lnTo>
                  <a:pt x="333438" y="814264"/>
                </a:lnTo>
                <a:lnTo>
                  <a:pt x="343245" y="797138"/>
                </a:lnTo>
                <a:lnTo>
                  <a:pt x="353052" y="780544"/>
                </a:lnTo>
                <a:lnTo>
                  <a:pt x="362859" y="764457"/>
                </a:lnTo>
                <a:lnTo>
                  <a:pt x="372666" y="748855"/>
                </a:lnTo>
                <a:lnTo>
                  <a:pt x="382473" y="733715"/>
                </a:lnTo>
                <a:lnTo>
                  <a:pt x="392280" y="719018"/>
                </a:lnTo>
                <a:lnTo>
                  <a:pt x="402087" y="704745"/>
                </a:lnTo>
                <a:lnTo>
                  <a:pt x="411894" y="690877"/>
                </a:lnTo>
                <a:lnTo>
                  <a:pt x="421701" y="677397"/>
                </a:lnTo>
                <a:lnTo>
                  <a:pt x="431508" y="664290"/>
                </a:lnTo>
                <a:lnTo>
                  <a:pt x="441315" y="651540"/>
                </a:lnTo>
                <a:lnTo>
                  <a:pt x="451122" y="639132"/>
                </a:lnTo>
                <a:lnTo>
                  <a:pt x="460929" y="627054"/>
                </a:lnTo>
                <a:lnTo>
                  <a:pt x="470736" y="615291"/>
                </a:lnTo>
                <a:lnTo>
                  <a:pt x="480543" y="603833"/>
                </a:lnTo>
                <a:lnTo>
                  <a:pt x="490350" y="592666"/>
                </a:lnTo>
                <a:lnTo>
                  <a:pt x="500157" y="581781"/>
                </a:lnTo>
                <a:lnTo>
                  <a:pt x="509964" y="571167"/>
                </a:lnTo>
                <a:lnTo>
                  <a:pt x="519771" y="560813"/>
                </a:lnTo>
                <a:lnTo>
                  <a:pt x="529578" y="550711"/>
                </a:lnTo>
                <a:lnTo>
                  <a:pt x="539385" y="540851"/>
                </a:lnTo>
                <a:lnTo>
                  <a:pt x="549192" y="531224"/>
                </a:lnTo>
                <a:lnTo>
                  <a:pt x="558999" y="521823"/>
                </a:lnTo>
                <a:lnTo>
                  <a:pt x="568806" y="512639"/>
                </a:lnTo>
                <a:lnTo>
                  <a:pt x="578613" y="503666"/>
                </a:lnTo>
                <a:lnTo>
                  <a:pt x="588420" y="494896"/>
                </a:lnTo>
                <a:lnTo>
                  <a:pt x="598227" y="486321"/>
                </a:lnTo>
                <a:lnTo>
                  <a:pt x="608034" y="477937"/>
                </a:lnTo>
                <a:lnTo>
                  <a:pt x="617841" y="469735"/>
                </a:lnTo>
                <a:lnTo>
                  <a:pt x="627648" y="461712"/>
                </a:lnTo>
                <a:lnTo>
                  <a:pt x="637455" y="453860"/>
                </a:lnTo>
                <a:lnTo>
                  <a:pt x="647262" y="446174"/>
                </a:lnTo>
                <a:lnTo>
                  <a:pt x="657069" y="438650"/>
                </a:lnTo>
                <a:lnTo>
                  <a:pt x="666876" y="431281"/>
                </a:lnTo>
                <a:lnTo>
                  <a:pt x="676683" y="424064"/>
                </a:lnTo>
                <a:lnTo>
                  <a:pt x="686490" y="416994"/>
                </a:lnTo>
                <a:lnTo>
                  <a:pt x="696297" y="410066"/>
                </a:lnTo>
                <a:lnTo>
                  <a:pt x="706104" y="403275"/>
                </a:lnTo>
                <a:lnTo>
                  <a:pt x="715911" y="396619"/>
                </a:lnTo>
                <a:lnTo>
                  <a:pt x="725718" y="390093"/>
                </a:lnTo>
                <a:lnTo>
                  <a:pt x="735525" y="383693"/>
                </a:lnTo>
                <a:lnTo>
                  <a:pt x="745332" y="377415"/>
                </a:lnTo>
                <a:lnTo>
                  <a:pt x="755139" y="371257"/>
                </a:lnTo>
                <a:lnTo>
                  <a:pt x="764946" y="365214"/>
                </a:lnTo>
                <a:lnTo>
                  <a:pt x="774753" y="359284"/>
                </a:lnTo>
                <a:lnTo>
                  <a:pt x="784560" y="353463"/>
                </a:lnTo>
                <a:lnTo>
                  <a:pt x="794367" y="347749"/>
                </a:lnTo>
                <a:lnTo>
                  <a:pt x="804174" y="342138"/>
                </a:lnTo>
                <a:lnTo>
                  <a:pt x="813981" y="336627"/>
                </a:lnTo>
                <a:lnTo>
                  <a:pt x="823788" y="331215"/>
                </a:lnTo>
                <a:lnTo>
                  <a:pt x="833595" y="325899"/>
                </a:lnTo>
                <a:lnTo>
                  <a:pt x="843402" y="320675"/>
                </a:lnTo>
                <a:lnTo>
                  <a:pt x="853209" y="315542"/>
                </a:lnTo>
                <a:lnTo>
                  <a:pt x="863016" y="310497"/>
                </a:lnTo>
                <a:lnTo>
                  <a:pt x="872823" y="305538"/>
                </a:lnTo>
                <a:lnTo>
                  <a:pt x="882630" y="300662"/>
                </a:lnTo>
                <a:lnTo>
                  <a:pt x="892437" y="295868"/>
                </a:lnTo>
                <a:lnTo>
                  <a:pt x="902244" y="291154"/>
                </a:lnTo>
                <a:lnTo>
                  <a:pt x="912051" y="286518"/>
                </a:lnTo>
                <a:lnTo>
                  <a:pt x="921858" y="281957"/>
                </a:lnTo>
                <a:lnTo>
                  <a:pt x="931665" y="277471"/>
                </a:lnTo>
                <a:lnTo>
                  <a:pt x="941472" y="273056"/>
                </a:lnTo>
                <a:lnTo>
                  <a:pt x="951279" y="268712"/>
                </a:lnTo>
                <a:lnTo>
                  <a:pt x="961086" y="264436"/>
                </a:lnTo>
                <a:lnTo>
                  <a:pt x="970893" y="260228"/>
                </a:lnTo>
                <a:lnTo>
                  <a:pt x="980700" y="256085"/>
                </a:lnTo>
                <a:lnTo>
                  <a:pt x="990507" y="252006"/>
                </a:lnTo>
                <a:lnTo>
                  <a:pt x="1000314" y="247990"/>
                </a:lnTo>
                <a:lnTo>
                  <a:pt x="1010121" y="244035"/>
                </a:lnTo>
                <a:lnTo>
                  <a:pt x="1019928" y="240139"/>
                </a:lnTo>
                <a:lnTo>
                  <a:pt x="1029735" y="236302"/>
                </a:lnTo>
                <a:lnTo>
                  <a:pt x="1039542" y="232522"/>
                </a:lnTo>
                <a:lnTo>
                  <a:pt x="1049349" y="228798"/>
                </a:lnTo>
                <a:lnTo>
                  <a:pt x="1059156" y="225129"/>
                </a:lnTo>
                <a:lnTo>
                  <a:pt x="1068963" y="221512"/>
                </a:lnTo>
                <a:lnTo>
                  <a:pt x="1078770" y="217949"/>
                </a:lnTo>
                <a:lnTo>
                  <a:pt x="1088577" y="214436"/>
                </a:lnTo>
                <a:lnTo>
                  <a:pt x="1098384" y="210973"/>
                </a:lnTo>
                <a:lnTo>
                  <a:pt x="1108191" y="207559"/>
                </a:lnTo>
                <a:lnTo>
                  <a:pt x="1117998" y="204194"/>
                </a:lnTo>
                <a:lnTo>
                  <a:pt x="1127805" y="200875"/>
                </a:lnTo>
                <a:lnTo>
                  <a:pt x="1137612" y="197602"/>
                </a:lnTo>
                <a:lnTo>
                  <a:pt x="1147419" y="194374"/>
                </a:lnTo>
                <a:lnTo>
                  <a:pt x="1157226" y="191190"/>
                </a:lnTo>
                <a:lnTo>
                  <a:pt x="1167033" y="188050"/>
                </a:lnTo>
                <a:lnTo>
                  <a:pt x="1176840" y="184952"/>
                </a:lnTo>
                <a:lnTo>
                  <a:pt x="1186647" y="181895"/>
                </a:lnTo>
                <a:lnTo>
                  <a:pt x="1196454" y="178879"/>
                </a:lnTo>
                <a:lnTo>
                  <a:pt x="1206261" y="175902"/>
                </a:lnTo>
                <a:lnTo>
                  <a:pt x="1216068" y="172965"/>
                </a:lnTo>
                <a:lnTo>
                  <a:pt x="1225875" y="170066"/>
                </a:lnTo>
                <a:lnTo>
                  <a:pt x="1235682" y="167205"/>
                </a:lnTo>
                <a:lnTo>
                  <a:pt x="1245489" y="164380"/>
                </a:lnTo>
                <a:lnTo>
                  <a:pt x="1255296" y="161592"/>
                </a:lnTo>
                <a:lnTo>
                  <a:pt x="1265103" y="158839"/>
                </a:lnTo>
                <a:lnTo>
                  <a:pt x="1274910" y="156120"/>
                </a:lnTo>
                <a:lnTo>
                  <a:pt x="1284717" y="153436"/>
                </a:lnTo>
                <a:lnTo>
                  <a:pt x="1294524" y="150785"/>
                </a:lnTo>
                <a:lnTo>
                  <a:pt x="1304331" y="148167"/>
                </a:lnTo>
                <a:lnTo>
                  <a:pt x="1314138" y="145582"/>
                </a:lnTo>
                <a:lnTo>
                  <a:pt x="1323945" y="143028"/>
                </a:lnTo>
                <a:lnTo>
                  <a:pt x="1333752" y="140505"/>
                </a:lnTo>
                <a:lnTo>
                  <a:pt x="1343559" y="138013"/>
                </a:lnTo>
                <a:lnTo>
                  <a:pt x="1353366" y="135550"/>
                </a:lnTo>
                <a:lnTo>
                  <a:pt x="1363173" y="133117"/>
                </a:lnTo>
                <a:lnTo>
                  <a:pt x="1372980" y="130713"/>
                </a:lnTo>
                <a:lnTo>
                  <a:pt x="1382787" y="128337"/>
                </a:lnTo>
                <a:lnTo>
                  <a:pt x="1392594" y="125989"/>
                </a:lnTo>
                <a:lnTo>
                  <a:pt x="1402401" y="123669"/>
                </a:lnTo>
                <a:lnTo>
                  <a:pt x="1412208" y="121375"/>
                </a:lnTo>
                <a:lnTo>
                  <a:pt x="1422015" y="119108"/>
                </a:lnTo>
                <a:lnTo>
                  <a:pt x="1431822" y="116867"/>
                </a:lnTo>
                <a:lnTo>
                  <a:pt x="1441629" y="114651"/>
                </a:lnTo>
                <a:lnTo>
                  <a:pt x="1451436" y="112461"/>
                </a:lnTo>
                <a:lnTo>
                  <a:pt x="1461243" y="110295"/>
                </a:lnTo>
                <a:lnTo>
                  <a:pt x="1471050" y="108154"/>
                </a:lnTo>
                <a:lnTo>
                  <a:pt x="1480857" y="106036"/>
                </a:lnTo>
                <a:lnTo>
                  <a:pt x="1490664" y="103942"/>
                </a:lnTo>
                <a:lnTo>
                  <a:pt x="1500471" y="101871"/>
                </a:lnTo>
                <a:lnTo>
                  <a:pt x="1510278" y="99822"/>
                </a:lnTo>
                <a:lnTo>
                  <a:pt x="1520085" y="97796"/>
                </a:lnTo>
                <a:lnTo>
                  <a:pt x="1529892" y="95792"/>
                </a:lnTo>
                <a:lnTo>
                  <a:pt x="1539699" y="93810"/>
                </a:lnTo>
                <a:lnTo>
                  <a:pt x="1549506" y="91849"/>
                </a:lnTo>
                <a:lnTo>
                  <a:pt x="1559313" y="89909"/>
                </a:lnTo>
                <a:lnTo>
                  <a:pt x="1569120" y="87989"/>
                </a:lnTo>
                <a:lnTo>
                  <a:pt x="1578927" y="86090"/>
                </a:lnTo>
                <a:lnTo>
                  <a:pt x="1588734" y="84210"/>
                </a:lnTo>
                <a:lnTo>
                  <a:pt x="1598541" y="82350"/>
                </a:lnTo>
                <a:lnTo>
                  <a:pt x="1608348" y="80510"/>
                </a:lnTo>
                <a:lnTo>
                  <a:pt x="1618155" y="78688"/>
                </a:lnTo>
                <a:lnTo>
                  <a:pt x="1627962" y="76886"/>
                </a:lnTo>
                <a:lnTo>
                  <a:pt x="1637769" y="75102"/>
                </a:lnTo>
                <a:lnTo>
                  <a:pt x="1647576" y="73335"/>
                </a:lnTo>
                <a:lnTo>
                  <a:pt x="1657383" y="71587"/>
                </a:lnTo>
                <a:lnTo>
                  <a:pt x="1667190" y="69857"/>
                </a:lnTo>
                <a:lnTo>
                  <a:pt x="1676997" y="68144"/>
                </a:lnTo>
                <a:lnTo>
                  <a:pt x="1686804" y="66447"/>
                </a:lnTo>
                <a:lnTo>
                  <a:pt x="1696611" y="64768"/>
                </a:lnTo>
                <a:lnTo>
                  <a:pt x="1706418" y="63106"/>
                </a:lnTo>
                <a:lnTo>
                  <a:pt x="1716225" y="61459"/>
                </a:lnTo>
                <a:lnTo>
                  <a:pt x="1726032" y="59829"/>
                </a:lnTo>
                <a:lnTo>
                  <a:pt x="1735839" y="58215"/>
                </a:lnTo>
                <a:lnTo>
                  <a:pt x="1745646" y="56616"/>
                </a:lnTo>
                <a:lnTo>
                  <a:pt x="1755453" y="55033"/>
                </a:lnTo>
                <a:lnTo>
                  <a:pt x="1765260" y="53465"/>
                </a:lnTo>
                <a:lnTo>
                  <a:pt x="1775067" y="51912"/>
                </a:lnTo>
                <a:lnTo>
                  <a:pt x="1784874" y="50373"/>
                </a:lnTo>
                <a:lnTo>
                  <a:pt x="1794681" y="48849"/>
                </a:lnTo>
                <a:lnTo>
                  <a:pt x="1804488" y="47340"/>
                </a:lnTo>
                <a:lnTo>
                  <a:pt x="1814295" y="45845"/>
                </a:lnTo>
                <a:lnTo>
                  <a:pt x="1824102" y="44363"/>
                </a:lnTo>
                <a:lnTo>
                  <a:pt x="1833909" y="42896"/>
                </a:lnTo>
                <a:lnTo>
                  <a:pt x="1843716" y="41442"/>
                </a:lnTo>
                <a:lnTo>
                  <a:pt x="1853523" y="40001"/>
                </a:lnTo>
                <a:lnTo>
                  <a:pt x="1863330" y="38574"/>
                </a:lnTo>
                <a:lnTo>
                  <a:pt x="1873137" y="37159"/>
                </a:lnTo>
                <a:lnTo>
                  <a:pt x="1882944" y="35757"/>
                </a:lnTo>
                <a:lnTo>
                  <a:pt x="1892751" y="34369"/>
                </a:lnTo>
                <a:lnTo>
                  <a:pt x="1902558" y="32992"/>
                </a:lnTo>
                <a:lnTo>
                  <a:pt x="1912365" y="31628"/>
                </a:lnTo>
                <a:lnTo>
                  <a:pt x="1922172" y="30276"/>
                </a:lnTo>
                <a:lnTo>
                  <a:pt x="1931979" y="28936"/>
                </a:lnTo>
                <a:lnTo>
                  <a:pt x="1941786" y="27608"/>
                </a:lnTo>
                <a:lnTo>
                  <a:pt x="1951593" y="26291"/>
                </a:lnTo>
                <a:lnTo>
                  <a:pt x="1961400" y="24986"/>
                </a:lnTo>
                <a:lnTo>
                  <a:pt x="1971207" y="23693"/>
                </a:lnTo>
                <a:lnTo>
                  <a:pt x="1981014" y="22410"/>
                </a:lnTo>
                <a:lnTo>
                  <a:pt x="1990821" y="21139"/>
                </a:lnTo>
                <a:lnTo>
                  <a:pt x="2000628" y="19879"/>
                </a:lnTo>
                <a:lnTo>
                  <a:pt x="2010435" y="18629"/>
                </a:lnTo>
                <a:lnTo>
                  <a:pt x="2020242" y="17390"/>
                </a:lnTo>
                <a:lnTo>
                  <a:pt x="2030049" y="16162"/>
                </a:lnTo>
                <a:lnTo>
                  <a:pt x="2039856" y="14944"/>
                </a:lnTo>
                <a:lnTo>
                  <a:pt x="2049663" y="13736"/>
                </a:lnTo>
                <a:lnTo>
                  <a:pt x="2059470" y="12539"/>
                </a:lnTo>
                <a:lnTo>
                  <a:pt x="2069277" y="11351"/>
                </a:lnTo>
                <a:lnTo>
                  <a:pt x="2079084" y="10174"/>
                </a:lnTo>
                <a:lnTo>
                  <a:pt x="2088891" y="9006"/>
                </a:lnTo>
                <a:lnTo>
                  <a:pt x="2098698" y="7847"/>
                </a:lnTo>
                <a:lnTo>
                  <a:pt x="2108505" y="6699"/>
                </a:lnTo>
                <a:lnTo>
                  <a:pt x="2118312" y="5559"/>
                </a:lnTo>
                <a:lnTo>
                  <a:pt x="2128119" y="4429"/>
                </a:lnTo>
                <a:lnTo>
                  <a:pt x="2137926" y="3308"/>
                </a:lnTo>
                <a:lnTo>
                  <a:pt x="2147733" y="2196"/>
                </a:lnTo>
                <a:lnTo>
                  <a:pt x="2157540" y="1094"/>
                </a:lnTo>
                <a:lnTo>
                  <a:pt x="2167348" y="0"/>
                </a:lnTo>
              </a:path>
            </a:pathLst>
          </a:custGeom>
          <a:noFill/>
          <a:ln w="43180">
            <a:solidFill>
              <a:srgbClr val="2E6F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8" name="Connector 267"/>
          <p:cNvCxnSpPr/>
          <p:nvPr/>
        </p:nvCxnSpPr>
        <p:spPr>
          <a:xfrm>
            <a:off x="9707880" y="3817620"/>
            <a:ext cx="0" cy="81534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>
            <a:off x="8892540" y="4632960"/>
            <a:ext cx="81534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8484870" y="2186940"/>
            <a:ext cx="0" cy="163068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H="1">
            <a:off x="8484870" y="2186940"/>
            <a:ext cx="407670" cy="0"/>
          </a:xfrm>
          <a:prstGeom prst="line">
            <a:avLst/>
          </a:prstGeom>
          <a:ln w="15875">
            <a:solidFill>
              <a:srgbClr val="E0AC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8077200" y="1371600"/>
            <a:ext cx="2446020" cy="4892040"/>
          </a:xfrm>
          <a:prstGeom prst="line">
            <a:avLst/>
          </a:prstGeom>
          <a:ln w="38100">
            <a:solidFill>
              <a:srgbClr val="C84F2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SOLUTIONS?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Two, One, or None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substituting you get a quadratic. </a:t>
            </a: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real solutions tells you how the line meets the curve — use the discriminant b² − 4ac if it will not factorise.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423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9808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solutions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749808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b² − 4ac &gt; 0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841248" y="41605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CROSSES the curve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261104" y="2423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443984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solution</a:t>
            </a:r>
            <a:endParaRPr lang="en-US" sz="1900" dirty="0"/>
          </a:p>
        </p:txBody>
      </p:sp>
      <p:sp>
        <p:nvSpPr>
          <p:cNvPr id="49" name="Text 47"/>
          <p:cNvSpPr/>
          <p:nvPr/>
        </p:nvSpPr>
        <p:spPr>
          <a:xfrm>
            <a:off x="4443984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b² − 4ac = 0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4535424" y="41605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is a TANGENT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955280" y="2423160"/>
            <a:ext cx="3520440" cy="2743200"/>
          </a:xfrm>
          <a:prstGeom prst="roundRect">
            <a:avLst>
              <a:gd name="adj" fmla="val 2000"/>
            </a:avLst>
          </a:prstGeom>
          <a:solidFill>
            <a:srgbClr val="EEF1E8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38160" y="26974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solutions</a:t>
            </a:r>
            <a:endParaRPr lang="en-US" sz="1900" dirty="0"/>
          </a:p>
        </p:txBody>
      </p:sp>
      <p:sp>
        <p:nvSpPr>
          <p:cNvPr id="53" name="Text 51"/>
          <p:cNvSpPr/>
          <p:nvPr/>
        </p:nvSpPr>
        <p:spPr>
          <a:xfrm>
            <a:off x="8138160" y="3429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b² − 4ac &lt; 0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229600" y="41605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MISSES the curve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quadratic factorises you simply read off the solutions — the discriminant just confirms how many there are.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PAST-PAPER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Diverse Exam Questions</a:t>
            </a:r>
            <a:endParaRPr lang="en-US" sz="2700" dirty="0"/>
          </a:p>
        </p:txBody>
      </p:sp>
      <p:sp>
        <p:nvSpPr>
          <p:cNvPr id="41" name="Shape 39"/>
          <p:cNvSpPr/>
          <p:nvPr/>
        </p:nvSpPr>
        <p:spPr>
          <a:xfrm>
            <a:off x="566928" y="1463040"/>
            <a:ext cx="11064240" cy="64008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630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each pair; give BOTH solution pairs. Note the different forms.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1417320" y="2331720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x + 1   and   y = x² − 1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10607040" y="2331720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566928" y="3054096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22960" y="3163824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0" name="Text 48"/>
          <p:cNvSpPr/>
          <p:nvPr/>
        </p:nvSpPr>
        <p:spPr>
          <a:xfrm>
            <a:off x="822960" y="3163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1417320" y="3054096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y = 2   and   x² + y² = 10</a:t>
            </a:r>
            <a:endParaRPr lang="en-US" sz="1550" dirty="0"/>
          </a:p>
        </p:txBody>
      </p:sp>
      <p:sp>
        <p:nvSpPr>
          <p:cNvPr id="52" name="Text 50"/>
          <p:cNvSpPr/>
          <p:nvPr/>
        </p:nvSpPr>
        <p:spPr>
          <a:xfrm>
            <a:off x="10607040" y="3054096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3776472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22960" y="3886200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1417320" y="3776472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y = 1   and   xy = −6</a:t>
            </a:r>
            <a:endParaRPr lang="en-US" sz="1550" dirty="0"/>
          </a:p>
        </p:txBody>
      </p:sp>
      <p:sp>
        <p:nvSpPr>
          <p:cNvPr id="57" name="Text 55"/>
          <p:cNvSpPr/>
          <p:nvPr/>
        </p:nvSpPr>
        <p:spPr>
          <a:xfrm>
            <a:off x="10607040" y="3776472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566928" y="4498848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22960" y="4608576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0" name="Text 58"/>
          <p:cNvSpPr/>
          <p:nvPr/>
        </p:nvSpPr>
        <p:spPr>
          <a:xfrm>
            <a:off x="82296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1417320" y="4498848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− y = 1   and   x + y² = 7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10607040" y="4498848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566928" y="5221224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22960" y="5330952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1417320" y="5221224"/>
            <a:ext cx="9235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2x − 3   and   y = x² − 2x</a:t>
            </a:r>
            <a:endParaRPr lang="en-US" sz="1550" dirty="0"/>
          </a:p>
        </p:txBody>
      </p:sp>
      <p:sp>
        <p:nvSpPr>
          <p:cNvPr id="67" name="Text 65"/>
          <p:cNvSpPr/>
          <p:nvPr/>
        </p:nvSpPr>
        <p:spPr>
          <a:xfrm>
            <a:off x="10607040" y="5221224"/>
            <a:ext cx="822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>
            <a:off x="566928" y="5989320"/>
            <a:ext cx="11064240" cy="45720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r>
              <a:rPr lang="en-US" sz="12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(−1,0),(2,3)   2) (3,1),(−1,−3)   3) (3,−2),(−2,3)   4) (3,2),(−2,−3)   5) (1,−1),(3,3)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A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371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800" dirty="0"/>
          </a:p>
        </p:txBody>
      </p:sp>
      <p:sp>
        <p:nvSpPr>
          <p:cNvPr id="41" name="Shape 39"/>
          <p:cNvSpPr/>
          <p:nvPr/>
        </p:nvSpPr>
        <p:spPr>
          <a:xfrm>
            <a:off x="868680" y="236829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317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the LINEAR equation into the quadratic one.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68680" y="293522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89864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Rearrange to ax² + bx + c = 0 (or in y) before solving.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868680" y="350215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46557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Factorise, or use the formula, to find both values.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868680" y="406908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325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each value with its partner from the LINEAR equation.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868680" y="463600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599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for every form — x², y², x²+y² (circle), and xy.</a:t>
            </a:r>
            <a:endParaRPr lang="en-US" sz="150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blurRad="889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Remember:  </a:t>
            </a:r>
            <a:r>
              <a:rPr lang="en-US" sz="17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quadratic usually gives TWO solution pairs — two points where the line meets the curve.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1263</Words>
  <Application>Microsoft Office PowerPoint</Application>
  <PresentationFormat>Custom</PresentationFormat>
  <Paragraphs>282</Paragraphs>
  <Slides>11</Slides>
  <Notes>11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Zahra Sheikh Ali</dc:creator>
  <cp:lastModifiedBy>zahraa sheik ali</cp:lastModifiedBy>
  <cp:revision>3</cp:revision>
  <dcterms:created xsi:type="dcterms:W3CDTF">2026-06-29T11:30:08Z</dcterms:created>
  <dcterms:modified xsi:type="dcterms:W3CDTF">2026-08-17T10:13:22Z</dcterms:modified>
</cp:coreProperties>
</file>