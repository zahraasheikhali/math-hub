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9F14C58-3D02-455E-B426-888F85611EC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5B621A-22DD-4D11-8723-12A416E187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4D1054-47FA-4EA8-82C2-D527ED5AD2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86CB64-5E33-4ECA-A871-CE2AF8B724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89B05-6723-485C-9654-720404FD92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F79715-8C10-4BAB-B52A-C0A3009279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E4E6EE-A1C4-4EE7-9076-B3B5D62CDA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714FC-35E4-47BE-88AB-D655AF9ED5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4E3978-FF87-4A69-84EA-22E706800C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969EC8-69AF-4D80-9C7C-B3EE1A76A5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75DEF3-99B8-4639-BDE6-650A0B0F09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6085CD-9238-4E68-BD7B-986C20EA7F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955280" y="86868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33463a"/>
                </a:solidFill>
                <a:latin typeface="Cambria"/>
                <a:ea typeface="Cambria"/>
              </a:rPr>
              <a:t>y = x + 1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7955280" y="146304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33463a"/>
                </a:solidFill>
                <a:latin typeface="Cambria"/>
                <a:ea typeface="Cambria"/>
              </a:rPr>
              <a:t>x² + y² = 17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Quadratic Simultaneous Equations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One Linear, One Quadratic · Substitution · Line, Parabola, Circle &amp; xy · Two Solution Pairs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Line Meets Curve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One equation is linear, one is quadratic.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Substitute the linear equation into the quadratic one. You get a quadratic to solve and usually TWO solution pairs — the points where the line meets the curve.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Recap: solving quadratics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The substitution method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Line meets parabola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Line meets circle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The xy and y² forms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Exam questions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linear · quadratic · substitute · factorise · intersection · circle · parabola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WARM-UP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Skills Check — Solve the Quadratic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9"/>
          <p:cNvSpPr/>
          <p:nvPr/>
        </p:nvSpPr>
        <p:spPr>
          <a:xfrm>
            <a:off x="567000" y="146304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40"/>
          <p:cNvSpPr/>
          <p:nvPr/>
        </p:nvSpPr>
        <p:spPr>
          <a:xfrm>
            <a:off x="88704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First be fluent at solving quadratics.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Factorise where you can; otherwise use the formula (answers to 2 d.p.).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41"/>
          <p:cNvSpPr/>
          <p:nvPr/>
        </p:nvSpPr>
        <p:spPr>
          <a:xfrm>
            <a:off x="567000" y="2377440"/>
            <a:ext cx="11063880" cy="676440"/>
          </a:xfrm>
          <a:prstGeom prst="roundRect">
            <a:avLst>
              <a:gd name="adj" fmla="val 810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2"/>
          <p:cNvSpPr/>
          <p:nvPr/>
        </p:nvSpPr>
        <p:spPr>
          <a:xfrm>
            <a:off x="914400" y="2377440"/>
            <a:ext cx="639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3"/>
          <p:cNvSpPr/>
          <p:nvPr/>
        </p:nvSpPr>
        <p:spPr>
          <a:xfrm>
            <a:off x="1645920" y="2377440"/>
            <a:ext cx="5120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x² − x − 12 = 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4"/>
          <p:cNvSpPr/>
          <p:nvPr/>
        </p:nvSpPr>
        <p:spPr>
          <a:xfrm>
            <a:off x="6949440" y="2377440"/>
            <a:ext cx="4571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 = 4  or  x = −3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5"/>
          <p:cNvSpPr/>
          <p:nvPr/>
        </p:nvSpPr>
        <p:spPr>
          <a:xfrm>
            <a:off x="567000" y="3163680"/>
            <a:ext cx="11063880" cy="676440"/>
          </a:xfrm>
          <a:prstGeom prst="roundRect">
            <a:avLst>
              <a:gd name="adj" fmla="val 810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6"/>
          <p:cNvSpPr/>
          <p:nvPr/>
        </p:nvSpPr>
        <p:spPr>
          <a:xfrm>
            <a:off x="914400" y="3163680"/>
            <a:ext cx="639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b)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7"/>
          <p:cNvSpPr/>
          <p:nvPr/>
        </p:nvSpPr>
        <p:spPr>
          <a:xfrm>
            <a:off x="1645920" y="3163680"/>
            <a:ext cx="5120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6x² − x − 15 = 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8"/>
          <p:cNvSpPr/>
          <p:nvPr/>
        </p:nvSpPr>
        <p:spPr>
          <a:xfrm>
            <a:off x="6949440" y="3163680"/>
            <a:ext cx="4571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 = 1.67  or  x = −1.5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49"/>
          <p:cNvSpPr/>
          <p:nvPr/>
        </p:nvSpPr>
        <p:spPr>
          <a:xfrm>
            <a:off x="567000" y="3950280"/>
            <a:ext cx="11063880" cy="676440"/>
          </a:xfrm>
          <a:prstGeom prst="roundRect">
            <a:avLst>
              <a:gd name="adj" fmla="val 810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50"/>
          <p:cNvSpPr/>
          <p:nvPr/>
        </p:nvSpPr>
        <p:spPr>
          <a:xfrm>
            <a:off x="914400" y="3950280"/>
            <a:ext cx="639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c)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1"/>
          <p:cNvSpPr/>
          <p:nvPr/>
        </p:nvSpPr>
        <p:spPr>
          <a:xfrm>
            <a:off x="1645920" y="3950280"/>
            <a:ext cx="5120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3x² + 2x − 9 = 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52"/>
          <p:cNvSpPr/>
          <p:nvPr/>
        </p:nvSpPr>
        <p:spPr>
          <a:xfrm>
            <a:off x="6949440" y="3950280"/>
            <a:ext cx="4571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 = 1.43  or  x = −2.10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53"/>
          <p:cNvSpPr/>
          <p:nvPr/>
        </p:nvSpPr>
        <p:spPr>
          <a:xfrm>
            <a:off x="567000" y="4736520"/>
            <a:ext cx="11063880" cy="676440"/>
          </a:xfrm>
          <a:prstGeom prst="roundRect">
            <a:avLst>
              <a:gd name="adj" fmla="val 810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4"/>
          <p:cNvSpPr/>
          <p:nvPr/>
        </p:nvSpPr>
        <p:spPr>
          <a:xfrm>
            <a:off x="914400" y="4736520"/>
            <a:ext cx="639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5"/>
          <p:cNvSpPr/>
          <p:nvPr/>
        </p:nvSpPr>
        <p:spPr>
          <a:xfrm>
            <a:off x="1645920" y="4736520"/>
            <a:ext cx="5120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4x² − 6x − 2 = 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56"/>
          <p:cNvSpPr/>
          <p:nvPr/>
        </p:nvSpPr>
        <p:spPr>
          <a:xfrm>
            <a:off x="6949440" y="4736520"/>
            <a:ext cx="45716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 = 1.78  or  x = −0.28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7"/>
          <p:cNvSpPr/>
          <p:nvPr/>
        </p:nvSpPr>
        <p:spPr>
          <a:xfrm>
            <a:off x="567000" y="5760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Quadratics that don’t factorise still solve with the formula — keep both roots.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THE METHOD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One Linear, One Quadratic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Substitute the linear equation into the quadratic one, then solve.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Make x or y the subject of the LINEAR equation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Substitute it into the quadratic equation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Rearrange to = 0 and solve the quadratic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the matching value for EACH solution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LINE MEETS PARABOLA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Substituting into y = x² + 1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9"/>
          <p:cNvSpPr/>
          <p:nvPr/>
        </p:nvSpPr>
        <p:spPr>
          <a:xfrm>
            <a:off x="457200" y="1554480"/>
            <a:ext cx="553176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40"/>
          <p:cNvSpPr/>
          <p:nvPr/>
        </p:nvSpPr>
        <p:spPr>
          <a:xfrm>
            <a:off x="644652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41"/>
          <p:cNvSpPr/>
          <p:nvPr/>
        </p:nvSpPr>
        <p:spPr>
          <a:xfrm>
            <a:off x="6446520" y="6263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42"/>
          <p:cNvSpPr/>
          <p:nvPr/>
        </p:nvSpPr>
        <p:spPr>
          <a:xfrm>
            <a:off x="68540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43"/>
          <p:cNvSpPr/>
          <p:nvPr/>
        </p:nvSpPr>
        <p:spPr>
          <a:xfrm>
            <a:off x="6446520" y="58557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4"/>
          <p:cNvSpPr/>
          <p:nvPr/>
        </p:nvSpPr>
        <p:spPr>
          <a:xfrm>
            <a:off x="7261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45"/>
          <p:cNvSpPr/>
          <p:nvPr/>
        </p:nvSpPr>
        <p:spPr>
          <a:xfrm>
            <a:off x="6446520" y="54482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46"/>
          <p:cNvSpPr/>
          <p:nvPr/>
        </p:nvSpPr>
        <p:spPr>
          <a:xfrm>
            <a:off x="76694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47"/>
          <p:cNvSpPr/>
          <p:nvPr/>
        </p:nvSpPr>
        <p:spPr>
          <a:xfrm>
            <a:off x="6446520" y="50403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48"/>
          <p:cNvSpPr/>
          <p:nvPr/>
        </p:nvSpPr>
        <p:spPr>
          <a:xfrm>
            <a:off x="80769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9"/>
          <p:cNvSpPr/>
          <p:nvPr/>
        </p:nvSpPr>
        <p:spPr>
          <a:xfrm>
            <a:off x="6446520" y="46328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50"/>
          <p:cNvSpPr/>
          <p:nvPr/>
        </p:nvSpPr>
        <p:spPr>
          <a:xfrm>
            <a:off x="84848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51"/>
          <p:cNvSpPr/>
          <p:nvPr/>
        </p:nvSpPr>
        <p:spPr>
          <a:xfrm>
            <a:off x="6446520" y="42249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2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53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54"/>
          <p:cNvSpPr/>
          <p:nvPr/>
        </p:nvSpPr>
        <p:spPr>
          <a:xfrm>
            <a:off x="92998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55"/>
          <p:cNvSpPr/>
          <p:nvPr/>
        </p:nvSpPr>
        <p:spPr>
          <a:xfrm>
            <a:off x="6446520" y="34099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56"/>
          <p:cNvSpPr/>
          <p:nvPr/>
        </p:nvSpPr>
        <p:spPr>
          <a:xfrm>
            <a:off x="97077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57"/>
          <p:cNvSpPr/>
          <p:nvPr/>
        </p:nvSpPr>
        <p:spPr>
          <a:xfrm>
            <a:off x="6446520" y="30020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58"/>
          <p:cNvSpPr/>
          <p:nvPr/>
        </p:nvSpPr>
        <p:spPr>
          <a:xfrm>
            <a:off x="101152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59"/>
          <p:cNvSpPr/>
          <p:nvPr/>
        </p:nvSpPr>
        <p:spPr>
          <a:xfrm>
            <a:off x="6446520" y="25945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60"/>
          <p:cNvSpPr/>
          <p:nvPr/>
        </p:nvSpPr>
        <p:spPr>
          <a:xfrm>
            <a:off x="105231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61"/>
          <p:cNvSpPr/>
          <p:nvPr/>
        </p:nvSpPr>
        <p:spPr>
          <a:xfrm>
            <a:off x="6446520" y="2186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62"/>
          <p:cNvSpPr/>
          <p:nvPr/>
        </p:nvSpPr>
        <p:spPr>
          <a:xfrm>
            <a:off x="109306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63"/>
          <p:cNvSpPr/>
          <p:nvPr/>
        </p:nvSpPr>
        <p:spPr>
          <a:xfrm>
            <a:off x="6446520" y="17791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64"/>
          <p:cNvSpPr/>
          <p:nvPr/>
        </p:nvSpPr>
        <p:spPr>
          <a:xfrm>
            <a:off x="11338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65"/>
          <p:cNvSpPr/>
          <p:nvPr/>
        </p:nvSpPr>
        <p:spPr>
          <a:xfrm>
            <a:off x="6446520" y="137160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66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67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68"/>
          <p:cNvSpPr/>
          <p:nvPr/>
        </p:nvSpPr>
        <p:spPr>
          <a:xfrm>
            <a:off x="62452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69"/>
          <p:cNvSpPr/>
          <p:nvPr/>
        </p:nvSpPr>
        <p:spPr>
          <a:xfrm>
            <a:off x="8435520" y="6172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70"/>
          <p:cNvSpPr/>
          <p:nvPr/>
        </p:nvSpPr>
        <p:spPr>
          <a:xfrm>
            <a:off x="665316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71"/>
          <p:cNvSpPr/>
          <p:nvPr/>
        </p:nvSpPr>
        <p:spPr>
          <a:xfrm>
            <a:off x="8435520" y="5764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72"/>
          <p:cNvSpPr/>
          <p:nvPr/>
        </p:nvSpPr>
        <p:spPr>
          <a:xfrm>
            <a:off x="70606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73"/>
          <p:cNvSpPr/>
          <p:nvPr/>
        </p:nvSpPr>
        <p:spPr>
          <a:xfrm>
            <a:off x="8435520" y="53568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74"/>
          <p:cNvSpPr/>
          <p:nvPr/>
        </p:nvSpPr>
        <p:spPr>
          <a:xfrm>
            <a:off x="74682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75"/>
          <p:cNvSpPr/>
          <p:nvPr/>
        </p:nvSpPr>
        <p:spPr>
          <a:xfrm>
            <a:off x="8435520" y="4949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76"/>
          <p:cNvSpPr/>
          <p:nvPr/>
        </p:nvSpPr>
        <p:spPr>
          <a:xfrm>
            <a:off x="78760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77"/>
          <p:cNvSpPr/>
          <p:nvPr/>
        </p:nvSpPr>
        <p:spPr>
          <a:xfrm>
            <a:off x="8435520" y="4541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78"/>
          <p:cNvSpPr/>
          <p:nvPr/>
        </p:nvSpPr>
        <p:spPr>
          <a:xfrm>
            <a:off x="82836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79"/>
          <p:cNvSpPr/>
          <p:nvPr/>
        </p:nvSpPr>
        <p:spPr>
          <a:xfrm>
            <a:off x="8435520" y="41338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80"/>
          <p:cNvSpPr/>
          <p:nvPr/>
        </p:nvSpPr>
        <p:spPr>
          <a:xfrm>
            <a:off x="90990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81"/>
          <p:cNvSpPr/>
          <p:nvPr/>
        </p:nvSpPr>
        <p:spPr>
          <a:xfrm>
            <a:off x="8435520" y="3318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82"/>
          <p:cNvSpPr/>
          <p:nvPr/>
        </p:nvSpPr>
        <p:spPr>
          <a:xfrm>
            <a:off x="95068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83"/>
          <p:cNvSpPr/>
          <p:nvPr/>
        </p:nvSpPr>
        <p:spPr>
          <a:xfrm>
            <a:off x="8435520" y="2910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84"/>
          <p:cNvSpPr/>
          <p:nvPr/>
        </p:nvSpPr>
        <p:spPr>
          <a:xfrm>
            <a:off x="99144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85"/>
          <p:cNvSpPr/>
          <p:nvPr/>
        </p:nvSpPr>
        <p:spPr>
          <a:xfrm>
            <a:off x="8435520" y="25030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86"/>
          <p:cNvSpPr/>
          <p:nvPr/>
        </p:nvSpPr>
        <p:spPr>
          <a:xfrm>
            <a:off x="103219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87"/>
          <p:cNvSpPr/>
          <p:nvPr/>
        </p:nvSpPr>
        <p:spPr>
          <a:xfrm>
            <a:off x="8435520" y="209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88"/>
          <p:cNvSpPr/>
          <p:nvPr/>
        </p:nvSpPr>
        <p:spPr>
          <a:xfrm>
            <a:off x="107298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89"/>
          <p:cNvSpPr/>
          <p:nvPr/>
        </p:nvSpPr>
        <p:spPr>
          <a:xfrm>
            <a:off x="8435520" y="1687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90"/>
          <p:cNvSpPr/>
          <p:nvPr/>
        </p:nvSpPr>
        <p:spPr>
          <a:xfrm>
            <a:off x="111373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91"/>
          <p:cNvSpPr/>
          <p:nvPr/>
        </p:nvSpPr>
        <p:spPr>
          <a:xfrm>
            <a:off x="8435520" y="1280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92"/>
          <p:cNvSpPr/>
          <p:nvPr/>
        </p:nvSpPr>
        <p:spPr>
          <a:xfrm>
            <a:off x="11320200" y="38541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93"/>
          <p:cNvSpPr/>
          <p:nvPr/>
        </p:nvSpPr>
        <p:spPr>
          <a:xfrm>
            <a:off x="8984160" y="132588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69"/>
          <p:cNvSpPr/>
          <p:nvPr/>
        </p:nvSpPr>
        <p:spPr>
          <a:xfrm>
            <a:off x="8393400" y="291096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70"/>
          <p:cNvSpPr/>
          <p:nvPr/>
        </p:nvSpPr>
        <p:spPr>
          <a:xfrm>
            <a:off x="8034840" y="2368080"/>
            <a:ext cx="899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(−1, 2)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71"/>
          <p:cNvSpPr/>
          <p:nvPr/>
        </p:nvSpPr>
        <p:spPr>
          <a:xfrm>
            <a:off x="9616320" y="168768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72"/>
          <p:cNvSpPr/>
          <p:nvPr/>
        </p:nvSpPr>
        <p:spPr>
          <a:xfrm>
            <a:off x="9854280" y="146844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(2, 5)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173"/>
          <p:cNvSpPr/>
          <p:nvPr/>
        </p:nvSpPr>
        <p:spPr>
          <a:xfrm>
            <a:off x="6446520" y="6364080"/>
            <a:ext cx="489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y = x² + 1   meets   y = x + 3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74"/>
          <p:cNvSpPr/>
          <p:nvPr/>
        </p:nvSpPr>
        <p:spPr>
          <a:xfrm>
            <a:off x="713160" y="18104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175"/>
          <p:cNvSpPr/>
          <p:nvPr/>
        </p:nvSpPr>
        <p:spPr>
          <a:xfrm>
            <a:off x="713160" y="18104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176"/>
          <p:cNvSpPr/>
          <p:nvPr/>
        </p:nvSpPr>
        <p:spPr>
          <a:xfrm>
            <a:off x="1207080" y="177408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y = x + 3   and   y = x² + 1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77"/>
          <p:cNvSpPr/>
          <p:nvPr/>
        </p:nvSpPr>
        <p:spPr>
          <a:xfrm>
            <a:off x="713160" y="23454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78"/>
          <p:cNvSpPr/>
          <p:nvPr/>
        </p:nvSpPr>
        <p:spPr>
          <a:xfrm>
            <a:off x="713160" y="23454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79"/>
          <p:cNvSpPr/>
          <p:nvPr/>
        </p:nvSpPr>
        <p:spPr>
          <a:xfrm>
            <a:off x="1207080" y="23090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Set equal:  x² + 1 = x + 3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180"/>
          <p:cNvSpPr/>
          <p:nvPr/>
        </p:nvSpPr>
        <p:spPr>
          <a:xfrm>
            <a:off x="713160" y="2880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181"/>
          <p:cNvSpPr/>
          <p:nvPr/>
        </p:nvSpPr>
        <p:spPr>
          <a:xfrm>
            <a:off x="713160" y="2880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82"/>
          <p:cNvSpPr/>
          <p:nvPr/>
        </p:nvSpPr>
        <p:spPr>
          <a:xfrm>
            <a:off x="1207080" y="28436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x² − x − 2 =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83"/>
          <p:cNvSpPr/>
          <p:nvPr/>
        </p:nvSpPr>
        <p:spPr>
          <a:xfrm>
            <a:off x="713160" y="3415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84"/>
          <p:cNvSpPr/>
          <p:nvPr/>
        </p:nvSpPr>
        <p:spPr>
          <a:xfrm>
            <a:off x="713160" y="3415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85"/>
          <p:cNvSpPr/>
          <p:nvPr/>
        </p:nvSpPr>
        <p:spPr>
          <a:xfrm>
            <a:off x="1207080" y="337860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(x + 1)(x − 2) = 0  →  x = −1 or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86"/>
          <p:cNvSpPr/>
          <p:nvPr/>
        </p:nvSpPr>
        <p:spPr>
          <a:xfrm>
            <a:off x="713160" y="39502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87"/>
          <p:cNvSpPr/>
          <p:nvPr/>
        </p:nvSpPr>
        <p:spPr>
          <a:xfrm>
            <a:off x="713160" y="39502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88"/>
          <p:cNvSpPr/>
          <p:nvPr/>
        </p:nvSpPr>
        <p:spPr>
          <a:xfrm>
            <a:off x="1207080" y="391356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y = 2  and  y = 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89"/>
          <p:cNvSpPr/>
          <p:nvPr/>
        </p:nvSpPr>
        <p:spPr>
          <a:xfrm>
            <a:off x="457200" y="4709160"/>
            <a:ext cx="553176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190"/>
          <p:cNvSpPr/>
          <p:nvPr/>
        </p:nvSpPr>
        <p:spPr>
          <a:xfrm>
            <a:off x="731520" y="4709160"/>
            <a:ext cx="4983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(−1, 2)   and   (2, 5)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Freeform 95"/>
          <p:cNvSpPr/>
          <p:nvPr/>
        </p:nvSpPr>
        <p:spPr>
          <a:xfrm>
            <a:off x="7991280" y="1418040"/>
            <a:ext cx="1801800" cy="1991520"/>
          </a:xfrm>
          <a:custGeom>
            <a:avLst/>
            <a:gdLst>
              <a:gd name="textAreaLeft" fmla="*/ 0 w 1801800"/>
              <a:gd name="textAreaRight" fmla="*/ 1802160 w 1801800"/>
              <a:gd name="textAreaTop" fmla="*/ 0 h 1991520"/>
              <a:gd name="textAreaBottom" fmla="*/ 1991880 h 1991520"/>
            </a:gdLst>
            <a:ahLst/>
            <a:rect l="textAreaLeft" t="textAreaTop" r="textAreaRight" b="textAreaBottom"/>
            <a:pathLst>
              <a:path w="1802331" h="1991957">
                <a:moveTo>
                  <a:pt x="0" y="0"/>
                </a:moveTo>
                <a:lnTo>
                  <a:pt x="12261" y="53837"/>
                </a:lnTo>
                <a:lnTo>
                  <a:pt x="24522" y="106936"/>
                </a:lnTo>
                <a:lnTo>
                  <a:pt x="36782" y="159298"/>
                </a:lnTo>
                <a:lnTo>
                  <a:pt x="49043" y="210922"/>
                </a:lnTo>
                <a:lnTo>
                  <a:pt x="61304" y="261809"/>
                </a:lnTo>
                <a:lnTo>
                  <a:pt x="73565" y="311958"/>
                </a:lnTo>
                <a:lnTo>
                  <a:pt x="85826" y="361370"/>
                </a:lnTo>
                <a:lnTo>
                  <a:pt x="98086" y="410044"/>
                </a:lnTo>
                <a:lnTo>
                  <a:pt x="110347" y="457981"/>
                </a:lnTo>
                <a:lnTo>
                  <a:pt x="122608" y="505180"/>
                </a:lnTo>
                <a:lnTo>
                  <a:pt x="134869" y="551642"/>
                </a:lnTo>
                <a:lnTo>
                  <a:pt x="147129" y="597366"/>
                </a:lnTo>
                <a:lnTo>
                  <a:pt x="159390" y="642353"/>
                </a:lnTo>
                <a:lnTo>
                  <a:pt x="171651" y="686602"/>
                </a:lnTo>
                <a:lnTo>
                  <a:pt x="183912" y="730114"/>
                </a:lnTo>
                <a:lnTo>
                  <a:pt x="196172" y="772888"/>
                </a:lnTo>
                <a:lnTo>
                  <a:pt x="208433" y="814925"/>
                </a:lnTo>
                <a:lnTo>
                  <a:pt x="220694" y="856225"/>
                </a:lnTo>
                <a:lnTo>
                  <a:pt x="232955" y="896786"/>
                </a:lnTo>
                <a:lnTo>
                  <a:pt x="245215" y="936611"/>
                </a:lnTo>
                <a:lnTo>
                  <a:pt x="257476" y="975698"/>
                </a:lnTo>
                <a:lnTo>
                  <a:pt x="269737" y="1014047"/>
                </a:lnTo>
                <a:lnTo>
                  <a:pt x="281998" y="1051659"/>
                </a:lnTo>
                <a:lnTo>
                  <a:pt x="294258" y="1088533"/>
                </a:lnTo>
                <a:lnTo>
                  <a:pt x="306519" y="1124670"/>
                </a:lnTo>
                <a:lnTo>
                  <a:pt x="318780" y="1160070"/>
                </a:lnTo>
                <a:lnTo>
                  <a:pt x="331041" y="1194732"/>
                </a:lnTo>
                <a:lnTo>
                  <a:pt x="343301" y="1228656"/>
                </a:lnTo>
                <a:lnTo>
                  <a:pt x="355562" y="1261843"/>
                </a:lnTo>
                <a:lnTo>
                  <a:pt x="367823" y="1294293"/>
                </a:lnTo>
                <a:lnTo>
                  <a:pt x="380084" y="1326005"/>
                </a:lnTo>
                <a:lnTo>
                  <a:pt x="392344" y="1356979"/>
                </a:lnTo>
                <a:lnTo>
                  <a:pt x="404605" y="1387216"/>
                </a:lnTo>
                <a:lnTo>
                  <a:pt x="416866" y="1416716"/>
                </a:lnTo>
                <a:lnTo>
                  <a:pt x="429127" y="1445478"/>
                </a:lnTo>
                <a:lnTo>
                  <a:pt x="441387" y="1473503"/>
                </a:lnTo>
                <a:lnTo>
                  <a:pt x="453648" y="1500790"/>
                </a:lnTo>
                <a:lnTo>
                  <a:pt x="465909" y="1527339"/>
                </a:lnTo>
                <a:lnTo>
                  <a:pt x="478170" y="1553151"/>
                </a:lnTo>
                <a:lnTo>
                  <a:pt x="490430" y="1578226"/>
                </a:lnTo>
                <a:lnTo>
                  <a:pt x="502691" y="1602563"/>
                </a:lnTo>
                <a:lnTo>
                  <a:pt x="514952" y="1626163"/>
                </a:lnTo>
                <a:lnTo>
                  <a:pt x="527213" y="1649025"/>
                </a:lnTo>
                <a:lnTo>
                  <a:pt x="539473" y="1671150"/>
                </a:lnTo>
                <a:lnTo>
                  <a:pt x="551734" y="1692537"/>
                </a:lnTo>
                <a:lnTo>
                  <a:pt x="563995" y="1713187"/>
                </a:lnTo>
                <a:lnTo>
                  <a:pt x="576256" y="1733099"/>
                </a:lnTo>
                <a:lnTo>
                  <a:pt x="588516" y="1752273"/>
                </a:lnTo>
                <a:lnTo>
                  <a:pt x="600777" y="1770711"/>
                </a:lnTo>
                <a:lnTo>
                  <a:pt x="613038" y="1788410"/>
                </a:lnTo>
                <a:lnTo>
                  <a:pt x="625299" y="1805373"/>
                </a:lnTo>
                <a:lnTo>
                  <a:pt x="637559" y="1821597"/>
                </a:lnTo>
                <a:lnTo>
                  <a:pt x="649820" y="1837085"/>
                </a:lnTo>
                <a:lnTo>
                  <a:pt x="662081" y="1851834"/>
                </a:lnTo>
                <a:lnTo>
                  <a:pt x="674342" y="1865847"/>
                </a:lnTo>
                <a:lnTo>
                  <a:pt x="686602" y="1879122"/>
                </a:lnTo>
                <a:lnTo>
                  <a:pt x="698863" y="1891659"/>
                </a:lnTo>
                <a:lnTo>
                  <a:pt x="711124" y="1903459"/>
                </a:lnTo>
                <a:lnTo>
                  <a:pt x="723385" y="1914521"/>
                </a:lnTo>
                <a:lnTo>
                  <a:pt x="735645" y="1924846"/>
                </a:lnTo>
                <a:lnTo>
                  <a:pt x="747906" y="1934433"/>
                </a:lnTo>
                <a:lnTo>
                  <a:pt x="760167" y="1943283"/>
                </a:lnTo>
                <a:lnTo>
                  <a:pt x="772428" y="1951395"/>
                </a:lnTo>
                <a:lnTo>
                  <a:pt x="784688" y="1958770"/>
                </a:lnTo>
                <a:lnTo>
                  <a:pt x="796949" y="1965408"/>
                </a:lnTo>
                <a:lnTo>
                  <a:pt x="809210" y="1971308"/>
                </a:lnTo>
                <a:lnTo>
                  <a:pt x="821471" y="1976470"/>
                </a:lnTo>
                <a:lnTo>
                  <a:pt x="833731" y="1980895"/>
                </a:lnTo>
                <a:lnTo>
                  <a:pt x="845992" y="1984582"/>
                </a:lnTo>
                <a:lnTo>
                  <a:pt x="858253" y="1987532"/>
                </a:lnTo>
                <a:lnTo>
                  <a:pt x="870514" y="1989745"/>
                </a:lnTo>
                <a:lnTo>
                  <a:pt x="882774" y="1991220"/>
                </a:lnTo>
                <a:lnTo>
                  <a:pt x="895035" y="1991957"/>
                </a:lnTo>
                <a:lnTo>
                  <a:pt x="907296" y="1991957"/>
                </a:lnTo>
                <a:lnTo>
                  <a:pt x="919557" y="1991220"/>
                </a:lnTo>
                <a:lnTo>
                  <a:pt x="931817" y="1989745"/>
                </a:lnTo>
                <a:lnTo>
                  <a:pt x="944078" y="1987532"/>
                </a:lnTo>
                <a:lnTo>
                  <a:pt x="956339" y="1984582"/>
                </a:lnTo>
                <a:lnTo>
                  <a:pt x="968600" y="1980895"/>
                </a:lnTo>
                <a:lnTo>
                  <a:pt x="980860" y="1976470"/>
                </a:lnTo>
                <a:lnTo>
                  <a:pt x="993121" y="1971308"/>
                </a:lnTo>
                <a:lnTo>
                  <a:pt x="1005382" y="1965408"/>
                </a:lnTo>
                <a:lnTo>
                  <a:pt x="1017643" y="1958770"/>
                </a:lnTo>
                <a:lnTo>
                  <a:pt x="1029903" y="1951395"/>
                </a:lnTo>
                <a:lnTo>
                  <a:pt x="1042164" y="1943283"/>
                </a:lnTo>
                <a:lnTo>
                  <a:pt x="1054425" y="1934433"/>
                </a:lnTo>
                <a:lnTo>
                  <a:pt x="1066686" y="1924846"/>
                </a:lnTo>
                <a:lnTo>
                  <a:pt x="1078946" y="1914521"/>
                </a:lnTo>
                <a:lnTo>
                  <a:pt x="1091207" y="1903459"/>
                </a:lnTo>
                <a:lnTo>
                  <a:pt x="1103468" y="1891659"/>
                </a:lnTo>
                <a:lnTo>
                  <a:pt x="1115729" y="1879122"/>
                </a:lnTo>
                <a:lnTo>
                  <a:pt x="1127989" y="1865847"/>
                </a:lnTo>
                <a:lnTo>
                  <a:pt x="1140250" y="1851834"/>
                </a:lnTo>
                <a:lnTo>
                  <a:pt x="1152511" y="1837085"/>
                </a:lnTo>
                <a:lnTo>
                  <a:pt x="1164772" y="1821597"/>
                </a:lnTo>
                <a:lnTo>
                  <a:pt x="1177032" y="1805373"/>
                </a:lnTo>
                <a:lnTo>
                  <a:pt x="1189293" y="1788410"/>
                </a:lnTo>
                <a:lnTo>
                  <a:pt x="1201554" y="1770711"/>
                </a:lnTo>
                <a:lnTo>
                  <a:pt x="1213815" y="1752273"/>
                </a:lnTo>
                <a:lnTo>
                  <a:pt x="1226075" y="1733099"/>
                </a:lnTo>
                <a:lnTo>
                  <a:pt x="1238336" y="1713187"/>
                </a:lnTo>
                <a:lnTo>
                  <a:pt x="1250597" y="1692537"/>
                </a:lnTo>
                <a:lnTo>
                  <a:pt x="1262858" y="1671150"/>
                </a:lnTo>
                <a:lnTo>
                  <a:pt x="1275118" y="1649025"/>
                </a:lnTo>
                <a:lnTo>
                  <a:pt x="1287379" y="1626163"/>
                </a:lnTo>
                <a:lnTo>
                  <a:pt x="1299640" y="1602563"/>
                </a:lnTo>
                <a:lnTo>
                  <a:pt x="1311901" y="1578226"/>
                </a:lnTo>
                <a:lnTo>
                  <a:pt x="1324161" y="1553151"/>
                </a:lnTo>
                <a:lnTo>
                  <a:pt x="1336422" y="1527339"/>
                </a:lnTo>
                <a:lnTo>
                  <a:pt x="1348683" y="1500790"/>
                </a:lnTo>
                <a:lnTo>
                  <a:pt x="1360944" y="1473503"/>
                </a:lnTo>
                <a:lnTo>
                  <a:pt x="1373204" y="1445478"/>
                </a:lnTo>
                <a:lnTo>
                  <a:pt x="1385465" y="1416716"/>
                </a:lnTo>
                <a:lnTo>
                  <a:pt x="1397726" y="1387216"/>
                </a:lnTo>
                <a:lnTo>
                  <a:pt x="1409987" y="1356979"/>
                </a:lnTo>
                <a:lnTo>
                  <a:pt x="1422247" y="1326005"/>
                </a:lnTo>
                <a:lnTo>
                  <a:pt x="1434508" y="1294293"/>
                </a:lnTo>
                <a:lnTo>
                  <a:pt x="1446769" y="1261843"/>
                </a:lnTo>
                <a:lnTo>
                  <a:pt x="1459030" y="1228656"/>
                </a:lnTo>
                <a:lnTo>
                  <a:pt x="1471290" y="1194732"/>
                </a:lnTo>
                <a:lnTo>
                  <a:pt x="1483551" y="1160070"/>
                </a:lnTo>
                <a:lnTo>
                  <a:pt x="1495812" y="1124670"/>
                </a:lnTo>
                <a:lnTo>
                  <a:pt x="1508073" y="1088533"/>
                </a:lnTo>
                <a:lnTo>
                  <a:pt x="1520333" y="1051659"/>
                </a:lnTo>
                <a:lnTo>
                  <a:pt x="1532594" y="1014047"/>
                </a:lnTo>
                <a:lnTo>
                  <a:pt x="1544855" y="975698"/>
                </a:lnTo>
                <a:lnTo>
                  <a:pt x="1557116" y="936611"/>
                </a:lnTo>
                <a:lnTo>
                  <a:pt x="1569376" y="896786"/>
                </a:lnTo>
                <a:lnTo>
                  <a:pt x="1581637" y="856225"/>
                </a:lnTo>
                <a:lnTo>
                  <a:pt x="1593898" y="814925"/>
                </a:lnTo>
                <a:lnTo>
                  <a:pt x="1606159" y="772888"/>
                </a:lnTo>
                <a:lnTo>
                  <a:pt x="1618419" y="730114"/>
                </a:lnTo>
                <a:lnTo>
                  <a:pt x="1630680" y="686602"/>
                </a:lnTo>
                <a:lnTo>
                  <a:pt x="1642941" y="642353"/>
                </a:lnTo>
                <a:lnTo>
                  <a:pt x="1655202" y="597366"/>
                </a:lnTo>
                <a:lnTo>
                  <a:pt x="1667462" y="551642"/>
                </a:lnTo>
                <a:lnTo>
                  <a:pt x="1679723" y="505180"/>
                </a:lnTo>
                <a:lnTo>
                  <a:pt x="1691984" y="457981"/>
                </a:lnTo>
                <a:lnTo>
                  <a:pt x="1704245" y="410044"/>
                </a:lnTo>
                <a:lnTo>
                  <a:pt x="1716506" y="361370"/>
                </a:lnTo>
                <a:lnTo>
                  <a:pt x="1728766" y="311958"/>
                </a:lnTo>
                <a:lnTo>
                  <a:pt x="1741027" y="261809"/>
                </a:lnTo>
                <a:lnTo>
                  <a:pt x="1753288" y="210922"/>
                </a:lnTo>
                <a:lnTo>
                  <a:pt x="1765549" y="159298"/>
                </a:lnTo>
                <a:lnTo>
                  <a:pt x="1777809" y="106936"/>
                </a:lnTo>
                <a:lnTo>
                  <a:pt x="1790070" y="53837"/>
                </a:lnTo>
                <a:lnTo>
                  <a:pt x="1802331" y="0"/>
                </a:lnTo>
              </a:path>
            </a:pathLst>
          </a:custGeom>
          <a:noFill/>
          <a:ln w="4318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48" name="Connector 193"/>
          <p:cNvCxnSpPr/>
          <p:nvPr/>
        </p:nvCxnSpPr>
        <p:spPr>
          <a:xfrm flipV="1">
            <a:off x="8484840" y="3002040"/>
            <a:ext cx="360" cy="8157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349" name="Connector 194"/>
          <p:cNvCxnSpPr/>
          <p:nvPr/>
        </p:nvCxnSpPr>
        <p:spPr>
          <a:xfrm flipH="1">
            <a:off x="8484840" y="3002040"/>
            <a:ext cx="40788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350" name="Connector 195"/>
          <p:cNvCxnSpPr/>
          <p:nvPr/>
        </p:nvCxnSpPr>
        <p:spPr>
          <a:xfrm flipV="1">
            <a:off x="9707760" y="1779120"/>
            <a:ext cx="360" cy="203868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351" name="Connector 196"/>
          <p:cNvCxnSpPr/>
          <p:nvPr/>
        </p:nvCxnSpPr>
        <p:spPr>
          <a:xfrm>
            <a:off x="8892360" y="1779120"/>
            <a:ext cx="81576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352" name="Connector 197"/>
          <p:cNvCxnSpPr/>
          <p:nvPr/>
        </p:nvCxnSpPr>
        <p:spPr>
          <a:xfrm flipV="1">
            <a:off x="6446520" y="1371600"/>
            <a:ext cx="3669120" cy="366912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5"/>
          <p:cNvSpPr/>
          <p:nvPr/>
        </p:nvSpPr>
        <p:spPr>
          <a:xfrm>
            <a:off x="0" y="1700640"/>
            <a:ext cx="624528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6"/>
          <p:cNvSpPr/>
          <p:nvPr/>
        </p:nvSpPr>
        <p:spPr>
          <a:xfrm>
            <a:off x="0" y="2267640"/>
            <a:ext cx="624528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7"/>
          <p:cNvSpPr/>
          <p:nvPr/>
        </p:nvSpPr>
        <p:spPr>
          <a:xfrm>
            <a:off x="0" y="2834640"/>
            <a:ext cx="624528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9"/>
          <p:cNvSpPr/>
          <p:nvPr/>
        </p:nvSpPr>
        <p:spPr>
          <a:xfrm>
            <a:off x="0" y="3968280"/>
            <a:ext cx="6235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0"/>
          <p:cNvSpPr/>
          <p:nvPr/>
        </p:nvSpPr>
        <p:spPr>
          <a:xfrm>
            <a:off x="0" y="4535280"/>
            <a:ext cx="624528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31"/>
          <p:cNvSpPr/>
          <p:nvPr/>
        </p:nvSpPr>
        <p:spPr>
          <a:xfrm>
            <a:off x="0" y="5102280"/>
            <a:ext cx="6235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32"/>
          <p:cNvSpPr/>
          <p:nvPr/>
        </p:nvSpPr>
        <p:spPr>
          <a:xfrm>
            <a:off x="0" y="5669280"/>
            <a:ext cx="624528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 y² EQUATION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the Quadratic Has y²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9"/>
          <p:cNvSpPr/>
          <p:nvPr/>
        </p:nvSpPr>
        <p:spPr>
          <a:xfrm>
            <a:off x="457200" y="1554480"/>
            <a:ext cx="553176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40"/>
          <p:cNvSpPr/>
          <p:nvPr/>
        </p:nvSpPr>
        <p:spPr>
          <a:xfrm>
            <a:off x="644652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41"/>
          <p:cNvSpPr/>
          <p:nvPr/>
        </p:nvSpPr>
        <p:spPr>
          <a:xfrm>
            <a:off x="6446520" y="6263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42"/>
          <p:cNvSpPr/>
          <p:nvPr/>
        </p:nvSpPr>
        <p:spPr>
          <a:xfrm>
            <a:off x="68540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43"/>
          <p:cNvSpPr/>
          <p:nvPr/>
        </p:nvSpPr>
        <p:spPr>
          <a:xfrm>
            <a:off x="6446520" y="58557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44"/>
          <p:cNvSpPr/>
          <p:nvPr/>
        </p:nvSpPr>
        <p:spPr>
          <a:xfrm>
            <a:off x="7261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45"/>
          <p:cNvSpPr/>
          <p:nvPr/>
        </p:nvSpPr>
        <p:spPr>
          <a:xfrm>
            <a:off x="6446520" y="54482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46"/>
          <p:cNvSpPr/>
          <p:nvPr/>
        </p:nvSpPr>
        <p:spPr>
          <a:xfrm>
            <a:off x="76694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47"/>
          <p:cNvSpPr/>
          <p:nvPr/>
        </p:nvSpPr>
        <p:spPr>
          <a:xfrm>
            <a:off x="6446520" y="50403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48"/>
          <p:cNvSpPr/>
          <p:nvPr/>
        </p:nvSpPr>
        <p:spPr>
          <a:xfrm>
            <a:off x="80769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49"/>
          <p:cNvSpPr/>
          <p:nvPr/>
        </p:nvSpPr>
        <p:spPr>
          <a:xfrm>
            <a:off x="6446520" y="46328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50"/>
          <p:cNvSpPr/>
          <p:nvPr/>
        </p:nvSpPr>
        <p:spPr>
          <a:xfrm>
            <a:off x="84848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51"/>
          <p:cNvSpPr/>
          <p:nvPr/>
        </p:nvSpPr>
        <p:spPr>
          <a:xfrm>
            <a:off x="6446520" y="42249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52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53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54"/>
          <p:cNvSpPr/>
          <p:nvPr/>
        </p:nvSpPr>
        <p:spPr>
          <a:xfrm>
            <a:off x="92998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55"/>
          <p:cNvSpPr/>
          <p:nvPr/>
        </p:nvSpPr>
        <p:spPr>
          <a:xfrm>
            <a:off x="6446520" y="34099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56"/>
          <p:cNvSpPr/>
          <p:nvPr/>
        </p:nvSpPr>
        <p:spPr>
          <a:xfrm>
            <a:off x="97077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57"/>
          <p:cNvSpPr/>
          <p:nvPr/>
        </p:nvSpPr>
        <p:spPr>
          <a:xfrm>
            <a:off x="6446520" y="30020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58"/>
          <p:cNvSpPr/>
          <p:nvPr/>
        </p:nvSpPr>
        <p:spPr>
          <a:xfrm>
            <a:off x="101152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59"/>
          <p:cNvSpPr/>
          <p:nvPr/>
        </p:nvSpPr>
        <p:spPr>
          <a:xfrm>
            <a:off x="6446520" y="25945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60"/>
          <p:cNvSpPr/>
          <p:nvPr/>
        </p:nvSpPr>
        <p:spPr>
          <a:xfrm>
            <a:off x="105231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61"/>
          <p:cNvSpPr/>
          <p:nvPr/>
        </p:nvSpPr>
        <p:spPr>
          <a:xfrm>
            <a:off x="6446520" y="2186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62"/>
          <p:cNvSpPr/>
          <p:nvPr/>
        </p:nvSpPr>
        <p:spPr>
          <a:xfrm>
            <a:off x="109306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63"/>
          <p:cNvSpPr/>
          <p:nvPr/>
        </p:nvSpPr>
        <p:spPr>
          <a:xfrm>
            <a:off x="6446520" y="17791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64"/>
          <p:cNvSpPr/>
          <p:nvPr/>
        </p:nvSpPr>
        <p:spPr>
          <a:xfrm>
            <a:off x="11338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65"/>
          <p:cNvSpPr/>
          <p:nvPr/>
        </p:nvSpPr>
        <p:spPr>
          <a:xfrm>
            <a:off x="6446520" y="137160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66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67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68"/>
          <p:cNvSpPr/>
          <p:nvPr/>
        </p:nvSpPr>
        <p:spPr>
          <a:xfrm>
            <a:off x="62452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69"/>
          <p:cNvSpPr/>
          <p:nvPr/>
        </p:nvSpPr>
        <p:spPr>
          <a:xfrm>
            <a:off x="8435520" y="6172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70"/>
          <p:cNvSpPr/>
          <p:nvPr/>
        </p:nvSpPr>
        <p:spPr>
          <a:xfrm>
            <a:off x="665316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71"/>
          <p:cNvSpPr/>
          <p:nvPr/>
        </p:nvSpPr>
        <p:spPr>
          <a:xfrm>
            <a:off x="8435520" y="5764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72"/>
          <p:cNvSpPr/>
          <p:nvPr/>
        </p:nvSpPr>
        <p:spPr>
          <a:xfrm>
            <a:off x="70606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73"/>
          <p:cNvSpPr/>
          <p:nvPr/>
        </p:nvSpPr>
        <p:spPr>
          <a:xfrm>
            <a:off x="8435520" y="53568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74"/>
          <p:cNvSpPr/>
          <p:nvPr/>
        </p:nvSpPr>
        <p:spPr>
          <a:xfrm>
            <a:off x="74682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75"/>
          <p:cNvSpPr/>
          <p:nvPr/>
        </p:nvSpPr>
        <p:spPr>
          <a:xfrm>
            <a:off x="8435520" y="4949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76"/>
          <p:cNvSpPr/>
          <p:nvPr/>
        </p:nvSpPr>
        <p:spPr>
          <a:xfrm>
            <a:off x="78760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77"/>
          <p:cNvSpPr/>
          <p:nvPr/>
        </p:nvSpPr>
        <p:spPr>
          <a:xfrm>
            <a:off x="8435520" y="4541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78"/>
          <p:cNvSpPr/>
          <p:nvPr/>
        </p:nvSpPr>
        <p:spPr>
          <a:xfrm>
            <a:off x="82836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79"/>
          <p:cNvSpPr/>
          <p:nvPr/>
        </p:nvSpPr>
        <p:spPr>
          <a:xfrm>
            <a:off x="8435520" y="41338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80"/>
          <p:cNvSpPr/>
          <p:nvPr/>
        </p:nvSpPr>
        <p:spPr>
          <a:xfrm>
            <a:off x="90990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81"/>
          <p:cNvSpPr/>
          <p:nvPr/>
        </p:nvSpPr>
        <p:spPr>
          <a:xfrm>
            <a:off x="8435520" y="3318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82"/>
          <p:cNvSpPr/>
          <p:nvPr/>
        </p:nvSpPr>
        <p:spPr>
          <a:xfrm>
            <a:off x="95068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83"/>
          <p:cNvSpPr/>
          <p:nvPr/>
        </p:nvSpPr>
        <p:spPr>
          <a:xfrm>
            <a:off x="8435520" y="2910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84"/>
          <p:cNvSpPr/>
          <p:nvPr/>
        </p:nvSpPr>
        <p:spPr>
          <a:xfrm>
            <a:off x="99144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85"/>
          <p:cNvSpPr/>
          <p:nvPr/>
        </p:nvSpPr>
        <p:spPr>
          <a:xfrm>
            <a:off x="8435520" y="25030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86"/>
          <p:cNvSpPr/>
          <p:nvPr/>
        </p:nvSpPr>
        <p:spPr>
          <a:xfrm>
            <a:off x="103219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87"/>
          <p:cNvSpPr/>
          <p:nvPr/>
        </p:nvSpPr>
        <p:spPr>
          <a:xfrm>
            <a:off x="8435520" y="209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88"/>
          <p:cNvSpPr/>
          <p:nvPr/>
        </p:nvSpPr>
        <p:spPr>
          <a:xfrm>
            <a:off x="107298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89"/>
          <p:cNvSpPr/>
          <p:nvPr/>
        </p:nvSpPr>
        <p:spPr>
          <a:xfrm>
            <a:off x="8435520" y="1687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90"/>
          <p:cNvSpPr/>
          <p:nvPr/>
        </p:nvSpPr>
        <p:spPr>
          <a:xfrm>
            <a:off x="111373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91"/>
          <p:cNvSpPr/>
          <p:nvPr/>
        </p:nvSpPr>
        <p:spPr>
          <a:xfrm>
            <a:off x="8435520" y="1280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92"/>
          <p:cNvSpPr/>
          <p:nvPr/>
        </p:nvSpPr>
        <p:spPr>
          <a:xfrm>
            <a:off x="11320200" y="38541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93"/>
          <p:cNvSpPr/>
          <p:nvPr/>
        </p:nvSpPr>
        <p:spPr>
          <a:xfrm>
            <a:off x="8984160" y="132588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71"/>
          <p:cNvSpPr/>
          <p:nvPr/>
        </p:nvSpPr>
        <p:spPr>
          <a:xfrm>
            <a:off x="9208800" y="454140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172"/>
          <p:cNvSpPr/>
          <p:nvPr/>
        </p:nvSpPr>
        <p:spPr>
          <a:xfrm>
            <a:off x="9446400" y="46879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(1, −2)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73"/>
          <p:cNvSpPr/>
          <p:nvPr/>
        </p:nvSpPr>
        <p:spPr>
          <a:xfrm>
            <a:off x="10431720" y="331848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174"/>
          <p:cNvSpPr/>
          <p:nvPr/>
        </p:nvSpPr>
        <p:spPr>
          <a:xfrm>
            <a:off x="10669680" y="3080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(4, 1)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175"/>
          <p:cNvSpPr/>
          <p:nvPr/>
        </p:nvSpPr>
        <p:spPr>
          <a:xfrm>
            <a:off x="6446520" y="6364080"/>
            <a:ext cx="489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x + y² = 5   meets   x − y = 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76"/>
          <p:cNvSpPr/>
          <p:nvPr/>
        </p:nvSpPr>
        <p:spPr>
          <a:xfrm>
            <a:off x="713160" y="18104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177"/>
          <p:cNvSpPr/>
          <p:nvPr/>
        </p:nvSpPr>
        <p:spPr>
          <a:xfrm>
            <a:off x="713160" y="18104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178"/>
          <p:cNvSpPr/>
          <p:nvPr/>
        </p:nvSpPr>
        <p:spPr>
          <a:xfrm>
            <a:off x="1207080" y="177408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x − y = 3   and   x + y² = 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79"/>
          <p:cNvSpPr/>
          <p:nvPr/>
        </p:nvSpPr>
        <p:spPr>
          <a:xfrm>
            <a:off x="713160" y="23454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80"/>
          <p:cNvSpPr/>
          <p:nvPr/>
        </p:nvSpPr>
        <p:spPr>
          <a:xfrm>
            <a:off x="713160" y="23454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181"/>
          <p:cNvSpPr/>
          <p:nvPr/>
        </p:nvSpPr>
        <p:spPr>
          <a:xfrm>
            <a:off x="1207080" y="23090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Rearrange linear:  x = 3 + 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82"/>
          <p:cNvSpPr/>
          <p:nvPr/>
        </p:nvSpPr>
        <p:spPr>
          <a:xfrm>
            <a:off x="713160" y="2880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183"/>
          <p:cNvSpPr/>
          <p:nvPr/>
        </p:nvSpPr>
        <p:spPr>
          <a:xfrm>
            <a:off x="713160" y="2880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184"/>
          <p:cNvSpPr/>
          <p:nvPr/>
        </p:nvSpPr>
        <p:spPr>
          <a:xfrm>
            <a:off x="1207080" y="28436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Substitute:  (3 + y) + y² = 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85"/>
          <p:cNvSpPr/>
          <p:nvPr/>
        </p:nvSpPr>
        <p:spPr>
          <a:xfrm>
            <a:off x="713160" y="3415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86"/>
          <p:cNvSpPr/>
          <p:nvPr/>
        </p:nvSpPr>
        <p:spPr>
          <a:xfrm>
            <a:off x="713160" y="3415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187"/>
          <p:cNvSpPr/>
          <p:nvPr/>
        </p:nvSpPr>
        <p:spPr>
          <a:xfrm>
            <a:off x="1207080" y="337860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y² + y − 2 = 0  →  (y + 2)(y − 1) =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88"/>
          <p:cNvSpPr/>
          <p:nvPr/>
        </p:nvSpPr>
        <p:spPr>
          <a:xfrm>
            <a:off x="713160" y="39502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189"/>
          <p:cNvSpPr/>
          <p:nvPr/>
        </p:nvSpPr>
        <p:spPr>
          <a:xfrm>
            <a:off x="713160" y="39502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190"/>
          <p:cNvSpPr/>
          <p:nvPr/>
        </p:nvSpPr>
        <p:spPr>
          <a:xfrm>
            <a:off x="1207080" y="391356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y = −2 → x = 1;  y = 1 → x = 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91"/>
          <p:cNvSpPr/>
          <p:nvPr/>
        </p:nvSpPr>
        <p:spPr>
          <a:xfrm>
            <a:off x="457200" y="4709160"/>
            <a:ext cx="553176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192"/>
          <p:cNvSpPr/>
          <p:nvPr/>
        </p:nvSpPr>
        <p:spPr>
          <a:xfrm>
            <a:off x="731520" y="4709160"/>
            <a:ext cx="4983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(1, −2)   and   (4, 1)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Freeform 95"/>
          <p:cNvSpPr/>
          <p:nvPr/>
        </p:nvSpPr>
        <p:spPr>
          <a:xfrm>
            <a:off x="6509520" y="2475000"/>
            <a:ext cx="4420800" cy="2684880"/>
          </a:xfrm>
          <a:custGeom>
            <a:avLst/>
            <a:gdLst>
              <a:gd name="textAreaLeft" fmla="*/ 0 w 4420800"/>
              <a:gd name="textAreaRight" fmla="*/ 4421160 w 4420800"/>
              <a:gd name="textAreaTop" fmla="*/ 0 h 2684880"/>
              <a:gd name="textAreaBottom" fmla="*/ 2685240 h 2684880"/>
            </a:gdLst>
            <a:ahLst/>
            <a:rect l="textAreaLeft" t="textAreaTop" r="textAreaRight" b="textAreaBottom"/>
            <a:pathLst>
              <a:path w="4421245" h="2685105">
                <a:moveTo>
                  <a:pt x="0" y="2685105"/>
                </a:moveTo>
                <a:lnTo>
                  <a:pt x="80386" y="2672844"/>
                </a:lnTo>
                <a:lnTo>
                  <a:pt x="160035" y="2660583"/>
                </a:lnTo>
                <a:lnTo>
                  <a:pt x="238946" y="2648323"/>
                </a:lnTo>
                <a:lnTo>
                  <a:pt x="317120" y="2636062"/>
                </a:lnTo>
                <a:lnTo>
                  <a:pt x="394556" y="2623801"/>
                </a:lnTo>
                <a:lnTo>
                  <a:pt x="471255" y="2611540"/>
                </a:lnTo>
                <a:lnTo>
                  <a:pt x="547216" y="2599280"/>
                </a:lnTo>
                <a:lnTo>
                  <a:pt x="622440" y="2587019"/>
                </a:lnTo>
                <a:lnTo>
                  <a:pt x="696927" y="2574758"/>
                </a:lnTo>
                <a:lnTo>
                  <a:pt x="770676" y="2562497"/>
                </a:lnTo>
                <a:lnTo>
                  <a:pt x="843687" y="2550237"/>
                </a:lnTo>
                <a:lnTo>
                  <a:pt x="915961" y="2537976"/>
                </a:lnTo>
                <a:lnTo>
                  <a:pt x="987497" y="2525715"/>
                </a:lnTo>
                <a:lnTo>
                  <a:pt x="1058296" y="2513454"/>
                </a:lnTo>
                <a:lnTo>
                  <a:pt x="1128358" y="2501194"/>
                </a:lnTo>
                <a:lnTo>
                  <a:pt x="1197682" y="2488933"/>
                </a:lnTo>
                <a:lnTo>
                  <a:pt x="1266268" y="2476672"/>
                </a:lnTo>
                <a:lnTo>
                  <a:pt x="1334117" y="2464411"/>
                </a:lnTo>
                <a:lnTo>
                  <a:pt x="1401229" y="2452151"/>
                </a:lnTo>
                <a:lnTo>
                  <a:pt x="1467603" y="2439890"/>
                </a:lnTo>
                <a:lnTo>
                  <a:pt x="1533239" y="2427629"/>
                </a:lnTo>
                <a:lnTo>
                  <a:pt x="1598138" y="2415368"/>
                </a:lnTo>
                <a:lnTo>
                  <a:pt x="1662300" y="2403108"/>
                </a:lnTo>
                <a:lnTo>
                  <a:pt x="1725724" y="2390847"/>
                </a:lnTo>
                <a:lnTo>
                  <a:pt x="1788410" y="2378586"/>
                </a:lnTo>
                <a:lnTo>
                  <a:pt x="1850359" y="2366325"/>
                </a:lnTo>
                <a:lnTo>
                  <a:pt x="1911571" y="2354065"/>
                </a:lnTo>
                <a:lnTo>
                  <a:pt x="1972045" y="2341804"/>
                </a:lnTo>
                <a:lnTo>
                  <a:pt x="2031781" y="2329543"/>
                </a:lnTo>
                <a:lnTo>
                  <a:pt x="2090781" y="2317282"/>
                </a:lnTo>
                <a:lnTo>
                  <a:pt x="2149042" y="2305022"/>
                </a:lnTo>
                <a:lnTo>
                  <a:pt x="2206566" y="2292761"/>
                </a:lnTo>
                <a:lnTo>
                  <a:pt x="2263353" y="2280500"/>
                </a:lnTo>
                <a:lnTo>
                  <a:pt x="2319402" y="2268239"/>
                </a:lnTo>
                <a:lnTo>
                  <a:pt x="2374714" y="2255979"/>
                </a:lnTo>
                <a:lnTo>
                  <a:pt x="2429288" y="2243718"/>
                </a:lnTo>
                <a:lnTo>
                  <a:pt x="2483125" y="2231457"/>
                </a:lnTo>
                <a:lnTo>
                  <a:pt x="2536224" y="2219196"/>
                </a:lnTo>
                <a:lnTo>
                  <a:pt x="2588586" y="2206936"/>
                </a:lnTo>
                <a:lnTo>
                  <a:pt x="2640210" y="2194675"/>
                </a:lnTo>
                <a:lnTo>
                  <a:pt x="2691097" y="2182414"/>
                </a:lnTo>
                <a:lnTo>
                  <a:pt x="2741246" y="2170153"/>
                </a:lnTo>
                <a:lnTo>
                  <a:pt x="2790658" y="2157893"/>
                </a:lnTo>
                <a:lnTo>
                  <a:pt x="2839332" y="2145632"/>
                </a:lnTo>
                <a:lnTo>
                  <a:pt x="2887269" y="2133371"/>
                </a:lnTo>
                <a:lnTo>
                  <a:pt x="2934468" y="2121110"/>
                </a:lnTo>
                <a:lnTo>
                  <a:pt x="2980930" y="2108849"/>
                </a:lnTo>
                <a:lnTo>
                  <a:pt x="3026654" y="2096589"/>
                </a:lnTo>
                <a:lnTo>
                  <a:pt x="3071641" y="2084328"/>
                </a:lnTo>
                <a:lnTo>
                  <a:pt x="3115890" y="2072067"/>
                </a:lnTo>
                <a:lnTo>
                  <a:pt x="3159402" y="2059806"/>
                </a:lnTo>
                <a:lnTo>
                  <a:pt x="3202176" y="2047546"/>
                </a:lnTo>
                <a:lnTo>
                  <a:pt x="3244213" y="2035285"/>
                </a:lnTo>
                <a:lnTo>
                  <a:pt x="3285513" y="2023024"/>
                </a:lnTo>
                <a:lnTo>
                  <a:pt x="3326074" y="2010763"/>
                </a:lnTo>
                <a:lnTo>
                  <a:pt x="3365899" y="1998503"/>
                </a:lnTo>
                <a:lnTo>
                  <a:pt x="3404986" y="1986242"/>
                </a:lnTo>
                <a:lnTo>
                  <a:pt x="3443335" y="1973981"/>
                </a:lnTo>
                <a:lnTo>
                  <a:pt x="3480947" y="1961720"/>
                </a:lnTo>
                <a:lnTo>
                  <a:pt x="3517821" y="1949460"/>
                </a:lnTo>
                <a:lnTo>
                  <a:pt x="3553958" y="1937199"/>
                </a:lnTo>
                <a:lnTo>
                  <a:pt x="3589358" y="1924938"/>
                </a:lnTo>
                <a:lnTo>
                  <a:pt x="3624020" y="1912677"/>
                </a:lnTo>
                <a:lnTo>
                  <a:pt x="3657944" y="1900417"/>
                </a:lnTo>
                <a:lnTo>
                  <a:pt x="3691131" y="1888156"/>
                </a:lnTo>
                <a:lnTo>
                  <a:pt x="3723581" y="1875895"/>
                </a:lnTo>
                <a:lnTo>
                  <a:pt x="3755293" y="1863634"/>
                </a:lnTo>
                <a:lnTo>
                  <a:pt x="3786267" y="1851374"/>
                </a:lnTo>
                <a:lnTo>
                  <a:pt x="3816504" y="1839113"/>
                </a:lnTo>
                <a:lnTo>
                  <a:pt x="3846004" y="1826852"/>
                </a:lnTo>
                <a:lnTo>
                  <a:pt x="3874766" y="1814591"/>
                </a:lnTo>
                <a:lnTo>
                  <a:pt x="3902791" y="1802331"/>
                </a:lnTo>
                <a:lnTo>
                  <a:pt x="3930078" y="1790070"/>
                </a:lnTo>
                <a:lnTo>
                  <a:pt x="3956627" y="1777809"/>
                </a:lnTo>
                <a:lnTo>
                  <a:pt x="3982439" y="1765548"/>
                </a:lnTo>
                <a:lnTo>
                  <a:pt x="4007514" y="1753288"/>
                </a:lnTo>
                <a:lnTo>
                  <a:pt x="4031851" y="1741027"/>
                </a:lnTo>
                <a:lnTo>
                  <a:pt x="4055451" y="1728766"/>
                </a:lnTo>
                <a:lnTo>
                  <a:pt x="4078313" y="1716505"/>
                </a:lnTo>
                <a:lnTo>
                  <a:pt x="4100438" y="1704245"/>
                </a:lnTo>
                <a:lnTo>
                  <a:pt x="4121825" y="1691984"/>
                </a:lnTo>
                <a:lnTo>
                  <a:pt x="4142475" y="1679723"/>
                </a:lnTo>
                <a:lnTo>
                  <a:pt x="4162387" y="1667462"/>
                </a:lnTo>
                <a:lnTo>
                  <a:pt x="4181561" y="1655202"/>
                </a:lnTo>
                <a:lnTo>
                  <a:pt x="4199999" y="1642941"/>
                </a:lnTo>
                <a:lnTo>
                  <a:pt x="4217698" y="1630680"/>
                </a:lnTo>
                <a:lnTo>
                  <a:pt x="4234661" y="1618419"/>
                </a:lnTo>
                <a:lnTo>
                  <a:pt x="4250885" y="1606159"/>
                </a:lnTo>
                <a:lnTo>
                  <a:pt x="4266373" y="1593898"/>
                </a:lnTo>
                <a:lnTo>
                  <a:pt x="4281122" y="1581637"/>
                </a:lnTo>
                <a:lnTo>
                  <a:pt x="4295135" y="1569376"/>
                </a:lnTo>
                <a:lnTo>
                  <a:pt x="4308410" y="1557116"/>
                </a:lnTo>
                <a:lnTo>
                  <a:pt x="4320947" y="1544855"/>
                </a:lnTo>
                <a:lnTo>
                  <a:pt x="4332747" y="1532594"/>
                </a:lnTo>
                <a:lnTo>
                  <a:pt x="4343809" y="1520333"/>
                </a:lnTo>
                <a:lnTo>
                  <a:pt x="4354134" y="1508073"/>
                </a:lnTo>
                <a:lnTo>
                  <a:pt x="4363721" y="1495812"/>
                </a:lnTo>
                <a:lnTo>
                  <a:pt x="4372571" y="1483551"/>
                </a:lnTo>
                <a:lnTo>
                  <a:pt x="4380683" y="1471290"/>
                </a:lnTo>
                <a:lnTo>
                  <a:pt x="4388058" y="1459030"/>
                </a:lnTo>
                <a:lnTo>
                  <a:pt x="4394696" y="1446769"/>
                </a:lnTo>
                <a:lnTo>
                  <a:pt x="4400596" y="1434508"/>
                </a:lnTo>
                <a:lnTo>
                  <a:pt x="4405758" y="1422247"/>
                </a:lnTo>
                <a:lnTo>
                  <a:pt x="4410183" y="1409987"/>
                </a:lnTo>
                <a:lnTo>
                  <a:pt x="4413870" y="1397726"/>
                </a:lnTo>
                <a:lnTo>
                  <a:pt x="4416820" y="1385465"/>
                </a:lnTo>
                <a:lnTo>
                  <a:pt x="4419033" y="1373204"/>
                </a:lnTo>
                <a:lnTo>
                  <a:pt x="4420508" y="1360944"/>
                </a:lnTo>
                <a:lnTo>
                  <a:pt x="4421245" y="1348683"/>
                </a:lnTo>
                <a:lnTo>
                  <a:pt x="4421245" y="1336422"/>
                </a:lnTo>
                <a:lnTo>
                  <a:pt x="4420508" y="1324161"/>
                </a:lnTo>
                <a:lnTo>
                  <a:pt x="4419033" y="1311901"/>
                </a:lnTo>
                <a:lnTo>
                  <a:pt x="4416820" y="1299640"/>
                </a:lnTo>
                <a:lnTo>
                  <a:pt x="4413870" y="1287379"/>
                </a:lnTo>
                <a:lnTo>
                  <a:pt x="4410183" y="1275118"/>
                </a:lnTo>
                <a:lnTo>
                  <a:pt x="4405758" y="1262858"/>
                </a:lnTo>
                <a:lnTo>
                  <a:pt x="4400596" y="1250597"/>
                </a:lnTo>
                <a:lnTo>
                  <a:pt x="4394696" y="1238336"/>
                </a:lnTo>
                <a:lnTo>
                  <a:pt x="4388058" y="1226075"/>
                </a:lnTo>
                <a:lnTo>
                  <a:pt x="4380683" y="1213815"/>
                </a:lnTo>
                <a:lnTo>
                  <a:pt x="4372571" y="1201554"/>
                </a:lnTo>
                <a:lnTo>
                  <a:pt x="4363721" y="1189293"/>
                </a:lnTo>
                <a:lnTo>
                  <a:pt x="4354134" y="1177032"/>
                </a:lnTo>
                <a:lnTo>
                  <a:pt x="4343809" y="1164772"/>
                </a:lnTo>
                <a:lnTo>
                  <a:pt x="4332747" y="1152511"/>
                </a:lnTo>
                <a:lnTo>
                  <a:pt x="4320947" y="1140250"/>
                </a:lnTo>
                <a:lnTo>
                  <a:pt x="4308410" y="1127989"/>
                </a:lnTo>
                <a:lnTo>
                  <a:pt x="4295135" y="1115729"/>
                </a:lnTo>
                <a:lnTo>
                  <a:pt x="4281122" y="1103468"/>
                </a:lnTo>
                <a:lnTo>
                  <a:pt x="4266373" y="1091207"/>
                </a:lnTo>
                <a:lnTo>
                  <a:pt x="4250885" y="1078946"/>
                </a:lnTo>
                <a:lnTo>
                  <a:pt x="4234661" y="1066686"/>
                </a:lnTo>
                <a:lnTo>
                  <a:pt x="4217698" y="1054425"/>
                </a:lnTo>
                <a:lnTo>
                  <a:pt x="4199999" y="1042164"/>
                </a:lnTo>
                <a:lnTo>
                  <a:pt x="4181561" y="1029903"/>
                </a:lnTo>
                <a:lnTo>
                  <a:pt x="4162387" y="1017643"/>
                </a:lnTo>
                <a:lnTo>
                  <a:pt x="4142475" y="1005382"/>
                </a:lnTo>
                <a:lnTo>
                  <a:pt x="4121825" y="993121"/>
                </a:lnTo>
                <a:lnTo>
                  <a:pt x="4100438" y="980860"/>
                </a:lnTo>
                <a:lnTo>
                  <a:pt x="4078313" y="968600"/>
                </a:lnTo>
                <a:lnTo>
                  <a:pt x="4055451" y="956339"/>
                </a:lnTo>
                <a:lnTo>
                  <a:pt x="4031851" y="944078"/>
                </a:lnTo>
                <a:lnTo>
                  <a:pt x="4007514" y="931817"/>
                </a:lnTo>
                <a:lnTo>
                  <a:pt x="3982439" y="919557"/>
                </a:lnTo>
                <a:lnTo>
                  <a:pt x="3956627" y="907296"/>
                </a:lnTo>
                <a:lnTo>
                  <a:pt x="3930078" y="895035"/>
                </a:lnTo>
                <a:lnTo>
                  <a:pt x="3902791" y="882774"/>
                </a:lnTo>
                <a:lnTo>
                  <a:pt x="3874766" y="870514"/>
                </a:lnTo>
                <a:lnTo>
                  <a:pt x="3846004" y="858253"/>
                </a:lnTo>
                <a:lnTo>
                  <a:pt x="3816504" y="845992"/>
                </a:lnTo>
                <a:lnTo>
                  <a:pt x="3786267" y="833731"/>
                </a:lnTo>
                <a:lnTo>
                  <a:pt x="3755293" y="821471"/>
                </a:lnTo>
                <a:lnTo>
                  <a:pt x="3723581" y="809210"/>
                </a:lnTo>
                <a:lnTo>
                  <a:pt x="3691131" y="796949"/>
                </a:lnTo>
                <a:lnTo>
                  <a:pt x="3657944" y="784688"/>
                </a:lnTo>
                <a:lnTo>
                  <a:pt x="3624020" y="772428"/>
                </a:lnTo>
                <a:lnTo>
                  <a:pt x="3589358" y="760167"/>
                </a:lnTo>
                <a:lnTo>
                  <a:pt x="3553958" y="747906"/>
                </a:lnTo>
                <a:lnTo>
                  <a:pt x="3517821" y="735645"/>
                </a:lnTo>
                <a:lnTo>
                  <a:pt x="3480947" y="723385"/>
                </a:lnTo>
                <a:lnTo>
                  <a:pt x="3443335" y="711124"/>
                </a:lnTo>
                <a:lnTo>
                  <a:pt x="3404986" y="698863"/>
                </a:lnTo>
                <a:lnTo>
                  <a:pt x="3365899" y="686602"/>
                </a:lnTo>
                <a:lnTo>
                  <a:pt x="3326074" y="674342"/>
                </a:lnTo>
                <a:lnTo>
                  <a:pt x="3285513" y="662081"/>
                </a:lnTo>
                <a:lnTo>
                  <a:pt x="3244213" y="649820"/>
                </a:lnTo>
                <a:lnTo>
                  <a:pt x="3202176" y="637559"/>
                </a:lnTo>
                <a:lnTo>
                  <a:pt x="3159402" y="625299"/>
                </a:lnTo>
                <a:lnTo>
                  <a:pt x="3115890" y="613038"/>
                </a:lnTo>
                <a:lnTo>
                  <a:pt x="3071641" y="600777"/>
                </a:lnTo>
                <a:lnTo>
                  <a:pt x="3026654" y="588516"/>
                </a:lnTo>
                <a:lnTo>
                  <a:pt x="2980930" y="576256"/>
                </a:lnTo>
                <a:lnTo>
                  <a:pt x="2934468" y="563995"/>
                </a:lnTo>
                <a:lnTo>
                  <a:pt x="2887269" y="551734"/>
                </a:lnTo>
                <a:lnTo>
                  <a:pt x="2839332" y="539473"/>
                </a:lnTo>
                <a:lnTo>
                  <a:pt x="2790658" y="527213"/>
                </a:lnTo>
                <a:lnTo>
                  <a:pt x="2741246" y="514952"/>
                </a:lnTo>
                <a:lnTo>
                  <a:pt x="2691097" y="502691"/>
                </a:lnTo>
                <a:lnTo>
                  <a:pt x="2640210" y="490430"/>
                </a:lnTo>
                <a:lnTo>
                  <a:pt x="2588586" y="478169"/>
                </a:lnTo>
                <a:lnTo>
                  <a:pt x="2536224" y="465909"/>
                </a:lnTo>
                <a:lnTo>
                  <a:pt x="2483125" y="453648"/>
                </a:lnTo>
                <a:lnTo>
                  <a:pt x="2429288" y="441387"/>
                </a:lnTo>
                <a:lnTo>
                  <a:pt x="2374714" y="429126"/>
                </a:lnTo>
                <a:lnTo>
                  <a:pt x="2319402" y="416866"/>
                </a:lnTo>
                <a:lnTo>
                  <a:pt x="2263353" y="404605"/>
                </a:lnTo>
                <a:lnTo>
                  <a:pt x="2206566" y="392344"/>
                </a:lnTo>
                <a:lnTo>
                  <a:pt x="2149042" y="380083"/>
                </a:lnTo>
                <a:lnTo>
                  <a:pt x="2090781" y="367823"/>
                </a:lnTo>
                <a:lnTo>
                  <a:pt x="2031781" y="355562"/>
                </a:lnTo>
                <a:lnTo>
                  <a:pt x="1972045" y="343301"/>
                </a:lnTo>
                <a:lnTo>
                  <a:pt x="1911571" y="331040"/>
                </a:lnTo>
                <a:lnTo>
                  <a:pt x="1850359" y="318780"/>
                </a:lnTo>
                <a:lnTo>
                  <a:pt x="1788410" y="306519"/>
                </a:lnTo>
                <a:lnTo>
                  <a:pt x="1725724" y="294258"/>
                </a:lnTo>
                <a:lnTo>
                  <a:pt x="1662300" y="281997"/>
                </a:lnTo>
                <a:lnTo>
                  <a:pt x="1598138" y="269737"/>
                </a:lnTo>
                <a:lnTo>
                  <a:pt x="1533239" y="257476"/>
                </a:lnTo>
                <a:lnTo>
                  <a:pt x="1467603" y="245215"/>
                </a:lnTo>
                <a:lnTo>
                  <a:pt x="1401229" y="232954"/>
                </a:lnTo>
                <a:lnTo>
                  <a:pt x="1334117" y="220694"/>
                </a:lnTo>
                <a:lnTo>
                  <a:pt x="1266268" y="208433"/>
                </a:lnTo>
                <a:lnTo>
                  <a:pt x="1197682" y="196172"/>
                </a:lnTo>
                <a:lnTo>
                  <a:pt x="1128358" y="183911"/>
                </a:lnTo>
                <a:lnTo>
                  <a:pt x="1058296" y="171651"/>
                </a:lnTo>
                <a:lnTo>
                  <a:pt x="987497" y="159390"/>
                </a:lnTo>
                <a:lnTo>
                  <a:pt x="915961" y="147129"/>
                </a:lnTo>
                <a:lnTo>
                  <a:pt x="843687" y="134868"/>
                </a:lnTo>
                <a:lnTo>
                  <a:pt x="770676" y="122608"/>
                </a:lnTo>
                <a:lnTo>
                  <a:pt x="696927" y="110347"/>
                </a:lnTo>
                <a:lnTo>
                  <a:pt x="622440" y="98086"/>
                </a:lnTo>
                <a:lnTo>
                  <a:pt x="547216" y="85825"/>
                </a:lnTo>
                <a:lnTo>
                  <a:pt x="471255" y="73565"/>
                </a:lnTo>
                <a:lnTo>
                  <a:pt x="394556" y="61304"/>
                </a:lnTo>
                <a:lnTo>
                  <a:pt x="317120" y="49043"/>
                </a:lnTo>
                <a:lnTo>
                  <a:pt x="238946" y="36782"/>
                </a:lnTo>
                <a:lnTo>
                  <a:pt x="160035" y="24522"/>
                </a:lnTo>
                <a:lnTo>
                  <a:pt x="80386" y="12261"/>
                </a:lnTo>
                <a:lnTo>
                  <a:pt x="0" y="0"/>
                </a:lnTo>
              </a:path>
            </a:pathLst>
          </a:custGeom>
          <a:noFill/>
          <a:ln w="4318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61" name="Connector 195"/>
          <p:cNvCxnSpPr/>
          <p:nvPr/>
        </p:nvCxnSpPr>
        <p:spPr>
          <a:xfrm>
            <a:off x="9299880" y="3817440"/>
            <a:ext cx="360" cy="8157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462" name="Connector 196"/>
          <p:cNvCxnSpPr/>
          <p:nvPr/>
        </p:nvCxnSpPr>
        <p:spPr>
          <a:xfrm>
            <a:off x="8892360" y="4632840"/>
            <a:ext cx="40788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463" name="Connector 197"/>
          <p:cNvCxnSpPr/>
          <p:nvPr/>
        </p:nvCxnSpPr>
        <p:spPr>
          <a:xfrm flipV="1">
            <a:off x="10523160" y="3409920"/>
            <a:ext cx="360" cy="40788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464" name="Connector 198"/>
          <p:cNvCxnSpPr/>
          <p:nvPr/>
        </p:nvCxnSpPr>
        <p:spPr>
          <a:xfrm>
            <a:off x="8892360" y="3409920"/>
            <a:ext cx="163116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465" name="Connector 199"/>
          <p:cNvCxnSpPr/>
          <p:nvPr/>
        </p:nvCxnSpPr>
        <p:spPr>
          <a:xfrm flipV="1">
            <a:off x="7669440" y="2594520"/>
            <a:ext cx="3669480" cy="366948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LINE MEETS CIRCLE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 Quadratic from x² + y²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39"/>
          <p:cNvSpPr/>
          <p:nvPr/>
        </p:nvSpPr>
        <p:spPr>
          <a:xfrm>
            <a:off x="457200" y="1554480"/>
            <a:ext cx="553176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40"/>
          <p:cNvSpPr/>
          <p:nvPr/>
        </p:nvSpPr>
        <p:spPr>
          <a:xfrm>
            <a:off x="644652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41"/>
          <p:cNvSpPr/>
          <p:nvPr/>
        </p:nvSpPr>
        <p:spPr>
          <a:xfrm>
            <a:off x="6446520" y="6263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42"/>
          <p:cNvSpPr/>
          <p:nvPr/>
        </p:nvSpPr>
        <p:spPr>
          <a:xfrm>
            <a:off x="68540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43"/>
          <p:cNvSpPr/>
          <p:nvPr/>
        </p:nvSpPr>
        <p:spPr>
          <a:xfrm>
            <a:off x="6446520" y="58557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44"/>
          <p:cNvSpPr/>
          <p:nvPr/>
        </p:nvSpPr>
        <p:spPr>
          <a:xfrm>
            <a:off x="7261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45"/>
          <p:cNvSpPr/>
          <p:nvPr/>
        </p:nvSpPr>
        <p:spPr>
          <a:xfrm>
            <a:off x="6446520" y="54482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46"/>
          <p:cNvSpPr/>
          <p:nvPr/>
        </p:nvSpPr>
        <p:spPr>
          <a:xfrm>
            <a:off x="76694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47"/>
          <p:cNvSpPr/>
          <p:nvPr/>
        </p:nvSpPr>
        <p:spPr>
          <a:xfrm>
            <a:off x="6446520" y="50403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48"/>
          <p:cNvSpPr/>
          <p:nvPr/>
        </p:nvSpPr>
        <p:spPr>
          <a:xfrm>
            <a:off x="80769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49"/>
          <p:cNvSpPr/>
          <p:nvPr/>
        </p:nvSpPr>
        <p:spPr>
          <a:xfrm>
            <a:off x="6446520" y="46328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50"/>
          <p:cNvSpPr/>
          <p:nvPr/>
        </p:nvSpPr>
        <p:spPr>
          <a:xfrm>
            <a:off x="84848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51"/>
          <p:cNvSpPr/>
          <p:nvPr/>
        </p:nvSpPr>
        <p:spPr>
          <a:xfrm>
            <a:off x="6446520" y="42249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52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53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54"/>
          <p:cNvSpPr/>
          <p:nvPr/>
        </p:nvSpPr>
        <p:spPr>
          <a:xfrm>
            <a:off x="92998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55"/>
          <p:cNvSpPr/>
          <p:nvPr/>
        </p:nvSpPr>
        <p:spPr>
          <a:xfrm>
            <a:off x="6446520" y="34099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56"/>
          <p:cNvSpPr/>
          <p:nvPr/>
        </p:nvSpPr>
        <p:spPr>
          <a:xfrm>
            <a:off x="97077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57"/>
          <p:cNvSpPr/>
          <p:nvPr/>
        </p:nvSpPr>
        <p:spPr>
          <a:xfrm>
            <a:off x="6446520" y="30020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58"/>
          <p:cNvSpPr/>
          <p:nvPr/>
        </p:nvSpPr>
        <p:spPr>
          <a:xfrm>
            <a:off x="101152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59"/>
          <p:cNvSpPr/>
          <p:nvPr/>
        </p:nvSpPr>
        <p:spPr>
          <a:xfrm>
            <a:off x="6446520" y="25945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60"/>
          <p:cNvSpPr/>
          <p:nvPr/>
        </p:nvSpPr>
        <p:spPr>
          <a:xfrm>
            <a:off x="105231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61"/>
          <p:cNvSpPr/>
          <p:nvPr/>
        </p:nvSpPr>
        <p:spPr>
          <a:xfrm>
            <a:off x="6446520" y="2186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62"/>
          <p:cNvSpPr/>
          <p:nvPr/>
        </p:nvSpPr>
        <p:spPr>
          <a:xfrm>
            <a:off x="109306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63"/>
          <p:cNvSpPr/>
          <p:nvPr/>
        </p:nvSpPr>
        <p:spPr>
          <a:xfrm>
            <a:off x="6446520" y="17791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64"/>
          <p:cNvSpPr/>
          <p:nvPr/>
        </p:nvSpPr>
        <p:spPr>
          <a:xfrm>
            <a:off x="11338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65"/>
          <p:cNvSpPr/>
          <p:nvPr/>
        </p:nvSpPr>
        <p:spPr>
          <a:xfrm>
            <a:off x="6446520" y="137160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66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67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68"/>
          <p:cNvSpPr/>
          <p:nvPr/>
        </p:nvSpPr>
        <p:spPr>
          <a:xfrm>
            <a:off x="62452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69"/>
          <p:cNvSpPr/>
          <p:nvPr/>
        </p:nvSpPr>
        <p:spPr>
          <a:xfrm>
            <a:off x="8435520" y="6172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70"/>
          <p:cNvSpPr/>
          <p:nvPr/>
        </p:nvSpPr>
        <p:spPr>
          <a:xfrm>
            <a:off x="665316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71"/>
          <p:cNvSpPr/>
          <p:nvPr/>
        </p:nvSpPr>
        <p:spPr>
          <a:xfrm>
            <a:off x="8435520" y="5764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72"/>
          <p:cNvSpPr/>
          <p:nvPr/>
        </p:nvSpPr>
        <p:spPr>
          <a:xfrm>
            <a:off x="70606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73"/>
          <p:cNvSpPr/>
          <p:nvPr/>
        </p:nvSpPr>
        <p:spPr>
          <a:xfrm>
            <a:off x="8435520" y="53568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74"/>
          <p:cNvSpPr/>
          <p:nvPr/>
        </p:nvSpPr>
        <p:spPr>
          <a:xfrm>
            <a:off x="74682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75"/>
          <p:cNvSpPr/>
          <p:nvPr/>
        </p:nvSpPr>
        <p:spPr>
          <a:xfrm>
            <a:off x="8435520" y="4949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76"/>
          <p:cNvSpPr/>
          <p:nvPr/>
        </p:nvSpPr>
        <p:spPr>
          <a:xfrm>
            <a:off x="78760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77"/>
          <p:cNvSpPr/>
          <p:nvPr/>
        </p:nvSpPr>
        <p:spPr>
          <a:xfrm>
            <a:off x="8435520" y="4541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78"/>
          <p:cNvSpPr/>
          <p:nvPr/>
        </p:nvSpPr>
        <p:spPr>
          <a:xfrm>
            <a:off x="82836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79"/>
          <p:cNvSpPr/>
          <p:nvPr/>
        </p:nvSpPr>
        <p:spPr>
          <a:xfrm>
            <a:off x="8435520" y="41338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80"/>
          <p:cNvSpPr/>
          <p:nvPr/>
        </p:nvSpPr>
        <p:spPr>
          <a:xfrm>
            <a:off x="90990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81"/>
          <p:cNvSpPr/>
          <p:nvPr/>
        </p:nvSpPr>
        <p:spPr>
          <a:xfrm>
            <a:off x="8435520" y="3318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82"/>
          <p:cNvSpPr/>
          <p:nvPr/>
        </p:nvSpPr>
        <p:spPr>
          <a:xfrm>
            <a:off x="95068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83"/>
          <p:cNvSpPr/>
          <p:nvPr/>
        </p:nvSpPr>
        <p:spPr>
          <a:xfrm>
            <a:off x="8435520" y="2910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84"/>
          <p:cNvSpPr/>
          <p:nvPr/>
        </p:nvSpPr>
        <p:spPr>
          <a:xfrm>
            <a:off x="99144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85"/>
          <p:cNvSpPr/>
          <p:nvPr/>
        </p:nvSpPr>
        <p:spPr>
          <a:xfrm>
            <a:off x="8435520" y="25030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86"/>
          <p:cNvSpPr/>
          <p:nvPr/>
        </p:nvSpPr>
        <p:spPr>
          <a:xfrm>
            <a:off x="103219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87"/>
          <p:cNvSpPr/>
          <p:nvPr/>
        </p:nvSpPr>
        <p:spPr>
          <a:xfrm>
            <a:off x="8435520" y="209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88"/>
          <p:cNvSpPr/>
          <p:nvPr/>
        </p:nvSpPr>
        <p:spPr>
          <a:xfrm>
            <a:off x="107298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89"/>
          <p:cNvSpPr/>
          <p:nvPr/>
        </p:nvSpPr>
        <p:spPr>
          <a:xfrm>
            <a:off x="8435520" y="1687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90"/>
          <p:cNvSpPr/>
          <p:nvPr/>
        </p:nvSpPr>
        <p:spPr>
          <a:xfrm>
            <a:off x="111373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91"/>
          <p:cNvSpPr/>
          <p:nvPr/>
        </p:nvSpPr>
        <p:spPr>
          <a:xfrm>
            <a:off x="8435520" y="1280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92"/>
          <p:cNvSpPr/>
          <p:nvPr/>
        </p:nvSpPr>
        <p:spPr>
          <a:xfrm>
            <a:off x="11320200" y="38541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93"/>
          <p:cNvSpPr/>
          <p:nvPr/>
        </p:nvSpPr>
        <p:spPr>
          <a:xfrm>
            <a:off x="8984160" y="132588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187"/>
          <p:cNvSpPr/>
          <p:nvPr/>
        </p:nvSpPr>
        <p:spPr>
          <a:xfrm>
            <a:off x="9208800" y="535680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188"/>
          <p:cNvSpPr/>
          <p:nvPr/>
        </p:nvSpPr>
        <p:spPr>
          <a:xfrm>
            <a:off x="9446400" y="53935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(1, −4)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89"/>
          <p:cNvSpPr/>
          <p:nvPr/>
        </p:nvSpPr>
        <p:spPr>
          <a:xfrm>
            <a:off x="10431720" y="413388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190"/>
          <p:cNvSpPr/>
          <p:nvPr/>
        </p:nvSpPr>
        <p:spPr>
          <a:xfrm>
            <a:off x="10669680" y="4170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(4, −1)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191"/>
          <p:cNvSpPr/>
          <p:nvPr/>
        </p:nvSpPr>
        <p:spPr>
          <a:xfrm>
            <a:off x="6446520" y="6364080"/>
            <a:ext cx="489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x² + y² = 17 (radius √17)   meets   y = x − 5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192"/>
          <p:cNvSpPr/>
          <p:nvPr/>
        </p:nvSpPr>
        <p:spPr>
          <a:xfrm>
            <a:off x="713160" y="18104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193"/>
          <p:cNvSpPr/>
          <p:nvPr/>
        </p:nvSpPr>
        <p:spPr>
          <a:xfrm>
            <a:off x="713160" y="18104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194"/>
          <p:cNvSpPr/>
          <p:nvPr/>
        </p:nvSpPr>
        <p:spPr>
          <a:xfrm>
            <a:off x="1207080" y="177408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y = x − 5   and   x² + y² = 17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195"/>
          <p:cNvSpPr/>
          <p:nvPr/>
        </p:nvSpPr>
        <p:spPr>
          <a:xfrm>
            <a:off x="713160" y="23454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196"/>
          <p:cNvSpPr/>
          <p:nvPr/>
        </p:nvSpPr>
        <p:spPr>
          <a:xfrm>
            <a:off x="713160" y="23454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197"/>
          <p:cNvSpPr/>
          <p:nvPr/>
        </p:nvSpPr>
        <p:spPr>
          <a:xfrm>
            <a:off x="1207080" y="23090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Substitute:  x² + (x − 5)² = 17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198"/>
          <p:cNvSpPr/>
          <p:nvPr/>
        </p:nvSpPr>
        <p:spPr>
          <a:xfrm>
            <a:off x="713160" y="2880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199"/>
          <p:cNvSpPr/>
          <p:nvPr/>
        </p:nvSpPr>
        <p:spPr>
          <a:xfrm>
            <a:off x="713160" y="2880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200"/>
          <p:cNvSpPr/>
          <p:nvPr/>
        </p:nvSpPr>
        <p:spPr>
          <a:xfrm>
            <a:off x="1207080" y="28436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2x² − 10x + 8 = 0  →  x² − 5x + 4 =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201"/>
          <p:cNvSpPr/>
          <p:nvPr/>
        </p:nvSpPr>
        <p:spPr>
          <a:xfrm>
            <a:off x="713160" y="3415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202"/>
          <p:cNvSpPr/>
          <p:nvPr/>
        </p:nvSpPr>
        <p:spPr>
          <a:xfrm>
            <a:off x="713160" y="3415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203"/>
          <p:cNvSpPr/>
          <p:nvPr/>
        </p:nvSpPr>
        <p:spPr>
          <a:xfrm>
            <a:off x="1207080" y="337860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(x − 1)(x − 4) = 0  →  x = 1 or 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204"/>
          <p:cNvSpPr/>
          <p:nvPr/>
        </p:nvSpPr>
        <p:spPr>
          <a:xfrm>
            <a:off x="713160" y="39502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205"/>
          <p:cNvSpPr/>
          <p:nvPr/>
        </p:nvSpPr>
        <p:spPr>
          <a:xfrm>
            <a:off x="713160" y="39502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206"/>
          <p:cNvSpPr/>
          <p:nvPr/>
        </p:nvSpPr>
        <p:spPr>
          <a:xfrm>
            <a:off x="1207080" y="391356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y = −4  and  y = −1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207"/>
          <p:cNvSpPr/>
          <p:nvPr/>
        </p:nvSpPr>
        <p:spPr>
          <a:xfrm>
            <a:off x="457200" y="4709160"/>
            <a:ext cx="553176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208"/>
          <p:cNvSpPr/>
          <p:nvPr/>
        </p:nvSpPr>
        <p:spPr>
          <a:xfrm>
            <a:off x="731520" y="4709160"/>
            <a:ext cx="4983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(1, −4)   and   (4, −1)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Freeform 95"/>
          <p:cNvSpPr/>
          <p:nvPr/>
        </p:nvSpPr>
        <p:spPr>
          <a:xfrm>
            <a:off x="7211880" y="2136600"/>
            <a:ext cx="3361320" cy="3361320"/>
          </a:xfrm>
          <a:custGeom>
            <a:avLst/>
            <a:gdLst>
              <a:gd name="textAreaLeft" fmla="*/ 0 w 3361320"/>
              <a:gd name="textAreaRight" fmla="*/ 3361680 w 3361320"/>
              <a:gd name="textAreaTop" fmla="*/ 0 h 3361320"/>
              <a:gd name="textAreaBottom" fmla="*/ 3361680 h 3361320"/>
            </a:gdLst>
            <a:ahLst/>
            <a:rect l="textAreaLeft" t="textAreaTop" r="textAreaRight" b="textAreaBottom"/>
            <a:pathLst>
              <a:path w="3361640" h="3361687">
                <a:moveTo>
                  <a:pt x="3361640" y="1680844"/>
                </a:moveTo>
                <a:lnTo>
                  <a:pt x="3361269" y="1645524"/>
                </a:lnTo>
                <a:lnTo>
                  <a:pt x="3360156" y="1610221"/>
                </a:lnTo>
                <a:lnTo>
                  <a:pt x="3358301" y="1574949"/>
                </a:lnTo>
                <a:lnTo>
                  <a:pt x="3355705" y="1539723"/>
                </a:lnTo>
                <a:lnTo>
                  <a:pt x="3352370" y="1504560"/>
                </a:lnTo>
                <a:lnTo>
                  <a:pt x="3348297" y="1469474"/>
                </a:lnTo>
                <a:lnTo>
                  <a:pt x="3343488" y="1434482"/>
                </a:lnTo>
                <a:lnTo>
                  <a:pt x="3337944" y="1399599"/>
                </a:lnTo>
                <a:lnTo>
                  <a:pt x="3331668" y="1364840"/>
                </a:lnTo>
                <a:lnTo>
                  <a:pt x="3324664" y="1330220"/>
                </a:lnTo>
                <a:lnTo>
                  <a:pt x="3316933" y="1295755"/>
                </a:lnTo>
                <a:lnTo>
                  <a:pt x="3308481" y="1261461"/>
                </a:lnTo>
                <a:lnTo>
                  <a:pt x="3299309" y="1227351"/>
                </a:lnTo>
                <a:lnTo>
                  <a:pt x="3289423" y="1193442"/>
                </a:lnTo>
                <a:lnTo>
                  <a:pt x="3278826" y="1159748"/>
                </a:lnTo>
                <a:lnTo>
                  <a:pt x="3267524" y="1126284"/>
                </a:lnTo>
                <a:lnTo>
                  <a:pt x="3255521" y="1093065"/>
                </a:lnTo>
                <a:lnTo>
                  <a:pt x="3242822" y="1060105"/>
                </a:lnTo>
                <a:lnTo>
                  <a:pt x="3229434" y="1027420"/>
                </a:lnTo>
                <a:lnTo>
                  <a:pt x="3215362" y="995023"/>
                </a:lnTo>
                <a:lnTo>
                  <a:pt x="3200613" y="962929"/>
                </a:lnTo>
                <a:lnTo>
                  <a:pt x="3185192" y="931152"/>
                </a:lnTo>
                <a:lnTo>
                  <a:pt x="3169107" y="899706"/>
                </a:lnTo>
                <a:lnTo>
                  <a:pt x="3152365" y="868605"/>
                </a:lnTo>
                <a:lnTo>
                  <a:pt x="3134973" y="837862"/>
                </a:lnTo>
                <a:lnTo>
                  <a:pt x="3116938" y="807492"/>
                </a:lnTo>
                <a:lnTo>
                  <a:pt x="3098270" y="777508"/>
                </a:lnTo>
                <a:lnTo>
                  <a:pt x="3078976" y="747922"/>
                </a:lnTo>
                <a:lnTo>
                  <a:pt x="3059064" y="718748"/>
                </a:lnTo>
                <a:lnTo>
                  <a:pt x="3038544" y="690000"/>
                </a:lnTo>
                <a:lnTo>
                  <a:pt x="3017424" y="661688"/>
                </a:lnTo>
                <a:lnTo>
                  <a:pt x="2995714" y="633827"/>
                </a:lnTo>
                <a:lnTo>
                  <a:pt x="2973423" y="606428"/>
                </a:lnTo>
                <a:lnTo>
                  <a:pt x="2950562" y="579503"/>
                </a:lnTo>
                <a:lnTo>
                  <a:pt x="2927140" y="553065"/>
                </a:lnTo>
                <a:lnTo>
                  <a:pt x="2903167" y="527125"/>
                </a:lnTo>
                <a:lnTo>
                  <a:pt x="2878655" y="501694"/>
                </a:lnTo>
                <a:lnTo>
                  <a:pt x="2853613" y="476784"/>
                </a:lnTo>
                <a:lnTo>
                  <a:pt x="2828054" y="452406"/>
                </a:lnTo>
                <a:lnTo>
                  <a:pt x="2801988" y="428570"/>
                </a:lnTo>
                <a:lnTo>
                  <a:pt x="2775428" y="405287"/>
                </a:lnTo>
                <a:lnTo>
                  <a:pt x="2748383" y="382567"/>
                </a:lnTo>
                <a:lnTo>
                  <a:pt x="2720868" y="360421"/>
                </a:lnTo>
                <a:lnTo>
                  <a:pt x="2692893" y="338857"/>
                </a:lnTo>
                <a:lnTo>
                  <a:pt x="2664471" y="317886"/>
                </a:lnTo>
                <a:lnTo>
                  <a:pt x="2635614" y="297518"/>
                </a:lnTo>
                <a:lnTo>
                  <a:pt x="2606337" y="277759"/>
                </a:lnTo>
                <a:lnTo>
                  <a:pt x="2576650" y="258621"/>
                </a:lnTo>
                <a:lnTo>
                  <a:pt x="2546568" y="240110"/>
                </a:lnTo>
                <a:lnTo>
                  <a:pt x="2516103" y="222236"/>
                </a:lnTo>
                <a:lnTo>
                  <a:pt x="2485270" y="205006"/>
                </a:lnTo>
                <a:lnTo>
                  <a:pt x="2454081" y="188427"/>
                </a:lnTo>
                <a:lnTo>
                  <a:pt x="2422551" y="172507"/>
                </a:lnTo>
                <a:lnTo>
                  <a:pt x="2390694" y="157254"/>
                </a:lnTo>
                <a:lnTo>
                  <a:pt x="2358523" y="142673"/>
                </a:lnTo>
                <a:lnTo>
                  <a:pt x="2326052" y="128772"/>
                </a:lnTo>
                <a:lnTo>
                  <a:pt x="2293297" y="115555"/>
                </a:lnTo>
                <a:lnTo>
                  <a:pt x="2260271" y="103030"/>
                </a:lnTo>
                <a:lnTo>
                  <a:pt x="2226990" y="91202"/>
                </a:lnTo>
                <a:lnTo>
                  <a:pt x="2193467" y="80076"/>
                </a:lnTo>
                <a:lnTo>
                  <a:pt x="2159717" y="69656"/>
                </a:lnTo>
                <a:lnTo>
                  <a:pt x="2125757" y="59948"/>
                </a:lnTo>
                <a:lnTo>
                  <a:pt x="2091599" y="50956"/>
                </a:lnTo>
                <a:lnTo>
                  <a:pt x="2057261" y="42683"/>
                </a:lnTo>
                <a:lnTo>
                  <a:pt x="2022756" y="35134"/>
                </a:lnTo>
                <a:lnTo>
                  <a:pt x="1988100" y="28311"/>
                </a:lnTo>
                <a:lnTo>
                  <a:pt x="1953308" y="22219"/>
                </a:lnTo>
                <a:lnTo>
                  <a:pt x="1918396" y="16858"/>
                </a:lnTo>
                <a:lnTo>
                  <a:pt x="1883380" y="12232"/>
                </a:lnTo>
                <a:lnTo>
                  <a:pt x="1848273" y="8344"/>
                </a:lnTo>
                <a:lnTo>
                  <a:pt x="1813093" y="5193"/>
                </a:lnTo>
                <a:lnTo>
                  <a:pt x="1777854" y="2783"/>
                </a:lnTo>
                <a:lnTo>
                  <a:pt x="1742573" y="1113"/>
                </a:lnTo>
                <a:lnTo>
                  <a:pt x="1707264" y="186"/>
                </a:lnTo>
                <a:lnTo>
                  <a:pt x="1671943" y="0"/>
                </a:lnTo>
                <a:lnTo>
                  <a:pt x="1636626" y="557"/>
                </a:lnTo>
                <a:lnTo>
                  <a:pt x="1601329" y="1856"/>
                </a:lnTo>
                <a:lnTo>
                  <a:pt x="1566067" y="3896"/>
                </a:lnTo>
                <a:lnTo>
                  <a:pt x="1530856" y="6676"/>
                </a:lnTo>
                <a:lnTo>
                  <a:pt x="1495710" y="10196"/>
                </a:lnTo>
                <a:lnTo>
                  <a:pt x="1460647" y="14453"/>
                </a:lnTo>
                <a:lnTo>
                  <a:pt x="1425681" y="19447"/>
                </a:lnTo>
                <a:lnTo>
                  <a:pt x="1390827" y="25174"/>
                </a:lnTo>
                <a:lnTo>
                  <a:pt x="1356101" y="31632"/>
                </a:lnTo>
                <a:lnTo>
                  <a:pt x="1321519" y="38818"/>
                </a:lnTo>
                <a:lnTo>
                  <a:pt x="1287095" y="46729"/>
                </a:lnTo>
                <a:lnTo>
                  <a:pt x="1252845" y="55362"/>
                </a:lnTo>
                <a:lnTo>
                  <a:pt x="1218784" y="64713"/>
                </a:lnTo>
                <a:lnTo>
                  <a:pt x="1184928" y="74777"/>
                </a:lnTo>
                <a:lnTo>
                  <a:pt x="1151290" y="85551"/>
                </a:lnTo>
                <a:lnTo>
                  <a:pt x="1117886" y="97029"/>
                </a:lnTo>
                <a:lnTo>
                  <a:pt x="1084730" y="109206"/>
                </a:lnTo>
                <a:lnTo>
                  <a:pt x="1051838" y="122077"/>
                </a:lnTo>
                <a:lnTo>
                  <a:pt x="1019223" y="135637"/>
                </a:lnTo>
                <a:lnTo>
                  <a:pt x="986901" y="149879"/>
                </a:lnTo>
                <a:lnTo>
                  <a:pt x="954884" y="164797"/>
                </a:lnTo>
                <a:lnTo>
                  <a:pt x="923189" y="180384"/>
                </a:lnTo>
                <a:lnTo>
                  <a:pt x="891828" y="196634"/>
                </a:lnTo>
                <a:lnTo>
                  <a:pt x="860815" y="213540"/>
                </a:lnTo>
                <a:lnTo>
                  <a:pt x="830164" y="231093"/>
                </a:lnTo>
                <a:lnTo>
                  <a:pt x="799889" y="249287"/>
                </a:lnTo>
                <a:lnTo>
                  <a:pt x="770003" y="268112"/>
                </a:lnTo>
                <a:lnTo>
                  <a:pt x="740520" y="287562"/>
                </a:lnTo>
                <a:lnTo>
                  <a:pt x="711451" y="307626"/>
                </a:lnTo>
                <a:lnTo>
                  <a:pt x="682810" y="328297"/>
                </a:lnTo>
                <a:lnTo>
                  <a:pt x="654610" y="349566"/>
                </a:lnTo>
                <a:lnTo>
                  <a:pt x="626863" y="371422"/>
                </a:lnTo>
                <a:lnTo>
                  <a:pt x="599582" y="393856"/>
                </a:lnTo>
                <a:lnTo>
                  <a:pt x="572778" y="416859"/>
                </a:lnTo>
                <a:lnTo>
                  <a:pt x="546463" y="440419"/>
                </a:lnTo>
                <a:lnTo>
                  <a:pt x="520649" y="464528"/>
                </a:lnTo>
                <a:lnTo>
                  <a:pt x="495348" y="489173"/>
                </a:lnTo>
                <a:lnTo>
                  <a:pt x="470569" y="514345"/>
                </a:lnTo>
                <a:lnTo>
                  <a:pt x="446326" y="540032"/>
                </a:lnTo>
                <a:lnTo>
                  <a:pt x="422627" y="566223"/>
                </a:lnTo>
                <a:lnTo>
                  <a:pt x="399484" y="592906"/>
                </a:lnTo>
                <a:lnTo>
                  <a:pt x="376906" y="620069"/>
                </a:lnTo>
                <a:lnTo>
                  <a:pt x="354905" y="647701"/>
                </a:lnTo>
                <a:lnTo>
                  <a:pt x="333489" y="675788"/>
                </a:lnTo>
                <a:lnTo>
                  <a:pt x="312667" y="704320"/>
                </a:lnTo>
                <a:lnTo>
                  <a:pt x="292450" y="733283"/>
                </a:lnTo>
                <a:lnTo>
                  <a:pt x="272846" y="762664"/>
                </a:lnTo>
                <a:lnTo>
                  <a:pt x="253864" y="792451"/>
                </a:lnTo>
                <a:lnTo>
                  <a:pt x="235512" y="822630"/>
                </a:lnTo>
                <a:lnTo>
                  <a:pt x="217798" y="853188"/>
                </a:lnTo>
                <a:lnTo>
                  <a:pt x="200730" y="884111"/>
                </a:lnTo>
                <a:lnTo>
                  <a:pt x="184315" y="915387"/>
                </a:lnTo>
                <a:lnTo>
                  <a:pt x="168561" y="947000"/>
                </a:lnTo>
                <a:lnTo>
                  <a:pt x="153475" y="978937"/>
                </a:lnTo>
                <a:lnTo>
                  <a:pt x="139064" y="1011184"/>
                </a:lnTo>
                <a:lnTo>
                  <a:pt x="125333" y="1043727"/>
                </a:lnTo>
                <a:lnTo>
                  <a:pt x="112289" y="1076552"/>
                </a:lnTo>
                <a:lnTo>
                  <a:pt x="99938" y="1109643"/>
                </a:lnTo>
                <a:lnTo>
                  <a:pt x="88284" y="1142986"/>
                </a:lnTo>
                <a:lnTo>
                  <a:pt x="77334" y="1176567"/>
                </a:lnTo>
                <a:lnTo>
                  <a:pt x="67092" y="1210371"/>
                </a:lnTo>
                <a:lnTo>
                  <a:pt x="57563" y="1244382"/>
                </a:lnTo>
                <a:lnTo>
                  <a:pt x="48750" y="1278586"/>
                </a:lnTo>
                <a:lnTo>
                  <a:pt x="40658" y="1312967"/>
                </a:lnTo>
                <a:lnTo>
                  <a:pt x="33290" y="1347512"/>
                </a:lnTo>
                <a:lnTo>
                  <a:pt x="26650" y="1382203"/>
                </a:lnTo>
                <a:lnTo>
                  <a:pt x="20740" y="1417026"/>
                </a:lnTo>
                <a:lnTo>
                  <a:pt x="15563" y="1451966"/>
                </a:lnTo>
                <a:lnTo>
                  <a:pt x="11121" y="1487006"/>
                </a:lnTo>
                <a:lnTo>
                  <a:pt x="7417" y="1522133"/>
                </a:lnTo>
                <a:lnTo>
                  <a:pt x="4451" y="1557329"/>
                </a:lnTo>
                <a:lnTo>
                  <a:pt x="2226" y="1592580"/>
                </a:lnTo>
                <a:lnTo>
                  <a:pt x="742" y="1627870"/>
                </a:lnTo>
                <a:lnTo>
                  <a:pt x="0" y="1663183"/>
                </a:lnTo>
                <a:lnTo>
                  <a:pt x="0" y="1698504"/>
                </a:lnTo>
                <a:lnTo>
                  <a:pt x="742" y="1733817"/>
                </a:lnTo>
                <a:lnTo>
                  <a:pt x="2226" y="1769107"/>
                </a:lnTo>
                <a:lnTo>
                  <a:pt x="4451" y="1804358"/>
                </a:lnTo>
                <a:lnTo>
                  <a:pt x="7417" y="1839554"/>
                </a:lnTo>
                <a:lnTo>
                  <a:pt x="11121" y="1874681"/>
                </a:lnTo>
                <a:lnTo>
                  <a:pt x="15563" y="1909721"/>
                </a:lnTo>
                <a:lnTo>
                  <a:pt x="20740" y="1944661"/>
                </a:lnTo>
                <a:lnTo>
                  <a:pt x="26650" y="1979484"/>
                </a:lnTo>
                <a:lnTo>
                  <a:pt x="33290" y="2014175"/>
                </a:lnTo>
                <a:lnTo>
                  <a:pt x="40658" y="2048720"/>
                </a:lnTo>
                <a:lnTo>
                  <a:pt x="48750" y="2083101"/>
                </a:lnTo>
                <a:lnTo>
                  <a:pt x="57563" y="2117305"/>
                </a:lnTo>
                <a:lnTo>
                  <a:pt x="67092" y="2151316"/>
                </a:lnTo>
                <a:lnTo>
                  <a:pt x="77334" y="2185120"/>
                </a:lnTo>
                <a:lnTo>
                  <a:pt x="88284" y="2218701"/>
                </a:lnTo>
                <a:lnTo>
                  <a:pt x="99938" y="2252044"/>
                </a:lnTo>
                <a:lnTo>
                  <a:pt x="112289" y="2285135"/>
                </a:lnTo>
                <a:lnTo>
                  <a:pt x="125333" y="2317960"/>
                </a:lnTo>
                <a:lnTo>
                  <a:pt x="139064" y="2350503"/>
                </a:lnTo>
                <a:lnTo>
                  <a:pt x="153475" y="2382750"/>
                </a:lnTo>
                <a:lnTo>
                  <a:pt x="168561" y="2414687"/>
                </a:lnTo>
                <a:lnTo>
                  <a:pt x="184315" y="2446300"/>
                </a:lnTo>
                <a:lnTo>
                  <a:pt x="200730" y="2477576"/>
                </a:lnTo>
                <a:lnTo>
                  <a:pt x="217798" y="2508499"/>
                </a:lnTo>
                <a:lnTo>
                  <a:pt x="235512" y="2539057"/>
                </a:lnTo>
                <a:lnTo>
                  <a:pt x="253864" y="2569236"/>
                </a:lnTo>
                <a:lnTo>
                  <a:pt x="272846" y="2599023"/>
                </a:lnTo>
                <a:lnTo>
                  <a:pt x="292450" y="2628404"/>
                </a:lnTo>
                <a:lnTo>
                  <a:pt x="312667" y="2657367"/>
                </a:lnTo>
                <a:lnTo>
                  <a:pt x="333489" y="2685899"/>
                </a:lnTo>
                <a:lnTo>
                  <a:pt x="354905" y="2713986"/>
                </a:lnTo>
                <a:lnTo>
                  <a:pt x="376906" y="2741618"/>
                </a:lnTo>
                <a:lnTo>
                  <a:pt x="399484" y="2768781"/>
                </a:lnTo>
                <a:lnTo>
                  <a:pt x="422627" y="2795464"/>
                </a:lnTo>
                <a:lnTo>
                  <a:pt x="446326" y="2821655"/>
                </a:lnTo>
                <a:lnTo>
                  <a:pt x="470569" y="2847342"/>
                </a:lnTo>
                <a:lnTo>
                  <a:pt x="495348" y="2872514"/>
                </a:lnTo>
                <a:lnTo>
                  <a:pt x="520649" y="2897159"/>
                </a:lnTo>
                <a:lnTo>
                  <a:pt x="546463" y="2921268"/>
                </a:lnTo>
                <a:lnTo>
                  <a:pt x="572778" y="2944828"/>
                </a:lnTo>
                <a:lnTo>
                  <a:pt x="599582" y="2967831"/>
                </a:lnTo>
                <a:lnTo>
                  <a:pt x="626863" y="2990265"/>
                </a:lnTo>
                <a:lnTo>
                  <a:pt x="654610" y="3012121"/>
                </a:lnTo>
                <a:lnTo>
                  <a:pt x="682810" y="3033390"/>
                </a:lnTo>
                <a:lnTo>
                  <a:pt x="711451" y="3054061"/>
                </a:lnTo>
                <a:lnTo>
                  <a:pt x="740520" y="3074125"/>
                </a:lnTo>
                <a:lnTo>
                  <a:pt x="770003" y="3093575"/>
                </a:lnTo>
                <a:lnTo>
                  <a:pt x="799889" y="3112400"/>
                </a:lnTo>
                <a:lnTo>
                  <a:pt x="830164" y="3130594"/>
                </a:lnTo>
                <a:lnTo>
                  <a:pt x="860815" y="3148147"/>
                </a:lnTo>
                <a:lnTo>
                  <a:pt x="891828" y="3165053"/>
                </a:lnTo>
                <a:lnTo>
                  <a:pt x="923189" y="3181303"/>
                </a:lnTo>
                <a:lnTo>
                  <a:pt x="954884" y="3196890"/>
                </a:lnTo>
                <a:lnTo>
                  <a:pt x="986901" y="3211808"/>
                </a:lnTo>
                <a:lnTo>
                  <a:pt x="1019223" y="3226050"/>
                </a:lnTo>
                <a:lnTo>
                  <a:pt x="1051838" y="3239610"/>
                </a:lnTo>
                <a:lnTo>
                  <a:pt x="1084730" y="3252481"/>
                </a:lnTo>
                <a:lnTo>
                  <a:pt x="1117886" y="3264658"/>
                </a:lnTo>
                <a:lnTo>
                  <a:pt x="1151290" y="3276136"/>
                </a:lnTo>
                <a:lnTo>
                  <a:pt x="1184928" y="3286910"/>
                </a:lnTo>
                <a:lnTo>
                  <a:pt x="1218784" y="3296974"/>
                </a:lnTo>
                <a:lnTo>
                  <a:pt x="1252845" y="3306325"/>
                </a:lnTo>
                <a:lnTo>
                  <a:pt x="1287095" y="3314958"/>
                </a:lnTo>
                <a:lnTo>
                  <a:pt x="1321519" y="3322869"/>
                </a:lnTo>
                <a:lnTo>
                  <a:pt x="1356101" y="3330055"/>
                </a:lnTo>
                <a:lnTo>
                  <a:pt x="1390827" y="3336513"/>
                </a:lnTo>
                <a:lnTo>
                  <a:pt x="1425681" y="3342240"/>
                </a:lnTo>
                <a:lnTo>
                  <a:pt x="1460647" y="3347234"/>
                </a:lnTo>
                <a:lnTo>
                  <a:pt x="1495710" y="3351491"/>
                </a:lnTo>
                <a:lnTo>
                  <a:pt x="1530856" y="3355011"/>
                </a:lnTo>
                <a:lnTo>
                  <a:pt x="1566067" y="3357791"/>
                </a:lnTo>
                <a:lnTo>
                  <a:pt x="1601329" y="3359831"/>
                </a:lnTo>
                <a:lnTo>
                  <a:pt x="1636626" y="3361130"/>
                </a:lnTo>
                <a:lnTo>
                  <a:pt x="1671943" y="3361687"/>
                </a:lnTo>
                <a:lnTo>
                  <a:pt x="1707264" y="3361501"/>
                </a:lnTo>
                <a:lnTo>
                  <a:pt x="1742573" y="3360574"/>
                </a:lnTo>
                <a:lnTo>
                  <a:pt x="1777854" y="3358904"/>
                </a:lnTo>
                <a:lnTo>
                  <a:pt x="1813093" y="3356494"/>
                </a:lnTo>
                <a:lnTo>
                  <a:pt x="1848273" y="3353343"/>
                </a:lnTo>
                <a:lnTo>
                  <a:pt x="1883380" y="3349455"/>
                </a:lnTo>
                <a:lnTo>
                  <a:pt x="1918396" y="3344829"/>
                </a:lnTo>
                <a:lnTo>
                  <a:pt x="1953308" y="3339468"/>
                </a:lnTo>
                <a:lnTo>
                  <a:pt x="1988100" y="3333376"/>
                </a:lnTo>
                <a:lnTo>
                  <a:pt x="2022756" y="3326553"/>
                </a:lnTo>
                <a:lnTo>
                  <a:pt x="2057261" y="3319004"/>
                </a:lnTo>
                <a:lnTo>
                  <a:pt x="2091599" y="3310731"/>
                </a:lnTo>
                <a:lnTo>
                  <a:pt x="2125757" y="3301739"/>
                </a:lnTo>
                <a:lnTo>
                  <a:pt x="2159717" y="3292031"/>
                </a:lnTo>
                <a:lnTo>
                  <a:pt x="2193467" y="3281611"/>
                </a:lnTo>
                <a:lnTo>
                  <a:pt x="2226990" y="3270485"/>
                </a:lnTo>
                <a:lnTo>
                  <a:pt x="2260271" y="3258657"/>
                </a:lnTo>
                <a:lnTo>
                  <a:pt x="2293297" y="3246132"/>
                </a:lnTo>
                <a:lnTo>
                  <a:pt x="2326052" y="3232915"/>
                </a:lnTo>
                <a:lnTo>
                  <a:pt x="2358523" y="3219014"/>
                </a:lnTo>
                <a:lnTo>
                  <a:pt x="2390694" y="3204433"/>
                </a:lnTo>
                <a:lnTo>
                  <a:pt x="2422551" y="3189180"/>
                </a:lnTo>
                <a:lnTo>
                  <a:pt x="2454081" y="3173260"/>
                </a:lnTo>
                <a:lnTo>
                  <a:pt x="2485270" y="3156681"/>
                </a:lnTo>
                <a:lnTo>
                  <a:pt x="2516103" y="3139451"/>
                </a:lnTo>
                <a:lnTo>
                  <a:pt x="2546568" y="3121577"/>
                </a:lnTo>
                <a:lnTo>
                  <a:pt x="2576650" y="3103066"/>
                </a:lnTo>
                <a:lnTo>
                  <a:pt x="2606337" y="3083928"/>
                </a:lnTo>
                <a:lnTo>
                  <a:pt x="2635614" y="3064169"/>
                </a:lnTo>
                <a:lnTo>
                  <a:pt x="2664471" y="3043801"/>
                </a:lnTo>
                <a:lnTo>
                  <a:pt x="2692893" y="3022830"/>
                </a:lnTo>
                <a:lnTo>
                  <a:pt x="2720868" y="3001266"/>
                </a:lnTo>
                <a:lnTo>
                  <a:pt x="2748383" y="2979120"/>
                </a:lnTo>
                <a:lnTo>
                  <a:pt x="2775428" y="2956400"/>
                </a:lnTo>
                <a:lnTo>
                  <a:pt x="2801988" y="2933117"/>
                </a:lnTo>
                <a:lnTo>
                  <a:pt x="2828054" y="2909281"/>
                </a:lnTo>
                <a:lnTo>
                  <a:pt x="2853613" y="2884903"/>
                </a:lnTo>
                <a:lnTo>
                  <a:pt x="2878655" y="2859993"/>
                </a:lnTo>
                <a:lnTo>
                  <a:pt x="2903167" y="2834562"/>
                </a:lnTo>
                <a:lnTo>
                  <a:pt x="2927140" y="2808622"/>
                </a:lnTo>
                <a:lnTo>
                  <a:pt x="2950562" y="2782184"/>
                </a:lnTo>
                <a:lnTo>
                  <a:pt x="2973423" y="2755259"/>
                </a:lnTo>
                <a:lnTo>
                  <a:pt x="2995714" y="2727860"/>
                </a:lnTo>
                <a:lnTo>
                  <a:pt x="3017424" y="2699999"/>
                </a:lnTo>
                <a:lnTo>
                  <a:pt x="3038544" y="2671687"/>
                </a:lnTo>
                <a:lnTo>
                  <a:pt x="3059064" y="2642939"/>
                </a:lnTo>
                <a:lnTo>
                  <a:pt x="3078976" y="2613765"/>
                </a:lnTo>
                <a:lnTo>
                  <a:pt x="3098270" y="2584179"/>
                </a:lnTo>
                <a:lnTo>
                  <a:pt x="3116938" y="2554195"/>
                </a:lnTo>
                <a:lnTo>
                  <a:pt x="3134973" y="2523825"/>
                </a:lnTo>
                <a:lnTo>
                  <a:pt x="3152365" y="2493082"/>
                </a:lnTo>
                <a:lnTo>
                  <a:pt x="3169107" y="2461981"/>
                </a:lnTo>
                <a:lnTo>
                  <a:pt x="3185192" y="2430535"/>
                </a:lnTo>
                <a:lnTo>
                  <a:pt x="3200613" y="2398758"/>
                </a:lnTo>
                <a:lnTo>
                  <a:pt x="3215362" y="2366664"/>
                </a:lnTo>
                <a:lnTo>
                  <a:pt x="3229434" y="2334267"/>
                </a:lnTo>
                <a:lnTo>
                  <a:pt x="3242822" y="2301582"/>
                </a:lnTo>
                <a:lnTo>
                  <a:pt x="3255521" y="2268622"/>
                </a:lnTo>
                <a:lnTo>
                  <a:pt x="3267524" y="2235403"/>
                </a:lnTo>
                <a:lnTo>
                  <a:pt x="3278826" y="2201939"/>
                </a:lnTo>
                <a:lnTo>
                  <a:pt x="3289423" y="2168245"/>
                </a:lnTo>
                <a:lnTo>
                  <a:pt x="3299309" y="2134336"/>
                </a:lnTo>
                <a:lnTo>
                  <a:pt x="3308481" y="2100226"/>
                </a:lnTo>
                <a:lnTo>
                  <a:pt x="3316933" y="2065932"/>
                </a:lnTo>
                <a:lnTo>
                  <a:pt x="3324664" y="2031467"/>
                </a:lnTo>
                <a:lnTo>
                  <a:pt x="3331668" y="1996847"/>
                </a:lnTo>
                <a:lnTo>
                  <a:pt x="3337944" y="1962088"/>
                </a:lnTo>
                <a:lnTo>
                  <a:pt x="3343488" y="1927205"/>
                </a:lnTo>
                <a:lnTo>
                  <a:pt x="3348297" y="1892213"/>
                </a:lnTo>
                <a:lnTo>
                  <a:pt x="3352370" y="1857127"/>
                </a:lnTo>
                <a:lnTo>
                  <a:pt x="3355705" y="1821964"/>
                </a:lnTo>
                <a:lnTo>
                  <a:pt x="3358301" y="1786738"/>
                </a:lnTo>
                <a:lnTo>
                  <a:pt x="3360156" y="1751466"/>
                </a:lnTo>
                <a:lnTo>
                  <a:pt x="3361269" y="1716163"/>
                </a:lnTo>
                <a:lnTo>
                  <a:pt x="3361640" y="1680844"/>
                </a:lnTo>
              </a:path>
            </a:pathLst>
          </a:custGeom>
          <a:noFill/>
          <a:ln w="4318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65" name="Connector 211"/>
          <p:cNvCxnSpPr/>
          <p:nvPr/>
        </p:nvCxnSpPr>
        <p:spPr>
          <a:xfrm>
            <a:off x="9299880" y="3817440"/>
            <a:ext cx="360" cy="16311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566" name="Connector 212"/>
          <p:cNvCxnSpPr/>
          <p:nvPr/>
        </p:nvCxnSpPr>
        <p:spPr>
          <a:xfrm>
            <a:off x="8892360" y="5448240"/>
            <a:ext cx="40788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567" name="Connector 213"/>
          <p:cNvCxnSpPr/>
          <p:nvPr/>
        </p:nvCxnSpPr>
        <p:spPr>
          <a:xfrm>
            <a:off x="10523160" y="3817440"/>
            <a:ext cx="360" cy="40788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568" name="Connector 214"/>
          <p:cNvCxnSpPr/>
          <p:nvPr/>
        </p:nvCxnSpPr>
        <p:spPr>
          <a:xfrm>
            <a:off x="8892360" y="4224960"/>
            <a:ext cx="163116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569" name="Connector 215"/>
          <p:cNvCxnSpPr/>
          <p:nvPr/>
        </p:nvCxnSpPr>
        <p:spPr>
          <a:xfrm flipV="1">
            <a:off x="8484840" y="3409920"/>
            <a:ext cx="2854080" cy="285408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8"/>
          <p:cNvSpPr/>
          <p:nvPr/>
        </p:nvSpPr>
        <p:spPr>
          <a:xfrm>
            <a:off x="0" y="3401280"/>
            <a:ext cx="6245280" cy="1368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9"/>
          <p:cNvSpPr/>
          <p:nvPr/>
        </p:nvSpPr>
        <p:spPr>
          <a:xfrm flipV="1">
            <a:off x="0" y="3954600"/>
            <a:ext cx="6235920" cy="1368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30"/>
          <p:cNvSpPr/>
          <p:nvPr/>
        </p:nvSpPr>
        <p:spPr>
          <a:xfrm>
            <a:off x="0" y="4535280"/>
            <a:ext cx="624528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1"/>
          <p:cNvSpPr/>
          <p:nvPr/>
        </p:nvSpPr>
        <p:spPr>
          <a:xfrm>
            <a:off x="0" y="5102280"/>
            <a:ext cx="6235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2"/>
          <p:cNvSpPr/>
          <p:nvPr/>
        </p:nvSpPr>
        <p:spPr>
          <a:xfrm>
            <a:off x="0" y="5669280"/>
            <a:ext cx="624528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AN xy EQUATION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There is an xy Term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39"/>
          <p:cNvSpPr/>
          <p:nvPr/>
        </p:nvSpPr>
        <p:spPr>
          <a:xfrm>
            <a:off x="457200" y="1554480"/>
            <a:ext cx="553176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40"/>
          <p:cNvSpPr/>
          <p:nvPr/>
        </p:nvSpPr>
        <p:spPr>
          <a:xfrm>
            <a:off x="644652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41"/>
          <p:cNvSpPr/>
          <p:nvPr/>
        </p:nvSpPr>
        <p:spPr>
          <a:xfrm>
            <a:off x="6446520" y="6263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42"/>
          <p:cNvSpPr/>
          <p:nvPr/>
        </p:nvSpPr>
        <p:spPr>
          <a:xfrm>
            <a:off x="68540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43"/>
          <p:cNvSpPr/>
          <p:nvPr/>
        </p:nvSpPr>
        <p:spPr>
          <a:xfrm>
            <a:off x="6446520" y="58557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44"/>
          <p:cNvSpPr/>
          <p:nvPr/>
        </p:nvSpPr>
        <p:spPr>
          <a:xfrm>
            <a:off x="7261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45"/>
          <p:cNvSpPr/>
          <p:nvPr/>
        </p:nvSpPr>
        <p:spPr>
          <a:xfrm>
            <a:off x="6446520" y="54482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46"/>
          <p:cNvSpPr/>
          <p:nvPr/>
        </p:nvSpPr>
        <p:spPr>
          <a:xfrm>
            <a:off x="76694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47"/>
          <p:cNvSpPr/>
          <p:nvPr/>
        </p:nvSpPr>
        <p:spPr>
          <a:xfrm>
            <a:off x="6446520" y="50403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48"/>
          <p:cNvSpPr/>
          <p:nvPr/>
        </p:nvSpPr>
        <p:spPr>
          <a:xfrm>
            <a:off x="80769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49"/>
          <p:cNvSpPr/>
          <p:nvPr/>
        </p:nvSpPr>
        <p:spPr>
          <a:xfrm>
            <a:off x="6446520" y="46328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50"/>
          <p:cNvSpPr/>
          <p:nvPr/>
        </p:nvSpPr>
        <p:spPr>
          <a:xfrm>
            <a:off x="848484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51"/>
          <p:cNvSpPr/>
          <p:nvPr/>
        </p:nvSpPr>
        <p:spPr>
          <a:xfrm>
            <a:off x="6446520" y="422496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52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53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54"/>
          <p:cNvSpPr/>
          <p:nvPr/>
        </p:nvSpPr>
        <p:spPr>
          <a:xfrm>
            <a:off x="92998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55"/>
          <p:cNvSpPr/>
          <p:nvPr/>
        </p:nvSpPr>
        <p:spPr>
          <a:xfrm>
            <a:off x="6446520" y="34099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56"/>
          <p:cNvSpPr/>
          <p:nvPr/>
        </p:nvSpPr>
        <p:spPr>
          <a:xfrm>
            <a:off x="97077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57"/>
          <p:cNvSpPr/>
          <p:nvPr/>
        </p:nvSpPr>
        <p:spPr>
          <a:xfrm>
            <a:off x="6446520" y="30020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58"/>
          <p:cNvSpPr/>
          <p:nvPr/>
        </p:nvSpPr>
        <p:spPr>
          <a:xfrm>
            <a:off x="101152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59"/>
          <p:cNvSpPr/>
          <p:nvPr/>
        </p:nvSpPr>
        <p:spPr>
          <a:xfrm>
            <a:off x="6446520" y="25945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60"/>
          <p:cNvSpPr/>
          <p:nvPr/>
        </p:nvSpPr>
        <p:spPr>
          <a:xfrm>
            <a:off x="105231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61"/>
          <p:cNvSpPr/>
          <p:nvPr/>
        </p:nvSpPr>
        <p:spPr>
          <a:xfrm>
            <a:off x="6446520" y="218664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62"/>
          <p:cNvSpPr/>
          <p:nvPr/>
        </p:nvSpPr>
        <p:spPr>
          <a:xfrm>
            <a:off x="1093068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63"/>
          <p:cNvSpPr/>
          <p:nvPr/>
        </p:nvSpPr>
        <p:spPr>
          <a:xfrm>
            <a:off x="6446520" y="177912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64"/>
          <p:cNvSpPr/>
          <p:nvPr/>
        </p:nvSpPr>
        <p:spPr>
          <a:xfrm>
            <a:off x="11338560" y="1371600"/>
            <a:ext cx="360" cy="48920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65"/>
          <p:cNvSpPr/>
          <p:nvPr/>
        </p:nvSpPr>
        <p:spPr>
          <a:xfrm>
            <a:off x="6446520" y="1371600"/>
            <a:ext cx="489204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66"/>
          <p:cNvSpPr/>
          <p:nvPr/>
        </p:nvSpPr>
        <p:spPr>
          <a:xfrm>
            <a:off x="6446520" y="3817440"/>
            <a:ext cx="489204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67"/>
          <p:cNvSpPr/>
          <p:nvPr/>
        </p:nvSpPr>
        <p:spPr>
          <a:xfrm>
            <a:off x="8892360" y="1371600"/>
            <a:ext cx="360" cy="489204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68"/>
          <p:cNvSpPr/>
          <p:nvPr/>
        </p:nvSpPr>
        <p:spPr>
          <a:xfrm>
            <a:off x="62452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69"/>
          <p:cNvSpPr/>
          <p:nvPr/>
        </p:nvSpPr>
        <p:spPr>
          <a:xfrm>
            <a:off x="8435520" y="6172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70"/>
          <p:cNvSpPr/>
          <p:nvPr/>
        </p:nvSpPr>
        <p:spPr>
          <a:xfrm>
            <a:off x="665316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71"/>
          <p:cNvSpPr/>
          <p:nvPr/>
        </p:nvSpPr>
        <p:spPr>
          <a:xfrm>
            <a:off x="8435520" y="5764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72"/>
          <p:cNvSpPr/>
          <p:nvPr/>
        </p:nvSpPr>
        <p:spPr>
          <a:xfrm>
            <a:off x="70606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73"/>
          <p:cNvSpPr/>
          <p:nvPr/>
        </p:nvSpPr>
        <p:spPr>
          <a:xfrm>
            <a:off x="8435520" y="53568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74"/>
          <p:cNvSpPr/>
          <p:nvPr/>
        </p:nvSpPr>
        <p:spPr>
          <a:xfrm>
            <a:off x="74682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75"/>
          <p:cNvSpPr/>
          <p:nvPr/>
        </p:nvSpPr>
        <p:spPr>
          <a:xfrm>
            <a:off x="8435520" y="4949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76"/>
          <p:cNvSpPr/>
          <p:nvPr/>
        </p:nvSpPr>
        <p:spPr>
          <a:xfrm>
            <a:off x="78760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77"/>
          <p:cNvSpPr/>
          <p:nvPr/>
        </p:nvSpPr>
        <p:spPr>
          <a:xfrm>
            <a:off x="8435520" y="4541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78"/>
          <p:cNvSpPr/>
          <p:nvPr/>
        </p:nvSpPr>
        <p:spPr>
          <a:xfrm>
            <a:off x="82836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79"/>
          <p:cNvSpPr/>
          <p:nvPr/>
        </p:nvSpPr>
        <p:spPr>
          <a:xfrm>
            <a:off x="8435520" y="41338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80"/>
          <p:cNvSpPr/>
          <p:nvPr/>
        </p:nvSpPr>
        <p:spPr>
          <a:xfrm>
            <a:off x="90990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81"/>
          <p:cNvSpPr/>
          <p:nvPr/>
        </p:nvSpPr>
        <p:spPr>
          <a:xfrm>
            <a:off x="8435520" y="3318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82"/>
          <p:cNvSpPr/>
          <p:nvPr/>
        </p:nvSpPr>
        <p:spPr>
          <a:xfrm>
            <a:off x="950688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83"/>
          <p:cNvSpPr/>
          <p:nvPr/>
        </p:nvSpPr>
        <p:spPr>
          <a:xfrm>
            <a:off x="8435520" y="2910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84"/>
          <p:cNvSpPr/>
          <p:nvPr/>
        </p:nvSpPr>
        <p:spPr>
          <a:xfrm>
            <a:off x="99144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85"/>
          <p:cNvSpPr/>
          <p:nvPr/>
        </p:nvSpPr>
        <p:spPr>
          <a:xfrm>
            <a:off x="8435520" y="25030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86"/>
          <p:cNvSpPr/>
          <p:nvPr/>
        </p:nvSpPr>
        <p:spPr>
          <a:xfrm>
            <a:off x="103219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87"/>
          <p:cNvSpPr/>
          <p:nvPr/>
        </p:nvSpPr>
        <p:spPr>
          <a:xfrm>
            <a:off x="8435520" y="209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88"/>
          <p:cNvSpPr/>
          <p:nvPr/>
        </p:nvSpPr>
        <p:spPr>
          <a:xfrm>
            <a:off x="1072980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89"/>
          <p:cNvSpPr/>
          <p:nvPr/>
        </p:nvSpPr>
        <p:spPr>
          <a:xfrm>
            <a:off x="8435520" y="1687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90"/>
          <p:cNvSpPr/>
          <p:nvPr/>
        </p:nvSpPr>
        <p:spPr>
          <a:xfrm>
            <a:off x="11137320" y="386352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91"/>
          <p:cNvSpPr/>
          <p:nvPr/>
        </p:nvSpPr>
        <p:spPr>
          <a:xfrm>
            <a:off x="8435520" y="1280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92"/>
          <p:cNvSpPr/>
          <p:nvPr/>
        </p:nvSpPr>
        <p:spPr>
          <a:xfrm>
            <a:off x="11320200" y="38541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93"/>
          <p:cNvSpPr/>
          <p:nvPr/>
        </p:nvSpPr>
        <p:spPr>
          <a:xfrm>
            <a:off x="8984160" y="132588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43"/>
          <p:cNvSpPr/>
          <p:nvPr/>
        </p:nvSpPr>
        <p:spPr>
          <a:xfrm>
            <a:off x="8393400" y="209556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244"/>
          <p:cNvSpPr/>
          <p:nvPr/>
        </p:nvSpPr>
        <p:spPr>
          <a:xfrm>
            <a:off x="8631000" y="1857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(−1, 4)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45"/>
          <p:cNvSpPr/>
          <p:nvPr/>
        </p:nvSpPr>
        <p:spPr>
          <a:xfrm>
            <a:off x="9616320" y="4541400"/>
            <a:ext cx="182520" cy="182520"/>
          </a:xfrm>
          <a:prstGeom prst="ellipse">
            <a:avLst/>
          </a:prstGeom>
          <a:solidFill>
            <a:srgbClr val="e0ac2b"/>
          </a:solidFill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 246"/>
          <p:cNvSpPr/>
          <p:nvPr/>
        </p:nvSpPr>
        <p:spPr>
          <a:xfrm>
            <a:off x="9854280" y="46879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(2, −2)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 247"/>
          <p:cNvSpPr/>
          <p:nvPr/>
        </p:nvSpPr>
        <p:spPr>
          <a:xfrm>
            <a:off x="6446520" y="6364080"/>
            <a:ext cx="489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xy = −4   meets   2x + y = 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48"/>
          <p:cNvSpPr/>
          <p:nvPr/>
        </p:nvSpPr>
        <p:spPr>
          <a:xfrm>
            <a:off x="713160" y="18104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249"/>
          <p:cNvSpPr/>
          <p:nvPr/>
        </p:nvSpPr>
        <p:spPr>
          <a:xfrm>
            <a:off x="713160" y="18104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 250"/>
          <p:cNvSpPr/>
          <p:nvPr/>
        </p:nvSpPr>
        <p:spPr>
          <a:xfrm>
            <a:off x="1207080" y="177408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2x + y = 2   and   xy + 4 =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51"/>
          <p:cNvSpPr/>
          <p:nvPr/>
        </p:nvSpPr>
        <p:spPr>
          <a:xfrm>
            <a:off x="713160" y="23454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252"/>
          <p:cNvSpPr/>
          <p:nvPr/>
        </p:nvSpPr>
        <p:spPr>
          <a:xfrm>
            <a:off x="713160" y="23454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253"/>
          <p:cNvSpPr/>
          <p:nvPr/>
        </p:nvSpPr>
        <p:spPr>
          <a:xfrm>
            <a:off x="1207080" y="23090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Rearrange linear:  y = 2 − 2x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254"/>
          <p:cNvSpPr/>
          <p:nvPr/>
        </p:nvSpPr>
        <p:spPr>
          <a:xfrm>
            <a:off x="713160" y="2880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255"/>
          <p:cNvSpPr/>
          <p:nvPr/>
        </p:nvSpPr>
        <p:spPr>
          <a:xfrm>
            <a:off x="713160" y="2880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256"/>
          <p:cNvSpPr/>
          <p:nvPr/>
        </p:nvSpPr>
        <p:spPr>
          <a:xfrm>
            <a:off x="1207080" y="284364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Substitute:  x(2 − 2x) + 4 =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57"/>
          <p:cNvSpPr/>
          <p:nvPr/>
        </p:nvSpPr>
        <p:spPr>
          <a:xfrm>
            <a:off x="713160" y="3415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258"/>
          <p:cNvSpPr/>
          <p:nvPr/>
        </p:nvSpPr>
        <p:spPr>
          <a:xfrm>
            <a:off x="713160" y="3415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259"/>
          <p:cNvSpPr/>
          <p:nvPr/>
        </p:nvSpPr>
        <p:spPr>
          <a:xfrm>
            <a:off x="1207080" y="337860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−</a:t>
            </a:r>
            <a:r>
              <a:rPr b="0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2x² + 2x + 4 = 0  →  x² − x − 2 =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60"/>
          <p:cNvSpPr/>
          <p:nvPr/>
        </p:nvSpPr>
        <p:spPr>
          <a:xfrm>
            <a:off x="713160" y="39502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261"/>
          <p:cNvSpPr/>
          <p:nvPr/>
        </p:nvSpPr>
        <p:spPr>
          <a:xfrm>
            <a:off x="713160" y="39502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262"/>
          <p:cNvSpPr/>
          <p:nvPr/>
        </p:nvSpPr>
        <p:spPr>
          <a:xfrm>
            <a:off x="1207080" y="3913560"/>
            <a:ext cx="4891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(x − 2)(x + 1) = 0  →  x = 2 or −1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263"/>
          <p:cNvSpPr/>
          <p:nvPr/>
        </p:nvSpPr>
        <p:spPr>
          <a:xfrm>
            <a:off x="457200" y="4709160"/>
            <a:ext cx="553176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264"/>
          <p:cNvSpPr/>
          <p:nvPr/>
        </p:nvSpPr>
        <p:spPr>
          <a:xfrm>
            <a:off x="731520" y="4709160"/>
            <a:ext cx="4983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(2, −2)   and   (−1, 4)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Freeform 95"/>
          <p:cNvSpPr/>
          <p:nvPr/>
        </p:nvSpPr>
        <p:spPr>
          <a:xfrm>
            <a:off x="6446520" y="1432080"/>
            <a:ext cx="2166840" cy="2113560"/>
          </a:xfrm>
          <a:custGeom>
            <a:avLst/>
            <a:gdLst>
              <a:gd name="textAreaLeft" fmla="*/ 0 w 2166840"/>
              <a:gd name="textAreaRight" fmla="*/ 2167200 w 2166840"/>
              <a:gd name="textAreaTop" fmla="*/ 0 h 2113560"/>
              <a:gd name="textAreaBottom" fmla="*/ 2113920 h 2113560"/>
            </a:gdLst>
            <a:ahLst/>
            <a:rect l="textAreaLeft" t="textAreaTop" r="textAreaRight" b="textAreaBottom"/>
            <a:pathLst>
              <a:path w="2167347" h="2113740">
                <a:moveTo>
                  <a:pt x="0" y="2113740"/>
                </a:moveTo>
                <a:lnTo>
                  <a:pt x="9807" y="2112645"/>
                </a:lnTo>
                <a:lnTo>
                  <a:pt x="19614" y="2111543"/>
                </a:lnTo>
                <a:lnTo>
                  <a:pt x="29421" y="2110431"/>
                </a:lnTo>
                <a:lnTo>
                  <a:pt x="39228" y="2109310"/>
                </a:lnTo>
                <a:lnTo>
                  <a:pt x="49035" y="2108180"/>
                </a:lnTo>
                <a:lnTo>
                  <a:pt x="58842" y="2107040"/>
                </a:lnTo>
                <a:lnTo>
                  <a:pt x="68649" y="2105892"/>
                </a:lnTo>
                <a:lnTo>
                  <a:pt x="78456" y="2104733"/>
                </a:lnTo>
                <a:lnTo>
                  <a:pt x="88263" y="2103565"/>
                </a:lnTo>
                <a:lnTo>
                  <a:pt x="98070" y="2102388"/>
                </a:lnTo>
                <a:lnTo>
                  <a:pt x="107877" y="2101200"/>
                </a:lnTo>
                <a:lnTo>
                  <a:pt x="117684" y="2100003"/>
                </a:lnTo>
                <a:lnTo>
                  <a:pt x="127491" y="2098795"/>
                </a:lnTo>
                <a:lnTo>
                  <a:pt x="137298" y="2097577"/>
                </a:lnTo>
                <a:lnTo>
                  <a:pt x="147105" y="2096349"/>
                </a:lnTo>
                <a:lnTo>
                  <a:pt x="156912" y="2095110"/>
                </a:lnTo>
                <a:lnTo>
                  <a:pt x="166719" y="2093860"/>
                </a:lnTo>
                <a:lnTo>
                  <a:pt x="176526" y="2092600"/>
                </a:lnTo>
                <a:lnTo>
                  <a:pt x="186333" y="2091329"/>
                </a:lnTo>
                <a:lnTo>
                  <a:pt x="196140" y="2090046"/>
                </a:lnTo>
                <a:lnTo>
                  <a:pt x="205947" y="2088753"/>
                </a:lnTo>
                <a:lnTo>
                  <a:pt x="215754" y="2087448"/>
                </a:lnTo>
                <a:lnTo>
                  <a:pt x="225561" y="2086131"/>
                </a:lnTo>
                <a:lnTo>
                  <a:pt x="235368" y="2084803"/>
                </a:lnTo>
                <a:lnTo>
                  <a:pt x="245175" y="2083463"/>
                </a:lnTo>
                <a:lnTo>
                  <a:pt x="254982" y="2082111"/>
                </a:lnTo>
                <a:lnTo>
                  <a:pt x="264789" y="2080747"/>
                </a:lnTo>
                <a:lnTo>
                  <a:pt x="274596" y="2079370"/>
                </a:lnTo>
                <a:lnTo>
                  <a:pt x="284403" y="2077982"/>
                </a:lnTo>
                <a:lnTo>
                  <a:pt x="294210" y="2076580"/>
                </a:lnTo>
                <a:lnTo>
                  <a:pt x="304017" y="2075165"/>
                </a:lnTo>
                <a:lnTo>
                  <a:pt x="313824" y="2073738"/>
                </a:lnTo>
                <a:lnTo>
                  <a:pt x="323631" y="2072297"/>
                </a:lnTo>
                <a:lnTo>
                  <a:pt x="333438" y="2070843"/>
                </a:lnTo>
                <a:lnTo>
                  <a:pt x="343245" y="2069376"/>
                </a:lnTo>
                <a:lnTo>
                  <a:pt x="353052" y="2067894"/>
                </a:lnTo>
                <a:lnTo>
                  <a:pt x="362859" y="2066399"/>
                </a:lnTo>
                <a:lnTo>
                  <a:pt x="372666" y="2064890"/>
                </a:lnTo>
                <a:lnTo>
                  <a:pt x="382473" y="2063366"/>
                </a:lnTo>
                <a:lnTo>
                  <a:pt x="392280" y="2061827"/>
                </a:lnTo>
                <a:lnTo>
                  <a:pt x="402087" y="2060274"/>
                </a:lnTo>
                <a:lnTo>
                  <a:pt x="411894" y="2058706"/>
                </a:lnTo>
                <a:lnTo>
                  <a:pt x="421701" y="2057123"/>
                </a:lnTo>
                <a:lnTo>
                  <a:pt x="431508" y="2055524"/>
                </a:lnTo>
                <a:lnTo>
                  <a:pt x="441315" y="2053910"/>
                </a:lnTo>
                <a:lnTo>
                  <a:pt x="451122" y="2052280"/>
                </a:lnTo>
                <a:lnTo>
                  <a:pt x="460929" y="2050633"/>
                </a:lnTo>
                <a:lnTo>
                  <a:pt x="470736" y="2048971"/>
                </a:lnTo>
                <a:lnTo>
                  <a:pt x="480543" y="2047292"/>
                </a:lnTo>
                <a:lnTo>
                  <a:pt x="490350" y="2045595"/>
                </a:lnTo>
                <a:lnTo>
                  <a:pt x="500157" y="2043882"/>
                </a:lnTo>
                <a:lnTo>
                  <a:pt x="509964" y="2042152"/>
                </a:lnTo>
                <a:lnTo>
                  <a:pt x="519771" y="2040404"/>
                </a:lnTo>
                <a:lnTo>
                  <a:pt x="529578" y="2038637"/>
                </a:lnTo>
                <a:lnTo>
                  <a:pt x="539385" y="2036853"/>
                </a:lnTo>
                <a:lnTo>
                  <a:pt x="549192" y="2035051"/>
                </a:lnTo>
                <a:lnTo>
                  <a:pt x="558999" y="2033229"/>
                </a:lnTo>
                <a:lnTo>
                  <a:pt x="568806" y="2031389"/>
                </a:lnTo>
                <a:lnTo>
                  <a:pt x="578613" y="2029529"/>
                </a:lnTo>
                <a:lnTo>
                  <a:pt x="588420" y="2027649"/>
                </a:lnTo>
                <a:lnTo>
                  <a:pt x="598227" y="2025750"/>
                </a:lnTo>
                <a:lnTo>
                  <a:pt x="608034" y="2023830"/>
                </a:lnTo>
                <a:lnTo>
                  <a:pt x="617841" y="2021890"/>
                </a:lnTo>
                <a:lnTo>
                  <a:pt x="627648" y="2019929"/>
                </a:lnTo>
                <a:lnTo>
                  <a:pt x="637455" y="2017947"/>
                </a:lnTo>
                <a:lnTo>
                  <a:pt x="647262" y="2015943"/>
                </a:lnTo>
                <a:lnTo>
                  <a:pt x="657069" y="2013917"/>
                </a:lnTo>
                <a:lnTo>
                  <a:pt x="666876" y="2011868"/>
                </a:lnTo>
                <a:lnTo>
                  <a:pt x="676683" y="2009797"/>
                </a:lnTo>
                <a:lnTo>
                  <a:pt x="686490" y="2007703"/>
                </a:lnTo>
                <a:lnTo>
                  <a:pt x="696297" y="2005585"/>
                </a:lnTo>
                <a:lnTo>
                  <a:pt x="706104" y="2003444"/>
                </a:lnTo>
                <a:lnTo>
                  <a:pt x="715911" y="2001278"/>
                </a:lnTo>
                <a:lnTo>
                  <a:pt x="725718" y="1999088"/>
                </a:lnTo>
                <a:lnTo>
                  <a:pt x="735525" y="1996872"/>
                </a:lnTo>
                <a:lnTo>
                  <a:pt x="745332" y="1994631"/>
                </a:lnTo>
                <a:lnTo>
                  <a:pt x="755139" y="1992364"/>
                </a:lnTo>
                <a:lnTo>
                  <a:pt x="764946" y="1990070"/>
                </a:lnTo>
                <a:lnTo>
                  <a:pt x="774753" y="1987750"/>
                </a:lnTo>
                <a:lnTo>
                  <a:pt x="784560" y="1985402"/>
                </a:lnTo>
                <a:lnTo>
                  <a:pt x="794367" y="1983026"/>
                </a:lnTo>
                <a:lnTo>
                  <a:pt x="804174" y="1980622"/>
                </a:lnTo>
                <a:lnTo>
                  <a:pt x="813981" y="1978189"/>
                </a:lnTo>
                <a:lnTo>
                  <a:pt x="823788" y="1975726"/>
                </a:lnTo>
                <a:lnTo>
                  <a:pt x="833595" y="1973234"/>
                </a:lnTo>
                <a:lnTo>
                  <a:pt x="843402" y="1970711"/>
                </a:lnTo>
                <a:lnTo>
                  <a:pt x="853209" y="1968157"/>
                </a:lnTo>
                <a:lnTo>
                  <a:pt x="863016" y="1965572"/>
                </a:lnTo>
                <a:lnTo>
                  <a:pt x="872823" y="1962954"/>
                </a:lnTo>
                <a:lnTo>
                  <a:pt x="882630" y="1960303"/>
                </a:lnTo>
                <a:lnTo>
                  <a:pt x="892437" y="1957619"/>
                </a:lnTo>
                <a:lnTo>
                  <a:pt x="902244" y="1954900"/>
                </a:lnTo>
                <a:lnTo>
                  <a:pt x="912051" y="1952147"/>
                </a:lnTo>
                <a:lnTo>
                  <a:pt x="921858" y="1949359"/>
                </a:lnTo>
                <a:lnTo>
                  <a:pt x="931665" y="1946534"/>
                </a:lnTo>
                <a:lnTo>
                  <a:pt x="941472" y="1943673"/>
                </a:lnTo>
                <a:lnTo>
                  <a:pt x="951279" y="1940774"/>
                </a:lnTo>
                <a:lnTo>
                  <a:pt x="961086" y="1937837"/>
                </a:lnTo>
                <a:lnTo>
                  <a:pt x="970893" y="1934860"/>
                </a:lnTo>
                <a:lnTo>
                  <a:pt x="980700" y="1931844"/>
                </a:lnTo>
                <a:lnTo>
                  <a:pt x="990507" y="1928787"/>
                </a:lnTo>
                <a:lnTo>
                  <a:pt x="1000314" y="1925689"/>
                </a:lnTo>
                <a:lnTo>
                  <a:pt x="1010121" y="1922549"/>
                </a:lnTo>
                <a:lnTo>
                  <a:pt x="1019928" y="1919365"/>
                </a:lnTo>
                <a:lnTo>
                  <a:pt x="1029735" y="1916137"/>
                </a:lnTo>
                <a:lnTo>
                  <a:pt x="1039542" y="1912864"/>
                </a:lnTo>
                <a:lnTo>
                  <a:pt x="1049349" y="1909545"/>
                </a:lnTo>
                <a:lnTo>
                  <a:pt x="1059156" y="1906180"/>
                </a:lnTo>
                <a:lnTo>
                  <a:pt x="1068963" y="1902766"/>
                </a:lnTo>
                <a:lnTo>
                  <a:pt x="1078770" y="1899303"/>
                </a:lnTo>
                <a:lnTo>
                  <a:pt x="1088577" y="1895790"/>
                </a:lnTo>
                <a:lnTo>
                  <a:pt x="1098384" y="1892227"/>
                </a:lnTo>
                <a:lnTo>
                  <a:pt x="1108191" y="1888610"/>
                </a:lnTo>
                <a:lnTo>
                  <a:pt x="1117998" y="1884941"/>
                </a:lnTo>
                <a:lnTo>
                  <a:pt x="1127805" y="1881217"/>
                </a:lnTo>
                <a:lnTo>
                  <a:pt x="1137612" y="1877437"/>
                </a:lnTo>
                <a:lnTo>
                  <a:pt x="1147419" y="1873600"/>
                </a:lnTo>
                <a:lnTo>
                  <a:pt x="1157226" y="1869704"/>
                </a:lnTo>
                <a:lnTo>
                  <a:pt x="1167033" y="1865749"/>
                </a:lnTo>
                <a:lnTo>
                  <a:pt x="1176840" y="1861733"/>
                </a:lnTo>
                <a:lnTo>
                  <a:pt x="1186647" y="1857654"/>
                </a:lnTo>
                <a:lnTo>
                  <a:pt x="1196454" y="1853511"/>
                </a:lnTo>
                <a:lnTo>
                  <a:pt x="1206261" y="1849303"/>
                </a:lnTo>
                <a:lnTo>
                  <a:pt x="1216068" y="1845027"/>
                </a:lnTo>
                <a:lnTo>
                  <a:pt x="1225875" y="1840683"/>
                </a:lnTo>
                <a:lnTo>
                  <a:pt x="1235682" y="1836268"/>
                </a:lnTo>
                <a:lnTo>
                  <a:pt x="1245489" y="1831782"/>
                </a:lnTo>
                <a:lnTo>
                  <a:pt x="1255296" y="1827221"/>
                </a:lnTo>
                <a:lnTo>
                  <a:pt x="1265103" y="1822585"/>
                </a:lnTo>
                <a:lnTo>
                  <a:pt x="1274910" y="1817871"/>
                </a:lnTo>
                <a:lnTo>
                  <a:pt x="1284717" y="1813077"/>
                </a:lnTo>
                <a:lnTo>
                  <a:pt x="1294524" y="1808201"/>
                </a:lnTo>
                <a:lnTo>
                  <a:pt x="1304331" y="1803242"/>
                </a:lnTo>
                <a:lnTo>
                  <a:pt x="1314138" y="1798197"/>
                </a:lnTo>
                <a:lnTo>
                  <a:pt x="1323945" y="1793064"/>
                </a:lnTo>
                <a:lnTo>
                  <a:pt x="1333752" y="1787840"/>
                </a:lnTo>
                <a:lnTo>
                  <a:pt x="1343559" y="1782524"/>
                </a:lnTo>
                <a:lnTo>
                  <a:pt x="1353366" y="1777112"/>
                </a:lnTo>
                <a:lnTo>
                  <a:pt x="1363173" y="1771601"/>
                </a:lnTo>
                <a:lnTo>
                  <a:pt x="1372980" y="1765990"/>
                </a:lnTo>
                <a:lnTo>
                  <a:pt x="1382787" y="1760276"/>
                </a:lnTo>
                <a:lnTo>
                  <a:pt x="1392594" y="1754455"/>
                </a:lnTo>
                <a:lnTo>
                  <a:pt x="1402401" y="1748525"/>
                </a:lnTo>
                <a:lnTo>
                  <a:pt x="1412208" y="1742482"/>
                </a:lnTo>
                <a:lnTo>
                  <a:pt x="1422015" y="1736324"/>
                </a:lnTo>
                <a:lnTo>
                  <a:pt x="1431822" y="1730046"/>
                </a:lnTo>
                <a:lnTo>
                  <a:pt x="1441629" y="1723646"/>
                </a:lnTo>
                <a:lnTo>
                  <a:pt x="1451436" y="1717120"/>
                </a:lnTo>
                <a:lnTo>
                  <a:pt x="1461243" y="1710464"/>
                </a:lnTo>
                <a:lnTo>
                  <a:pt x="1471050" y="1703673"/>
                </a:lnTo>
                <a:lnTo>
                  <a:pt x="1480857" y="1696745"/>
                </a:lnTo>
                <a:lnTo>
                  <a:pt x="1490664" y="1689675"/>
                </a:lnTo>
                <a:lnTo>
                  <a:pt x="1500471" y="1682458"/>
                </a:lnTo>
                <a:lnTo>
                  <a:pt x="1510278" y="1675089"/>
                </a:lnTo>
                <a:lnTo>
                  <a:pt x="1520085" y="1667565"/>
                </a:lnTo>
                <a:lnTo>
                  <a:pt x="1529892" y="1659879"/>
                </a:lnTo>
                <a:lnTo>
                  <a:pt x="1539699" y="1652027"/>
                </a:lnTo>
                <a:lnTo>
                  <a:pt x="1549506" y="1644004"/>
                </a:lnTo>
                <a:lnTo>
                  <a:pt x="1559313" y="1635802"/>
                </a:lnTo>
                <a:lnTo>
                  <a:pt x="1569120" y="1627418"/>
                </a:lnTo>
                <a:lnTo>
                  <a:pt x="1578927" y="1618843"/>
                </a:lnTo>
                <a:lnTo>
                  <a:pt x="1588734" y="1610073"/>
                </a:lnTo>
                <a:lnTo>
                  <a:pt x="1598541" y="1601100"/>
                </a:lnTo>
                <a:lnTo>
                  <a:pt x="1608348" y="1591916"/>
                </a:lnTo>
                <a:lnTo>
                  <a:pt x="1618155" y="1582515"/>
                </a:lnTo>
                <a:lnTo>
                  <a:pt x="1627962" y="1572888"/>
                </a:lnTo>
                <a:lnTo>
                  <a:pt x="1637769" y="1563028"/>
                </a:lnTo>
                <a:lnTo>
                  <a:pt x="1647576" y="1552926"/>
                </a:lnTo>
                <a:lnTo>
                  <a:pt x="1657383" y="1542572"/>
                </a:lnTo>
                <a:lnTo>
                  <a:pt x="1667190" y="1531958"/>
                </a:lnTo>
                <a:lnTo>
                  <a:pt x="1676997" y="1521073"/>
                </a:lnTo>
                <a:lnTo>
                  <a:pt x="1686804" y="1509906"/>
                </a:lnTo>
                <a:lnTo>
                  <a:pt x="1696611" y="1498448"/>
                </a:lnTo>
                <a:lnTo>
                  <a:pt x="1706418" y="1486685"/>
                </a:lnTo>
                <a:lnTo>
                  <a:pt x="1716225" y="1474607"/>
                </a:lnTo>
                <a:lnTo>
                  <a:pt x="1726032" y="1462199"/>
                </a:lnTo>
                <a:lnTo>
                  <a:pt x="1735839" y="1449449"/>
                </a:lnTo>
                <a:lnTo>
                  <a:pt x="1745646" y="1436342"/>
                </a:lnTo>
                <a:lnTo>
                  <a:pt x="1755453" y="1422862"/>
                </a:lnTo>
                <a:lnTo>
                  <a:pt x="1765260" y="1408994"/>
                </a:lnTo>
                <a:lnTo>
                  <a:pt x="1775067" y="1394721"/>
                </a:lnTo>
                <a:lnTo>
                  <a:pt x="1784874" y="1380024"/>
                </a:lnTo>
                <a:lnTo>
                  <a:pt x="1794681" y="1364884"/>
                </a:lnTo>
                <a:lnTo>
                  <a:pt x="1804488" y="1349282"/>
                </a:lnTo>
                <a:lnTo>
                  <a:pt x="1814295" y="1333195"/>
                </a:lnTo>
                <a:lnTo>
                  <a:pt x="1824102" y="1316601"/>
                </a:lnTo>
                <a:lnTo>
                  <a:pt x="1833909" y="1299475"/>
                </a:lnTo>
                <a:lnTo>
                  <a:pt x="1843716" y="1281792"/>
                </a:lnTo>
                <a:lnTo>
                  <a:pt x="1853523" y="1263523"/>
                </a:lnTo>
                <a:lnTo>
                  <a:pt x="1863330" y="1244639"/>
                </a:lnTo>
                <a:lnTo>
                  <a:pt x="1873137" y="1225109"/>
                </a:lnTo>
                <a:lnTo>
                  <a:pt x="1882944" y="1204898"/>
                </a:lnTo>
                <a:lnTo>
                  <a:pt x="1892751" y="1183971"/>
                </a:lnTo>
                <a:lnTo>
                  <a:pt x="1902558" y="1162288"/>
                </a:lnTo>
                <a:lnTo>
                  <a:pt x="1912365" y="1139809"/>
                </a:lnTo>
                <a:lnTo>
                  <a:pt x="1922172" y="1116488"/>
                </a:lnTo>
                <a:lnTo>
                  <a:pt x="1931979" y="1092277"/>
                </a:lnTo>
                <a:lnTo>
                  <a:pt x="1941786" y="1067124"/>
                </a:lnTo>
                <a:lnTo>
                  <a:pt x="1951593" y="1040974"/>
                </a:lnTo>
                <a:lnTo>
                  <a:pt x="1961400" y="1013765"/>
                </a:lnTo>
                <a:lnTo>
                  <a:pt x="1971207" y="985432"/>
                </a:lnTo>
                <a:lnTo>
                  <a:pt x="1981014" y="955904"/>
                </a:lnTo>
                <a:lnTo>
                  <a:pt x="1990821" y="925104"/>
                </a:lnTo>
                <a:lnTo>
                  <a:pt x="2000628" y="892947"/>
                </a:lnTo>
                <a:lnTo>
                  <a:pt x="2010435" y="859343"/>
                </a:lnTo>
                <a:lnTo>
                  <a:pt x="2020242" y="824190"/>
                </a:lnTo>
                <a:lnTo>
                  <a:pt x="2030049" y="787380"/>
                </a:lnTo>
                <a:lnTo>
                  <a:pt x="2039856" y="748792"/>
                </a:lnTo>
                <a:lnTo>
                  <a:pt x="2049663" y="708295"/>
                </a:lnTo>
                <a:lnTo>
                  <a:pt x="2059470" y="665743"/>
                </a:lnTo>
                <a:lnTo>
                  <a:pt x="2069277" y="620975"/>
                </a:lnTo>
                <a:lnTo>
                  <a:pt x="2079084" y="573815"/>
                </a:lnTo>
                <a:lnTo>
                  <a:pt x="2088891" y="524064"/>
                </a:lnTo>
                <a:lnTo>
                  <a:pt x="2098698" y="471504"/>
                </a:lnTo>
                <a:lnTo>
                  <a:pt x="2108505" y="415889"/>
                </a:lnTo>
                <a:lnTo>
                  <a:pt x="2118312" y="356946"/>
                </a:lnTo>
                <a:lnTo>
                  <a:pt x="2128119" y="294366"/>
                </a:lnTo>
                <a:lnTo>
                  <a:pt x="2137926" y="227802"/>
                </a:lnTo>
                <a:lnTo>
                  <a:pt x="2147733" y="156861"/>
                </a:lnTo>
                <a:lnTo>
                  <a:pt x="2157540" y="81097"/>
                </a:lnTo>
                <a:lnTo>
                  <a:pt x="2167347" y="0"/>
                </a:lnTo>
              </a:path>
            </a:pathLst>
          </a:custGeom>
          <a:noFill/>
          <a:ln w="4318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6" name="Freeform 96"/>
          <p:cNvSpPr/>
          <p:nvPr/>
        </p:nvSpPr>
        <p:spPr>
          <a:xfrm>
            <a:off x="9171360" y="4089240"/>
            <a:ext cx="2166840" cy="2113200"/>
          </a:xfrm>
          <a:custGeom>
            <a:avLst/>
            <a:gdLst>
              <a:gd name="textAreaLeft" fmla="*/ 0 w 2166840"/>
              <a:gd name="textAreaRight" fmla="*/ 2167200 w 2166840"/>
              <a:gd name="textAreaTop" fmla="*/ 0 h 2113200"/>
              <a:gd name="textAreaBottom" fmla="*/ 2113560 h 2113200"/>
            </a:gdLst>
            <a:ahLst/>
            <a:rect l="textAreaLeft" t="textAreaTop" r="textAreaRight" b="textAreaBottom"/>
            <a:pathLst>
              <a:path w="2167348" h="2113739">
                <a:moveTo>
                  <a:pt x="0" y="2113739"/>
                </a:moveTo>
                <a:lnTo>
                  <a:pt x="9807" y="2032642"/>
                </a:lnTo>
                <a:lnTo>
                  <a:pt x="19614" y="1956878"/>
                </a:lnTo>
                <a:lnTo>
                  <a:pt x="29421" y="1885937"/>
                </a:lnTo>
                <a:lnTo>
                  <a:pt x="39228" y="1819373"/>
                </a:lnTo>
                <a:lnTo>
                  <a:pt x="49035" y="1756793"/>
                </a:lnTo>
                <a:lnTo>
                  <a:pt x="58842" y="1697850"/>
                </a:lnTo>
                <a:lnTo>
                  <a:pt x="68649" y="1642235"/>
                </a:lnTo>
                <a:lnTo>
                  <a:pt x="78456" y="1589675"/>
                </a:lnTo>
                <a:lnTo>
                  <a:pt x="88263" y="1539924"/>
                </a:lnTo>
                <a:lnTo>
                  <a:pt x="98070" y="1492764"/>
                </a:lnTo>
                <a:lnTo>
                  <a:pt x="107877" y="1447996"/>
                </a:lnTo>
                <a:lnTo>
                  <a:pt x="117684" y="1405444"/>
                </a:lnTo>
                <a:lnTo>
                  <a:pt x="127491" y="1364947"/>
                </a:lnTo>
                <a:lnTo>
                  <a:pt x="137298" y="1326359"/>
                </a:lnTo>
                <a:lnTo>
                  <a:pt x="147105" y="1289549"/>
                </a:lnTo>
                <a:lnTo>
                  <a:pt x="156912" y="1254396"/>
                </a:lnTo>
                <a:lnTo>
                  <a:pt x="166719" y="1220792"/>
                </a:lnTo>
                <a:lnTo>
                  <a:pt x="176526" y="1188635"/>
                </a:lnTo>
                <a:lnTo>
                  <a:pt x="186333" y="1157835"/>
                </a:lnTo>
                <a:lnTo>
                  <a:pt x="196140" y="1128307"/>
                </a:lnTo>
                <a:lnTo>
                  <a:pt x="205947" y="1099974"/>
                </a:lnTo>
                <a:lnTo>
                  <a:pt x="215754" y="1072765"/>
                </a:lnTo>
                <a:lnTo>
                  <a:pt x="225561" y="1046615"/>
                </a:lnTo>
                <a:lnTo>
                  <a:pt x="235368" y="1021462"/>
                </a:lnTo>
                <a:lnTo>
                  <a:pt x="245175" y="997251"/>
                </a:lnTo>
                <a:lnTo>
                  <a:pt x="254982" y="973930"/>
                </a:lnTo>
                <a:lnTo>
                  <a:pt x="264789" y="951451"/>
                </a:lnTo>
                <a:lnTo>
                  <a:pt x="274596" y="929768"/>
                </a:lnTo>
                <a:lnTo>
                  <a:pt x="284403" y="908841"/>
                </a:lnTo>
                <a:lnTo>
                  <a:pt x="294210" y="888630"/>
                </a:lnTo>
                <a:lnTo>
                  <a:pt x="304017" y="869100"/>
                </a:lnTo>
                <a:lnTo>
                  <a:pt x="313824" y="850216"/>
                </a:lnTo>
                <a:lnTo>
                  <a:pt x="323631" y="831947"/>
                </a:lnTo>
                <a:lnTo>
                  <a:pt x="333438" y="814264"/>
                </a:lnTo>
                <a:lnTo>
                  <a:pt x="343245" y="797138"/>
                </a:lnTo>
                <a:lnTo>
                  <a:pt x="353052" y="780544"/>
                </a:lnTo>
                <a:lnTo>
                  <a:pt x="362859" y="764457"/>
                </a:lnTo>
                <a:lnTo>
                  <a:pt x="372666" y="748855"/>
                </a:lnTo>
                <a:lnTo>
                  <a:pt x="382473" y="733715"/>
                </a:lnTo>
                <a:lnTo>
                  <a:pt x="392280" y="719018"/>
                </a:lnTo>
                <a:lnTo>
                  <a:pt x="402087" y="704745"/>
                </a:lnTo>
                <a:lnTo>
                  <a:pt x="411894" y="690877"/>
                </a:lnTo>
                <a:lnTo>
                  <a:pt x="421701" y="677397"/>
                </a:lnTo>
                <a:lnTo>
                  <a:pt x="431508" y="664290"/>
                </a:lnTo>
                <a:lnTo>
                  <a:pt x="441315" y="651540"/>
                </a:lnTo>
                <a:lnTo>
                  <a:pt x="451122" y="639132"/>
                </a:lnTo>
                <a:lnTo>
                  <a:pt x="460929" y="627054"/>
                </a:lnTo>
                <a:lnTo>
                  <a:pt x="470736" y="615291"/>
                </a:lnTo>
                <a:lnTo>
                  <a:pt x="480543" y="603833"/>
                </a:lnTo>
                <a:lnTo>
                  <a:pt x="490350" y="592666"/>
                </a:lnTo>
                <a:lnTo>
                  <a:pt x="500157" y="581781"/>
                </a:lnTo>
                <a:lnTo>
                  <a:pt x="509964" y="571167"/>
                </a:lnTo>
                <a:lnTo>
                  <a:pt x="519771" y="560813"/>
                </a:lnTo>
                <a:lnTo>
                  <a:pt x="529578" y="550711"/>
                </a:lnTo>
                <a:lnTo>
                  <a:pt x="539385" y="540851"/>
                </a:lnTo>
                <a:lnTo>
                  <a:pt x="549192" y="531224"/>
                </a:lnTo>
                <a:lnTo>
                  <a:pt x="558999" y="521823"/>
                </a:lnTo>
                <a:lnTo>
                  <a:pt x="568806" y="512639"/>
                </a:lnTo>
                <a:lnTo>
                  <a:pt x="578613" y="503666"/>
                </a:lnTo>
                <a:lnTo>
                  <a:pt x="588420" y="494896"/>
                </a:lnTo>
                <a:lnTo>
                  <a:pt x="598227" y="486321"/>
                </a:lnTo>
                <a:lnTo>
                  <a:pt x="608034" y="477937"/>
                </a:lnTo>
                <a:lnTo>
                  <a:pt x="617841" y="469735"/>
                </a:lnTo>
                <a:lnTo>
                  <a:pt x="627648" y="461712"/>
                </a:lnTo>
                <a:lnTo>
                  <a:pt x="637455" y="453860"/>
                </a:lnTo>
                <a:lnTo>
                  <a:pt x="647262" y="446174"/>
                </a:lnTo>
                <a:lnTo>
                  <a:pt x="657069" y="438650"/>
                </a:lnTo>
                <a:lnTo>
                  <a:pt x="666876" y="431281"/>
                </a:lnTo>
                <a:lnTo>
                  <a:pt x="676683" y="424064"/>
                </a:lnTo>
                <a:lnTo>
                  <a:pt x="686490" y="416994"/>
                </a:lnTo>
                <a:lnTo>
                  <a:pt x="696297" y="410066"/>
                </a:lnTo>
                <a:lnTo>
                  <a:pt x="706104" y="403275"/>
                </a:lnTo>
                <a:lnTo>
                  <a:pt x="715911" y="396619"/>
                </a:lnTo>
                <a:lnTo>
                  <a:pt x="725718" y="390093"/>
                </a:lnTo>
                <a:lnTo>
                  <a:pt x="735525" y="383693"/>
                </a:lnTo>
                <a:lnTo>
                  <a:pt x="745332" y="377415"/>
                </a:lnTo>
                <a:lnTo>
                  <a:pt x="755139" y="371257"/>
                </a:lnTo>
                <a:lnTo>
                  <a:pt x="764946" y="365214"/>
                </a:lnTo>
                <a:lnTo>
                  <a:pt x="774753" y="359284"/>
                </a:lnTo>
                <a:lnTo>
                  <a:pt x="784560" y="353463"/>
                </a:lnTo>
                <a:lnTo>
                  <a:pt x="794367" y="347749"/>
                </a:lnTo>
                <a:lnTo>
                  <a:pt x="804174" y="342138"/>
                </a:lnTo>
                <a:lnTo>
                  <a:pt x="813981" y="336627"/>
                </a:lnTo>
                <a:lnTo>
                  <a:pt x="823788" y="331215"/>
                </a:lnTo>
                <a:lnTo>
                  <a:pt x="833595" y="325899"/>
                </a:lnTo>
                <a:lnTo>
                  <a:pt x="843402" y="320675"/>
                </a:lnTo>
                <a:lnTo>
                  <a:pt x="853209" y="315542"/>
                </a:lnTo>
                <a:lnTo>
                  <a:pt x="863016" y="310497"/>
                </a:lnTo>
                <a:lnTo>
                  <a:pt x="872823" y="305538"/>
                </a:lnTo>
                <a:lnTo>
                  <a:pt x="882630" y="300662"/>
                </a:lnTo>
                <a:lnTo>
                  <a:pt x="892437" y="295868"/>
                </a:lnTo>
                <a:lnTo>
                  <a:pt x="902244" y="291154"/>
                </a:lnTo>
                <a:lnTo>
                  <a:pt x="912051" y="286518"/>
                </a:lnTo>
                <a:lnTo>
                  <a:pt x="921858" y="281957"/>
                </a:lnTo>
                <a:lnTo>
                  <a:pt x="931665" y="277471"/>
                </a:lnTo>
                <a:lnTo>
                  <a:pt x="941472" y="273056"/>
                </a:lnTo>
                <a:lnTo>
                  <a:pt x="951279" y="268712"/>
                </a:lnTo>
                <a:lnTo>
                  <a:pt x="961086" y="264436"/>
                </a:lnTo>
                <a:lnTo>
                  <a:pt x="970893" y="260228"/>
                </a:lnTo>
                <a:lnTo>
                  <a:pt x="980700" y="256085"/>
                </a:lnTo>
                <a:lnTo>
                  <a:pt x="990507" y="252006"/>
                </a:lnTo>
                <a:lnTo>
                  <a:pt x="1000314" y="247990"/>
                </a:lnTo>
                <a:lnTo>
                  <a:pt x="1010121" y="244035"/>
                </a:lnTo>
                <a:lnTo>
                  <a:pt x="1019928" y="240139"/>
                </a:lnTo>
                <a:lnTo>
                  <a:pt x="1029735" y="236302"/>
                </a:lnTo>
                <a:lnTo>
                  <a:pt x="1039542" y="232522"/>
                </a:lnTo>
                <a:lnTo>
                  <a:pt x="1049349" y="228798"/>
                </a:lnTo>
                <a:lnTo>
                  <a:pt x="1059156" y="225129"/>
                </a:lnTo>
                <a:lnTo>
                  <a:pt x="1068963" y="221512"/>
                </a:lnTo>
                <a:lnTo>
                  <a:pt x="1078770" y="217949"/>
                </a:lnTo>
                <a:lnTo>
                  <a:pt x="1088577" y="214436"/>
                </a:lnTo>
                <a:lnTo>
                  <a:pt x="1098384" y="210973"/>
                </a:lnTo>
                <a:lnTo>
                  <a:pt x="1108191" y="207559"/>
                </a:lnTo>
                <a:lnTo>
                  <a:pt x="1117998" y="204194"/>
                </a:lnTo>
                <a:lnTo>
                  <a:pt x="1127805" y="200875"/>
                </a:lnTo>
                <a:lnTo>
                  <a:pt x="1137612" y="197602"/>
                </a:lnTo>
                <a:lnTo>
                  <a:pt x="1147419" y="194374"/>
                </a:lnTo>
                <a:lnTo>
                  <a:pt x="1157226" y="191190"/>
                </a:lnTo>
                <a:lnTo>
                  <a:pt x="1167033" y="188050"/>
                </a:lnTo>
                <a:lnTo>
                  <a:pt x="1176840" y="184952"/>
                </a:lnTo>
                <a:lnTo>
                  <a:pt x="1186647" y="181895"/>
                </a:lnTo>
                <a:lnTo>
                  <a:pt x="1196454" y="178879"/>
                </a:lnTo>
                <a:lnTo>
                  <a:pt x="1206261" y="175902"/>
                </a:lnTo>
                <a:lnTo>
                  <a:pt x="1216068" y="172965"/>
                </a:lnTo>
                <a:lnTo>
                  <a:pt x="1225875" y="170066"/>
                </a:lnTo>
                <a:lnTo>
                  <a:pt x="1235682" y="167205"/>
                </a:lnTo>
                <a:lnTo>
                  <a:pt x="1245489" y="164380"/>
                </a:lnTo>
                <a:lnTo>
                  <a:pt x="1255296" y="161592"/>
                </a:lnTo>
                <a:lnTo>
                  <a:pt x="1265103" y="158839"/>
                </a:lnTo>
                <a:lnTo>
                  <a:pt x="1274910" y="156120"/>
                </a:lnTo>
                <a:lnTo>
                  <a:pt x="1284717" y="153436"/>
                </a:lnTo>
                <a:lnTo>
                  <a:pt x="1294524" y="150785"/>
                </a:lnTo>
                <a:lnTo>
                  <a:pt x="1304331" y="148167"/>
                </a:lnTo>
                <a:lnTo>
                  <a:pt x="1314138" y="145582"/>
                </a:lnTo>
                <a:lnTo>
                  <a:pt x="1323945" y="143028"/>
                </a:lnTo>
                <a:lnTo>
                  <a:pt x="1333752" y="140505"/>
                </a:lnTo>
                <a:lnTo>
                  <a:pt x="1343559" y="138013"/>
                </a:lnTo>
                <a:lnTo>
                  <a:pt x="1353366" y="135550"/>
                </a:lnTo>
                <a:lnTo>
                  <a:pt x="1363173" y="133117"/>
                </a:lnTo>
                <a:lnTo>
                  <a:pt x="1372980" y="130713"/>
                </a:lnTo>
                <a:lnTo>
                  <a:pt x="1382787" y="128337"/>
                </a:lnTo>
                <a:lnTo>
                  <a:pt x="1392594" y="125989"/>
                </a:lnTo>
                <a:lnTo>
                  <a:pt x="1402401" y="123669"/>
                </a:lnTo>
                <a:lnTo>
                  <a:pt x="1412208" y="121375"/>
                </a:lnTo>
                <a:lnTo>
                  <a:pt x="1422015" y="119108"/>
                </a:lnTo>
                <a:lnTo>
                  <a:pt x="1431822" y="116867"/>
                </a:lnTo>
                <a:lnTo>
                  <a:pt x="1441629" y="114651"/>
                </a:lnTo>
                <a:lnTo>
                  <a:pt x="1451436" y="112461"/>
                </a:lnTo>
                <a:lnTo>
                  <a:pt x="1461243" y="110295"/>
                </a:lnTo>
                <a:lnTo>
                  <a:pt x="1471050" y="108154"/>
                </a:lnTo>
                <a:lnTo>
                  <a:pt x="1480857" y="106036"/>
                </a:lnTo>
                <a:lnTo>
                  <a:pt x="1490664" y="103942"/>
                </a:lnTo>
                <a:lnTo>
                  <a:pt x="1500471" y="101871"/>
                </a:lnTo>
                <a:lnTo>
                  <a:pt x="1510278" y="99822"/>
                </a:lnTo>
                <a:lnTo>
                  <a:pt x="1520085" y="97796"/>
                </a:lnTo>
                <a:lnTo>
                  <a:pt x="1529892" y="95792"/>
                </a:lnTo>
                <a:lnTo>
                  <a:pt x="1539699" y="93810"/>
                </a:lnTo>
                <a:lnTo>
                  <a:pt x="1549506" y="91849"/>
                </a:lnTo>
                <a:lnTo>
                  <a:pt x="1559313" y="89909"/>
                </a:lnTo>
                <a:lnTo>
                  <a:pt x="1569120" y="87989"/>
                </a:lnTo>
                <a:lnTo>
                  <a:pt x="1578927" y="86090"/>
                </a:lnTo>
                <a:lnTo>
                  <a:pt x="1588734" y="84210"/>
                </a:lnTo>
                <a:lnTo>
                  <a:pt x="1598541" y="82350"/>
                </a:lnTo>
                <a:lnTo>
                  <a:pt x="1608348" y="80510"/>
                </a:lnTo>
                <a:lnTo>
                  <a:pt x="1618155" y="78688"/>
                </a:lnTo>
                <a:lnTo>
                  <a:pt x="1627962" y="76886"/>
                </a:lnTo>
                <a:lnTo>
                  <a:pt x="1637769" y="75102"/>
                </a:lnTo>
                <a:lnTo>
                  <a:pt x="1647576" y="73335"/>
                </a:lnTo>
                <a:lnTo>
                  <a:pt x="1657383" y="71587"/>
                </a:lnTo>
                <a:lnTo>
                  <a:pt x="1667190" y="69857"/>
                </a:lnTo>
                <a:lnTo>
                  <a:pt x="1676997" y="68144"/>
                </a:lnTo>
                <a:lnTo>
                  <a:pt x="1686804" y="66447"/>
                </a:lnTo>
                <a:lnTo>
                  <a:pt x="1696611" y="64768"/>
                </a:lnTo>
                <a:lnTo>
                  <a:pt x="1706418" y="63106"/>
                </a:lnTo>
                <a:lnTo>
                  <a:pt x="1716225" y="61459"/>
                </a:lnTo>
                <a:lnTo>
                  <a:pt x="1726032" y="59829"/>
                </a:lnTo>
                <a:lnTo>
                  <a:pt x="1735839" y="58215"/>
                </a:lnTo>
                <a:lnTo>
                  <a:pt x="1745646" y="56616"/>
                </a:lnTo>
                <a:lnTo>
                  <a:pt x="1755453" y="55033"/>
                </a:lnTo>
                <a:lnTo>
                  <a:pt x="1765260" y="53465"/>
                </a:lnTo>
                <a:lnTo>
                  <a:pt x="1775067" y="51912"/>
                </a:lnTo>
                <a:lnTo>
                  <a:pt x="1784874" y="50373"/>
                </a:lnTo>
                <a:lnTo>
                  <a:pt x="1794681" y="48849"/>
                </a:lnTo>
                <a:lnTo>
                  <a:pt x="1804488" y="47340"/>
                </a:lnTo>
                <a:lnTo>
                  <a:pt x="1814295" y="45845"/>
                </a:lnTo>
                <a:lnTo>
                  <a:pt x="1824102" y="44363"/>
                </a:lnTo>
                <a:lnTo>
                  <a:pt x="1833909" y="42896"/>
                </a:lnTo>
                <a:lnTo>
                  <a:pt x="1843716" y="41442"/>
                </a:lnTo>
                <a:lnTo>
                  <a:pt x="1853523" y="40001"/>
                </a:lnTo>
                <a:lnTo>
                  <a:pt x="1863330" y="38574"/>
                </a:lnTo>
                <a:lnTo>
                  <a:pt x="1873137" y="37159"/>
                </a:lnTo>
                <a:lnTo>
                  <a:pt x="1882944" y="35757"/>
                </a:lnTo>
                <a:lnTo>
                  <a:pt x="1892751" y="34369"/>
                </a:lnTo>
                <a:lnTo>
                  <a:pt x="1902558" y="32992"/>
                </a:lnTo>
                <a:lnTo>
                  <a:pt x="1912365" y="31628"/>
                </a:lnTo>
                <a:lnTo>
                  <a:pt x="1922172" y="30276"/>
                </a:lnTo>
                <a:lnTo>
                  <a:pt x="1931979" y="28936"/>
                </a:lnTo>
                <a:lnTo>
                  <a:pt x="1941786" y="27608"/>
                </a:lnTo>
                <a:lnTo>
                  <a:pt x="1951593" y="26291"/>
                </a:lnTo>
                <a:lnTo>
                  <a:pt x="1961400" y="24986"/>
                </a:lnTo>
                <a:lnTo>
                  <a:pt x="1971207" y="23693"/>
                </a:lnTo>
                <a:lnTo>
                  <a:pt x="1981014" y="22410"/>
                </a:lnTo>
                <a:lnTo>
                  <a:pt x="1990821" y="21139"/>
                </a:lnTo>
                <a:lnTo>
                  <a:pt x="2000628" y="19879"/>
                </a:lnTo>
                <a:lnTo>
                  <a:pt x="2010435" y="18629"/>
                </a:lnTo>
                <a:lnTo>
                  <a:pt x="2020242" y="17390"/>
                </a:lnTo>
                <a:lnTo>
                  <a:pt x="2030049" y="16162"/>
                </a:lnTo>
                <a:lnTo>
                  <a:pt x="2039856" y="14944"/>
                </a:lnTo>
                <a:lnTo>
                  <a:pt x="2049663" y="13736"/>
                </a:lnTo>
                <a:lnTo>
                  <a:pt x="2059470" y="12539"/>
                </a:lnTo>
                <a:lnTo>
                  <a:pt x="2069277" y="11351"/>
                </a:lnTo>
                <a:lnTo>
                  <a:pt x="2079084" y="10174"/>
                </a:lnTo>
                <a:lnTo>
                  <a:pt x="2088891" y="9006"/>
                </a:lnTo>
                <a:lnTo>
                  <a:pt x="2098698" y="7847"/>
                </a:lnTo>
                <a:lnTo>
                  <a:pt x="2108505" y="6699"/>
                </a:lnTo>
                <a:lnTo>
                  <a:pt x="2118312" y="5559"/>
                </a:lnTo>
                <a:lnTo>
                  <a:pt x="2128119" y="4429"/>
                </a:lnTo>
                <a:lnTo>
                  <a:pt x="2137926" y="3308"/>
                </a:lnTo>
                <a:lnTo>
                  <a:pt x="2147733" y="2196"/>
                </a:lnTo>
                <a:lnTo>
                  <a:pt x="2157540" y="1094"/>
                </a:lnTo>
                <a:lnTo>
                  <a:pt x="2167348" y="0"/>
                </a:lnTo>
              </a:path>
            </a:pathLst>
          </a:custGeom>
          <a:noFill/>
          <a:ln w="4318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77" name="Connector 267"/>
          <p:cNvCxnSpPr/>
          <p:nvPr/>
        </p:nvCxnSpPr>
        <p:spPr>
          <a:xfrm>
            <a:off x="9707760" y="3817440"/>
            <a:ext cx="360" cy="8157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678" name="Connector 268"/>
          <p:cNvCxnSpPr/>
          <p:nvPr/>
        </p:nvCxnSpPr>
        <p:spPr>
          <a:xfrm>
            <a:off x="8892360" y="4632840"/>
            <a:ext cx="81576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679" name="Connector 269"/>
          <p:cNvCxnSpPr/>
          <p:nvPr/>
        </p:nvCxnSpPr>
        <p:spPr>
          <a:xfrm flipV="1">
            <a:off x="8484840" y="2186640"/>
            <a:ext cx="360" cy="16311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680" name="Connector 270"/>
          <p:cNvCxnSpPr/>
          <p:nvPr/>
        </p:nvCxnSpPr>
        <p:spPr>
          <a:xfrm flipH="1">
            <a:off x="8484840" y="2186640"/>
            <a:ext cx="407880" cy="360"/>
          </a:xfrm>
          <a:prstGeom prst="straightConnector1">
            <a:avLst/>
          </a:prstGeom>
          <a:ln w="15875">
            <a:solidFill>
              <a:srgbClr val="e0ac2b"/>
            </a:solidFill>
            <a:prstDash val="dash"/>
          </a:ln>
        </p:spPr>
      </p:cxnSp>
      <p:cxnSp>
        <p:nvCxnSpPr>
          <p:cNvPr id="681" name="Connector 271"/>
          <p:cNvCxnSpPr/>
          <p:nvPr/>
        </p:nvCxnSpPr>
        <p:spPr>
          <a:xfrm>
            <a:off x="8076960" y="1371600"/>
            <a:ext cx="2446560" cy="489240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HOW MANY SOLUTIONS?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Two, One, or None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39"/>
          <p:cNvSpPr/>
          <p:nvPr/>
        </p:nvSpPr>
        <p:spPr>
          <a:xfrm>
            <a:off x="567000" y="146304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Text 40"/>
          <p:cNvSpPr/>
          <p:nvPr/>
        </p:nvSpPr>
        <p:spPr>
          <a:xfrm>
            <a:off x="887040" y="146304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After substituting you get a quadratic.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The number of real solutions tells you how the line meets the curve — use the discriminant b² − 4ac if it will not factorise.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41"/>
          <p:cNvSpPr/>
          <p:nvPr/>
        </p:nvSpPr>
        <p:spPr>
          <a:xfrm>
            <a:off x="567000" y="2423160"/>
            <a:ext cx="3520080" cy="2742840"/>
          </a:xfrm>
          <a:prstGeom prst="roundRect">
            <a:avLst>
              <a:gd name="adj" fmla="val 2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42"/>
          <p:cNvSpPr/>
          <p:nvPr/>
        </p:nvSpPr>
        <p:spPr>
          <a:xfrm>
            <a:off x="749880" y="269748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Two solutions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43"/>
          <p:cNvSpPr/>
          <p:nvPr/>
        </p:nvSpPr>
        <p:spPr>
          <a:xfrm>
            <a:off x="749880" y="34290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b² − 4ac &gt; 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 44"/>
          <p:cNvSpPr/>
          <p:nvPr/>
        </p:nvSpPr>
        <p:spPr>
          <a:xfrm>
            <a:off x="841320" y="416052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6b60"/>
                </a:solidFill>
                <a:latin typeface="Calibri"/>
                <a:ea typeface="Calibri"/>
              </a:rPr>
              <a:t>the line CROSSES the curve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45"/>
          <p:cNvSpPr/>
          <p:nvPr/>
        </p:nvSpPr>
        <p:spPr>
          <a:xfrm>
            <a:off x="4260960" y="2423160"/>
            <a:ext cx="3520080" cy="2742840"/>
          </a:xfrm>
          <a:prstGeom prst="roundRect">
            <a:avLst>
              <a:gd name="adj" fmla="val 2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 46"/>
          <p:cNvSpPr/>
          <p:nvPr/>
        </p:nvSpPr>
        <p:spPr>
          <a:xfrm>
            <a:off x="4443840" y="269748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One solution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47"/>
          <p:cNvSpPr/>
          <p:nvPr/>
        </p:nvSpPr>
        <p:spPr>
          <a:xfrm>
            <a:off x="4443840" y="34290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b² − 4ac = 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 48"/>
          <p:cNvSpPr/>
          <p:nvPr/>
        </p:nvSpPr>
        <p:spPr>
          <a:xfrm>
            <a:off x="4535280" y="416052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6b60"/>
                </a:solidFill>
                <a:latin typeface="Calibri"/>
                <a:ea typeface="Calibri"/>
              </a:rPr>
              <a:t>the line is a TANGENT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49"/>
          <p:cNvSpPr/>
          <p:nvPr/>
        </p:nvSpPr>
        <p:spPr>
          <a:xfrm>
            <a:off x="7955280" y="2423160"/>
            <a:ext cx="3520080" cy="2742840"/>
          </a:xfrm>
          <a:prstGeom prst="roundRect">
            <a:avLst>
              <a:gd name="adj" fmla="val 2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50"/>
          <p:cNvSpPr/>
          <p:nvPr/>
        </p:nvSpPr>
        <p:spPr>
          <a:xfrm>
            <a:off x="8138160" y="269748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No solutions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51"/>
          <p:cNvSpPr/>
          <p:nvPr/>
        </p:nvSpPr>
        <p:spPr>
          <a:xfrm>
            <a:off x="8138160" y="34290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b² − 4ac &lt; 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52"/>
          <p:cNvSpPr/>
          <p:nvPr/>
        </p:nvSpPr>
        <p:spPr>
          <a:xfrm>
            <a:off x="8229600" y="416052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6b60"/>
                </a:solidFill>
                <a:latin typeface="Calibri"/>
                <a:ea typeface="Calibri"/>
              </a:rPr>
              <a:t>the line MISSES the curve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53"/>
          <p:cNvSpPr/>
          <p:nvPr/>
        </p:nvSpPr>
        <p:spPr>
          <a:xfrm>
            <a:off x="567000" y="553212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If the quadratic factorises you simply read off the solutions — the discriminant just confirms how many there are.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Diverse Exam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Solve each pair; give BOTH solution pairs. Note the different forms.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y = x + 1   and   y = x² − 1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x − y = 2   and   x² + y² = 10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[5]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x + y = 1   and   xy = −6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x − y = 1   and   x + y² = 7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y = 2x − 3   and   y = x² − 2x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1) (−1,0),(2,3)   2) (3,1),(−1,−3)   3) (3,−2),(−2,3)   4) (3,2),(−2,−3)   5) (1,−1),(3,3)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Substitute the LINEAR equation into the quadratic one.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Rearrange to ax² + bx + c = 0 (or in y) before solving.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Factorise, or use the formula, to find both values.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Pair each value with its partner from the LINEAR equation.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It works for every form — x², y², x²+y² (circle), and xy.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Remember: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a quadratic usually gives TWO solution pairs — two points where the line meets the curve.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1263</Words>
  <Paragraphs>282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2026-06-29T11:30:08Z</dcterms:created>
  <dc:creator>Zahra Sheikh Ali</dc:creator>
  <dc:description/>
  <dc:language>en-US</dc:language>
  <cp:lastModifiedBy>zahraa sheik ali</cp:lastModifiedBy>
  <dcterms:modified xsi:type="dcterms:W3CDTF">2026-08-17T10:13:22Z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Custom</vt:lpwstr>
  </property>
  <property fmtid="{D5CDD505-2E9C-101B-9397-08002B2CF9AE}" pid="4" name="Slides">
    <vt:r8>11</vt:r8>
  </property>
</Properties>
</file>