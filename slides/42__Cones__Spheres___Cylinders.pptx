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9.png" ContentType="image/png"/>
  <Override PartName="/ppt/media/image11.png" ContentType="image/png"/>
  <Override PartName="/ppt/media/image2.png" ContentType="image/png"/>
  <Override PartName="/ppt/media/image8.png" ContentType="image/png"/>
  <Override PartName="/ppt/media/image12.png" ContentType="image/png"/>
  <Override PartName="/ppt/media/image3.png" ContentType="image/png"/>
  <Override PartName="/ppt/media/audio1.wav" ContentType="audio/x-wav"/>
  <Override PartName="/ppt/media/image13.png" ContentType="image/png"/>
  <Override PartName="/ppt/media/image4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7.png" ContentType="image/png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B9E52FF-2AF1-4AB4-8D59-1EC1D0AE8AF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57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2E99E2-E52D-45CA-A068-3C8850F7526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57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7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0E2D14-B9FF-423C-8795-D8BFC4F5E08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57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CBCBA5-AE31-4845-8CED-D098F7375EA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58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E6BFBA7-36A8-4813-96F9-5CAA61EA38F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58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4C365E0-B4AF-4E8E-98DC-E102AA53996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58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9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10404C6-4AC8-4DCA-B833-FDDD7C0977D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59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2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004E54C-A9AA-476C-8865-A0C5E82D687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59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8A6E7D-D104-49E2-9131-801176DE79C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59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8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D2F6BD-AECC-4459-97DC-C003E1D6FEB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0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51149F2-EED2-4D66-A2FE-04690BA0B62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0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4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31EC2B0-1C94-4C48-8EC0-FA38148116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0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7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580E1B-34A4-4C2C-85AC-D9802AFDFE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0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32D0472-348E-48E9-9AA1-25CB8636A64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1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3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2CA8F0-10B5-4E86-A5E0-80106AFBFA5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1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PlaceHolder 3"/>
          <p:cNvSpPr>
            <a:spLocks noGrp="1"/>
          </p:cNvSpPr>
          <p:nvPr>
            <p:ph type="sldNum" idx="1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727BD8-535E-49A9-86D4-2EE1B7B133E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1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9" name="PlaceHolder 3"/>
          <p:cNvSpPr>
            <a:spLocks noGrp="1"/>
          </p:cNvSpPr>
          <p:nvPr>
            <p:ph type="sldNum" idx="1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9D2236-0F2D-4DC9-BCED-4E824763E14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2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PlaceHolder 3"/>
          <p:cNvSpPr>
            <a:spLocks noGrp="1"/>
          </p:cNvSpPr>
          <p:nvPr>
            <p:ph type="sldNum" idx="2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6145A0-1669-4458-BB28-34B724EC43A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2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PlaceHolder 3"/>
          <p:cNvSpPr>
            <a:spLocks noGrp="1"/>
          </p:cNvSpPr>
          <p:nvPr>
            <p:ph type="sldNum" idx="2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B5B0A3-0E70-4099-8590-25CBB67A890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2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8" name="PlaceHolder 3"/>
          <p:cNvSpPr>
            <a:spLocks noGrp="1"/>
          </p:cNvSpPr>
          <p:nvPr>
            <p:ph type="sldNum" idx="2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69B2762-3F2B-42B2-AEA8-24C3D8FEA63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3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PlaceHolder 3"/>
          <p:cNvSpPr>
            <a:spLocks noGrp="1"/>
          </p:cNvSpPr>
          <p:nvPr>
            <p:ph type="sldNum" idx="2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4B5D7E-3125-4D53-910D-12385A9A13E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3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4" name="PlaceHolder 3"/>
          <p:cNvSpPr>
            <a:spLocks noGrp="1"/>
          </p:cNvSpPr>
          <p:nvPr>
            <p:ph type="sldNum" idx="2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D0499F-A90A-4237-AEBB-CC9A4F587D7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3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PlaceHolder 3"/>
          <p:cNvSpPr>
            <a:spLocks noGrp="1"/>
          </p:cNvSpPr>
          <p:nvPr>
            <p:ph type="sldNum" idx="2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BAFBF3-6463-4C7E-847A-BCC2EDDC79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3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PlaceHolder 3"/>
          <p:cNvSpPr>
            <a:spLocks noGrp="1"/>
          </p:cNvSpPr>
          <p:nvPr>
            <p:ph type="sldNum" idx="2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70048E-7D69-4581-AC1B-E7F37E35EB4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4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3" name="PlaceHolder 3"/>
          <p:cNvSpPr>
            <a:spLocks noGrp="1"/>
          </p:cNvSpPr>
          <p:nvPr>
            <p:ph type="sldNum" idx="2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546A8EA-B3E8-49D6-A66C-7749FC09A08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4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PlaceHolder 3"/>
          <p:cNvSpPr>
            <a:spLocks noGrp="1"/>
          </p:cNvSpPr>
          <p:nvPr>
            <p:ph type="sldNum" idx="2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B853866-C566-4F94-9D86-ED23EA1CB02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4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9" name="PlaceHolder 3"/>
          <p:cNvSpPr>
            <a:spLocks noGrp="1"/>
          </p:cNvSpPr>
          <p:nvPr>
            <p:ph type="sldNum" idx="2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9C6E70F-0AD4-41CC-9C8D-D84C28748B6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165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PlaceHolder 3"/>
          <p:cNvSpPr>
            <a:spLocks noGrp="1"/>
          </p:cNvSpPr>
          <p:nvPr>
            <p:ph type="sldNum" idx="3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B5E3807-6D09-46A8-9DAB-02D35666966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audio" Target="../media/audio1.wav"/><Relationship Id="rId2" Type="http://schemas.openxmlformats.org/officeDocument/2006/relationships/audio" Target="../media/audio1.wav"/><Relationship Id="rId3" Type="http://schemas.openxmlformats.org/officeDocument/2006/relationships/audio" Target="../media/audio1.wav"/><Relationship Id="rId4" Type="http://schemas.openxmlformats.org/officeDocument/2006/relationships/audio" Target="../media/audio1.wav"/><Relationship Id="rId5" Type="http://schemas.openxmlformats.org/officeDocument/2006/relationships/audio" Target="../media/audio1.wav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oleObject" Target="../embeddings/oleObject2.bin"/><Relationship Id="rId3" Type="http://schemas.openxmlformats.org/officeDocument/2006/relationships/oleObject" Target="../embeddings/oleObject3.bin"/><Relationship Id="rId4" Type="http://schemas.openxmlformats.org/officeDocument/2006/relationships/oleObject" Target="../embeddings/oleObject4.bin"/><Relationship Id="rId5" Type="http://schemas.openxmlformats.org/officeDocument/2006/relationships/audio" Target="../media/audio1.wav"/><Relationship Id="rId6" Type="http://schemas.openxmlformats.org/officeDocument/2006/relationships/audio" Target="../media/audio1.wav"/><Relationship Id="rId7" Type="http://schemas.openxmlformats.org/officeDocument/2006/relationships/audio" Target="../media/audio1.wav"/><Relationship Id="rId8" Type="http://schemas.openxmlformats.org/officeDocument/2006/relationships/audio" Target="../media/audio1.wav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oleObject" Target="../embeddings/oleObject1.bin"/><Relationship Id="rId2" Type="http://schemas.openxmlformats.org/officeDocument/2006/relationships/oleObject" Target="../embeddings/oleObject2.bin"/><Relationship Id="rId3" Type="http://schemas.openxmlformats.org/officeDocument/2006/relationships/oleObject" Target="../embeddings/oleObject3.bin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Shape 35"/>
          <p:cNvSpPr/>
          <p:nvPr/>
        </p:nvSpPr>
        <p:spPr>
          <a:xfrm>
            <a:off x="9144000" y="822960"/>
            <a:ext cx="1828440" cy="1828440"/>
          </a:xfrm>
          <a:prstGeom prst="ellipse">
            <a:avLst/>
          </a:prstGeom>
          <a:noFill/>
          <a:ln w="50800">
            <a:solidFill>
              <a:srgbClr val="3346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Sphere, Cylinder &amp; Cone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Volume &amp; Surface Area of Curved Solids · Hemispheres · Slant Height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42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Three Curved Solids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Cylinders, spheres and cones all use π.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Learn the four formulas below — volume and surface area for each — and know when to halve for a hemisphere.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Cylinder: V &amp; surface area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Sphere: V &amp; surface area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Cone: V &amp; slant height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Hemispheres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Formula summary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π · radius · height · slant height · curved surface · hemisphere · frustum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Formulas You Must Know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39"/>
          <p:cNvSpPr/>
          <p:nvPr/>
        </p:nvSpPr>
        <p:spPr>
          <a:xfrm>
            <a:off x="567000" y="129852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40"/>
          <p:cNvSpPr/>
          <p:nvPr/>
        </p:nvSpPr>
        <p:spPr>
          <a:xfrm>
            <a:off x="887040" y="129852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These are given rarely — learn them. r = radius, h = height, l = slant height.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41"/>
          <p:cNvSpPr/>
          <p:nvPr/>
        </p:nvSpPr>
        <p:spPr>
          <a:xfrm>
            <a:off x="567000" y="2103120"/>
            <a:ext cx="370296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42"/>
          <p:cNvSpPr/>
          <p:nvPr/>
        </p:nvSpPr>
        <p:spPr>
          <a:xfrm>
            <a:off x="676800" y="2103120"/>
            <a:ext cx="3483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mbria"/>
                <a:ea typeface="Cambria"/>
              </a:rPr>
              <a:t>Solid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43"/>
          <p:cNvSpPr/>
          <p:nvPr/>
        </p:nvSpPr>
        <p:spPr>
          <a:xfrm>
            <a:off x="4480560" y="2103120"/>
            <a:ext cx="342864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44"/>
          <p:cNvSpPr/>
          <p:nvPr/>
        </p:nvSpPr>
        <p:spPr>
          <a:xfrm>
            <a:off x="4590360" y="2103120"/>
            <a:ext cx="3209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mbria"/>
                <a:ea typeface="Cambria"/>
              </a:rPr>
              <a:t>Volume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45"/>
          <p:cNvSpPr/>
          <p:nvPr/>
        </p:nvSpPr>
        <p:spPr>
          <a:xfrm>
            <a:off x="8138160" y="2103120"/>
            <a:ext cx="3492720" cy="45684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46"/>
          <p:cNvSpPr/>
          <p:nvPr/>
        </p:nvSpPr>
        <p:spPr>
          <a:xfrm>
            <a:off x="8247960" y="2103120"/>
            <a:ext cx="32731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mbria"/>
                <a:ea typeface="Cambria"/>
              </a:rPr>
              <a:t>Surface area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47"/>
          <p:cNvSpPr/>
          <p:nvPr/>
        </p:nvSpPr>
        <p:spPr>
          <a:xfrm>
            <a:off x="567000" y="2597040"/>
            <a:ext cx="370296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48"/>
          <p:cNvSpPr/>
          <p:nvPr/>
        </p:nvSpPr>
        <p:spPr>
          <a:xfrm>
            <a:off x="704160" y="2597040"/>
            <a:ext cx="34286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Cylinder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49"/>
          <p:cNvSpPr/>
          <p:nvPr/>
        </p:nvSpPr>
        <p:spPr>
          <a:xfrm>
            <a:off x="4480560" y="2597040"/>
            <a:ext cx="342864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50"/>
          <p:cNvSpPr/>
          <p:nvPr/>
        </p:nvSpPr>
        <p:spPr>
          <a:xfrm>
            <a:off x="4617720" y="2597040"/>
            <a:ext cx="3154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πr²h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51"/>
          <p:cNvSpPr/>
          <p:nvPr/>
        </p:nvSpPr>
        <p:spPr>
          <a:xfrm>
            <a:off x="8138160" y="2597040"/>
            <a:ext cx="349272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52"/>
          <p:cNvSpPr/>
          <p:nvPr/>
        </p:nvSpPr>
        <p:spPr>
          <a:xfrm>
            <a:off x="8275320" y="2597040"/>
            <a:ext cx="3218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2πr² + 2πrh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53"/>
          <p:cNvSpPr/>
          <p:nvPr/>
        </p:nvSpPr>
        <p:spPr>
          <a:xfrm>
            <a:off x="567000" y="3346560"/>
            <a:ext cx="370296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54"/>
          <p:cNvSpPr/>
          <p:nvPr/>
        </p:nvSpPr>
        <p:spPr>
          <a:xfrm>
            <a:off x="704160" y="3346560"/>
            <a:ext cx="34286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Sphere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55"/>
          <p:cNvSpPr/>
          <p:nvPr/>
        </p:nvSpPr>
        <p:spPr>
          <a:xfrm>
            <a:off x="4480560" y="3346560"/>
            <a:ext cx="342864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56"/>
          <p:cNvSpPr/>
          <p:nvPr/>
        </p:nvSpPr>
        <p:spPr>
          <a:xfrm>
            <a:off x="4617720" y="3346560"/>
            <a:ext cx="3154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4/3 πr³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57"/>
          <p:cNvSpPr/>
          <p:nvPr/>
        </p:nvSpPr>
        <p:spPr>
          <a:xfrm>
            <a:off x="8138160" y="3346560"/>
            <a:ext cx="349272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58"/>
          <p:cNvSpPr/>
          <p:nvPr/>
        </p:nvSpPr>
        <p:spPr>
          <a:xfrm>
            <a:off x="8275320" y="3346560"/>
            <a:ext cx="3218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4πr²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59"/>
          <p:cNvSpPr/>
          <p:nvPr/>
        </p:nvSpPr>
        <p:spPr>
          <a:xfrm>
            <a:off x="567000" y="4096440"/>
            <a:ext cx="370296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60"/>
          <p:cNvSpPr/>
          <p:nvPr/>
        </p:nvSpPr>
        <p:spPr>
          <a:xfrm>
            <a:off x="704160" y="4096440"/>
            <a:ext cx="34286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Cone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61"/>
          <p:cNvSpPr/>
          <p:nvPr/>
        </p:nvSpPr>
        <p:spPr>
          <a:xfrm>
            <a:off x="4480560" y="4096440"/>
            <a:ext cx="342864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62"/>
          <p:cNvSpPr/>
          <p:nvPr/>
        </p:nvSpPr>
        <p:spPr>
          <a:xfrm>
            <a:off x="4617720" y="4096440"/>
            <a:ext cx="3154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1/3 πr²h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63"/>
          <p:cNvSpPr/>
          <p:nvPr/>
        </p:nvSpPr>
        <p:spPr>
          <a:xfrm>
            <a:off x="8138160" y="4096440"/>
            <a:ext cx="349272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 64"/>
          <p:cNvSpPr/>
          <p:nvPr/>
        </p:nvSpPr>
        <p:spPr>
          <a:xfrm>
            <a:off x="8275320" y="4096440"/>
            <a:ext cx="3218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πr² + πrl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65"/>
          <p:cNvSpPr/>
          <p:nvPr/>
        </p:nvSpPr>
        <p:spPr>
          <a:xfrm>
            <a:off x="567000" y="4846320"/>
            <a:ext cx="370296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66"/>
          <p:cNvSpPr/>
          <p:nvPr/>
        </p:nvSpPr>
        <p:spPr>
          <a:xfrm>
            <a:off x="704160" y="4846320"/>
            <a:ext cx="34286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Hemisphere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67"/>
          <p:cNvSpPr/>
          <p:nvPr/>
        </p:nvSpPr>
        <p:spPr>
          <a:xfrm>
            <a:off x="4480560" y="4846320"/>
            <a:ext cx="342864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68"/>
          <p:cNvSpPr/>
          <p:nvPr/>
        </p:nvSpPr>
        <p:spPr>
          <a:xfrm>
            <a:off x="4617720" y="4846320"/>
            <a:ext cx="31543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2/3 πr³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69"/>
          <p:cNvSpPr/>
          <p:nvPr/>
        </p:nvSpPr>
        <p:spPr>
          <a:xfrm>
            <a:off x="8138160" y="4846320"/>
            <a:ext cx="349272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70"/>
          <p:cNvSpPr/>
          <p:nvPr/>
        </p:nvSpPr>
        <p:spPr>
          <a:xfrm>
            <a:off x="8275320" y="4846320"/>
            <a:ext cx="32184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3πr²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71"/>
          <p:cNvSpPr/>
          <p:nvPr/>
        </p:nvSpPr>
        <p:spPr>
          <a:xfrm>
            <a:off x="567000" y="580644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c6b60"/>
                </a:solidFill>
                <a:latin typeface="Calibri"/>
                <a:ea typeface="Calibri"/>
              </a:rPr>
              <a:t>Cone slant height: l = √(r² + h²) by Pythagoras.  Hemisphere surface = curved 2πr² + flat circle πr² = 3πr².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CYLINDER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Volume &amp; Surface Area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39"/>
          <p:cNvSpPr/>
          <p:nvPr/>
        </p:nvSpPr>
        <p:spPr>
          <a:xfrm>
            <a:off x="567000" y="129852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40"/>
          <p:cNvSpPr/>
          <p:nvPr/>
        </p:nvSpPr>
        <p:spPr>
          <a:xfrm>
            <a:off x="887040" y="129852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cylinder is a prism with a circular cross-section.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Volume = area of circle × height.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41"/>
          <p:cNvSpPr/>
          <p:nvPr/>
        </p:nvSpPr>
        <p:spPr>
          <a:xfrm>
            <a:off x="567000" y="2148840"/>
            <a:ext cx="5440320" cy="3565800"/>
          </a:xfrm>
          <a:prstGeom prst="roundRect">
            <a:avLst>
              <a:gd name="adj" fmla="val 153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42"/>
          <p:cNvSpPr/>
          <p:nvPr/>
        </p:nvSpPr>
        <p:spPr>
          <a:xfrm>
            <a:off x="932760" y="23864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Volume  =  πr²h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 43"/>
          <p:cNvSpPr/>
          <p:nvPr/>
        </p:nvSpPr>
        <p:spPr>
          <a:xfrm>
            <a:off x="914400" y="2880360"/>
            <a:ext cx="47545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Example: r = 7 cm, h = 20 cm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V = π × 7² × 20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= π × 49 × 20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=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3080 cm³</a:t>
            </a:r>
            <a:r>
              <a:rPr b="0" lang="en-US" sz="1200" spc="-1" strike="noStrike">
                <a:solidFill>
                  <a:srgbClr val="5c6b60"/>
                </a:solidFill>
                <a:latin typeface="Cambria"/>
                <a:ea typeface="Cambria"/>
              </a:rPr>
              <a:t>  (3 s.f.)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44"/>
          <p:cNvSpPr/>
          <p:nvPr/>
        </p:nvSpPr>
        <p:spPr>
          <a:xfrm>
            <a:off x="6190560" y="2148840"/>
            <a:ext cx="5440320" cy="3565800"/>
          </a:xfrm>
          <a:prstGeom prst="roundRect">
            <a:avLst>
              <a:gd name="adj" fmla="val 153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45"/>
          <p:cNvSpPr/>
          <p:nvPr/>
        </p:nvSpPr>
        <p:spPr>
          <a:xfrm>
            <a:off x="6556320" y="23864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Surface area = 2πr² + 2πrh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46"/>
          <p:cNvSpPr/>
          <p:nvPr/>
        </p:nvSpPr>
        <p:spPr>
          <a:xfrm>
            <a:off x="6537960" y="2880360"/>
            <a:ext cx="47545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Two circle ends: 2πr²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The curved side rolls out into a rectangle: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2πr × h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Curved surface only = 2πrh (no ends).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47"/>
          <p:cNvSpPr/>
          <p:nvPr/>
        </p:nvSpPr>
        <p:spPr>
          <a:xfrm>
            <a:off x="567000" y="5852160"/>
            <a:ext cx="11063880" cy="68544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 48"/>
          <p:cNvSpPr/>
          <p:nvPr/>
        </p:nvSpPr>
        <p:spPr>
          <a:xfrm>
            <a:off x="841320" y="5852160"/>
            <a:ext cx="10515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Volume = πr²h.   Total surface area = 2πr² + 2πrh.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77"/>
          <p:cNvSpPr/>
          <p:nvPr/>
        </p:nvSpPr>
        <p:spPr>
          <a:xfrm>
            <a:off x="659520" y="2148840"/>
            <a:ext cx="3418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GB" sz="1600" spc="-1" strike="noStrike">
                <a:solidFill>
                  <a:srgbClr val="000000"/>
                </a:solidFill>
                <a:latin typeface="Calibri"/>
              </a:rPr>
              <a:t>Volume = Cross-Sectional Area × Height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242" name="Group 79"/>
          <p:cNvGrpSpPr/>
          <p:nvPr/>
        </p:nvGrpSpPr>
        <p:grpSpPr>
          <a:xfrm>
            <a:off x="3757680" y="2274840"/>
            <a:ext cx="1937160" cy="1938600"/>
            <a:chOff x="3757680" y="2274840"/>
            <a:chExt cx="1937160" cy="1938600"/>
          </a:xfrm>
        </p:grpSpPr>
        <p:sp>
          <p:nvSpPr>
            <p:cNvPr id="243" name="Oval 80"/>
            <p:cNvSpPr/>
            <p:nvPr/>
          </p:nvSpPr>
          <p:spPr>
            <a:xfrm>
              <a:off x="4255200" y="3802320"/>
              <a:ext cx="1439640" cy="387720"/>
            </a:xfrm>
            <a:prstGeom prst="ellipse">
              <a:avLst/>
            </a:prstGeom>
            <a:solidFill>
              <a:srgbClr val="ed7d31"/>
            </a:solidFill>
            <a:ln>
              <a:solidFill>
                <a:srgbClr val="000000"/>
              </a:solidFill>
              <a:prstDash val="sysDash"/>
            </a:ln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Calibri"/>
              </a:endParaRPr>
            </a:p>
          </p:txBody>
        </p:sp>
        <p:grpSp>
          <p:nvGrpSpPr>
            <p:cNvPr id="244" name="Group 281"/>
            <p:cNvGrpSpPr/>
            <p:nvPr/>
          </p:nvGrpSpPr>
          <p:grpSpPr>
            <a:xfrm>
              <a:off x="3757680" y="2391120"/>
              <a:ext cx="1518840" cy="1822320"/>
              <a:chOff x="3757680" y="2391120"/>
              <a:chExt cx="1518840" cy="1822320"/>
            </a:xfrm>
          </p:grpSpPr>
          <p:sp>
            <p:nvSpPr>
              <p:cNvPr id="245" name="Text Box 278"/>
              <p:cNvSpPr/>
              <p:nvPr/>
            </p:nvSpPr>
            <p:spPr>
              <a:xfrm>
                <a:off x="4619880" y="3758040"/>
                <a:ext cx="656640" cy="4554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14400">
                  <a:lnSpc>
                    <a:spcPct val="100000"/>
                  </a:lnSpc>
                </a:pPr>
                <a:r>
                  <a:rPr b="0" lang="en-GB" sz="2400" spc="-1" strike="noStrike">
                    <a:solidFill>
                      <a:srgbClr val="000000"/>
                    </a:solidFill>
                    <a:latin typeface="Calibri"/>
                  </a:rPr>
                  <a:t>CSA</a:t>
                </a:r>
                <a:endParaRPr b="0" lang="en-US" sz="2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246" name="Line 279"/>
              <p:cNvSpPr/>
              <p:nvPr/>
            </p:nvSpPr>
            <p:spPr>
              <a:xfrm>
                <a:off x="4110840" y="2391120"/>
                <a:ext cx="360" cy="1604880"/>
              </a:xfrm>
              <a:prstGeom prst="line">
                <a:avLst/>
              </a:prstGeom>
              <a:ln w="19050">
                <a:solidFill>
                  <a:srgbClr val="000000"/>
                </a:solidFill>
                <a:round/>
                <a:headEnd len="med" type="arrow" w="med"/>
                <a:tailEnd len="med" type="arrow" w="med"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24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247" name="Text Box 280"/>
              <p:cNvSpPr/>
              <p:nvPr/>
            </p:nvSpPr>
            <p:spPr>
              <a:xfrm>
                <a:off x="3757680" y="2965680"/>
                <a:ext cx="341280" cy="4554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90000" rIns="90000" tIns="45000" bIns="45000" anchor="t">
                <a:spAutoFit/>
              </a:bodyPr>
              <a:p>
                <a:pPr defTabSz="914400">
                  <a:lnSpc>
                    <a:spcPct val="100000"/>
                  </a:lnSpc>
                </a:pPr>
                <a:r>
                  <a:rPr b="0" lang="en-GB" sz="2400" spc="-1" strike="noStrike">
                    <a:solidFill>
                      <a:srgbClr val="000000"/>
                    </a:solidFill>
                    <a:latin typeface="Calibri"/>
                  </a:rPr>
                  <a:t>h</a:t>
                </a:r>
                <a:endParaRPr b="0" lang="en-US" sz="24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248" name="Can 82"/>
            <p:cNvSpPr/>
            <p:nvPr/>
          </p:nvSpPr>
          <p:spPr>
            <a:xfrm>
              <a:off x="4255200" y="2274840"/>
              <a:ext cx="1439640" cy="1915560"/>
            </a:xfrm>
            <a:prstGeom prst="can">
              <a:avLst>
                <a:gd name="adj" fmla="val 25000"/>
              </a:avLst>
            </a:prstGeom>
            <a:noFill/>
            <a:ln>
              <a:solidFill>
                <a:srgbClr val="00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dk1"/>
                </a:solidFill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CYLINDER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38"/>
          <p:cNvSpPr/>
          <p:nvPr/>
        </p:nvSpPr>
        <p:spPr>
          <a:xfrm>
            <a:off x="1258560" y="5670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Where the Surface Area Comes From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39"/>
          <p:cNvSpPr/>
          <p:nvPr/>
        </p:nvSpPr>
        <p:spPr>
          <a:xfrm>
            <a:off x="2325960" y="1117800"/>
            <a:ext cx="7997040" cy="518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Shape 40"/>
          <p:cNvSpPr/>
          <p:nvPr/>
        </p:nvSpPr>
        <p:spPr>
          <a:xfrm>
            <a:off x="567000" y="629856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Unroll the curved surface: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it becomes a rectangle of width 2πr (the circumference) and height h.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Placeholder 2"/>
          <p:cNvSpPr/>
          <p:nvPr/>
        </p:nvSpPr>
        <p:spPr>
          <a:xfrm>
            <a:off x="2057400" y="829440"/>
            <a:ext cx="9143640" cy="55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641"/>
              </a:spcBef>
            </a:pPr>
            <a:endParaRPr b="0" lang="en-GB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2" name="AutoShape 19"/>
          <p:cNvSpPr/>
          <p:nvPr/>
        </p:nvSpPr>
        <p:spPr>
          <a:xfrm>
            <a:off x="5913360" y="2829240"/>
            <a:ext cx="1355400" cy="1800000"/>
          </a:xfrm>
          <a:prstGeom prst="can">
            <a:avLst>
              <a:gd name="adj" fmla="val 33197"/>
            </a:avLst>
          </a:prstGeom>
          <a:gradFill rotWithShape="0">
            <a:gsLst>
              <a:gs pos="0">
                <a:srgbClr val="2d4b81"/>
              </a:gs>
              <a:gs pos="50000">
                <a:srgbClr val="4472c4"/>
              </a:gs>
              <a:gs pos="100000">
                <a:srgbClr val="2d4b81"/>
              </a:gs>
            </a:gsLst>
            <a:lin ang="0"/>
          </a:gradFill>
          <a:ln w="9525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93" name="Group 20"/>
          <p:cNvGrpSpPr/>
          <p:nvPr/>
        </p:nvGrpSpPr>
        <p:grpSpPr>
          <a:xfrm>
            <a:off x="5907240" y="2829240"/>
            <a:ext cx="1356840" cy="1800000"/>
            <a:chOff x="5907240" y="2829240"/>
            <a:chExt cx="1356840" cy="1800000"/>
          </a:xfrm>
        </p:grpSpPr>
        <p:sp>
          <p:nvSpPr>
            <p:cNvPr id="294" name="AutoShape 21"/>
            <p:cNvSpPr/>
            <p:nvPr/>
          </p:nvSpPr>
          <p:spPr>
            <a:xfrm>
              <a:off x="5907240" y="2829240"/>
              <a:ext cx="1355400" cy="1800000"/>
            </a:xfrm>
            <a:prstGeom prst="can">
              <a:avLst>
                <a:gd name="adj" fmla="val 33206"/>
              </a:avLst>
            </a:prstGeom>
            <a:noFill/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295" name="Oval 22"/>
            <p:cNvSpPr/>
            <p:nvPr/>
          </p:nvSpPr>
          <p:spPr>
            <a:xfrm>
              <a:off x="5908680" y="4184640"/>
              <a:ext cx="1355400" cy="444600"/>
            </a:xfrm>
            <a:prstGeom prst="ellipse">
              <a:avLst/>
            </a:prstGeom>
            <a:noFill/>
            <a:ln w="9525">
              <a:solidFill>
                <a:srgbClr val="000000"/>
              </a:solidFill>
              <a:prstDash val="dash"/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sp>
        <p:nvSpPr>
          <p:cNvPr id="296" name="Oval 29"/>
          <p:cNvSpPr/>
          <p:nvPr/>
        </p:nvSpPr>
        <p:spPr>
          <a:xfrm>
            <a:off x="5919840" y="2829240"/>
            <a:ext cx="1347480" cy="448920"/>
          </a:xfrm>
          <a:prstGeom prst="ellipse">
            <a:avLst/>
          </a:prstGeom>
          <a:noFill/>
          <a:ln w="19050">
            <a:solidFill>
              <a:srgbClr val="ff3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97" name="Group 46"/>
          <p:cNvGrpSpPr/>
          <p:nvPr/>
        </p:nvGrpSpPr>
        <p:grpSpPr>
          <a:xfrm>
            <a:off x="5875200" y="1117800"/>
            <a:ext cx="1392120" cy="5184360"/>
            <a:chOff x="5875200" y="1117800"/>
            <a:chExt cx="1392120" cy="5184360"/>
          </a:xfrm>
        </p:grpSpPr>
        <p:sp>
          <p:nvSpPr>
            <p:cNvPr id="298" name="Oval 31"/>
            <p:cNvSpPr/>
            <p:nvPr/>
          </p:nvSpPr>
          <p:spPr>
            <a:xfrm>
              <a:off x="5899320" y="1117800"/>
              <a:ext cx="1368000" cy="1368000"/>
            </a:xfrm>
            <a:prstGeom prst="ellipse">
              <a:avLst/>
            </a:prstGeom>
            <a:solidFill>
              <a:schemeClr val="accent1"/>
            </a:solidFill>
            <a:ln w="28575">
              <a:solidFill>
                <a:srgbClr val="ff33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299" name="Oval 32"/>
            <p:cNvSpPr/>
            <p:nvPr/>
          </p:nvSpPr>
          <p:spPr>
            <a:xfrm>
              <a:off x="5875200" y="4934160"/>
              <a:ext cx="1368000" cy="1368000"/>
            </a:xfrm>
            <a:prstGeom prst="ellipse">
              <a:avLst/>
            </a:prstGeom>
            <a:solidFill>
              <a:schemeClr val="accent1"/>
            </a:solidFill>
            <a:ln w="28575">
              <a:solidFill>
                <a:srgbClr val="ff33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00" name="Text Box 33"/>
            <p:cNvSpPr/>
            <p:nvPr/>
          </p:nvSpPr>
          <p:spPr>
            <a:xfrm>
              <a:off x="6186600" y="1484640"/>
              <a:ext cx="93456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800"/>
                </a:spcBef>
              </a:pPr>
              <a:r>
                <a:rPr b="0" lang="en-GB" sz="3600" spc="-1" strike="noStrike">
                  <a:solidFill>
                    <a:srgbClr val="000000"/>
                  </a:solidFill>
                  <a:latin typeface="Symbol"/>
                </a:rPr>
                <a:t></a:t>
              </a:r>
              <a:r>
                <a:rPr b="0" lang="en-GB" sz="3600" spc="-1" strike="noStrike">
                  <a:solidFill>
                    <a:srgbClr val="000000"/>
                  </a:solidFill>
                  <a:latin typeface="Calibri"/>
                </a:rPr>
                <a:t>r</a:t>
              </a:r>
              <a:r>
                <a:rPr b="0" lang="en-GB" sz="3600" spc="-1" strike="noStrike" baseline="30000">
                  <a:solidFill>
                    <a:srgbClr val="000000"/>
                  </a:solidFill>
                  <a:latin typeface="Calibri"/>
                </a:rPr>
                <a:t>2</a:t>
              </a:r>
              <a:endParaRPr b="0" lang="en-U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1" name="Text Box 34"/>
            <p:cNvSpPr/>
            <p:nvPr/>
          </p:nvSpPr>
          <p:spPr>
            <a:xfrm>
              <a:off x="6199200" y="5294520"/>
              <a:ext cx="93456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800"/>
                </a:spcBef>
              </a:pPr>
              <a:r>
                <a:rPr b="0" lang="en-GB" sz="3600" spc="-1" strike="noStrike">
                  <a:solidFill>
                    <a:srgbClr val="000000"/>
                  </a:solidFill>
                  <a:latin typeface="Symbol"/>
                </a:rPr>
                <a:t></a:t>
              </a:r>
              <a:r>
                <a:rPr b="0" lang="en-GB" sz="3600" spc="-1" strike="noStrike">
                  <a:solidFill>
                    <a:srgbClr val="000000"/>
                  </a:solidFill>
                  <a:latin typeface="Calibri"/>
                </a:rPr>
                <a:t>r</a:t>
              </a:r>
              <a:r>
                <a:rPr b="0" lang="en-GB" sz="3600" spc="-1" strike="noStrike" baseline="30000">
                  <a:solidFill>
                    <a:srgbClr val="000000"/>
                  </a:solidFill>
                  <a:latin typeface="Calibri"/>
                </a:rPr>
                <a:t>2</a:t>
              </a:r>
              <a:endParaRPr b="0" lang="en-US" sz="36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2" name="Group 40"/>
          <p:cNvGrpSpPr/>
          <p:nvPr/>
        </p:nvGrpSpPr>
        <p:grpSpPr>
          <a:xfrm>
            <a:off x="6379200" y="3278160"/>
            <a:ext cx="363960" cy="1691640"/>
            <a:chOff x="6379200" y="3278160"/>
            <a:chExt cx="363960" cy="1691640"/>
          </a:xfrm>
        </p:grpSpPr>
        <p:sp>
          <p:nvSpPr>
            <p:cNvPr id="303" name="Line 38"/>
            <p:cNvSpPr/>
            <p:nvPr/>
          </p:nvSpPr>
          <p:spPr>
            <a:xfrm>
              <a:off x="6578280" y="3278160"/>
              <a:ext cx="360" cy="1359000"/>
            </a:xfrm>
            <a:prstGeom prst="line">
              <a:avLst/>
            </a:prstGeom>
            <a:ln w="19050">
              <a:solidFill>
                <a:srgbClr val="3399ff"/>
              </a:solidFill>
              <a:prstDash val="sysDot"/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04" name="Text Box 39"/>
            <p:cNvSpPr/>
            <p:nvPr/>
          </p:nvSpPr>
          <p:spPr>
            <a:xfrm rot="16200000">
              <a:off x="6272280" y="4498920"/>
              <a:ext cx="57744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901"/>
                </a:spcBef>
              </a:pPr>
              <a:r>
                <a:rPr b="0" lang="en-GB" sz="1800" spc="-1" strike="noStrike">
                  <a:solidFill>
                    <a:srgbClr val="000000"/>
                  </a:solidFill>
                  <a:latin typeface="Wingdings"/>
                </a:rPr>
                <a:t></a:t>
              </a:r>
              <a:endParaRPr b="0" lang="en-US" sz="18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5" name="Group 51"/>
          <p:cNvGrpSpPr/>
          <p:nvPr/>
        </p:nvGrpSpPr>
        <p:grpSpPr>
          <a:xfrm>
            <a:off x="7429680" y="1608120"/>
            <a:ext cx="1542600" cy="4235400"/>
            <a:chOff x="7429680" y="1608120"/>
            <a:chExt cx="1542600" cy="4235400"/>
          </a:xfrm>
        </p:grpSpPr>
        <p:sp>
          <p:nvSpPr>
            <p:cNvPr id="306" name="Line 47"/>
            <p:cNvSpPr/>
            <p:nvPr/>
          </p:nvSpPr>
          <p:spPr>
            <a:xfrm flipV="1">
              <a:off x="8108640" y="1608120"/>
              <a:ext cx="360" cy="1409760"/>
            </a:xfrm>
            <a:prstGeom prst="line">
              <a:avLst/>
            </a:prstGeom>
            <a:ln w="5715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07" name="Line 48"/>
            <p:cNvSpPr/>
            <p:nvPr/>
          </p:nvSpPr>
          <p:spPr>
            <a:xfrm>
              <a:off x="8105760" y="4433760"/>
              <a:ext cx="360" cy="1409760"/>
            </a:xfrm>
            <a:prstGeom prst="line">
              <a:avLst/>
            </a:prstGeom>
            <a:ln w="5715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08" name="Text Box 49"/>
            <p:cNvSpPr/>
            <p:nvPr/>
          </p:nvSpPr>
          <p:spPr>
            <a:xfrm>
              <a:off x="7429680" y="3227760"/>
              <a:ext cx="1542600" cy="109512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  <a:spcBef>
                  <a:spcPts val="1100"/>
                </a:spcBef>
              </a:pPr>
              <a:r>
                <a:rPr b="0" lang="en-GB" sz="2200" spc="-1" strike="noStrike">
                  <a:solidFill>
                    <a:srgbClr val="000000"/>
                  </a:solidFill>
                  <a:latin typeface="Calibri"/>
                </a:rPr>
                <a:t>Removing top and bottom</a:t>
              </a:r>
              <a:endParaRPr b="0" lang="en-US" sz="22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309" name="Group 55"/>
          <p:cNvGrpSpPr/>
          <p:nvPr/>
        </p:nvGrpSpPr>
        <p:grpSpPr>
          <a:xfrm>
            <a:off x="3492360" y="2332080"/>
            <a:ext cx="5956200" cy="424800"/>
            <a:chOff x="3492360" y="2332080"/>
            <a:chExt cx="5956200" cy="424800"/>
          </a:xfrm>
        </p:grpSpPr>
        <p:sp>
          <p:nvSpPr>
            <p:cNvPr id="310" name="Text Box 52"/>
            <p:cNvSpPr/>
            <p:nvPr/>
          </p:nvSpPr>
          <p:spPr>
            <a:xfrm>
              <a:off x="5810400" y="2332080"/>
              <a:ext cx="1638000" cy="424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100"/>
                </a:spcBef>
              </a:pPr>
              <a:r>
                <a:rPr b="0" lang="en-GB" sz="2200" spc="-1" strike="noStrike">
                  <a:solidFill>
                    <a:srgbClr val="000000"/>
                  </a:solidFill>
                  <a:latin typeface="Calibri"/>
                </a:rPr>
                <a:t>Open out</a:t>
              </a:r>
              <a:endParaRPr b="0" lang="en-US" sz="22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1" name="Line 53"/>
            <p:cNvSpPr/>
            <p:nvPr/>
          </p:nvSpPr>
          <p:spPr>
            <a:xfrm>
              <a:off x="7143480" y="2541600"/>
              <a:ext cx="2305080" cy="360"/>
            </a:xfrm>
            <a:prstGeom prst="line">
              <a:avLst/>
            </a:prstGeom>
            <a:ln w="5715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12" name="Line 54"/>
            <p:cNvSpPr/>
            <p:nvPr/>
          </p:nvSpPr>
          <p:spPr>
            <a:xfrm flipH="1">
              <a:off x="3492360" y="2567160"/>
              <a:ext cx="2305080" cy="360"/>
            </a:xfrm>
            <a:prstGeom prst="line">
              <a:avLst/>
            </a:prstGeom>
            <a:ln w="5715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grpSp>
        <p:nvGrpSpPr>
          <p:cNvPr id="313" name="Group 59"/>
          <p:cNvGrpSpPr/>
          <p:nvPr/>
        </p:nvGrpSpPr>
        <p:grpSpPr>
          <a:xfrm>
            <a:off x="3429000" y="2798640"/>
            <a:ext cx="6197400" cy="1832040"/>
            <a:chOff x="3429000" y="2798640"/>
            <a:chExt cx="6197400" cy="1832040"/>
          </a:xfrm>
        </p:grpSpPr>
        <p:sp>
          <p:nvSpPr>
            <p:cNvPr id="314" name="Rectangle 41"/>
            <p:cNvSpPr/>
            <p:nvPr/>
          </p:nvSpPr>
          <p:spPr>
            <a:xfrm>
              <a:off x="3448080" y="2808360"/>
              <a:ext cx="6171840" cy="1809360"/>
            </a:xfrm>
            <a:prstGeom prst="rect">
              <a:avLst/>
            </a:prstGeom>
            <a:solidFill>
              <a:srgbClr val="bbe0e3">
                <a:alpha val="53000"/>
              </a:srgbClr>
            </a:solidFill>
            <a:ln w="9525">
              <a:solidFill>
                <a:srgbClr val="000000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15" name="Line 44"/>
            <p:cNvSpPr/>
            <p:nvPr/>
          </p:nvSpPr>
          <p:spPr>
            <a:xfrm>
              <a:off x="3429000" y="2808360"/>
              <a:ext cx="6190920" cy="360"/>
            </a:xfrm>
            <a:prstGeom prst="line">
              <a:avLst/>
            </a:prstGeom>
            <a:ln w="19050">
              <a:solidFill>
                <a:srgbClr val="ff33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16" name="Line 45"/>
            <p:cNvSpPr/>
            <p:nvPr/>
          </p:nvSpPr>
          <p:spPr>
            <a:xfrm>
              <a:off x="3435120" y="4618080"/>
              <a:ext cx="6191280" cy="360"/>
            </a:xfrm>
            <a:prstGeom prst="line">
              <a:avLst/>
            </a:prstGeom>
            <a:ln w="19050">
              <a:solidFill>
                <a:srgbClr val="ff3399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17" name="Line 56"/>
            <p:cNvSpPr/>
            <p:nvPr/>
          </p:nvSpPr>
          <p:spPr>
            <a:xfrm>
              <a:off x="9619920" y="2801880"/>
              <a:ext cx="360" cy="1828800"/>
            </a:xfrm>
            <a:prstGeom prst="line">
              <a:avLst/>
            </a:prstGeom>
            <a:ln w="19050">
              <a:solidFill>
                <a:srgbClr val="3399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18" name="Line 57"/>
            <p:cNvSpPr/>
            <p:nvPr/>
          </p:nvSpPr>
          <p:spPr>
            <a:xfrm>
              <a:off x="3443040" y="2798640"/>
              <a:ext cx="360" cy="1828800"/>
            </a:xfrm>
            <a:prstGeom prst="line">
              <a:avLst/>
            </a:prstGeom>
            <a:ln w="19050">
              <a:solidFill>
                <a:srgbClr val="3399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grpSp>
        <p:nvGrpSpPr>
          <p:cNvPr id="319" name="Group 60"/>
          <p:cNvGrpSpPr/>
          <p:nvPr/>
        </p:nvGrpSpPr>
        <p:grpSpPr>
          <a:xfrm>
            <a:off x="3447720" y="2435400"/>
            <a:ext cx="6166080" cy="333360"/>
            <a:chOff x="3447720" y="2435400"/>
            <a:chExt cx="6166080" cy="333360"/>
          </a:xfrm>
        </p:grpSpPr>
        <p:sp>
          <p:nvSpPr>
            <p:cNvPr id="320" name="Text Box 61"/>
            <p:cNvSpPr/>
            <p:nvPr/>
          </p:nvSpPr>
          <p:spPr>
            <a:xfrm>
              <a:off x="5870520" y="2435400"/>
              <a:ext cx="1695600" cy="333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799"/>
                </a:spcBef>
              </a:pPr>
              <a:r>
                <a:rPr b="0" lang="en-GB" sz="1600" spc="-1" strike="noStrike">
                  <a:solidFill>
                    <a:srgbClr val="000000"/>
                  </a:solidFill>
                  <a:latin typeface="Calibri"/>
                </a:rPr>
                <a:t>circumference</a:t>
              </a:r>
              <a:endParaRPr b="0" lang="en-US" sz="16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21" name="Line 62"/>
            <p:cNvSpPr/>
            <p:nvPr/>
          </p:nvSpPr>
          <p:spPr>
            <a:xfrm>
              <a:off x="7227720" y="2548080"/>
              <a:ext cx="2386080" cy="360"/>
            </a:xfrm>
            <a:prstGeom prst="line">
              <a:avLst/>
            </a:prstGeom>
            <a:ln w="5715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22" name="Line 63"/>
            <p:cNvSpPr/>
            <p:nvPr/>
          </p:nvSpPr>
          <p:spPr>
            <a:xfrm flipH="1">
              <a:off x="3447720" y="2573280"/>
              <a:ext cx="2386440" cy="360"/>
            </a:xfrm>
            <a:prstGeom prst="line">
              <a:avLst/>
            </a:prstGeom>
            <a:ln w="5715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4640" bIns="-4464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grpSp>
        <p:nvGrpSpPr>
          <p:cNvPr id="323" name="Group 68"/>
          <p:cNvGrpSpPr/>
          <p:nvPr/>
        </p:nvGrpSpPr>
        <p:grpSpPr>
          <a:xfrm>
            <a:off x="9677520" y="2817720"/>
            <a:ext cx="456840" cy="1825920"/>
            <a:chOff x="9677520" y="2817720"/>
            <a:chExt cx="456840" cy="1825920"/>
          </a:xfrm>
        </p:grpSpPr>
        <p:sp>
          <p:nvSpPr>
            <p:cNvPr id="324" name="Line 65"/>
            <p:cNvSpPr/>
            <p:nvPr/>
          </p:nvSpPr>
          <p:spPr>
            <a:xfrm flipV="1">
              <a:off x="9848520" y="2817720"/>
              <a:ext cx="360" cy="657360"/>
            </a:xfrm>
            <a:prstGeom prst="line">
              <a:avLst/>
            </a:prstGeom>
            <a:ln w="5715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25" name="Line 66"/>
            <p:cNvSpPr/>
            <p:nvPr/>
          </p:nvSpPr>
          <p:spPr>
            <a:xfrm>
              <a:off x="9864720" y="4043520"/>
              <a:ext cx="360" cy="600120"/>
            </a:xfrm>
            <a:prstGeom prst="line">
              <a:avLst/>
            </a:prstGeom>
            <a:ln w="57150">
              <a:solidFill>
                <a:srgbClr val="000000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326" name="Text Box 67"/>
            <p:cNvSpPr/>
            <p:nvPr/>
          </p:nvSpPr>
          <p:spPr>
            <a:xfrm>
              <a:off x="9677520" y="3522960"/>
              <a:ext cx="45684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199"/>
                </a:spcBef>
              </a:pPr>
              <a:r>
                <a:rPr b="0" lang="en-GB" sz="2400" spc="-1" strike="noStrike">
                  <a:solidFill>
                    <a:srgbClr val="000000"/>
                  </a:solidFill>
                  <a:latin typeface="Calibri"/>
                </a:rPr>
                <a:t>h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327" name="Text Box 69"/>
          <p:cNvSpPr/>
          <p:nvPr/>
        </p:nvSpPr>
        <p:spPr>
          <a:xfrm>
            <a:off x="4362480" y="3536640"/>
            <a:ext cx="4323960" cy="455400"/>
          </a:xfrm>
          <a:prstGeom prst="rect">
            <a:avLst/>
          </a:prstGeom>
          <a:solidFill>
            <a:srgbClr val="ff99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199"/>
              </a:spcBef>
            </a:pP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SURFACE AREA = 2</a:t>
            </a:r>
            <a:r>
              <a:rPr b="0" lang="en-GB" sz="2400" spc="-1" strike="noStrike">
                <a:solidFill>
                  <a:srgbClr val="000000"/>
                </a:solidFill>
                <a:latin typeface="Symbol"/>
              </a:rPr>
              <a:t></a:t>
            </a: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r</a:t>
            </a:r>
            <a:r>
              <a:rPr b="0" lang="en-GB" sz="2400" spc="-1" strike="noStrike" baseline="30000">
                <a:solidFill>
                  <a:srgbClr val="000000"/>
                </a:solidFill>
                <a:latin typeface="Calibri"/>
              </a:rPr>
              <a:t>2</a:t>
            </a: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 + 2</a:t>
            </a:r>
            <a:r>
              <a:rPr b="0" lang="en-GB" sz="2400" spc="-1" strike="noStrike">
                <a:solidFill>
                  <a:srgbClr val="000000"/>
                </a:solidFill>
                <a:latin typeface="Symbol"/>
              </a:rPr>
              <a:t></a:t>
            </a:r>
            <a:r>
              <a:rPr b="0" lang="en-GB" sz="2400" spc="-1" strike="noStrike">
                <a:solidFill>
                  <a:srgbClr val="000000"/>
                </a:solidFill>
                <a:latin typeface="Calibri"/>
              </a:rPr>
              <a:t>r×h 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4" presetSubtype="3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ox(out)" transition="in">
                                      <p:cBhvr additive="repl">
                                        <p:cTn id="7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1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nodeType="clickEffect" fill="hold" presetClass="entr" presetID="4" presetSubtype="3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ox(out)" transition="in">
                                      <p:cBhvr additive="repl">
                                        <p:cTn id="13" dur="500"/>
                                        <p:tgtEl>
                                          <p:spTgt spid="2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nodeType="clickEffect" fill="hold" presetClass="entr" presetID="2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down)" transition="in">
                                      <p:cBhvr additive="repl">
                                        <p:cTn id="18" dur="10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16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2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nodeType="clickEffect" fill="hold" presetClass="entr" presetID="4" presetSubtype="3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ox(out)" transition="in">
                                      <p:cBhvr additive="repl">
                                        <p:cTn id="23" dur="500"/>
                                        <p:tgtEl>
                                          <p:spTgt spid="3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3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nodeType="clickEffect" fill="hold" presetClass="entr" presetID="4" presetSubtype="3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ox(out)" transition="in">
                                      <p:cBhvr additive="repl">
                                        <p:cTn id="29" dur="5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nodeType="clickEffect" fill="hold" presetClass="entr" presetID="4" presetSubtype="3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ox(out)" transition="in">
                                      <p:cBhvr additive="repl">
                                        <p:cTn id="34" dur="5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32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4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nodeType="clickEffect" fill="hold" presetClass="entr" presetID="4" presetSubtype="3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ox(out)" transition="in">
                                      <p:cBhvr additive="repl">
                                        <p:cTn id="39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37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5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35"/>
          <p:cNvSpPr/>
          <p:nvPr/>
        </p:nvSpPr>
        <p:spPr>
          <a:xfrm>
            <a:off x="173880" y="24804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 36"/>
          <p:cNvSpPr/>
          <p:nvPr/>
        </p:nvSpPr>
        <p:spPr>
          <a:xfrm>
            <a:off x="173880" y="24804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 37"/>
          <p:cNvSpPr/>
          <p:nvPr/>
        </p:nvSpPr>
        <p:spPr>
          <a:xfrm>
            <a:off x="934560" y="14184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CYLINDER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 38"/>
          <p:cNvSpPr/>
          <p:nvPr/>
        </p:nvSpPr>
        <p:spPr>
          <a:xfrm>
            <a:off x="934560" y="28332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Find raduis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40"/>
          <p:cNvSpPr/>
          <p:nvPr/>
        </p:nvSpPr>
        <p:spPr>
          <a:xfrm>
            <a:off x="567000" y="629856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Unroll the curved surface: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it becomes a rectangle of width 2πr (the circumference) and height h.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 Placeholder 2"/>
          <p:cNvSpPr/>
          <p:nvPr/>
        </p:nvSpPr>
        <p:spPr>
          <a:xfrm>
            <a:off x="2057400" y="829440"/>
            <a:ext cx="9143640" cy="55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641"/>
              </a:spcBef>
            </a:pPr>
            <a:endParaRPr b="0" lang="en-GB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0" name="Shape 39"/>
          <p:cNvSpPr/>
          <p:nvPr/>
        </p:nvSpPr>
        <p:spPr>
          <a:xfrm>
            <a:off x="2325960" y="694800"/>
            <a:ext cx="8984880" cy="560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371" name="Group 27"/>
          <p:cNvGrpSpPr/>
          <p:nvPr/>
        </p:nvGrpSpPr>
        <p:grpSpPr>
          <a:xfrm>
            <a:off x="3062160" y="279000"/>
            <a:ext cx="8113680" cy="6075000"/>
            <a:chOff x="3062160" y="279000"/>
            <a:chExt cx="8113680" cy="6075000"/>
          </a:xfrm>
        </p:grpSpPr>
        <p:sp>
          <p:nvSpPr>
            <p:cNvPr id="372" name="AutoShape 8"/>
            <p:cNvSpPr/>
            <p:nvPr/>
          </p:nvSpPr>
          <p:spPr>
            <a:xfrm>
              <a:off x="3711600" y="1425240"/>
              <a:ext cx="3858840" cy="4721040"/>
            </a:xfrm>
            <a:prstGeom prst="can">
              <a:avLst>
                <a:gd name="adj" fmla="val 30584"/>
              </a:avLst>
            </a:prstGeom>
            <a:solidFill>
              <a:srgbClr val="ffc000"/>
            </a:solidFill>
            <a:ln>
              <a:solidFill>
                <a:srgbClr val="bc8e00"/>
              </a:solidFill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grpSp>
          <p:nvGrpSpPr>
            <p:cNvPr id="373" name="Group 26"/>
            <p:cNvGrpSpPr/>
            <p:nvPr/>
          </p:nvGrpSpPr>
          <p:grpSpPr>
            <a:xfrm>
              <a:off x="3062160" y="279000"/>
              <a:ext cx="8113680" cy="6075000"/>
              <a:chOff x="3062160" y="279000"/>
              <a:chExt cx="8113680" cy="6075000"/>
            </a:xfrm>
          </p:grpSpPr>
          <p:sp>
            <p:nvSpPr>
              <p:cNvPr id="374" name="Text Box 7"/>
              <p:cNvSpPr/>
              <p:nvPr/>
            </p:nvSpPr>
            <p:spPr>
              <a:xfrm>
                <a:off x="3987720" y="809280"/>
                <a:ext cx="4043160" cy="424800"/>
              </a:xfrm>
              <a:prstGeom prst="rect">
                <a:avLst/>
              </a:prstGeom>
              <a:solidFill>
                <a:srgbClr val="ffffff"/>
              </a:solidFill>
              <a:ln>
                <a:solidFill>
                  <a:srgbClr val="70ad47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914400">
                  <a:lnSpc>
                    <a:spcPct val="100000"/>
                  </a:lnSpc>
                  <a:spcBef>
                    <a:spcPts val="1100"/>
                  </a:spcBef>
                </a:pPr>
                <a:r>
                  <a:rPr b="0" lang="en-GB" sz="2200" spc="-1" strike="noStrike">
                    <a:solidFill>
                      <a:srgbClr val="000000"/>
                    </a:solidFill>
                    <a:latin typeface="Calibri"/>
                  </a:rPr>
                  <a:t>Find the radius of the cylinder.</a:t>
                </a:r>
                <a:endParaRPr b="0" lang="en-US" sz="22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75" name="Text Box 9"/>
              <p:cNvSpPr/>
              <p:nvPr/>
            </p:nvSpPr>
            <p:spPr>
              <a:xfrm>
                <a:off x="6167520" y="1560240"/>
                <a:ext cx="163152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914400">
                  <a:lnSpc>
                    <a:spcPct val="100000"/>
                  </a:lnSpc>
                  <a:spcBef>
                    <a:spcPts val="1001"/>
                  </a:spcBef>
                </a:pPr>
                <a:r>
                  <a:rPr b="0" lang="en-GB" sz="2000" spc="-1" strike="noStrike">
                    <a:solidFill>
                      <a:srgbClr val="000000"/>
                    </a:solidFill>
                    <a:latin typeface="Calibri"/>
                  </a:rPr>
                  <a:t>r m</a:t>
                </a:r>
                <a:endParaRPr b="0" lang="en-US" sz="20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76" name="Line 10"/>
              <p:cNvSpPr/>
              <p:nvPr/>
            </p:nvSpPr>
            <p:spPr>
              <a:xfrm>
                <a:off x="3463560" y="4400280"/>
                <a:ext cx="19080" cy="1230120"/>
              </a:xfrm>
              <a:prstGeom prst="line">
                <a:avLst/>
              </a:prstGeom>
              <a:ln w="57150">
                <a:solidFill>
                  <a:srgbClr val="000000"/>
                </a:solidFill>
                <a:round/>
                <a:tailEnd len="med" type="triangle" w="med"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377" name="Line 11"/>
              <p:cNvSpPr/>
              <p:nvPr/>
            </p:nvSpPr>
            <p:spPr>
              <a:xfrm flipH="1" flipV="1">
                <a:off x="3466800" y="1953720"/>
                <a:ext cx="19080" cy="1384200"/>
              </a:xfrm>
              <a:prstGeom prst="line">
                <a:avLst/>
              </a:prstGeom>
              <a:ln w="57150">
                <a:solidFill>
                  <a:srgbClr val="000000"/>
                </a:solidFill>
                <a:round/>
                <a:tailEnd len="med" type="triangle" w="med"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378" name="Text Box 12"/>
              <p:cNvSpPr/>
              <p:nvPr/>
            </p:nvSpPr>
            <p:spPr>
              <a:xfrm>
                <a:off x="3062160" y="3582720"/>
                <a:ext cx="1495080" cy="394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914400">
                  <a:lnSpc>
                    <a:spcPct val="100000"/>
                  </a:lnSpc>
                  <a:spcBef>
                    <a:spcPts val="1001"/>
                  </a:spcBef>
                </a:pPr>
                <a:r>
                  <a:rPr b="0" lang="en-GB" sz="2000" spc="-1" strike="noStrike">
                    <a:solidFill>
                      <a:srgbClr val="000000"/>
                    </a:solidFill>
                    <a:latin typeface="Calibri"/>
                  </a:rPr>
                  <a:t>1.5m</a:t>
                </a:r>
                <a:endParaRPr b="0" lang="en-US" sz="20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grpSp>
            <p:nvGrpSpPr>
              <p:cNvPr id="379" name="Group 13"/>
              <p:cNvGrpSpPr/>
              <p:nvPr/>
            </p:nvGrpSpPr>
            <p:grpSpPr>
              <a:xfrm>
                <a:off x="8670960" y="279000"/>
                <a:ext cx="2504880" cy="6075000"/>
                <a:chOff x="8670960" y="279000"/>
                <a:chExt cx="2504880" cy="6075000"/>
              </a:xfrm>
            </p:grpSpPr>
            <p:sp>
              <p:nvSpPr>
                <p:cNvPr id="380" name="AutoShape 14"/>
                <p:cNvSpPr/>
                <p:nvPr/>
              </p:nvSpPr>
              <p:spPr>
                <a:xfrm>
                  <a:off x="8670960" y="279000"/>
                  <a:ext cx="2504880" cy="607500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GB" sz="1800" spc="-1" strike="noStrike">
                    <a:solidFill>
                      <a:srgbClr val="000000"/>
                    </a:solidFill>
                    <a:latin typeface="Calibri"/>
                  </a:endParaRPr>
                </a:p>
              </p:txBody>
            </p:sp>
            <p:sp>
              <p:nvSpPr>
                <p:cNvPr id="381" name="Freeform 96"/>
                <p:cNvSpPr/>
                <p:nvPr/>
              </p:nvSpPr>
              <p:spPr>
                <a:xfrm>
                  <a:off x="8987760" y="1272600"/>
                  <a:ext cx="1871280" cy="2907720"/>
                </a:xfrm>
                <a:custGeom>
                  <a:avLst/>
                  <a:gdLst>
                    <a:gd name="textAreaLeft" fmla="*/ 0 w 1871280"/>
                    <a:gd name="textAreaRight" fmla="*/ 1871640 w 1871280"/>
                    <a:gd name="textAreaTop" fmla="*/ 0 h 2907720"/>
                    <a:gd name="textAreaBottom" fmla="*/ 2908080 h 2907720"/>
                  </a:gdLst>
                  <a:ahLst/>
                  <a:rect l="textAreaLeft" t="textAreaTop" r="textAreaRight" b="textAreaBottom"/>
                  <a:pathLst>
                    <a:path w="130" h="202">
                      <a:moveTo>
                        <a:pt x="65" y="0"/>
                      </a:moveTo>
                      <a:lnTo>
                        <a:pt x="56" y="0"/>
                      </a:lnTo>
                      <a:lnTo>
                        <a:pt x="48" y="4"/>
                      </a:lnTo>
                      <a:lnTo>
                        <a:pt x="43" y="13"/>
                      </a:lnTo>
                      <a:lnTo>
                        <a:pt x="43" y="21"/>
                      </a:lnTo>
                      <a:lnTo>
                        <a:pt x="43" y="34"/>
                      </a:lnTo>
                      <a:lnTo>
                        <a:pt x="48" y="39"/>
                      </a:lnTo>
                      <a:lnTo>
                        <a:pt x="56" y="47"/>
                      </a:lnTo>
                      <a:lnTo>
                        <a:pt x="65" y="47"/>
                      </a:lnTo>
                      <a:lnTo>
                        <a:pt x="78" y="47"/>
                      </a:lnTo>
                      <a:lnTo>
                        <a:pt x="87" y="39"/>
                      </a:lnTo>
                      <a:lnTo>
                        <a:pt x="91" y="34"/>
                      </a:lnTo>
                      <a:lnTo>
                        <a:pt x="91" y="21"/>
                      </a:lnTo>
                      <a:lnTo>
                        <a:pt x="91" y="13"/>
                      </a:lnTo>
                      <a:lnTo>
                        <a:pt x="87" y="4"/>
                      </a:lnTo>
                      <a:lnTo>
                        <a:pt x="78" y="0"/>
                      </a:lnTo>
                      <a:lnTo>
                        <a:pt x="65" y="0"/>
                      </a:lnTo>
                      <a:close/>
                      <a:moveTo>
                        <a:pt x="0" y="164"/>
                      </a:moveTo>
                      <a:lnTo>
                        <a:pt x="22" y="164"/>
                      </a:lnTo>
                      <a:lnTo>
                        <a:pt x="17" y="202"/>
                      </a:lnTo>
                      <a:lnTo>
                        <a:pt x="8" y="198"/>
                      </a:lnTo>
                      <a:lnTo>
                        <a:pt x="0" y="185"/>
                      </a:lnTo>
                      <a:lnTo>
                        <a:pt x="0" y="176"/>
                      </a:lnTo>
                      <a:lnTo>
                        <a:pt x="0" y="164"/>
                      </a:lnTo>
                      <a:close/>
                      <a:moveTo>
                        <a:pt x="130" y="164"/>
                      </a:moveTo>
                      <a:lnTo>
                        <a:pt x="109" y="164"/>
                      </a:lnTo>
                      <a:lnTo>
                        <a:pt x="113" y="202"/>
                      </a:lnTo>
                      <a:lnTo>
                        <a:pt x="122" y="198"/>
                      </a:lnTo>
                      <a:lnTo>
                        <a:pt x="130" y="185"/>
                      </a:lnTo>
                      <a:lnTo>
                        <a:pt x="130" y="176"/>
                      </a:lnTo>
                      <a:lnTo>
                        <a:pt x="130" y="16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GB" sz="1800" spc="-1" strike="noStrike">
                    <a:solidFill>
                      <a:srgbClr val="000000"/>
                    </a:solidFill>
                    <a:latin typeface="Calibri"/>
                  </a:endParaRPr>
                </a:p>
              </p:txBody>
            </p:sp>
            <p:sp>
              <p:nvSpPr>
                <p:cNvPr id="382" name="Freeform 17"/>
                <p:cNvSpPr/>
                <p:nvPr/>
              </p:nvSpPr>
              <p:spPr>
                <a:xfrm>
                  <a:off x="10110600" y="2697840"/>
                  <a:ext cx="186840" cy="618840"/>
                </a:xfrm>
                <a:custGeom>
                  <a:avLst/>
                  <a:gdLst>
                    <a:gd name="textAreaLeft" fmla="*/ 0 w 186840"/>
                    <a:gd name="textAreaRight" fmla="*/ 187200 w 186840"/>
                    <a:gd name="textAreaTop" fmla="*/ 0 h 618840"/>
                    <a:gd name="textAreaBottom" fmla="*/ 619200 h 618840"/>
                  </a:gdLst>
                  <a:ahLst/>
                  <a:rect l="textAreaLeft" t="textAreaTop" r="textAreaRight" b="textAreaBottom"/>
                  <a:pathLst>
                    <a:path w="13" h="43">
                      <a:moveTo>
                        <a:pt x="4" y="34"/>
                      </a:moveTo>
                      <a:lnTo>
                        <a:pt x="4" y="34"/>
                      </a:lnTo>
                      <a:lnTo>
                        <a:pt x="0" y="39"/>
                      </a:lnTo>
                      <a:lnTo>
                        <a:pt x="4" y="43"/>
                      </a:lnTo>
                      <a:lnTo>
                        <a:pt x="4" y="43"/>
                      </a:lnTo>
                      <a:lnTo>
                        <a:pt x="9" y="43"/>
                      </a:lnTo>
                      <a:lnTo>
                        <a:pt x="9" y="39"/>
                      </a:lnTo>
                      <a:lnTo>
                        <a:pt x="9" y="39"/>
                      </a:lnTo>
                      <a:lnTo>
                        <a:pt x="4" y="34"/>
                      </a:lnTo>
                      <a:close/>
                      <a:moveTo>
                        <a:pt x="9" y="21"/>
                      </a:moveTo>
                      <a:lnTo>
                        <a:pt x="4" y="21"/>
                      </a:lnTo>
                      <a:lnTo>
                        <a:pt x="4" y="26"/>
                      </a:lnTo>
                      <a:lnTo>
                        <a:pt x="4" y="30"/>
                      </a:lnTo>
                      <a:lnTo>
                        <a:pt x="9" y="30"/>
                      </a:lnTo>
                      <a:lnTo>
                        <a:pt x="9" y="30"/>
                      </a:lnTo>
                      <a:lnTo>
                        <a:pt x="13" y="26"/>
                      </a:lnTo>
                      <a:lnTo>
                        <a:pt x="9" y="26"/>
                      </a:lnTo>
                      <a:lnTo>
                        <a:pt x="9" y="21"/>
                      </a:lnTo>
                      <a:close/>
                      <a:moveTo>
                        <a:pt x="9" y="9"/>
                      </a:moveTo>
                      <a:lnTo>
                        <a:pt x="4" y="13"/>
                      </a:lnTo>
                      <a:lnTo>
                        <a:pt x="4" y="13"/>
                      </a:lnTo>
                      <a:lnTo>
                        <a:pt x="4" y="17"/>
                      </a:lnTo>
                      <a:lnTo>
                        <a:pt x="9" y="17"/>
                      </a:lnTo>
                      <a:lnTo>
                        <a:pt x="13" y="17"/>
                      </a:lnTo>
                      <a:lnTo>
                        <a:pt x="13" y="13"/>
                      </a:lnTo>
                      <a:lnTo>
                        <a:pt x="13" y="13"/>
                      </a:lnTo>
                      <a:lnTo>
                        <a:pt x="9" y="9"/>
                      </a:lnTo>
                      <a:close/>
                      <a:moveTo>
                        <a:pt x="9" y="0"/>
                      </a:moveTo>
                      <a:lnTo>
                        <a:pt x="9" y="0"/>
                      </a:lnTo>
                      <a:lnTo>
                        <a:pt x="4" y="0"/>
                      </a:lnTo>
                      <a:lnTo>
                        <a:pt x="9" y="4"/>
                      </a:lnTo>
                      <a:lnTo>
                        <a:pt x="9" y="4"/>
                      </a:lnTo>
                      <a:lnTo>
                        <a:pt x="13" y="4"/>
                      </a:lnTo>
                      <a:lnTo>
                        <a:pt x="13" y="0"/>
                      </a:lnTo>
                      <a:lnTo>
                        <a:pt x="13" y="0"/>
                      </a:lnTo>
                      <a:lnTo>
                        <a:pt x="9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90000" rIns="90000" tIns="45000" bIns="45000" anchor="t">
                  <a:noAutofit/>
                </a:bodyPr>
                <a:p>
                  <a:pPr defTabSz="914400">
                    <a:lnSpc>
                      <a:spcPct val="100000"/>
                    </a:lnSpc>
                  </a:pPr>
                  <a:endParaRPr b="0" lang="en-GB" sz="1800" spc="-1" strike="noStrike">
                    <a:solidFill>
                      <a:srgbClr val="000000"/>
                    </a:solidFill>
                    <a:latin typeface="Calibri"/>
                  </a:endParaRPr>
                </a:p>
              </p:txBody>
            </p:sp>
          </p:grpSp>
          <p:sp>
            <p:nvSpPr>
              <p:cNvPr id="383" name="Text Box 18"/>
              <p:cNvSpPr/>
              <p:nvPr/>
            </p:nvSpPr>
            <p:spPr>
              <a:xfrm>
                <a:off x="4033800" y="3803400"/>
                <a:ext cx="3257280" cy="516600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/>
            </p:style>
            <p:txBody>
              <a:bodyPr lIns="90000" rIns="90000" tIns="45000" bIns="45000" anchor="t">
                <a:spAutoFit/>
              </a:bodyPr>
              <a:p>
                <a:pPr defTabSz="914400">
                  <a:lnSpc>
                    <a:spcPct val="100000"/>
                  </a:lnSpc>
                  <a:spcBef>
                    <a:spcPts val="1400"/>
                  </a:spcBef>
                </a:pPr>
                <a:r>
                  <a:rPr b="0" lang="en-GB" sz="2800" spc="-1" strike="noStrike">
                    <a:solidFill>
                      <a:schemeClr val="dk1"/>
                    </a:solidFill>
                    <a:latin typeface="Calibri"/>
                  </a:rPr>
                  <a:t>Volume = 2.44 m</a:t>
                </a:r>
                <a:r>
                  <a:rPr b="0" lang="en-GB" sz="2800" spc="-1" strike="noStrike" baseline="30000">
                    <a:solidFill>
                      <a:schemeClr val="dk1"/>
                    </a:solidFill>
                    <a:latin typeface="Calibri"/>
                  </a:rPr>
                  <a:t>3</a:t>
                </a:r>
                <a:endParaRPr b="0" lang="en-US" sz="2800" spc="-1" strike="noStrike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84" name="Line 23"/>
              <p:cNvSpPr/>
              <p:nvPr/>
            </p:nvSpPr>
            <p:spPr>
              <a:xfrm>
                <a:off x="5614920" y="1974240"/>
                <a:ext cx="1942920" cy="360"/>
              </a:xfrm>
              <a:prstGeom prst="line">
                <a:avLst/>
              </a:prstGeom>
              <a:ln w="38100">
                <a:solidFill>
                  <a:srgbClr val="000000"/>
                </a:solidFill>
                <a:round/>
                <a:tailEnd len="med" type="triangle" w="med"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4640" bIns="-44640" anchor="t">
                <a:noAutofit/>
              </a:bodyPr>
              <a:p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</p:grpSp>
      <p:graphicFrame>
        <p:nvGraphicFramePr>
          <p:cNvPr id="385" name="Object 4"/>
          <p:cNvGraphicFramePr/>
          <p:nvPr/>
        </p:nvGraphicFramePr>
        <p:xfrm>
          <a:off x="8453520" y="1206360"/>
          <a:ext cx="2346120" cy="736200"/>
        </p:xfrm>
        <a:graphic>
          <a:graphicData uri="http://schemas.openxmlformats.org/presentationml/2006/ole">
            <p:oleObj progId="Equation.DSMT4" r:id="rId1" spid="">
              <p:embed/>
            </p:oleObj>
          </a:graphicData>
        </a:graphic>
      </p:graphicFrame>
      <p:graphicFrame>
        <p:nvGraphicFramePr>
          <p:cNvPr id="386" name="Object 21"/>
          <p:cNvGraphicFramePr/>
          <p:nvPr/>
        </p:nvGraphicFramePr>
        <p:xfrm>
          <a:off x="8458200" y="2277720"/>
          <a:ext cx="2329920" cy="1058400"/>
        </p:xfrm>
        <a:graphic>
          <a:graphicData uri="http://schemas.openxmlformats.org/presentationml/2006/ole">
            <p:oleObj progId="Equation.DSMT4" r:id="rId2" spid="">
              <p:embed/>
            </p:oleObj>
          </a:graphicData>
        </a:graphic>
      </p:graphicFrame>
      <p:graphicFrame>
        <p:nvGraphicFramePr>
          <p:cNvPr id="387" name="Object 24"/>
          <p:cNvGraphicFramePr/>
          <p:nvPr/>
        </p:nvGraphicFramePr>
        <p:xfrm>
          <a:off x="8369280" y="3644640"/>
          <a:ext cx="2482560" cy="1195200"/>
        </p:xfrm>
        <a:graphic>
          <a:graphicData uri="http://schemas.openxmlformats.org/presentationml/2006/ole">
            <p:oleObj progId="Equation.DSMT4" r:id="rId3" spid="">
              <p:embed/>
            </p:oleObj>
          </a:graphicData>
        </a:graphic>
      </p:graphicFrame>
      <p:graphicFrame>
        <p:nvGraphicFramePr>
          <p:cNvPr id="388" name="Object 25"/>
          <p:cNvGraphicFramePr/>
          <p:nvPr/>
        </p:nvGraphicFramePr>
        <p:xfrm>
          <a:off x="7720560" y="5270400"/>
          <a:ext cx="3827160" cy="928440"/>
        </p:xfrm>
        <a:graphic>
          <a:graphicData uri="http://schemas.openxmlformats.org/presentationml/2006/ole">
            <p:oleObj progId="Equation.DSMT4" r:id="rId4" spid="">
              <p:embed/>
            </p:oleObj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40" dur="indefinite" restart="never" nodeType="tmRoot">
          <p:childTnLst>
            <p:seq>
              <p:cTn id="41" dur="indefinite" nodeType="mainSeq">
                <p:childTnLst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46" dur="500"/>
                                        <p:tgtEl>
                                          <p:spTgt spid="38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44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5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51" dur="500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49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6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56" dur="500"/>
                                        <p:tgtEl>
                                          <p:spTgt spid="38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54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7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61" dur="500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 isNarration="0">
                                      <p:cMediaNode showWhenStopped="1">
                                        <p:cTn>
                                          <p:stCondLst>
                                            <p:cond delay="0" evt="begin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delay="0" evt="onStopAudio"/>
                                          </p:endCondLst>
                                        </p:cTn>
                                        <p:tgtEl>
                                          <p:sndTgt r:embed="rId8" name="audio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SPHERE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Volume &amp; Surface Area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39"/>
          <p:cNvSpPr/>
          <p:nvPr/>
        </p:nvSpPr>
        <p:spPr>
          <a:xfrm>
            <a:off x="567000" y="129852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Text 40"/>
          <p:cNvSpPr/>
          <p:nvPr/>
        </p:nvSpPr>
        <p:spPr>
          <a:xfrm>
            <a:off x="887040" y="129852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sphere needs only the radius.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Cube the radius for volume; square it for surface area.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41"/>
          <p:cNvSpPr/>
          <p:nvPr/>
        </p:nvSpPr>
        <p:spPr>
          <a:xfrm>
            <a:off x="567000" y="2148840"/>
            <a:ext cx="5440320" cy="3565800"/>
          </a:xfrm>
          <a:prstGeom prst="roundRect">
            <a:avLst>
              <a:gd name="adj" fmla="val 153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 42"/>
          <p:cNvSpPr/>
          <p:nvPr/>
        </p:nvSpPr>
        <p:spPr>
          <a:xfrm>
            <a:off x="932760" y="23864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Volume  =  4/3 πr³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 43"/>
          <p:cNvSpPr/>
          <p:nvPr/>
        </p:nvSpPr>
        <p:spPr>
          <a:xfrm>
            <a:off x="914400" y="2880360"/>
            <a:ext cx="47545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Example: r = 3 cm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V = 4/3 × π × 3³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= 4/3 × π × 27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=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113 cm³</a:t>
            </a:r>
            <a:r>
              <a:rPr b="0" lang="en-US" sz="1200" spc="-1" strike="noStrike">
                <a:solidFill>
                  <a:srgbClr val="5c6b60"/>
                </a:solidFill>
                <a:latin typeface="Cambria"/>
                <a:ea typeface="Cambria"/>
              </a:rPr>
              <a:t>  (3 s.f.)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44"/>
          <p:cNvSpPr/>
          <p:nvPr/>
        </p:nvSpPr>
        <p:spPr>
          <a:xfrm>
            <a:off x="6190560" y="2148840"/>
            <a:ext cx="5440320" cy="3565800"/>
          </a:xfrm>
          <a:prstGeom prst="roundRect">
            <a:avLst>
              <a:gd name="adj" fmla="val 153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 45"/>
          <p:cNvSpPr/>
          <p:nvPr/>
        </p:nvSpPr>
        <p:spPr>
          <a:xfrm>
            <a:off x="6556320" y="23864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Surface area  =  4πr²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 46"/>
          <p:cNvSpPr/>
          <p:nvPr/>
        </p:nvSpPr>
        <p:spPr>
          <a:xfrm>
            <a:off x="6537960" y="2880360"/>
            <a:ext cx="47545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Example: r = 3 cm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A = 4 × π × 3²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= 4 × π × 9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=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113 cm²</a:t>
            </a:r>
            <a:r>
              <a:rPr b="0" lang="en-US" sz="1200" spc="-1" strike="noStrike">
                <a:solidFill>
                  <a:srgbClr val="5c6b60"/>
                </a:solidFill>
                <a:latin typeface="Cambria"/>
                <a:ea typeface="Cambria"/>
              </a:rPr>
              <a:t>  (3 s.f.)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47"/>
          <p:cNvSpPr/>
          <p:nvPr/>
        </p:nvSpPr>
        <p:spPr>
          <a:xfrm>
            <a:off x="567000" y="5852160"/>
            <a:ext cx="11063880" cy="68544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 48"/>
          <p:cNvSpPr/>
          <p:nvPr/>
        </p:nvSpPr>
        <p:spPr>
          <a:xfrm>
            <a:off x="841320" y="5852160"/>
            <a:ext cx="10515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HEMISPHERE = half a sphere: volume 2/3 πr³, total surface 3πr² (curved + flat circle).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SPHERE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Worked Example (Volume &amp; Surface Area)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39"/>
          <p:cNvSpPr/>
          <p:nvPr/>
        </p:nvSpPr>
        <p:spPr>
          <a:xfrm>
            <a:off x="1476000" y="1180080"/>
            <a:ext cx="9167760" cy="482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V = 4/3 πr³ and SA = 4πr².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Cube the radius for volume, square it for area.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 Placeholder 2"/>
          <p:cNvSpPr/>
          <p:nvPr/>
        </p:nvSpPr>
        <p:spPr>
          <a:xfrm>
            <a:off x="1653120" y="1180080"/>
            <a:ext cx="9143640" cy="55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3200" spc="-1" strike="noStrike">
                <a:solidFill>
                  <a:schemeClr val="dk1"/>
                </a:solidFill>
                <a:latin typeface="Calibri"/>
              </a:rPr>
              <a:t>Task – Find         a) VOLUME          b) SURFACE AREA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481" name="Group 45"/>
          <p:cNvGrpSpPr/>
          <p:nvPr/>
        </p:nvGrpSpPr>
        <p:grpSpPr>
          <a:xfrm>
            <a:off x="2208960" y="1901880"/>
            <a:ext cx="4523760" cy="3533400"/>
            <a:chOff x="2208960" y="1901880"/>
            <a:chExt cx="4523760" cy="3533400"/>
          </a:xfrm>
        </p:grpSpPr>
        <p:grpSp>
          <p:nvGrpSpPr>
            <p:cNvPr id="482" name="Group 46"/>
            <p:cNvGrpSpPr/>
            <p:nvPr/>
          </p:nvGrpSpPr>
          <p:grpSpPr>
            <a:xfrm>
              <a:off x="2208960" y="1901880"/>
              <a:ext cx="4523760" cy="3533400"/>
              <a:chOff x="2208960" y="1901880"/>
              <a:chExt cx="4523760" cy="3533400"/>
            </a:xfrm>
          </p:grpSpPr>
          <p:sp>
            <p:nvSpPr>
              <p:cNvPr id="483" name="Freeform 5"/>
              <p:cNvSpPr/>
              <p:nvPr/>
            </p:nvSpPr>
            <p:spPr>
              <a:xfrm>
                <a:off x="6732000" y="4810320"/>
                <a:ext cx="720" cy="43308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433080"/>
                  <a:gd name="textAreaBottom" fmla="*/ 433440 h 433080"/>
                </a:gdLst>
                <a:ahLst/>
                <a:rect l="textAreaLeft" t="textAreaTop" r="textAreaRight" b="textAreaBottom"/>
                <a:pathLst>
                  <a:path w="0" h="765">
                    <a:moveTo>
                      <a:pt x="0" y="765"/>
                    </a:moveTo>
                    <a:lnTo>
                      <a:pt x="0" y="0"/>
                    </a:lnTo>
                    <a:lnTo>
                      <a:pt x="0" y="765"/>
                    </a:lnTo>
                    <a:close/>
                  </a:path>
                </a:pathLst>
              </a:custGeom>
              <a:solidFill>
                <a:srgbClr val="c2c2c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84" name="Freeform 6"/>
              <p:cNvSpPr/>
              <p:nvPr/>
            </p:nvSpPr>
            <p:spPr>
              <a:xfrm>
                <a:off x="6732000" y="4816080"/>
                <a:ext cx="720" cy="4273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427320"/>
                  <a:gd name="textAreaBottom" fmla="*/ 427680 h 427320"/>
                </a:gdLst>
                <a:ahLst/>
                <a:rect l="textAreaLeft" t="textAreaTop" r="textAreaRight" b="textAreaBottom"/>
                <a:pathLst>
                  <a:path w="0" h="753">
                    <a:moveTo>
                      <a:pt x="0" y="753"/>
                    </a:moveTo>
                    <a:lnTo>
                      <a:pt x="0" y="0"/>
                    </a:lnTo>
                    <a:lnTo>
                      <a:pt x="0" y="753"/>
                    </a:lnTo>
                    <a:close/>
                  </a:path>
                </a:pathLst>
              </a:custGeom>
              <a:solidFill>
                <a:srgbClr val="c3c3c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85" name="Freeform 7"/>
              <p:cNvSpPr/>
              <p:nvPr/>
            </p:nvSpPr>
            <p:spPr>
              <a:xfrm>
                <a:off x="6732000" y="4824000"/>
                <a:ext cx="720" cy="4194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419400"/>
                  <a:gd name="textAreaBottom" fmla="*/ 419760 h 419400"/>
                </a:gdLst>
                <a:ahLst/>
                <a:rect l="textAreaLeft" t="textAreaTop" r="textAreaRight" b="textAreaBottom"/>
                <a:pathLst>
                  <a:path w="0" h="739">
                    <a:moveTo>
                      <a:pt x="0" y="739"/>
                    </a:moveTo>
                    <a:lnTo>
                      <a:pt x="0" y="0"/>
                    </a:lnTo>
                    <a:lnTo>
                      <a:pt x="0" y="739"/>
                    </a:lnTo>
                    <a:close/>
                  </a:path>
                </a:pathLst>
              </a:custGeom>
              <a:solidFill>
                <a:srgbClr val="c4c4c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86" name="Freeform 8"/>
              <p:cNvSpPr/>
              <p:nvPr/>
            </p:nvSpPr>
            <p:spPr>
              <a:xfrm>
                <a:off x="6732000" y="4830840"/>
                <a:ext cx="720" cy="41256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412560"/>
                  <a:gd name="textAreaBottom" fmla="*/ 412920 h 412560"/>
                </a:gdLst>
                <a:ahLst/>
                <a:rect l="textAreaLeft" t="textAreaTop" r="textAreaRight" b="textAreaBottom"/>
                <a:pathLst>
                  <a:path w="0" h="728">
                    <a:moveTo>
                      <a:pt x="0" y="728"/>
                    </a:moveTo>
                    <a:lnTo>
                      <a:pt x="0" y="0"/>
                    </a:lnTo>
                    <a:lnTo>
                      <a:pt x="0" y="728"/>
                    </a:lnTo>
                    <a:close/>
                  </a:path>
                </a:pathLst>
              </a:custGeom>
              <a:solidFill>
                <a:srgbClr val="c6c6c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87" name="Freeform 9"/>
              <p:cNvSpPr/>
              <p:nvPr/>
            </p:nvSpPr>
            <p:spPr>
              <a:xfrm>
                <a:off x="6732000" y="4837680"/>
                <a:ext cx="720" cy="4057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405720"/>
                  <a:gd name="textAreaBottom" fmla="*/ 406080 h 405720"/>
                </a:gdLst>
                <a:ahLst/>
                <a:rect l="textAreaLeft" t="textAreaTop" r="textAreaRight" b="textAreaBottom"/>
                <a:pathLst>
                  <a:path w="0" h="715">
                    <a:moveTo>
                      <a:pt x="0" y="715"/>
                    </a:moveTo>
                    <a:lnTo>
                      <a:pt x="0" y="0"/>
                    </a:lnTo>
                    <a:lnTo>
                      <a:pt x="0" y="715"/>
                    </a:lnTo>
                    <a:close/>
                  </a:path>
                </a:pathLst>
              </a:custGeom>
              <a:solidFill>
                <a:srgbClr val="c7c7c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88" name="Freeform 10"/>
              <p:cNvSpPr/>
              <p:nvPr/>
            </p:nvSpPr>
            <p:spPr>
              <a:xfrm>
                <a:off x="6732000" y="4844520"/>
                <a:ext cx="720" cy="3978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97800"/>
                  <a:gd name="textAreaBottom" fmla="*/ 398160 h 397800"/>
                </a:gdLst>
                <a:ahLst/>
                <a:rect l="textAreaLeft" t="textAreaTop" r="textAreaRight" b="textAreaBottom"/>
                <a:pathLst>
                  <a:path w="0" h="702">
                    <a:moveTo>
                      <a:pt x="0" y="702"/>
                    </a:moveTo>
                    <a:lnTo>
                      <a:pt x="0" y="0"/>
                    </a:lnTo>
                    <a:lnTo>
                      <a:pt x="0" y="702"/>
                    </a:lnTo>
                    <a:close/>
                  </a:path>
                </a:pathLst>
              </a:custGeom>
              <a:solidFill>
                <a:srgbClr val="c7c7c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89" name="Freeform 11"/>
              <p:cNvSpPr/>
              <p:nvPr/>
            </p:nvSpPr>
            <p:spPr>
              <a:xfrm>
                <a:off x="6732000" y="4851360"/>
                <a:ext cx="720" cy="3913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91320"/>
                  <a:gd name="textAreaBottom" fmla="*/ 391680 h 391320"/>
                </a:gdLst>
                <a:ahLst/>
                <a:rect l="textAreaLeft" t="textAreaTop" r="textAreaRight" b="textAreaBottom"/>
                <a:pathLst>
                  <a:path w="0" h="690">
                    <a:moveTo>
                      <a:pt x="0" y="690"/>
                    </a:moveTo>
                    <a:lnTo>
                      <a:pt x="0" y="0"/>
                    </a:lnTo>
                    <a:lnTo>
                      <a:pt x="0" y="690"/>
                    </a:lnTo>
                    <a:close/>
                  </a:path>
                </a:pathLst>
              </a:custGeom>
              <a:solidFill>
                <a:srgbClr val="c8c8c8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90" name="Freeform 12"/>
              <p:cNvSpPr/>
              <p:nvPr/>
            </p:nvSpPr>
            <p:spPr>
              <a:xfrm>
                <a:off x="6732000" y="4858200"/>
                <a:ext cx="720" cy="38448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84480"/>
                  <a:gd name="textAreaBottom" fmla="*/ 384840 h 384480"/>
                </a:gdLst>
                <a:ahLst/>
                <a:rect l="textAreaLeft" t="textAreaTop" r="textAreaRight" b="textAreaBottom"/>
                <a:pathLst>
                  <a:path w="0" h="677">
                    <a:moveTo>
                      <a:pt x="0" y="677"/>
                    </a:moveTo>
                    <a:lnTo>
                      <a:pt x="0" y="0"/>
                    </a:lnTo>
                    <a:lnTo>
                      <a:pt x="0" y="677"/>
                    </a:lnTo>
                    <a:close/>
                  </a:path>
                </a:pathLst>
              </a:custGeom>
              <a:solidFill>
                <a:srgbClr val="cacac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91" name="Freeform 13"/>
              <p:cNvSpPr/>
              <p:nvPr/>
            </p:nvSpPr>
            <p:spPr>
              <a:xfrm>
                <a:off x="6732000" y="4866120"/>
                <a:ext cx="720" cy="37656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76560"/>
                  <a:gd name="textAreaBottom" fmla="*/ 376920 h 376560"/>
                </a:gdLst>
                <a:ahLst/>
                <a:rect l="textAreaLeft" t="textAreaTop" r="textAreaRight" b="textAreaBottom"/>
                <a:pathLst>
                  <a:path w="0" h="665">
                    <a:moveTo>
                      <a:pt x="0" y="665"/>
                    </a:moveTo>
                    <a:lnTo>
                      <a:pt x="0" y="0"/>
                    </a:lnTo>
                    <a:lnTo>
                      <a:pt x="0" y="665"/>
                    </a:lnTo>
                    <a:close/>
                  </a:path>
                </a:pathLst>
              </a:custGeom>
              <a:solidFill>
                <a:srgbClr val="cbcbc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92" name="Freeform 14"/>
              <p:cNvSpPr/>
              <p:nvPr/>
            </p:nvSpPr>
            <p:spPr>
              <a:xfrm>
                <a:off x="6732000" y="4871520"/>
                <a:ext cx="720" cy="3697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69720"/>
                  <a:gd name="textAreaBottom" fmla="*/ 370080 h 369720"/>
                </a:gdLst>
                <a:ahLst/>
                <a:rect l="textAreaLeft" t="textAreaTop" r="textAreaRight" b="textAreaBottom"/>
                <a:pathLst>
                  <a:path w="0" h="652">
                    <a:moveTo>
                      <a:pt x="0" y="652"/>
                    </a:moveTo>
                    <a:lnTo>
                      <a:pt x="0" y="0"/>
                    </a:lnTo>
                    <a:lnTo>
                      <a:pt x="0" y="652"/>
                    </a:lnTo>
                    <a:close/>
                  </a:path>
                </a:pathLst>
              </a:custGeom>
              <a:solidFill>
                <a:srgbClr val="ccccc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93" name="Freeform 15"/>
              <p:cNvSpPr/>
              <p:nvPr/>
            </p:nvSpPr>
            <p:spPr>
              <a:xfrm>
                <a:off x="6732000" y="4879440"/>
                <a:ext cx="720" cy="3618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61800"/>
                  <a:gd name="textAreaBottom" fmla="*/ 362160 h 361800"/>
                </a:gdLst>
                <a:ahLst/>
                <a:rect l="textAreaLeft" t="textAreaTop" r="textAreaRight" b="textAreaBottom"/>
                <a:pathLst>
                  <a:path w="0" h="640">
                    <a:moveTo>
                      <a:pt x="0" y="640"/>
                    </a:moveTo>
                    <a:lnTo>
                      <a:pt x="0" y="0"/>
                    </a:lnTo>
                    <a:lnTo>
                      <a:pt x="0" y="640"/>
                    </a:lnTo>
                    <a:close/>
                  </a:path>
                </a:pathLst>
              </a:custGeom>
              <a:solidFill>
                <a:srgbClr val="ccccc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94" name="Freeform 16"/>
              <p:cNvSpPr/>
              <p:nvPr/>
            </p:nvSpPr>
            <p:spPr>
              <a:xfrm>
                <a:off x="6732000" y="4885200"/>
                <a:ext cx="720" cy="3560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56040"/>
                  <a:gd name="textAreaBottom" fmla="*/ 356400 h 356040"/>
                </a:gdLst>
                <a:ahLst/>
                <a:rect l="textAreaLeft" t="textAreaTop" r="textAreaRight" b="textAreaBottom"/>
                <a:pathLst>
                  <a:path w="0" h="628">
                    <a:moveTo>
                      <a:pt x="0" y="628"/>
                    </a:moveTo>
                    <a:lnTo>
                      <a:pt x="0" y="0"/>
                    </a:lnTo>
                    <a:lnTo>
                      <a:pt x="0" y="628"/>
                    </a:lnTo>
                    <a:close/>
                  </a:path>
                </a:pathLst>
              </a:custGeom>
              <a:solidFill>
                <a:srgbClr val="cdcdc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95" name="Freeform 17"/>
              <p:cNvSpPr/>
              <p:nvPr/>
            </p:nvSpPr>
            <p:spPr>
              <a:xfrm>
                <a:off x="6732000" y="4893120"/>
                <a:ext cx="720" cy="3481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48120"/>
                  <a:gd name="textAreaBottom" fmla="*/ 348480 h 348120"/>
                </a:gdLst>
                <a:ahLst/>
                <a:rect l="textAreaLeft" t="textAreaTop" r="textAreaRight" b="textAreaBottom"/>
                <a:pathLst>
                  <a:path w="0" h="614">
                    <a:moveTo>
                      <a:pt x="0" y="614"/>
                    </a:moveTo>
                    <a:lnTo>
                      <a:pt x="0" y="0"/>
                    </a:lnTo>
                    <a:lnTo>
                      <a:pt x="0" y="614"/>
                    </a:lnTo>
                    <a:close/>
                  </a:path>
                </a:pathLst>
              </a:custGeom>
              <a:solidFill>
                <a:srgbClr val="cfcfc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96" name="Freeform 18"/>
              <p:cNvSpPr/>
              <p:nvPr/>
            </p:nvSpPr>
            <p:spPr>
              <a:xfrm>
                <a:off x="6732000" y="4899960"/>
                <a:ext cx="720" cy="34128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41280"/>
                  <a:gd name="textAreaBottom" fmla="*/ 341640 h 341280"/>
                </a:gdLst>
                <a:ahLst/>
                <a:rect l="textAreaLeft" t="textAreaTop" r="textAreaRight" b="textAreaBottom"/>
                <a:pathLst>
                  <a:path w="0" h="603">
                    <a:moveTo>
                      <a:pt x="0" y="603"/>
                    </a:moveTo>
                    <a:lnTo>
                      <a:pt x="0" y="0"/>
                    </a:lnTo>
                    <a:lnTo>
                      <a:pt x="0" y="603"/>
                    </a:lnTo>
                    <a:close/>
                  </a:path>
                </a:pathLst>
              </a:custGeom>
              <a:solidFill>
                <a:srgbClr val="d0d0d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97" name="Freeform 19"/>
              <p:cNvSpPr/>
              <p:nvPr/>
            </p:nvSpPr>
            <p:spPr>
              <a:xfrm>
                <a:off x="6732000" y="4906800"/>
                <a:ext cx="720" cy="3344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34440"/>
                  <a:gd name="textAreaBottom" fmla="*/ 334800 h 334440"/>
                </a:gdLst>
                <a:ahLst/>
                <a:rect l="textAreaLeft" t="textAreaTop" r="textAreaRight" b="textAreaBottom"/>
                <a:pathLst>
                  <a:path w="0" h="590">
                    <a:moveTo>
                      <a:pt x="0" y="590"/>
                    </a:moveTo>
                    <a:lnTo>
                      <a:pt x="0" y="0"/>
                    </a:lnTo>
                    <a:lnTo>
                      <a:pt x="0" y="590"/>
                    </a:lnTo>
                    <a:close/>
                  </a:path>
                </a:pathLst>
              </a:custGeom>
              <a:solidFill>
                <a:srgbClr val="d0d0d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98" name="Freeform 20"/>
              <p:cNvSpPr/>
              <p:nvPr/>
            </p:nvSpPr>
            <p:spPr>
              <a:xfrm>
                <a:off x="6732000" y="4913640"/>
                <a:ext cx="720" cy="3265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26520"/>
                  <a:gd name="textAreaBottom" fmla="*/ 326880 h 326520"/>
                </a:gdLst>
                <a:ahLst/>
                <a:rect l="textAreaLeft" t="textAreaTop" r="textAreaRight" b="textAreaBottom"/>
                <a:pathLst>
                  <a:path w="0" h="576">
                    <a:moveTo>
                      <a:pt x="0" y="576"/>
                    </a:moveTo>
                    <a:lnTo>
                      <a:pt x="0" y="0"/>
                    </a:lnTo>
                    <a:lnTo>
                      <a:pt x="0" y="576"/>
                    </a:lnTo>
                    <a:close/>
                  </a:path>
                </a:pathLst>
              </a:custGeom>
              <a:solidFill>
                <a:srgbClr val="d1d1d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499" name="Freeform 21"/>
              <p:cNvSpPr/>
              <p:nvPr/>
            </p:nvSpPr>
            <p:spPr>
              <a:xfrm>
                <a:off x="6732000" y="4921560"/>
                <a:ext cx="720" cy="3186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18600"/>
                  <a:gd name="textAreaBottom" fmla="*/ 318960 h 318600"/>
                </a:gdLst>
                <a:ahLst/>
                <a:rect l="textAreaLeft" t="textAreaTop" r="textAreaRight" b="textAreaBottom"/>
                <a:pathLst>
                  <a:path w="0" h="564">
                    <a:moveTo>
                      <a:pt x="0" y="564"/>
                    </a:moveTo>
                    <a:lnTo>
                      <a:pt x="0" y="0"/>
                    </a:lnTo>
                    <a:lnTo>
                      <a:pt x="0" y="564"/>
                    </a:lnTo>
                    <a:close/>
                  </a:path>
                </a:pathLst>
              </a:custGeom>
              <a:solidFill>
                <a:srgbClr val="d2d2d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00" name="Freeform 22"/>
              <p:cNvSpPr/>
              <p:nvPr/>
            </p:nvSpPr>
            <p:spPr>
              <a:xfrm>
                <a:off x="6732000" y="4927320"/>
                <a:ext cx="720" cy="3128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12840"/>
                  <a:gd name="textAreaBottom" fmla="*/ 313200 h 312840"/>
                </a:gdLst>
                <a:ahLst/>
                <a:rect l="textAreaLeft" t="textAreaTop" r="textAreaRight" b="textAreaBottom"/>
                <a:pathLst>
                  <a:path w="0" h="552">
                    <a:moveTo>
                      <a:pt x="0" y="552"/>
                    </a:moveTo>
                    <a:lnTo>
                      <a:pt x="0" y="0"/>
                    </a:lnTo>
                    <a:lnTo>
                      <a:pt x="0" y="552"/>
                    </a:lnTo>
                    <a:close/>
                  </a:path>
                </a:pathLst>
              </a:custGeom>
              <a:solidFill>
                <a:srgbClr val="d4d4d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01" name="Freeform 23"/>
              <p:cNvSpPr/>
              <p:nvPr/>
            </p:nvSpPr>
            <p:spPr>
              <a:xfrm>
                <a:off x="6732000" y="4935240"/>
                <a:ext cx="720" cy="3049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04920"/>
                  <a:gd name="textAreaBottom" fmla="*/ 305280 h 304920"/>
                </a:gdLst>
                <a:ahLst/>
                <a:rect l="textAreaLeft" t="textAreaTop" r="textAreaRight" b="textAreaBottom"/>
                <a:pathLst>
                  <a:path w="0" h="540">
                    <a:moveTo>
                      <a:pt x="0" y="540"/>
                    </a:moveTo>
                    <a:lnTo>
                      <a:pt x="0" y="0"/>
                    </a:lnTo>
                    <a:lnTo>
                      <a:pt x="0" y="540"/>
                    </a:lnTo>
                    <a:close/>
                  </a:path>
                </a:pathLst>
              </a:custGeom>
              <a:solidFill>
                <a:srgbClr val="d5d5d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02" name="Freeform 24"/>
              <p:cNvSpPr/>
              <p:nvPr/>
            </p:nvSpPr>
            <p:spPr>
              <a:xfrm>
                <a:off x="6732000" y="4941000"/>
                <a:ext cx="720" cy="29916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99160"/>
                  <a:gd name="textAreaBottom" fmla="*/ 299520 h 299160"/>
                </a:gdLst>
                <a:ahLst/>
                <a:rect l="textAreaLeft" t="textAreaTop" r="textAreaRight" b="textAreaBottom"/>
                <a:pathLst>
                  <a:path w="0" h="528">
                    <a:moveTo>
                      <a:pt x="0" y="528"/>
                    </a:moveTo>
                    <a:lnTo>
                      <a:pt x="0" y="0"/>
                    </a:lnTo>
                    <a:lnTo>
                      <a:pt x="0" y="528"/>
                    </a:lnTo>
                    <a:close/>
                  </a:path>
                </a:pathLst>
              </a:custGeom>
              <a:solidFill>
                <a:srgbClr val="d5d5d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03" name="Freeform 25"/>
              <p:cNvSpPr/>
              <p:nvPr/>
            </p:nvSpPr>
            <p:spPr>
              <a:xfrm>
                <a:off x="6732000" y="4948920"/>
                <a:ext cx="720" cy="2912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91240"/>
                  <a:gd name="textAreaBottom" fmla="*/ 291600 h 291240"/>
                </a:gdLst>
                <a:ahLst/>
                <a:rect l="textAreaLeft" t="textAreaTop" r="textAreaRight" b="textAreaBottom"/>
                <a:pathLst>
                  <a:path w="0" h="513">
                    <a:moveTo>
                      <a:pt x="0" y="513"/>
                    </a:moveTo>
                    <a:lnTo>
                      <a:pt x="0" y="0"/>
                    </a:lnTo>
                    <a:lnTo>
                      <a:pt x="0" y="513"/>
                    </a:lnTo>
                    <a:close/>
                  </a:path>
                </a:pathLst>
              </a:custGeom>
              <a:solidFill>
                <a:srgbClr val="d6d6d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04" name="Freeform 26"/>
              <p:cNvSpPr/>
              <p:nvPr/>
            </p:nvSpPr>
            <p:spPr>
              <a:xfrm>
                <a:off x="6732000" y="4955760"/>
                <a:ext cx="720" cy="2844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84400"/>
                  <a:gd name="textAreaBottom" fmla="*/ 284760 h 284400"/>
                </a:gdLst>
                <a:ahLst/>
                <a:rect l="textAreaLeft" t="textAreaTop" r="textAreaRight" b="textAreaBottom"/>
                <a:pathLst>
                  <a:path w="0" h="502">
                    <a:moveTo>
                      <a:pt x="0" y="502"/>
                    </a:moveTo>
                    <a:lnTo>
                      <a:pt x="0" y="0"/>
                    </a:lnTo>
                    <a:lnTo>
                      <a:pt x="0" y="502"/>
                    </a:lnTo>
                    <a:close/>
                  </a:path>
                </a:pathLst>
              </a:custGeom>
              <a:solidFill>
                <a:srgbClr val="d8d8d8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05" name="Freeform 27"/>
              <p:cNvSpPr/>
              <p:nvPr/>
            </p:nvSpPr>
            <p:spPr>
              <a:xfrm>
                <a:off x="6732000" y="4962600"/>
                <a:ext cx="720" cy="27756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77560"/>
                  <a:gd name="textAreaBottom" fmla="*/ 277920 h 277560"/>
                </a:gdLst>
                <a:ahLst/>
                <a:rect l="textAreaLeft" t="textAreaTop" r="textAreaRight" b="textAreaBottom"/>
                <a:pathLst>
                  <a:path w="0" h="489">
                    <a:moveTo>
                      <a:pt x="0" y="489"/>
                    </a:moveTo>
                    <a:lnTo>
                      <a:pt x="0" y="0"/>
                    </a:lnTo>
                    <a:lnTo>
                      <a:pt x="0" y="489"/>
                    </a:lnTo>
                    <a:close/>
                  </a:path>
                </a:pathLst>
              </a:custGeom>
              <a:solidFill>
                <a:srgbClr val="d9d9d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06" name="Freeform 28"/>
              <p:cNvSpPr/>
              <p:nvPr/>
            </p:nvSpPr>
            <p:spPr>
              <a:xfrm>
                <a:off x="6732000" y="4969440"/>
                <a:ext cx="720" cy="2696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69640"/>
                  <a:gd name="textAreaBottom" fmla="*/ 270000 h 269640"/>
                </a:gdLst>
                <a:ahLst/>
                <a:rect l="textAreaLeft" t="textAreaTop" r="textAreaRight" b="textAreaBottom"/>
                <a:pathLst>
                  <a:path w="0" h="476">
                    <a:moveTo>
                      <a:pt x="0" y="476"/>
                    </a:moveTo>
                    <a:lnTo>
                      <a:pt x="0" y="0"/>
                    </a:lnTo>
                    <a:lnTo>
                      <a:pt x="0" y="476"/>
                    </a:lnTo>
                    <a:close/>
                  </a:path>
                </a:pathLst>
              </a:custGeom>
              <a:solidFill>
                <a:srgbClr val="d9d9d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07" name="Freeform 29"/>
              <p:cNvSpPr/>
              <p:nvPr/>
            </p:nvSpPr>
            <p:spPr>
              <a:xfrm>
                <a:off x="6732000" y="4975920"/>
                <a:ext cx="720" cy="2628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62800"/>
                  <a:gd name="textAreaBottom" fmla="*/ 263160 h 262800"/>
                </a:gdLst>
                <a:ahLst/>
                <a:rect l="textAreaLeft" t="textAreaTop" r="textAreaRight" b="textAreaBottom"/>
                <a:pathLst>
                  <a:path w="0" h="464">
                    <a:moveTo>
                      <a:pt x="0" y="464"/>
                    </a:moveTo>
                    <a:lnTo>
                      <a:pt x="0" y="0"/>
                    </a:lnTo>
                    <a:lnTo>
                      <a:pt x="0" y="464"/>
                    </a:lnTo>
                    <a:close/>
                  </a:path>
                </a:pathLst>
              </a:custGeom>
              <a:solidFill>
                <a:srgbClr val="dadad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08" name="Freeform 30"/>
              <p:cNvSpPr/>
              <p:nvPr/>
            </p:nvSpPr>
            <p:spPr>
              <a:xfrm>
                <a:off x="6732000" y="4982760"/>
                <a:ext cx="720" cy="25596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55960"/>
                  <a:gd name="textAreaBottom" fmla="*/ 256320 h 255960"/>
                </a:gdLst>
                <a:ahLst/>
                <a:rect l="textAreaLeft" t="textAreaTop" r="textAreaRight" b="textAreaBottom"/>
                <a:pathLst>
                  <a:path w="0" h="451">
                    <a:moveTo>
                      <a:pt x="0" y="451"/>
                    </a:moveTo>
                    <a:lnTo>
                      <a:pt x="0" y="0"/>
                    </a:lnTo>
                    <a:lnTo>
                      <a:pt x="0" y="451"/>
                    </a:lnTo>
                    <a:close/>
                  </a:path>
                </a:pathLst>
              </a:custGeom>
              <a:solidFill>
                <a:srgbClr val="dbdbd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09" name="Freeform 31"/>
              <p:cNvSpPr/>
              <p:nvPr/>
            </p:nvSpPr>
            <p:spPr>
              <a:xfrm>
                <a:off x="6732000" y="4990680"/>
                <a:ext cx="720" cy="2480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48040"/>
                  <a:gd name="textAreaBottom" fmla="*/ 248400 h 248040"/>
                </a:gdLst>
                <a:ahLst/>
                <a:rect l="textAreaLeft" t="textAreaTop" r="textAreaRight" b="textAreaBottom"/>
                <a:pathLst>
                  <a:path w="0" h="439">
                    <a:moveTo>
                      <a:pt x="0" y="439"/>
                    </a:moveTo>
                    <a:lnTo>
                      <a:pt x="0" y="0"/>
                    </a:lnTo>
                    <a:lnTo>
                      <a:pt x="0" y="439"/>
                    </a:lnTo>
                    <a:close/>
                  </a:path>
                </a:pathLst>
              </a:custGeom>
              <a:solidFill>
                <a:srgbClr val="ddddd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10" name="Freeform 32"/>
              <p:cNvSpPr/>
              <p:nvPr/>
            </p:nvSpPr>
            <p:spPr>
              <a:xfrm>
                <a:off x="6732000" y="4996440"/>
                <a:ext cx="720" cy="2426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42640"/>
                  <a:gd name="textAreaBottom" fmla="*/ 243000 h 242640"/>
                </a:gdLst>
                <a:ahLst/>
                <a:rect l="textAreaLeft" t="textAreaTop" r="textAreaRight" b="textAreaBottom"/>
                <a:pathLst>
                  <a:path w="0" h="427">
                    <a:moveTo>
                      <a:pt x="0" y="427"/>
                    </a:moveTo>
                    <a:lnTo>
                      <a:pt x="0" y="0"/>
                    </a:lnTo>
                    <a:lnTo>
                      <a:pt x="0" y="427"/>
                    </a:lnTo>
                    <a:close/>
                  </a:path>
                </a:pathLst>
              </a:custGeom>
              <a:solidFill>
                <a:srgbClr val="deded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11" name="Freeform 33"/>
              <p:cNvSpPr/>
              <p:nvPr/>
            </p:nvSpPr>
            <p:spPr>
              <a:xfrm>
                <a:off x="6732000" y="5004360"/>
                <a:ext cx="720" cy="2347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34720"/>
                  <a:gd name="textAreaBottom" fmla="*/ 235080 h 234720"/>
                </a:gdLst>
                <a:ahLst/>
                <a:rect l="textAreaLeft" t="textAreaTop" r="textAreaRight" b="textAreaBottom"/>
                <a:pathLst>
                  <a:path w="0" h="414">
                    <a:moveTo>
                      <a:pt x="0" y="414"/>
                    </a:moveTo>
                    <a:lnTo>
                      <a:pt x="0" y="0"/>
                    </a:lnTo>
                    <a:lnTo>
                      <a:pt x="0" y="414"/>
                    </a:lnTo>
                    <a:close/>
                  </a:path>
                </a:pathLst>
              </a:custGeom>
              <a:solidFill>
                <a:srgbClr val="deded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12" name="Freeform 34"/>
              <p:cNvSpPr/>
              <p:nvPr/>
            </p:nvSpPr>
            <p:spPr>
              <a:xfrm>
                <a:off x="6732000" y="5011200"/>
                <a:ext cx="720" cy="22788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27880"/>
                  <a:gd name="textAreaBottom" fmla="*/ 228240 h 227880"/>
                </a:gdLst>
                <a:ahLst/>
                <a:rect l="textAreaLeft" t="textAreaTop" r="textAreaRight" b="textAreaBottom"/>
                <a:pathLst>
                  <a:path w="0" h="402">
                    <a:moveTo>
                      <a:pt x="0" y="402"/>
                    </a:moveTo>
                    <a:lnTo>
                      <a:pt x="0" y="0"/>
                    </a:lnTo>
                    <a:lnTo>
                      <a:pt x="0" y="402"/>
                    </a:lnTo>
                    <a:close/>
                  </a:path>
                </a:pathLst>
              </a:custGeom>
              <a:solidFill>
                <a:srgbClr val="dfdfd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13" name="Freeform 35"/>
              <p:cNvSpPr/>
              <p:nvPr/>
            </p:nvSpPr>
            <p:spPr>
              <a:xfrm>
                <a:off x="6732000" y="5018040"/>
                <a:ext cx="720" cy="2210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21040"/>
                  <a:gd name="textAreaBottom" fmla="*/ 221400 h 221040"/>
                </a:gdLst>
                <a:ahLst/>
                <a:rect l="textAreaLeft" t="textAreaTop" r="textAreaRight" b="textAreaBottom"/>
                <a:pathLst>
                  <a:path w="0" h="389">
                    <a:moveTo>
                      <a:pt x="0" y="389"/>
                    </a:moveTo>
                    <a:lnTo>
                      <a:pt x="0" y="0"/>
                    </a:lnTo>
                    <a:lnTo>
                      <a:pt x="0" y="389"/>
                    </a:lnTo>
                    <a:close/>
                  </a:path>
                </a:pathLst>
              </a:custGeom>
              <a:solidFill>
                <a:srgbClr val="e1e1e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14" name="Freeform 36"/>
              <p:cNvSpPr/>
              <p:nvPr/>
            </p:nvSpPr>
            <p:spPr>
              <a:xfrm>
                <a:off x="6732000" y="5024880"/>
                <a:ext cx="720" cy="2131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13120"/>
                  <a:gd name="textAreaBottom" fmla="*/ 213480 h 213120"/>
                </a:gdLst>
                <a:ahLst/>
                <a:rect l="textAreaLeft" t="textAreaTop" r="textAreaRight" b="textAreaBottom"/>
                <a:pathLst>
                  <a:path w="0" h="376">
                    <a:moveTo>
                      <a:pt x="0" y="376"/>
                    </a:moveTo>
                    <a:lnTo>
                      <a:pt x="0" y="0"/>
                    </a:lnTo>
                    <a:lnTo>
                      <a:pt x="0" y="376"/>
                    </a:lnTo>
                    <a:close/>
                  </a:path>
                </a:pathLst>
              </a:custGeom>
              <a:solidFill>
                <a:srgbClr val="e2e2e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15" name="Freeform 37"/>
              <p:cNvSpPr/>
              <p:nvPr/>
            </p:nvSpPr>
            <p:spPr>
              <a:xfrm>
                <a:off x="6732000" y="5031720"/>
                <a:ext cx="720" cy="20628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06280"/>
                  <a:gd name="textAreaBottom" fmla="*/ 206640 h 206280"/>
                </a:gdLst>
                <a:ahLst/>
                <a:rect l="textAreaLeft" t="textAreaTop" r="textAreaRight" b="textAreaBottom"/>
                <a:pathLst>
                  <a:path w="0" h="364">
                    <a:moveTo>
                      <a:pt x="0" y="364"/>
                    </a:moveTo>
                    <a:lnTo>
                      <a:pt x="0" y="0"/>
                    </a:lnTo>
                    <a:lnTo>
                      <a:pt x="0" y="364"/>
                    </a:lnTo>
                    <a:close/>
                  </a:path>
                </a:pathLst>
              </a:custGeom>
              <a:solidFill>
                <a:srgbClr val="e3e3e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16" name="Freeform 38"/>
              <p:cNvSpPr/>
              <p:nvPr/>
            </p:nvSpPr>
            <p:spPr>
              <a:xfrm>
                <a:off x="6732000" y="5038560"/>
                <a:ext cx="720" cy="1994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99440"/>
                  <a:gd name="textAreaBottom" fmla="*/ 199800 h 199440"/>
                </a:gdLst>
                <a:ahLst/>
                <a:rect l="textAreaLeft" t="textAreaTop" r="textAreaRight" b="textAreaBottom"/>
                <a:pathLst>
                  <a:path w="0" h="351">
                    <a:moveTo>
                      <a:pt x="0" y="351"/>
                    </a:moveTo>
                    <a:lnTo>
                      <a:pt x="0" y="0"/>
                    </a:lnTo>
                    <a:lnTo>
                      <a:pt x="0" y="351"/>
                    </a:lnTo>
                    <a:close/>
                  </a:path>
                </a:pathLst>
              </a:custGeom>
              <a:solidFill>
                <a:srgbClr val="e3e3e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17" name="Freeform 39"/>
              <p:cNvSpPr/>
              <p:nvPr/>
            </p:nvSpPr>
            <p:spPr>
              <a:xfrm>
                <a:off x="6732000" y="5046480"/>
                <a:ext cx="720" cy="1904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90440"/>
                  <a:gd name="textAreaBottom" fmla="*/ 190800 h 190440"/>
                </a:gdLst>
                <a:ahLst/>
                <a:rect l="textAreaLeft" t="textAreaTop" r="textAreaRight" b="textAreaBottom"/>
                <a:pathLst>
                  <a:path w="0" h="338">
                    <a:moveTo>
                      <a:pt x="0" y="338"/>
                    </a:moveTo>
                    <a:lnTo>
                      <a:pt x="0" y="0"/>
                    </a:lnTo>
                    <a:lnTo>
                      <a:pt x="0" y="338"/>
                    </a:lnTo>
                    <a:close/>
                  </a:path>
                </a:pathLst>
              </a:custGeom>
              <a:solidFill>
                <a:srgbClr val="e4e4e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18" name="Freeform 40"/>
              <p:cNvSpPr/>
              <p:nvPr/>
            </p:nvSpPr>
            <p:spPr>
              <a:xfrm>
                <a:off x="6732000" y="5052240"/>
                <a:ext cx="720" cy="18468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84680"/>
                  <a:gd name="textAreaBottom" fmla="*/ 185040 h 184680"/>
                </a:gdLst>
                <a:ahLst/>
                <a:rect l="textAreaLeft" t="textAreaTop" r="textAreaRight" b="textAreaBottom"/>
                <a:pathLst>
                  <a:path w="0" h="326">
                    <a:moveTo>
                      <a:pt x="0" y="326"/>
                    </a:moveTo>
                    <a:lnTo>
                      <a:pt x="0" y="0"/>
                    </a:lnTo>
                    <a:lnTo>
                      <a:pt x="0" y="326"/>
                    </a:lnTo>
                    <a:close/>
                  </a:path>
                </a:pathLst>
              </a:custGeom>
              <a:solidFill>
                <a:srgbClr val="e6e6e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19" name="Freeform 41"/>
              <p:cNvSpPr/>
              <p:nvPr/>
            </p:nvSpPr>
            <p:spPr>
              <a:xfrm>
                <a:off x="6732000" y="5060160"/>
                <a:ext cx="720" cy="17676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76760"/>
                  <a:gd name="textAreaBottom" fmla="*/ 177120 h 176760"/>
                </a:gdLst>
                <a:ahLst/>
                <a:rect l="textAreaLeft" t="textAreaTop" r="textAreaRight" b="textAreaBottom"/>
                <a:pathLst>
                  <a:path w="0" h="314">
                    <a:moveTo>
                      <a:pt x="0" y="314"/>
                    </a:moveTo>
                    <a:lnTo>
                      <a:pt x="0" y="0"/>
                    </a:lnTo>
                    <a:lnTo>
                      <a:pt x="0" y="314"/>
                    </a:lnTo>
                    <a:close/>
                  </a:path>
                </a:pathLst>
              </a:custGeom>
              <a:solidFill>
                <a:srgbClr val="e7e7e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20" name="Freeform 42"/>
              <p:cNvSpPr/>
              <p:nvPr/>
            </p:nvSpPr>
            <p:spPr>
              <a:xfrm>
                <a:off x="6732000" y="5065560"/>
                <a:ext cx="720" cy="1710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71000"/>
                  <a:gd name="textAreaBottom" fmla="*/ 171360 h 171000"/>
                </a:gdLst>
                <a:ahLst/>
                <a:rect l="textAreaLeft" t="textAreaTop" r="textAreaRight" b="textAreaBottom"/>
                <a:pathLst>
                  <a:path w="0" h="302">
                    <a:moveTo>
                      <a:pt x="0" y="302"/>
                    </a:moveTo>
                    <a:lnTo>
                      <a:pt x="0" y="0"/>
                    </a:lnTo>
                    <a:lnTo>
                      <a:pt x="0" y="302"/>
                    </a:lnTo>
                    <a:close/>
                  </a:path>
                </a:pathLst>
              </a:custGeom>
              <a:solidFill>
                <a:srgbClr val="e7e7e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21" name="Freeform 43"/>
              <p:cNvSpPr/>
              <p:nvPr/>
            </p:nvSpPr>
            <p:spPr>
              <a:xfrm>
                <a:off x="6732000" y="5073840"/>
                <a:ext cx="720" cy="16308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63080"/>
                  <a:gd name="textAreaBottom" fmla="*/ 163440 h 163080"/>
                </a:gdLst>
                <a:ahLst/>
                <a:rect l="textAreaLeft" t="textAreaTop" r="textAreaRight" b="textAreaBottom"/>
                <a:pathLst>
                  <a:path w="0" h="288">
                    <a:moveTo>
                      <a:pt x="0" y="288"/>
                    </a:moveTo>
                    <a:lnTo>
                      <a:pt x="0" y="0"/>
                    </a:lnTo>
                    <a:lnTo>
                      <a:pt x="0" y="288"/>
                    </a:lnTo>
                    <a:close/>
                  </a:path>
                </a:pathLst>
              </a:custGeom>
              <a:solidFill>
                <a:srgbClr val="e8e8e8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22" name="Freeform 44"/>
              <p:cNvSpPr/>
              <p:nvPr/>
            </p:nvSpPr>
            <p:spPr>
              <a:xfrm>
                <a:off x="6732000" y="5080320"/>
                <a:ext cx="720" cy="1562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56240"/>
                  <a:gd name="textAreaBottom" fmla="*/ 156600 h 156240"/>
                </a:gdLst>
                <a:ahLst/>
                <a:rect l="textAreaLeft" t="textAreaTop" r="textAreaRight" b="textAreaBottom"/>
                <a:pathLst>
                  <a:path w="0" h="277">
                    <a:moveTo>
                      <a:pt x="0" y="277"/>
                    </a:moveTo>
                    <a:lnTo>
                      <a:pt x="0" y="0"/>
                    </a:lnTo>
                    <a:lnTo>
                      <a:pt x="0" y="277"/>
                    </a:lnTo>
                    <a:close/>
                  </a:path>
                </a:pathLst>
              </a:custGeom>
              <a:solidFill>
                <a:srgbClr val="e9e9e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23" name="Freeform 45"/>
              <p:cNvSpPr/>
              <p:nvPr/>
            </p:nvSpPr>
            <p:spPr>
              <a:xfrm>
                <a:off x="6732000" y="5087160"/>
                <a:ext cx="720" cy="1494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49400"/>
                  <a:gd name="textAreaBottom" fmla="*/ 149760 h 149400"/>
                </a:gdLst>
                <a:ahLst/>
                <a:rect l="textAreaLeft" t="textAreaTop" r="textAreaRight" b="textAreaBottom"/>
                <a:pathLst>
                  <a:path w="0" h="264">
                    <a:moveTo>
                      <a:pt x="0" y="264"/>
                    </a:moveTo>
                    <a:lnTo>
                      <a:pt x="0" y="0"/>
                    </a:lnTo>
                    <a:lnTo>
                      <a:pt x="0" y="264"/>
                    </a:lnTo>
                    <a:close/>
                  </a:path>
                </a:pathLst>
              </a:custGeom>
              <a:solidFill>
                <a:srgbClr val="ebebe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24" name="Freeform 46"/>
              <p:cNvSpPr/>
              <p:nvPr/>
            </p:nvSpPr>
            <p:spPr>
              <a:xfrm>
                <a:off x="6732000" y="5094000"/>
                <a:ext cx="720" cy="14148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41480"/>
                  <a:gd name="textAreaBottom" fmla="*/ 141840 h 141480"/>
                </a:gdLst>
                <a:ahLst/>
                <a:rect l="textAreaLeft" t="textAreaTop" r="textAreaRight" b="textAreaBottom"/>
                <a:pathLst>
                  <a:path w="0" h="250">
                    <a:moveTo>
                      <a:pt x="0" y="250"/>
                    </a:moveTo>
                    <a:lnTo>
                      <a:pt x="0" y="0"/>
                    </a:lnTo>
                    <a:lnTo>
                      <a:pt x="0" y="250"/>
                    </a:lnTo>
                    <a:close/>
                  </a:path>
                </a:pathLst>
              </a:custGeom>
              <a:solidFill>
                <a:srgbClr val="ecece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25" name="Freeform 47"/>
              <p:cNvSpPr/>
              <p:nvPr/>
            </p:nvSpPr>
            <p:spPr>
              <a:xfrm>
                <a:off x="6732000" y="5100840"/>
                <a:ext cx="720" cy="1346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34640"/>
                  <a:gd name="textAreaBottom" fmla="*/ 135000 h 134640"/>
                </a:gdLst>
                <a:ahLst/>
                <a:rect l="textAreaLeft" t="textAreaTop" r="textAreaRight" b="textAreaBottom"/>
                <a:pathLst>
                  <a:path w="0" h="238">
                    <a:moveTo>
                      <a:pt x="0" y="238"/>
                    </a:moveTo>
                    <a:lnTo>
                      <a:pt x="0" y="0"/>
                    </a:lnTo>
                    <a:lnTo>
                      <a:pt x="0" y="238"/>
                    </a:lnTo>
                    <a:close/>
                  </a:path>
                </a:pathLst>
              </a:custGeom>
              <a:solidFill>
                <a:srgbClr val="ecece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26" name="Freeform 48"/>
              <p:cNvSpPr/>
              <p:nvPr/>
            </p:nvSpPr>
            <p:spPr>
              <a:xfrm>
                <a:off x="6732000" y="5107680"/>
                <a:ext cx="720" cy="1278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27800"/>
                  <a:gd name="textAreaBottom" fmla="*/ 128160 h 127800"/>
                </a:gdLst>
                <a:ahLst/>
                <a:rect l="textAreaLeft" t="textAreaTop" r="textAreaRight" b="textAreaBottom"/>
                <a:pathLst>
                  <a:path w="0" h="225">
                    <a:moveTo>
                      <a:pt x="0" y="225"/>
                    </a:moveTo>
                    <a:lnTo>
                      <a:pt x="0" y="0"/>
                    </a:lnTo>
                    <a:lnTo>
                      <a:pt x="0" y="225"/>
                    </a:lnTo>
                    <a:close/>
                  </a:path>
                </a:pathLst>
              </a:custGeom>
              <a:solidFill>
                <a:srgbClr val="edede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27" name="Freeform 49"/>
              <p:cNvSpPr/>
              <p:nvPr/>
            </p:nvSpPr>
            <p:spPr>
              <a:xfrm>
                <a:off x="6732000" y="5115600"/>
                <a:ext cx="720" cy="11988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19880"/>
                  <a:gd name="textAreaBottom" fmla="*/ 120240 h 119880"/>
                </a:gdLst>
                <a:ahLst/>
                <a:rect l="textAreaLeft" t="textAreaTop" r="textAreaRight" b="textAreaBottom"/>
                <a:pathLst>
                  <a:path w="0" h="213">
                    <a:moveTo>
                      <a:pt x="0" y="213"/>
                    </a:moveTo>
                    <a:lnTo>
                      <a:pt x="0" y="0"/>
                    </a:lnTo>
                    <a:lnTo>
                      <a:pt x="0" y="213"/>
                    </a:lnTo>
                    <a:close/>
                  </a:path>
                </a:pathLst>
              </a:custGeom>
              <a:solidFill>
                <a:srgbClr val="efefe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28" name="Freeform 50"/>
              <p:cNvSpPr/>
              <p:nvPr/>
            </p:nvSpPr>
            <p:spPr>
              <a:xfrm>
                <a:off x="6732000" y="5121360"/>
                <a:ext cx="720" cy="1141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14120"/>
                  <a:gd name="textAreaBottom" fmla="*/ 114480 h 114120"/>
                </a:gdLst>
                <a:ahLst/>
                <a:rect l="textAreaLeft" t="textAreaTop" r="textAreaRight" b="textAreaBottom"/>
                <a:pathLst>
                  <a:path w="0" h="201">
                    <a:moveTo>
                      <a:pt x="0" y="201"/>
                    </a:moveTo>
                    <a:lnTo>
                      <a:pt x="0" y="0"/>
                    </a:lnTo>
                    <a:lnTo>
                      <a:pt x="0" y="201"/>
                    </a:lnTo>
                    <a:close/>
                  </a:path>
                </a:pathLst>
              </a:custGeom>
              <a:solidFill>
                <a:srgbClr val="f0f0f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29" name="Freeform 51"/>
              <p:cNvSpPr/>
              <p:nvPr/>
            </p:nvSpPr>
            <p:spPr>
              <a:xfrm>
                <a:off x="6732000" y="5129280"/>
                <a:ext cx="720" cy="1062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06200"/>
                  <a:gd name="textAreaBottom" fmla="*/ 106560 h 106200"/>
                </a:gdLst>
                <a:ahLst/>
                <a:rect l="textAreaLeft" t="textAreaTop" r="textAreaRight" b="textAreaBottom"/>
                <a:pathLst>
                  <a:path w="0" h="187">
                    <a:moveTo>
                      <a:pt x="0" y="187"/>
                    </a:moveTo>
                    <a:lnTo>
                      <a:pt x="0" y="0"/>
                    </a:lnTo>
                    <a:lnTo>
                      <a:pt x="0" y="187"/>
                    </a:lnTo>
                    <a:close/>
                  </a:path>
                </a:pathLst>
              </a:custGeom>
              <a:solidFill>
                <a:srgbClr val="f1f1f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30" name="Freeform 52"/>
              <p:cNvSpPr/>
              <p:nvPr/>
            </p:nvSpPr>
            <p:spPr>
              <a:xfrm>
                <a:off x="6732000" y="5136120"/>
                <a:ext cx="720" cy="9936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99360"/>
                  <a:gd name="textAreaBottom" fmla="*/ 99720 h 99360"/>
                </a:gdLst>
                <a:ahLst/>
                <a:rect l="textAreaLeft" t="textAreaTop" r="textAreaRight" b="textAreaBottom"/>
                <a:pathLst>
                  <a:path w="0" h="176">
                    <a:moveTo>
                      <a:pt x="0" y="176"/>
                    </a:moveTo>
                    <a:lnTo>
                      <a:pt x="0" y="0"/>
                    </a:lnTo>
                    <a:lnTo>
                      <a:pt x="0" y="176"/>
                    </a:lnTo>
                    <a:close/>
                  </a:path>
                </a:pathLst>
              </a:custGeom>
              <a:solidFill>
                <a:srgbClr val="f1f1f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31" name="Freeform 53"/>
              <p:cNvSpPr/>
              <p:nvPr/>
            </p:nvSpPr>
            <p:spPr>
              <a:xfrm>
                <a:off x="6732000" y="5142960"/>
                <a:ext cx="720" cy="925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92520"/>
                  <a:gd name="textAreaBottom" fmla="*/ 92880 h 92520"/>
                </a:gdLst>
                <a:ahLst/>
                <a:rect l="textAreaLeft" t="textAreaTop" r="textAreaRight" b="textAreaBottom"/>
                <a:pathLst>
                  <a:path w="0" h="163">
                    <a:moveTo>
                      <a:pt x="0" y="163"/>
                    </a:moveTo>
                    <a:lnTo>
                      <a:pt x="0" y="0"/>
                    </a:lnTo>
                    <a:lnTo>
                      <a:pt x="0" y="163"/>
                    </a:lnTo>
                    <a:close/>
                  </a:path>
                </a:pathLst>
              </a:custGeom>
              <a:solidFill>
                <a:srgbClr val="f2f2f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32" name="Freeform 54"/>
              <p:cNvSpPr/>
              <p:nvPr/>
            </p:nvSpPr>
            <p:spPr>
              <a:xfrm>
                <a:off x="6732000" y="5149800"/>
                <a:ext cx="720" cy="846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84600"/>
                  <a:gd name="textAreaBottom" fmla="*/ 84960 h 84600"/>
                </a:gdLst>
                <a:ahLst/>
                <a:rect l="textAreaLeft" t="textAreaTop" r="textAreaRight" b="textAreaBottom"/>
                <a:pathLst>
                  <a:path w="0" h="150">
                    <a:moveTo>
                      <a:pt x="0" y="150"/>
                    </a:moveTo>
                    <a:lnTo>
                      <a:pt x="0" y="0"/>
                    </a:lnTo>
                    <a:lnTo>
                      <a:pt x="0" y="150"/>
                    </a:lnTo>
                    <a:close/>
                  </a:path>
                </a:pathLst>
              </a:custGeom>
              <a:solidFill>
                <a:srgbClr val="f4f4f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39960" bIns="399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33" name="Freeform 55"/>
              <p:cNvSpPr/>
              <p:nvPr/>
            </p:nvSpPr>
            <p:spPr>
              <a:xfrm>
                <a:off x="6732000" y="5156640"/>
                <a:ext cx="720" cy="781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78120"/>
                  <a:gd name="textAreaBottom" fmla="*/ 78480 h 78120"/>
                </a:gdLst>
                <a:ahLst/>
                <a:rect l="textAreaLeft" t="textAreaTop" r="textAreaRight" b="textAreaBottom"/>
                <a:pathLst>
                  <a:path w="0" h="138">
                    <a:moveTo>
                      <a:pt x="0" y="138"/>
                    </a:moveTo>
                    <a:lnTo>
                      <a:pt x="0" y="0"/>
                    </a:lnTo>
                    <a:lnTo>
                      <a:pt x="0" y="138"/>
                    </a:lnTo>
                    <a:close/>
                  </a:path>
                </a:pathLst>
              </a:custGeom>
              <a:solidFill>
                <a:srgbClr val="f5f5f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33480" bIns="3348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34" name="Freeform 56"/>
              <p:cNvSpPr/>
              <p:nvPr/>
            </p:nvSpPr>
            <p:spPr>
              <a:xfrm>
                <a:off x="6732000" y="5163480"/>
                <a:ext cx="720" cy="7128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71280"/>
                  <a:gd name="textAreaBottom" fmla="*/ 71640 h 71280"/>
                </a:gdLst>
                <a:ahLst/>
                <a:rect l="textAreaLeft" t="textAreaTop" r="textAreaRight" b="textAreaBottom"/>
                <a:pathLst>
                  <a:path w="0" h="125">
                    <a:moveTo>
                      <a:pt x="0" y="125"/>
                    </a:moveTo>
                    <a:lnTo>
                      <a:pt x="0" y="0"/>
                    </a:lnTo>
                    <a:lnTo>
                      <a:pt x="0" y="125"/>
                    </a:lnTo>
                    <a:close/>
                  </a:path>
                </a:pathLst>
              </a:custGeom>
              <a:solidFill>
                <a:srgbClr val="f5f5f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35" name="Freeform 57"/>
              <p:cNvSpPr/>
              <p:nvPr/>
            </p:nvSpPr>
            <p:spPr>
              <a:xfrm>
                <a:off x="6732000" y="5171400"/>
                <a:ext cx="720" cy="6336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63360"/>
                  <a:gd name="textAreaBottom" fmla="*/ 63720 h 63360"/>
                </a:gdLst>
                <a:ahLst/>
                <a:rect l="textAreaLeft" t="textAreaTop" r="textAreaRight" b="textAreaBottom"/>
                <a:pathLst>
                  <a:path w="0" h="112">
                    <a:moveTo>
                      <a:pt x="0" y="112"/>
                    </a:moveTo>
                    <a:lnTo>
                      <a:pt x="0" y="0"/>
                    </a:lnTo>
                    <a:lnTo>
                      <a:pt x="0" y="112"/>
                    </a:lnTo>
                    <a:close/>
                  </a:path>
                </a:pathLst>
              </a:custGeom>
              <a:solidFill>
                <a:srgbClr val="f6f6f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8720" bIns="1872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36" name="Freeform 58"/>
              <p:cNvSpPr/>
              <p:nvPr/>
            </p:nvSpPr>
            <p:spPr>
              <a:xfrm>
                <a:off x="6732000" y="5176800"/>
                <a:ext cx="720" cy="576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57600"/>
                  <a:gd name="textAreaBottom" fmla="*/ 57960 h 57600"/>
                </a:gdLst>
                <a:ahLst/>
                <a:rect l="textAreaLeft" t="textAreaTop" r="textAreaRight" b="textAreaBottom"/>
                <a:pathLst>
                  <a:path w="0" h="100">
                    <a:moveTo>
                      <a:pt x="0" y="100"/>
                    </a:moveTo>
                    <a:lnTo>
                      <a:pt x="0" y="0"/>
                    </a:lnTo>
                    <a:lnTo>
                      <a:pt x="0" y="100"/>
                    </a:lnTo>
                    <a:close/>
                  </a:path>
                </a:pathLst>
              </a:custGeom>
              <a:solidFill>
                <a:srgbClr val="f7f7f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12960" bIns="129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37" name="Freeform 59"/>
              <p:cNvSpPr/>
              <p:nvPr/>
            </p:nvSpPr>
            <p:spPr>
              <a:xfrm>
                <a:off x="6732000" y="5184720"/>
                <a:ext cx="720" cy="4968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49680"/>
                  <a:gd name="textAreaBottom" fmla="*/ 50040 h 49680"/>
                </a:gdLst>
                <a:ahLst/>
                <a:rect l="textAreaLeft" t="textAreaTop" r="textAreaRight" b="textAreaBottom"/>
                <a:pathLst>
                  <a:path w="0" h="88">
                    <a:moveTo>
                      <a:pt x="0" y="88"/>
                    </a:moveTo>
                    <a:lnTo>
                      <a:pt x="0" y="0"/>
                    </a:lnTo>
                    <a:lnTo>
                      <a:pt x="0" y="88"/>
                    </a:lnTo>
                    <a:close/>
                  </a:path>
                </a:pathLst>
              </a:custGeom>
              <a:solidFill>
                <a:srgbClr val="f9f9f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5040" bIns="50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38" name="Freeform 60"/>
              <p:cNvSpPr/>
              <p:nvPr/>
            </p:nvSpPr>
            <p:spPr>
              <a:xfrm>
                <a:off x="6732000" y="5190480"/>
                <a:ext cx="720" cy="439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43920"/>
                  <a:gd name="textAreaBottom" fmla="*/ 44280 h 43920"/>
                </a:gdLst>
                <a:ahLst/>
                <a:rect l="textAreaLeft" t="textAreaTop" r="textAreaRight" b="textAreaBottom"/>
                <a:pathLst>
                  <a:path w="0" h="76">
                    <a:moveTo>
                      <a:pt x="0" y="76"/>
                    </a:moveTo>
                    <a:lnTo>
                      <a:pt x="0" y="0"/>
                    </a:lnTo>
                    <a:lnTo>
                      <a:pt x="0" y="76"/>
                    </a:lnTo>
                    <a:close/>
                  </a:path>
                </a:pathLst>
              </a:custGeom>
              <a:solidFill>
                <a:srgbClr val="fafaf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720" bIns="-72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39" name="Freeform 61"/>
              <p:cNvSpPr/>
              <p:nvPr/>
            </p:nvSpPr>
            <p:spPr>
              <a:xfrm>
                <a:off x="6732000" y="5198400"/>
                <a:ext cx="720" cy="349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34920"/>
                  <a:gd name="textAreaBottom" fmla="*/ 35280 h 34920"/>
                </a:gdLst>
                <a:ahLst/>
                <a:rect l="textAreaLeft" t="textAreaTop" r="textAreaRight" b="textAreaBottom"/>
                <a:pathLst>
                  <a:path w="0" h="62">
                    <a:moveTo>
                      <a:pt x="0" y="62"/>
                    </a:moveTo>
                    <a:lnTo>
                      <a:pt x="0" y="0"/>
                    </a:lnTo>
                    <a:lnTo>
                      <a:pt x="0" y="62"/>
                    </a:lnTo>
                    <a:close/>
                  </a:path>
                </a:pathLst>
              </a:custGeom>
              <a:solidFill>
                <a:srgbClr val="fafaf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9720" bIns="-972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40" name="Freeform 62"/>
              <p:cNvSpPr/>
              <p:nvPr/>
            </p:nvSpPr>
            <p:spPr>
              <a:xfrm>
                <a:off x="6732000" y="5205240"/>
                <a:ext cx="720" cy="2808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8080"/>
                  <a:gd name="textAreaBottom" fmla="*/ 28440 h 28080"/>
                </a:gdLst>
                <a:ahLst/>
                <a:rect l="textAreaLeft" t="textAreaTop" r="textAreaRight" b="textAreaBottom"/>
                <a:pathLst>
                  <a:path w="0" h="50">
                    <a:moveTo>
                      <a:pt x="0" y="50"/>
                    </a:moveTo>
                    <a:lnTo>
                      <a:pt x="0" y="0"/>
                    </a:lnTo>
                    <a:lnTo>
                      <a:pt x="0" y="50"/>
                    </a:lnTo>
                    <a:close/>
                  </a:path>
                </a:pathLst>
              </a:custGeom>
              <a:solidFill>
                <a:srgbClr val="fbfbf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6560" bIns="-165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41" name="Freeform 63"/>
              <p:cNvSpPr/>
              <p:nvPr/>
            </p:nvSpPr>
            <p:spPr>
              <a:xfrm>
                <a:off x="6732000" y="5212080"/>
                <a:ext cx="720" cy="2124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21240"/>
                  <a:gd name="textAreaBottom" fmla="*/ 21600 h 21240"/>
                </a:gdLst>
                <a:ahLst/>
                <a:rect l="textAreaLeft" t="textAreaTop" r="textAreaRight" b="textAreaBottom"/>
                <a:pathLst>
                  <a:path w="0" h="38">
                    <a:moveTo>
                      <a:pt x="0" y="38"/>
                    </a:moveTo>
                    <a:lnTo>
                      <a:pt x="0" y="0"/>
                    </a:lnTo>
                    <a:lnTo>
                      <a:pt x="0" y="38"/>
                    </a:lnTo>
                    <a:close/>
                  </a:path>
                </a:pathLst>
              </a:custGeom>
              <a:solidFill>
                <a:srgbClr val="fdfdf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3400" bIns="-234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42" name="Freeform 64"/>
              <p:cNvSpPr/>
              <p:nvPr/>
            </p:nvSpPr>
            <p:spPr>
              <a:xfrm>
                <a:off x="6732000" y="5218920"/>
                <a:ext cx="720" cy="1332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13320"/>
                  <a:gd name="textAreaBottom" fmla="*/ 13680 h 13320"/>
                </a:gdLst>
                <a:ahLst/>
                <a:rect l="textAreaLeft" t="textAreaTop" r="textAreaRight" b="textAreaBottom"/>
                <a:pathLst>
                  <a:path w="0" h="24">
                    <a:moveTo>
                      <a:pt x="0" y="24"/>
                    </a:moveTo>
                    <a:lnTo>
                      <a:pt x="0" y="0"/>
                    </a:lnTo>
                    <a:lnTo>
                      <a:pt x="0" y="24"/>
                    </a:lnTo>
                    <a:close/>
                  </a:path>
                </a:pathLst>
              </a:custGeom>
              <a:solidFill>
                <a:srgbClr val="fefef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31320" bIns="-3132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43" name="Freeform 65"/>
              <p:cNvSpPr/>
              <p:nvPr/>
            </p:nvSpPr>
            <p:spPr>
              <a:xfrm>
                <a:off x="6732000" y="5226840"/>
                <a:ext cx="720" cy="5400"/>
              </a:xfrm>
              <a:custGeom>
                <a:avLst/>
                <a:gdLst>
                  <a:gd name="textAreaLeft" fmla="*/ 0 w 720"/>
                  <a:gd name="textAreaRight" fmla="*/ 1080 w 720"/>
                  <a:gd name="textAreaTop" fmla="*/ 0 h 5400"/>
                  <a:gd name="textAreaBottom" fmla="*/ 5760 h 5400"/>
                </a:gdLst>
                <a:ahLst/>
                <a:rect l="textAreaLeft" t="textAreaTop" r="textAreaRight" b="textAreaBottom"/>
                <a:pathLst>
                  <a:path w="0" h="12">
                    <a:moveTo>
                      <a:pt x="0" y="12"/>
                    </a:moveTo>
                    <a:lnTo>
                      <a:pt x="0" y="0"/>
                    </a:lnTo>
                    <a:lnTo>
                      <a:pt x="0" y="12"/>
                    </a:lnTo>
                    <a:close/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39240" bIns="-392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44" name="Freeform 66"/>
              <p:cNvSpPr/>
              <p:nvPr/>
            </p:nvSpPr>
            <p:spPr>
              <a:xfrm>
                <a:off x="2213280" y="1906560"/>
                <a:ext cx="3465360" cy="3524400"/>
              </a:xfrm>
              <a:custGeom>
                <a:avLst/>
                <a:gdLst>
                  <a:gd name="textAreaLeft" fmla="*/ 0 w 3465360"/>
                  <a:gd name="textAreaRight" fmla="*/ 3465720 w 3465360"/>
                  <a:gd name="textAreaTop" fmla="*/ 0 h 3524400"/>
                  <a:gd name="textAreaBottom" fmla="*/ 3524760 h 3524400"/>
                </a:gdLst>
                <a:ahLst/>
                <a:rect l="textAreaLeft" t="textAreaTop" r="textAreaRight" b="textAreaBottom"/>
                <a:pathLst>
                  <a:path w="6107" h="6213">
                    <a:moveTo>
                      <a:pt x="3108" y="6213"/>
                    </a:moveTo>
                    <a:lnTo>
                      <a:pt x="2980" y="6211"/>
                    </a:lnTo>
                    <a:lnTo>
                      <a:pt x="2852" y="6203"/>
                    </a:lnTo>
                    <a:lnTo>
                      <a:pt x="2727" y="6190"/>
                    </a:lnTo>
                    <a:lnTo>
                      <a:pt x="2603" y="6171"/>
                    </a:lnTo>
                    <a:lnTo>
                      <a:pt x="2481" y="6150"/>
                    </a:lnTo>
                    <a:lnTo>
                      <a:pt x="2361" y="6122"/>
                    </a:lnTo>
                    <a:lnTo>
                      <a:pt x="2242" y="6091"/>
                    </a:lnTo>
                    <a:lnTo>
                      <a:pt x="2125" y="6054"/>
                    </a:lnTo>
                    <a:lnTo>
                      <a:pt x="2010" y="6014"/>
                    </a:lnTo>
                    <a:lnTo>
                      <a:pt x="1898" y="5969"/>
                    </a:lnTo>
                    <a:lnTo>
                      <a:pt x="1788" y="5919"/>
                    </a:lnTo>
                    <a:lnTo>
                      <a:pt x="1680" y="5866"/>
                    </a:lnTo>
                    <a:lnTo>
                      <a:pt x="1574" y="5809"/>
                    </a:lnTo>
                    <a:lnTo>
                      <a:pt x="1471" y="5747"/>
                    </a:lnTo>
                    <a:lnTo>
                      <a:pt x="1371" y="5683"/>
                    </a:lnTo>
                    <a:lnTo>
                      <a:pt x="1273" y="5614"/>
                    </a:lnTo>
                    <a:lnTo>
                      <a:pt x="1177" y="5541"/>
                    </a:lnTo>
                    <a:lnTo>
                      <a:pt x="1085" y="5465"/>
                    </a:lnTo>
                    <a:lnTo>
                      <a:pt x="996" y="5386"/>
                    </a:lnTo>
                    <a:lnTo>
                      <a:pt x="911" y="5303"/>
                    </a:lnTo>
                    <a:lnTo>
                      <a:pt x="828" y="5216"/>
                    </a:lnTo>
                    <a:lnTo>
                      <a:pt x="749" y="5128"/>
                    </a:lnTo>
                    <a:lnTo>
                      <a:pt x="673" y="5037"/>
                    </a:lnTo>
                    <a:lnTo>
                      <a:pt x="600" y="4941"/>
                    </a:lnTo>
                    <a:lnTo>
                      <a:pt x="531" y="4843"/>
                    </a:lnTo>
                    <a:lnTo>
                      <a:pt x="467" y="4743"/>
                    </a:lnTo>
                    <a:lnTo>
                      <a:pt x="406" y="4640"/>
                    </a:lnTo>
                    <a:lnTo>
                      <a:pt x="348" y="4534"/>
                    </a:lnTo>
                    <a:lnTo>
                      <a:pt x="295" y="4426"/>
                    </a:lnTo>
                    <a:lnTo>
                      <a:pt x="245" y="4316"/>
                    </a:lnTo>
                    <a:lnTo>
                      <a:pt x="200" y="4204"/>
                    </a:lnTo>
                    <a:lnTo>
                      <a:pt x="159" y="4089"/>
                    </a:lnTo>
                    <a:lnTo>
                      <a:pt x="123" y="3972"/>
                    </a:lnTo>
                    <a:lnTo>
                      <a:pt x="91" y="3854"/>
                    </a:lnTo>
                    <a:lnTo>
                      <a:pt x="63" y="3733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185" y="1"/>
                    </a:lnTo>
                    <a:lnTo>
                      <a:pt x="3262" y="5"/>
                    </a:lnTo>
                    <a:lnTo>
                      <a:pt x="3338" y="9"/>
                    </a:lnTo>
                    <a:lnTo>
                      <a:pt x="3414" y="16"/>
                    </a:lnTo>
                    <a:lnTo>
                      <a:pt x="3490" y="25"/>
                    </a:lnTo>
                    <a:lnTo>
                      <a:pt x="3565" y="36"/>
                    </a:lnTo>
                    <a:lnTo>
                      <a:pt x="3639" y="48"/>
                    </a:lnTo>
                    <a:lnTo>
                      <a:pt x="3713" y="63"/>
                    </a:lnTo>
                    <a:lnTo>
                      <a:pt x="3785" y="80"/>
                    </a:lnTo>
                    <a:lnTo>
                      <a:pt x="3858" y="98"/>
                    </a:lnTo>
                    <a:lnTo>
                      <a:pt x="3929" y="118"/>
                    </a:lnTo>
                    <a:lnTo>
                      <a:pt x="3999" y="139"/>
                    </a:lnTo>
                    <a:lnTo>
                      <a:pt x="4070" y="164"/>
                    </a:lnTo>
                    <a:lnTo>
                      <a:pt x="4139" y="189"/>
                    </a:lnTo>
                    <a:lnTo>
                      <a:pt x="4208" y="215"/>
                    </a:lnTo>
                    <a:lnTo>
                      <a:pt x="4276" y="244"/>
                    </a:lnTo>
                    <a:lnTo>
                      <a:pt x="4343" y="274"/>
                    </a:lnTo>
                    <a:lnTo>
                      <a:pt x="4408" y="307"/>
                    </a:lnTo>
                    <a:lnTo>
                      <a:pt x="4473" y="340"/>
                    </a:lnTo>
                    <a:lnTo>
                      <a:pt x="4537" y="374"/>
                    </a:lnTo>
                    <a:lnTo>
                      <a:pt x="4601" y="411"/>
                    </a:lnTo>
                    <a:lnTo>
                      <a:pt x="4663" y="449"/>
                    </a:lnTo>
                    <a:lnTo>
                      <a:pt x="4785" y="530"/>
                    </a:lnTo>
                    <a:lnTo>
                      <a:pt x="4844" y="573"/>
                    </a:lnTo>
                    <a:lnTo>
                      <a:pt x="4903" y="618"/>
                    </a:lnTo>
                    <a:lnTo>
                      <a:pt x="4960" y="662"/>
                    </a:lnTo>
                    <a:lnTo>
                      <a:pt x="5071" y="757"/>
                    </a:lnTo>
                    <a:lnTo>
                      <a:pt x="5125" y="806"/>
                    </a:lnTo>
                    <a:lnTo>
                      <a:pt x="5178" y="857"/>
                    </a:lnTo>
                    <a:lnTo>
                      <a:pt x="5279" y="963"/>
                    </a:lnTo>
                    <a:lnTo>
                      <a:pt x="5328" y="1017"/>
                    </a:lnTo>
                    <a:lnTo>
                      <a:pt x="5376" y="1074"/>
                    </a:lnTo>
                    <a:lnTo>
                      <a:pt x="5422" y="1130"/>
                    </a:lnTo>
                    <a:lnTo>
                      <a:pt x="5468" y="1189"/>
                    </a:lnTo>
                    <a:lnTo>
                      <a:pt x="5512" y="1248"/>
                    </a:lnTo>
                    <a:lnTo>
                      <a:pt x="5555" y="1308"/>
                    </a:lnTo>
                    <a:lnTo>
                      <a:pt x="5635" y="1432"/>
                    </a:lnTo>
                    <a:lnTo>
                      <a:pt x="5673" y="1495"/>
                    </a:lnTo>
                    <a:lnTo>
                      <a:pt x="5710" y="1560"/>
                    </a:lnTo>
                    <a:lnTo>
                      <a:pt x="5746" y="1626"/>
                    </a:lnTo>
                    <a:lnTo>
                      <a:pt x="5779" y="1692"/>
                    </a:lnTo>
                    <a:lnTo>
                      <a:pt x="5811" y="1759"/>
                    </a:lnTo>
                    <a:lnTo>
                      <a:pt x="5843" y="1827"/>
                    </a:lnTo>
                    <a:lnTo>
                      <a:pt x="5871" y="1897"/>
                    </a:lnTo>
                    <a:lnTo>
                      <a:pt x="5899" y="1967"/>
                    </a:lnTo>
                    <a:lnTo>
                      <a:pt x="5925" y="2038"/>
                    </a:lnTo>
                    <a:lnTo>
                      <a:pt x="5950" y="2109"/>
                    </a:lnTo>
                    <a:lnTo>
                      <a:pt x="5973" y="2182"/>
                    </a:lnTo>
                    <a:lnTo>
                      <a:pt x="5993" y="2256"/>
                    </a:lnTo>
                    <a:lnTo>
                      <a:pt x="6013" y="2329"/>
                    </a:lnTo>
                    <a:lnTo>
                      <a:pt x="6030" y="2404"/>
                    </a:lnTo>
                    <a:lnTo>
                      <a:pt x="6046" y="2480"/>
                    </a:lnTo>
                    <a:lnTo>
                      <a:pt x="6060" y="2556"/>
                    </a:lnTo>
                    <a:lnTo>
                      <a:pt x="6073" y="2632"/>
                    </a:lnTo>
                    <a:lnTo>
                      <a:pt x="6083" y="2711"/>
                    </a:lnTo>
                    <a:lnTo>
                      <a:pt x="6092" y="2788"/>
                    </a:lnTo>
                    <a:lnTo>
                      <a:pt x="6098" y="2867"/>
                    </a:lnTo>
                    <a:lnTo>
                      <a:pt x="6104" y="2946"/>
                    </a:lnTo>
                    <a:lnTo>
                      <a:pt x="6106" y="3025"/>
                    </a:lnTo>
                    <a:lnTo>
                      <a:pt x="6107" y="3106"/>
                    </a:lnTo>
                    <a:lnTo>
                      <a:pt x="6106" y="3187"/>
                    </a:lnTo>
                    <a:lnTo>
                      <a:pt x="6104" y="3266"/>
                    </a:lnTo>
                    <a:lnTo>
                      <a:pt x="6098" y="3346"/>
                    </a:lnTo>
                    <a:lnTo>
                      <a:pt x="6092" y="3424"/>
                    </a:lnTo>
                    <a:lnTo>
                      <a:pt x="6083" y="3502"/>
                    </a:lnTo>
                    <a:lnTo>
                      <a:pt x="6073" y="3579"/>
                    </a:lnTo>
                    <a:lnTo>
                      <a:pt x="6060" y="3657"/>
                    </a:lnTo>
                    <a:lnTo>
                      <a:pt x="6046" y="3733"/>
                    </a:lnTo>
                    <a:lnTo>
                      <a:pt x="6030" y="3807"/>
                    </a:lnTo>
                    <a:lnTo>
                      <a:pt x="6013" y="3882"/>
                    </a:lnTo>
                    <a:lnTo>
                      <a:pt x="5993" y="3957"/>
                    </a:lnTo>
                    <a:lnTo>
                      <a:pt x="5973" y="4030"/>
                    </a:lnTo>
                    <a:lnTo>
                      <a:pt x="5950" y="4102"/>
                    </a:lnTo>
                    <a:lnTo>
                      <a:pt x="5925" y="4175"/>
                    </a:lnTo>
                    <a:lnTo>
                      <a:pt x="5899" y="4245"/>
                    </a:lnTo>
                    <a:lnTo>
                      <a:pt x="5871" y="4316"/>
                    </a:lnTo>
                    <a:lnTo>
                      <a:pt x="5843" y="4385"/>
                    </a:lnTo>
                    <a:lnTo>
                      <a:pt x="5811" y="4453"/>
                    </a:lnTo>
                    <a:lnTo>
                      <a:pt x="5779" y="4521"/>
                    </a:lnTo>
                    <a:lnTo>
                      <a:pt x="5746" y="4587"/>
                    </a:lnTo>
                    <a:lnTo>
                      <a:pt x="5710" y="4653"/>
                    </a:lnTo>
                    <a:lnTo>
                      <a:pt x="5673" y="4718"/>
                    </a:lnTo>
                    <a:lnTo>
                      <a:pt x="5635" y="4781"/>
                    </a:lnTo>
                    <a:lnTo>
                      <a:pt x="5595" y="4843"/>
                    </a:lnTo>
                    <a:lnTo>
                      <a:pt x="5555" y="4904"/>
                    </a:lnTo>
                    <a:lnTo>
                      <a:pt x="5512" y="4965"/>
                    </a:lnTo>
                    <a:lnTo>
                      <a:pt x="5468" y="5024"/>
                    </a:lnTo>
                    <a:lnTo>
                      <a:pt x="5422" y="5083"/>
                    </a:lnTo>
                    <a:lnTo>
                      <a:pt x="5376" y="5139"/>
                    </a:lnTo>
                    <a:lnTo>
                      <a:pt x="5328" y="5196"/>
                    </a:lnTo>
                    <a:lnTo>
                      <a:pt x="5279" y="5250"/>
                    </a:lnTo>
                    <a:lnTo>
                      <a:pt x="5229" y="5303"/>
                    </a:lnTo>
                    <a:lnTo>
                      <a:pt x="5178" y="5355"/>
                    </a:lnTo>
                    <a:lnTo>
                      <a:pt x="5125" y="5406"/>
                    </a:lnTo>
                    <a:lnTo>
                      <a:pt x="5071" y="5455"/>
                    </a:lnTo>
                    <a:lnTo>
                      <a:pt x="5015" y="5503"/>
                    </a:lnTo>
                    <a:lnTo>
                      <a:pt x="4960" y="5551"/>
                    </a:lnTo>
                    <a:lnTo>
                      <a:pt x="4903" y="5595"/>
                    </a:lnTo>
                    <a:lnTo>
                      <a:pt x="4844" y="5640"/>
                    </a:lnTo>
                    <a:lnTo>
                      <a:pt x="4785" y="5683"/>
                    </a:lnTo>
                    <a:lnTo>
                      <a:pt x="4663" y="5764"/>
                    </a:lnTo>
                    <a:lnTo>
                      <a:pt x="4601" y="5802"/>
                    </a:lnTo>
                    <a:lnTo>
                      <a:pt x="4537" y="5839"/>
                    </a:lnTo>
                    <a:lnTo>
                      <a:pt x="4473" y="5873"/>
                    </a:lnTo>
                    <a:lnTo>
                      <a:pt x="4408" y="5906"/>
                    </a:lnTo>
                    <a:lnTo>
                      <a:pt x="4343" y="5939"/>
                    </a:lnTo>
                    <a:lnTo>
                      <a:pt x="4276" y="5969"/>
                    </a:lnTo>
                    <a:lnTo>
                      <a:pt x="4208" y="5997"/>
                    </a:lnTo>
                    <a:lnTo>
                      <a:pt x="4139" y="6024"/>
                    </a:lnTo>
                    <a:lnTo>
                      <a:pt x="4070" y="6049"/>
                    </a:lnTo>
                    <a:lnTo>
                      <a:pt x="3999" y="6074"/>
                    </a:lnTo>
                    <a:lnTo>
                      <a:pt x="3929" y="6095"/>
                    </a:lnTo>
                    <a:lnTo>
                      <a:pt x="3858" y="6115"/>
                    </a:lnTo>
                    <a:lnTo>
                      <a:pt x="3785" y="6133"/>
                    </a:lnTo>
                    <a:lnTo>
                      <a:pt x="3713" y="6150"/>
                    </a:lnTo>
                    <a:lnTo>
                      <a:pt x="3639" y="6165"/>
                    </a:lnTo>
                    <a:lnTo>
                      <a:pt x="3565" y="6177"/>
                    </a:lnTo>
                    <a:lnTo>
                      <a:pt x="3490" y="6188"/>
                    </a:lnTo>
                    <a:lnTo>
                      <a:pt x="3414" y="6197"/>
                    </a:lnTo>
                    <a:lnTo>
                      <a:pt x="3338" y="6204"/>
                    </a:lnTo>
                    <a:lnTo>
                      <a:pt x="3262" y="6208"/>
                    </a:lnTo>
                    <a:lnTo>
                      <a:pt x="3185" y="6212"/>
                    </a:lnTo>
                    <a:lnTo>
                      <a:pt x="3108" y="6213"/>
                    </a:lnTo>
                    <a:close/>
                  </a:path>
                </a:pathLst>
              </a:custGeom>
              <a:solidFill>
                <a:srgbClr val="00ff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45" name="Freeform 67"/>
              <p:cNvSpPr/>
              <p:nvPr/>
            </p:nvSpPr>
            <p:spPr>
              <a:xfrm>
                <a:off x="3689640" y="5403960"/>
                <a:ext cx="288000" cy="31320"/>
              </a:xfrm>
              <a:custGeom>
                <a:avLst/>
                <a:gdLst>
                  <a:gd name="textAreaLeft" fmla="*/ 0 w 288000"/>
                  <a:gd name="textAreaRight" fmla="*/ 288360 w 288000"/>
                  <a:gd name="textAreaTop" fmla="*/ 0 h 31320"/>
                  <a:gd name="textAreaBottom" fmla="*/ 31680 h 31320"/>
                </a:gdLst>
                <a:ahLst/>
                <a:rect l="textAreaLeft" t="textAreaTop" r="textAreaRight" b="textAreaBottom"/>
                <a:pathLst>
                  <a:path w="507" h="58">
                    <a:moveTo>
                      <a:pt x="506" y="42"/>
                    </a:moveTo>
                    <a:lnTo>
                      <a:pt x="507" y="42"/>
                    </a:lnTo>
                    <a:lnTo>
                      <a:pt x="489" y="40"/>
                    </a:lnTo>
                    <a:lnTo>
                      <a:pt x="409" y="40"/>
                    </a:lnTo>
                    <a:lnTo>
                      <a:pt x="392" y="38"/>
                    </a:lnTo>
                    <a:lnTo>
                      <a:pt x="377" y="38"/>
                    </a:lnTo>
                    <a:lnTo>
                      <a:pt x="329" y="35"/>
                    </a:lnTo>
                    <a:lnTo>
                      <a:pt x="312" y="35"/>
                    </a:lnTo>
                    <a:lnTo>
                      <a:pt x="281" y="33"/>
                    </a:lnTo>
                    <a:lnTo>
                      <a:pt x="265" y="31"/>
                    </a:lnTo>
                    <a:lnTo>
                      <a:pt x="250" y="31"/>
                    </a:lnTo>
                    <a:lnTo>
                      <a:pt x="234" y="29"/>
                    </a:lnTo>
                    <a:lnTo>
                      <a:pt x="219" y="28"/>
                    </a:lnTo>
                    <a:lnTo>
                      <a:pt x="203" y="26"/>
                    </a:lnTo>
                    <a:lnTo>
                      <a:pt x="188" y="25"/>
                    </a:lnTo>
                    <a:lnTo>
                      <a:pt x="171" y="22"/>
                    </a:lnTo>
                    <a:lnTo>
                      <a:pt x="156" y="21"/>
                    </a:lnTo>
                    <a:lnTo>
                      <a:pt x="140" y="19"/>
                    </a:lnTo>
                    <a:lnTo>
                      <a:pt x="125" y="18"/>
                    </a:lnTo>
                    <a:lnTo>
                      <a:pt x="110" y="15"/>
                    </a:lnTo>
                    <a:lnTo>
                      <a:pt x="94" y="13"/>
                    </a:lnTo>
                    <a:lnTo>
                      <a:pt x="79" y="11"/>
                    </a:lnTo>
                    <a:lnTo>
                      <a:pt x="62" y="8"/>
                    </a:lnTo>
                    <a:lnTo>
                      <a:pt x="47" y="7"/>
                    </a:lnTo>
                    <a:lnTo>
                      <a:pt x="32" y="4"/>
                    </a:lnTo>
                    <a:lnTo>
                      <a:pt x="16" y="0"/>
                    </a:lnTo>
                    <a:lnTo>
                      <a:pt x="1" y="0"/>
                    </a:lnTo>
                    <a:lnTo>
                      <a:pt x="3" y="0"/>
                    </a:lnTo>
                    <a:lnTo>
                      <a:pt x="0" y="17"/>
                    </a:lnTo>
                    <a:lnTo>
                      <a:pt x="1" y="17"/>
                    </a:lnTo>
                    <a:lnTo>
                      <a:pt x="14" y="17"/>
                    </a:lnTo>
                    <a:lnTo>
                      <a:pt x="28" y="20"/>
                    </a:lnTo>
                    <a:lnTo>
                      <a:pt x="45" y="23"/>
                    </a:lnTo>
                    <a:lnTo>
                      <a:pt x="60" y="25"/>
                    </a:lnTo>
                    <a:lnTo>
                      <a:pt x="76" y="27"/>
                    </a:lnTo>
                    <a:lnTo>
                      <a:pt x="91" y="29"/>
                    </a:lnTo>
                    <a:lnTo>
                      <a:pt x="107" y="31"/>
                    </a:lnTo>
                    <a:lnTo>
                      <a:pt x="122" y="34"/>
                    </a:lnTo>
                    <a:lnTo>
                      <a:pt x="137" y="35"/>
                    </a:lnTo>
                    <a:lnTo>
                      <a:pt x="153" y="37"/>
                    </a:lnTo>
                    <a:lnTo>
                      <a:pt x="168" y="38"/>
                    </a:lnTo>
                    <a:lnTo>
                      <a:pt x="186" y="41"/>
                    </a:lnTo>
                    <a:lnTo>
                      <a:pt x="201" y="42"/>
                    </a:lnTo>
                    <a:lnTo>
                      <a:pt x="217" y="44"/>
                    </a:lnTo>
                    <a:lnTo>
                      <a:pt x="232" y="45"/>
                    </a:lnTo>
                    <a:lnTo>
                      <a:pt x="250" y="48"/>
                    </a:lnTo>
                    <a:lnTo>
                      <a:pt x="265" y="48"/>
                    </a:lnTo>
                    <a:lnTo>
                      <a:pt x="279" y="49"/>
                    </a:lnTo>
                    <a:lnTo>
                      <a:pt x="312" y="51"/>
                    </a:lnTo>
                    <a:lnTo>
                      <a:pt x="329" y="51"/>
                    </a:lnTo>
                    <a:lnTo>
                      <a:pt x="377" y="55"/>
                    </a:lnTo>
                    <a:lnTo>
                      <a:pt x="392" y="55"/>
                    </a:lnTo>
                    <a:lnTo>
                      <a:pt x="409" y="56"/>
                    </a:lnTo>
                    <a:lnTo>
                      <a:pt x="489" y="56"/>
                    </a:lnTo>
                    <a:lnTo>
                      <a:pt x="505" y="58"/>
                    </a:lnTo>
                    <a:lnTo>
                      <a:pt x="506" y="58"/>
                    </a:lnTo>
                    <a:lnTo>
                      <a:pt x="506" y="42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3320" bIns="-1332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46" name="Freeform 68"/>
              <p:cNvSpPr/>
              <p:nvPr/>
            </p:nvSpPr>
            <p:spPr>
              <a:xfrm>
                <a:off x="3418560" y="5337000"/>
                <a:ext cx="272160" cy="75600"/>
              </a:xfrm>
              <a:custGeom>
                <a:avLst/>
                <a:gdLst>
                  <a:gd name="textAreaLeft" fmla="*/ 0 w 272160"/>
                  <a:gd name="textAreaRight" fmla="*/ 272520 w 272160"/>
                  <a:gd name="textAreaTop" fmla="*/ 0 h 75600"/>
                  <a:gd name="textAreaBottom" fmla="*/ 75960 h 75600"/>
                </a:gdLst>
                <a:ahLst/>
                <a:rect l="textAreaLeft" t="textAreaTop" r="textAreaRight" b="textAreaBottom"/>
                <a:pathLst>
                  <a:path w="482" h="134">
                    <a:moveTo>
                      <a:pt x="482" y="117"/>
                    </a:moveTo>
                    <a:lnTo>
                      <a:pt x="465" y="114"/>
                    </a:lnTo>
                    <a:lnTo>
                      <a:pt x="452" y="110"/>
                    </a:lnTo>
                    <a:lnTo>
                      <a:pt x="433" y="107"/>
                    </a:lnTo>
                    <a:lnTo>
                      <a:pt x="419" y="105"/>
                    </a:lnTo>
                    <a:lnTo>
                      <a:pt x="403" y="102"/>
                    </a:lnTo>
                    <a:lnTo>
                      <a:pt x="388" y="99"/>
                    </a:lnTo>
                    <a:lnTo>
                      <a:pt x="373" y="97"/>
                    </a:lnTo>
                    <a:lnTo>
                      <a:pt x="344" y="90"/>
                    </a:lnTo>
                    <a:lnTo>
                      <a:pt x="327" y="86"/>
                    </a:lnTo>
                    <a:lnTo>
                      <a:pt x="312" y="84"/>
                    </a:lnTo>
                    <a:lnTo>
                      <a:pt x="297" y="81"/>
                    </a:lnTo>
                    <a:lnTo>
                      <a:pt x="283" y="78"/>
                    </a:lnTo>
                    <a:lnTo>
                      <a:pt x="268" y="74"/>
                    </a:lnTo>
                    <a:lnTo>
                      <a:pt x="252" y="70"/>
                    </a:lnTo>
                    <a:lnTo>
                      <a:pt x="240" y="68"/>
                    </a:lnTo>
                    <a:lnTo>
                      <a:pt x="223" y="62"/>
                    </a:lnTo>
                    <a:lnTo>
                      <a:pt x="194" y="55"/>
                    </a:lnTo>
                    <a:lnTo>
                      <a:pt x="180" y="51"/>
                    </a:lnTo>
                    <a:lnTo>
                      <a:pt x="165" y="47"/>
                    </a:lnTo>
                    <a:lnTo>
                      <a:pt x="149" y="42"/>
                    </a:lnTo>
                    <a:lnTo>
                      <a:pt x="135" y="38"/>
                    </a:lnTo>
                    <a:lnTo>
                      <a:pt x="120" y="34"/>
                    </a:lnTo>
                    <a:lnTo>
                      <a:pt x="105" y="30"/>
                    </a:lnTo>
                    <a:lnTo>
                      <a:pt x="91" y="26"/>
                    </a:lnTo>
                    <a:lnTo>
                      <a:pt x="61" y="17"/>
                    </a:lnTo>
                    <a:lnTo>
                      <a:pt x="46" y="14"/>
                    </a:lnTo>
                    <a:lnTo>
                      <a:pt x="32" y="7"/>
                    </a:lnTo>
                    <a:lnTo>
                      <a:pt x="5" y="0"/>
                    </a:lnTo>
                    <a:lnTo>
                      <a:pt x="0" y="16"/>
                    </a:lnTo>
                    <a:lnTo>
                      <a:pt x="28" y="23"/>
                    </a:lnTo>
                    <a:lnTo>
                      <a:pt x="41" y="30"/>
                    </a:lnTo>
                    <a:lnTo>
                      <a:pt x="56" y="33"/>
                    </a:lnTo>
                    <a:lnTo>
                      <a:pt x="86" y="42"/>
                    </a:lnTo>
                    <a:lnTo>
                      <a:pt x="100" y="46"/>
                    </a:lnTo>
                    <a:lnTo>
                      <a:pt x="115" y="51"/>
                    </a:lnTo>
                    <a:lnTo>
                      <a:pt x="130" y="54"/>
                    </a:lnTo>
                    <a:lnTo>
                      <a:pt x="144" y="59"/>
                    </a:lnTo>
                    <a:lnTo>
                      <a:pt x="160" y="63"/>
                    </a:lnTo>
                    <a:lnTo>
                      <a:pt x="175" y="67"/>
                    </a:lnTo>
                    <a:lnTo>
                      <a:pt x="189" y="71"/>
                    </a:lnTo>
                    <a:lnTo>
                      <a:pt x="219" y="78"/>
                    </a:lnTo>
                    <a:lnTo>
                      <a:pt x="235" y="84"/>
                    </a:lnTo>
                    <a:lnTo>
                      <a:pt x="250" y="86"/>
                    </a:lnTo>
                    <a:lnTo>
                      <a:pt x="264" y="90"/>
                    </a:lnTo>
                    <a:lnTo>
                      <a:pt x="279" y="94"/>
                    </a:lnTo>
                    <a:lnTo>
                      <a:pt x="295" y="97"/>
                    </a:lnTo>
                    <a:lnTo>
                      <a:pt x="310" y="100"/>
                    </a:lnTo>
                    <a:lnTo>
                      <a:pt x="325" y="102"/>
                    </a:lnTo>
                    <a:lnTo>
                      <a:pt x="340" y="106"/>
                    </a:lnTo>
                    <a:lnTo>
                      <a:pt x="371" y="113"/>
                    </a:lnTo>
                    <a:lnTo>
                      <a:pt x="386" y="115"/>
                    </a:lnTo>
                    <a:lnTo>
                      <a:pt x="401" y="119"/>
                    </a:lnTo>
                    <a:lnTo>
                      <a:pt x="417" y="121"/>
                    </a:lnTo>
                    <a:lnTo>
                      <a:pt x="431" y="123"/>
                    </a:lnTo>
                    <a:lnTo>
                      <a:pt x="447" y="127"/>
                    </a:lnTo>
                    <a:lnTo>
                      <a:pt x="461" y="130"/>
                    </a:lnTo>
                    <a:lnTo>
                      <a:pt x="479" y="134"/>
                    </a:lnTo>
                    <a:lnTo>
                      <a:pt x="482" y="117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30960" bIns="309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47" name="Freeform 69"/>
              <p:cNvSpPr/>
              <p:nvPr/>
            </p:nvSpPr>
            <p:spPr>
              <a:xfrm>
                <a:off x="3164400" y="5231520"/>
                <a:ext cx="255960" cy="114120"/>
              </a:xfrm>
              <a:custGeom>
                <a:avLst/>
                <a:gdLst>
                  <a:gd name="textAreaLeft" fmla="*/ 0 w 255960"/>
                  <a:gd name="textAreaRight" fmla="*/ 256320 w 255960"/>
                  <a:gd name="textAreaTop" fmla="*/ 0 h 114120"/>
                  <a:gd name="textAreaBottom" fmla="*/ 114480 h 114120"/>
                </a:gdLst>
                <a:ahLst/>
                <a:rect l="textAreaLeft" t="textAreaTop" r="textAreaRight" b="textAreaBottom"/>
                <a:pathLst>
                  <a:path w="453" h="203">
                    <a:moveTo>
                      <a:pt x="452" y="187"/>
                    </a:moveTo>
                    <a:lnTo>
                      <a:pt x="453" y="188"/>
                    </a:lnTo>
                    <a:lnTo>
                      <a:pt x="434" y="180"/>
                    </a:lnTo>
                    <a:lnTo>
                      <a:pt x="421" y="177"/>
                    </a:lnTo>
                    <a:lnTo>
                      <a:pt x="407" y="170"/>
                    </a:lnTo>
                    <a:lnTo>
                      <a:pt x="393" y="166"/>
                    </a:lnTo>
                    <a:lnTo>
                      <a:pt x="379" y="160"/>
                    </a:lnTo>
                    <a:lnTo>
                      <a:pt x="364" y="156"/>
                    </a:lnTo>
                    <a:lnTo>
                      <a:pt x="349" y="150"/>
                    </a:lnTo>
                    <a:lnTo>
                      <a:pt x="336" y="147"/>
                    </a:lnTo>
                    <a:lnTo>
                      <a:pt x="321" y="138"/>
                    </a:lnTo>
                    <a:lnTo>
                      <a:pt x="308" y="135"/>
                    </a:lnTo>
                    <a:lnTo>
                      <a:pt x="294" y="128"/>
                    </a:lnTo>
                    <a:lnTo>
                      <a:pt x="279" y="124"/>
                    </a:lnTo>
                    <a:lnTo>
                      <a:pt x="266" y="119"/>
                    </a:lnTo>
                    <a:lnTo>
                      <a:pt x="252" y="112"/>
                    </a:lnTo>
                    <a:lnTo>
                      <a:pt x="237" y="106"/>
                    </a:lnTo>
                    <a:lnTo>
                      <a:pt x="225" y="102"/>
                    </a:lnTo>
                    <a:lnTo>
                      <a:pt x="211" y="95"/>
                    </a:lnTo>
                    <a:lnTo>
                      <a:pt x="197" y="90"/>
                    </a:lnTo>
                    <a:lnTo>
                      <a:pt x="183" y="83"/>
                    </a:lnTo>
                    <a:lnTo>
                      <a:pt x="169" y="77"/>
                    </a:lnTo>
                    <a:lnTo>
                      <a:pt x="156" y="71"/>
                    </a:lnTo>
                    <a:lnTo>
                      <a:pt x="141" y="65"/>
                    </a:lnTo>
                    <a:lnTo>
                      <a:pt x="127" y="59"/>
                    </a:lnTo>
                    <a:lnTo>
                      <a:pt x="114" y="52"/>
                    </a:lnTo>
                    <a:lnTo>
                      <a:pt x="100" y="46"/>
                    </a:lnTo>
                    <a:lnTo>
                      <a:pt x="17" y="5"/>
                    </a:lnTo>
                    <a:lnTo>
                      <a:pt x="7" y="0"/>
                    </a:lnTo>
                    <a:lnTo>
                      <a:pt x="0" y="14"/>
                    </a:lnTo>
                    <a:lnTo>
                      <a:pt x="10" y="19"/>
                    </a:lnTo>
                    <a:lnTo>
                      <a:pt x="93" y="60"/>
                    </a:lnTo>
                    <a:lnTo>
                      <a:pt x="107" y="66"/>
                    </a:lnTo>
                    <a:lnTo>
                      <a:pt x="120" y="73"/>
                    </a:lnTo>
                    <a:lnTo>
                      <a:pt x="134" y="79"/>
                    </a:lnTo>
                    <a:lnTo>
                      <a:pt x="149" y="84"/>
                    </a:lnTo>
                    <a:lnTo>
                      <a:pt x="162" y="91"/>
                    </a:lnTo>
                    <a:lnTo>
                      <a:pt x="176" y="97"/>
                    </a:lnTo>
                    <a:lnTo>
                      <a:pt x="190" y="104"/>
                    </a:lnTo>
                    <a:lnTo>
                      <a:pt x="204" y="109"/>
                    </a:lnTo>
                    <a:lnTo>
                      <a:pt x="218" y="115"/>
                    </a:lnTo>
                    <a:lnTo>
                      <a:pt x="233" y="122"/>
                    </a:lnTo>
                    <a:lnTo>
                      <a:pt x="245" y="126"/>
                    </a:lnTo>
                    <a:lnTo>
                      <a:pt x="259" y="133"/>
                    </a:lnTo>
                    <a:lnTo>
                      <a:pt x="274" y="140"/>
                    </a:lnTo>
                    <a:lnTo>
                      <a:pt x="287" y="144"/>
                    </a:lnTo>
                    <a:lnTo>
                      <a:pt x="303" y="151"/>
                    </a:lnTo>
                    <a:lnTo>
                      <a:pt x="317" y="155"/>
                    </a:lnTo>
                    <a:lnTo>
                      <a:pt x="330" y="160"/>
                    </a:lnTo>
                    <a:lnTo>
                      <a:pt x="344" y="166"/>
                    </a:lnTo>
                    <a:lnTo>
                      <a:pt x="359" y="172"/>
                    </a:lnTo>
                    <a:lnTo>
                      <a:pt x="374" y="177"/>
                    </a:lnTo>
                    <a:lnTo>
                      <a:pt x="388" y="182"/>
                    </a:lnTo>
                    <a:lnTo>
                      <a:pt x="402" y="186"/>
                    </a:lnTo>
                    <a:lnTo>
                      <a:pt x="416" y="193"/>
                    </a:lnTo>
                    <a:lnTo>
                      <a:pt x="430" y="196"/>
                    </a:lnTo>
                    <a:lnTo>
                      <a:pt x="446" y="202"/>
                    </a:lnTo>
                    <a:lnTo>
                      <a:pt x="447" y="203"/>
                    </a:lnTo>
                    <a:lnTo>
                      <a:pt x="452" y="187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48" name="Freeform 70"/>
              <p:cNvSpPr/>
              <p:nvPr/>
            </p:nvSpPr>
            <p:spPr>
              <a:xfrm>
                <a:off x="2932920" y="5087160"/>
                <a:ext cx="235800" cy="151560"/>
              </a:xfrm>
              <a:custGeom>
                <a:avLst/>
                <a:gdLst>
                  <a:gd name="textAreaLeft" fmla="*/ 0 w 235800"/>
                  <a:gd name="textAreaRight" fmla="*/ 236160 w 235800"/>
                  <a:gd name="textAreaTop" fmla="*/ 0 h 151560"/>
                  <a:gd name="textAreaBottom" fmla="*/ 151920 h 151560"/>
                </a:gdLst>
                <a:ahLst/>
                <a:rect l="textAreaLeft" t="textAreaTop" r="textAreaRight" b="textAreaBottom"/>
                <a:pathLst>
                  <a:path w="416" h="266">
                    <a:moveTo>
                      <a:pt x="415" y="252"/>
                    </a:moveTo>
                    <a:lnTo>
                      <a:pt x="416" y="252"/>
                    </a:lnTo>
                    <a:lnTo>
                      <a:pt x="402" y="243"/>
                    </a:lnTo>
                    <a:lnTo>
                      <a:pt x="346" y="215"/>
                    </a:lnTo>
                    <a:lnTo>
                      <a:pt x="334" y="208"/>
                    </a:lnTo>
                    <a:lnTo>
                      <a:pt x="321" y="202"/>
                    </a:lnTo>
                    <a:lnTo>
                      <a:pt x="309" y="193"/>
                    </a:lnTo>
                    <a:lnTo>
                      <a:pt x="295" y="187"/>
                    </a:lnTo>
                    <a:lnTo>
                      <a:pt x="283" y="180"/>
                    </a:lnTo>
                    <a:lnTo>
                      <a:pt x="270" y="170"/>
                    </a:lnTo>
                    <a:lnTo>
                      <a:pt x="257" y="164"/>
                    </a:lnTo>
                    <a:lnTo>
                      <a:pt x="245" y="155"/>
                    </a:lnTo>
                    <a:lnTo>
                      <a:pt x="232" y="149"/>
                    </a:lnTo>
                    <a:lnTo>
                      <a:pt x="219" y="139"/>
                    </a:lnTo>
                    <a:lnTo>
                      <a:pt x="205" y="132"/>
                    </a:lnTo>
                    <a:lnTo>
                      <a:pt x="193" y="124"/>
                    </a:lnTo>
                    <a:lnTo>
                      <a:pt x="181" y="116"/>
                    </a:lnTo>
                    <a:lnTo>
                      <a:pt x="156" y="100"/>
                    </a:lnTo>
                    <a:lnTo>
                      <a:pt x="143" y="93"/>
                    </a:lnTo>
                    <a:lnTo>
                      <a:pt x="130" y="84"/>
                    </a:lnTo>
                    <a:lnTo>
                      <a:pt x="118" y="76"/>
                    </a:lnTo>
                    <a:lnTo>
                      <a:pt x="106" y="68"/>
                    </a:lnTo>
                    <a:lnTo>
                      <a:pt x="94" y="59"/>
                    </a:lnTo>
                    <a:lnTo>
                      <a:pt x="82" y="51"/>
                    </a:lnTo>
                    <a:lnTo>
                      <a:pt x="58" y="35"/>
                    </a:lnTo>
                    <a:lnTo>
                      <a:pt x="44" y="24"/>
                    </a:lnTo>
                    <a:lnTo>
                      <a:pt x="34" y="17"/>
                    </a:lnTo>
                    <a:lnTo>
                      <a:pt x="20" y="7"/>
                    </a:lnTo>
                    <a:lnTo>
                      <a:pt x="10" y="0"/>
                    </a:lnTo>
                    <a:lnTo>
                      <a:pt x="0" y="14"/>
                    </a:lnTo>
                    <a:lnTo>
                      <a:pt x="11" y="21"/>
                    </a:lnTo>
                    <a:lnTo>
                      <a:pt x="24" y="31"/>
                    </a:lnTo>
                    <a:lnTo>
                      <a:pt x="35" y="38"/>
                    </a:lnTo>
                    <a:lnTo>
                      <a:pt x="49" y="48"/>
                    </a:lnTo>
                    <a:lnTo>
                      <a:pt x="73" y="64"/>
                    </a:lnTo>
                    <a:lnTo>
                      <a:pt x="84" y="73"/>
                    </a:lnTo>
                    <a:lnTo>
                      <a:pt x="97" y="82"/>
                    </a:lnTo>
                    <a:lnTo>
                      <a:pt x="109" y="90"/>
                    </a:lnTo>
                    <a:lnTo>
                      <a:pt x="121" y="98"/>
                    </a:lnTo>
                    <a:lnTo>
                      <a:pt x="134" y="107"/>
                    </a:lnTo>
                    <a:lnTo>
                      <a:pt x="147" y="114"/>
                    </a:lnTo>
                    <a:lnTo>
                      <a:pt x="172" y="130"/>
                    </a:lnTo>
                    <a:lnTo>
                      <a:pt x="183" y="138"/>
                    </a:lnTo>
                    <a:lnTo>
                      <a:pt x="198" y="146"/>
                    </a:lnTo>
                    <a:lnTo>
                      <a:pt x="210" y="153"/>
                    </a:lnTo>
                    <a:lnTo>
                      <a:pt x="223" y="162"/>
                    </a:lnTo>
                    <a:lnTo>
                      <a:pt x="235" y="169"/>
                    </a:lnTo>
                    <a:lnTo>
                      <a:pt x="248" y="177"/>
                    </a:lnTo>
                    <a:lnTo>
                      <a:pt x="261" y="184"/>
                    </a:lnTo>
                    <a:lnTo>
                      <a:pt x="273" y="193"/>
                    </a:lnTo>
                    <a:lnTo>
                      <a:pt x="288" y="200"/>
                    </a:lnTo>
                    <a:lnTo>
                      <a:pt x="300" y="207"/>
                    </a:lnTo>
                    <a:lnTo>
                      <a:pt x="314" y="215"/>
                    </a:lnTo>
                    <a:lnTo>
                      <a:pt x="327" y="222"/>
                    </a:lnTo>
                    <a:lnTo>
                      <a:pt x="339" y="229"/>
                    </a:lnTo>
                    <a:lnTo>
                      <a:pt x="393" y="257"/>
                    </a:lnTo>
                    <a:lnTo>
                      <a:pt x="407" y="266"/>
                    </a:lnTo>
                    <a:lnTo>
                      <a:pt x="408" y="266"/>
                    </a:lnTo>
                    <a:lnTo>
                      <a:pt x="415" y="252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49" name="Freeform 71"/>
              <p:cNvSpPr/>
              <p:nvPr/>
            </p:nvSpPr>
            <p:spPr>
              <a:xfrm>
                <a:off x="2727360" y="4912560"/>
                <a:ext cx="210600" cy="182520"/>
              </a:xfrm>
              <a:custGeom>
                <a:avLst/>
                <a:gdLst>
                  <a:gd name="textAreaLeft" fmla="*/ 0 w 210600"/>
                  <a:gd name="textAreaRight" fmla="*/ 210960 w 210600"/>
                  <a:gd name="textAreaTop" fmla="*/ 0 h 182520"/>
                  <a:gd name="textAreaBottom" fmla="*/ 182880 h 182520"/>
                </a:gdLst>
                <a:ahLst/>
                <a:rect l="textAreaLeft" t="textAreaTop" r="textAreaRight" b="textAreaBottom"/>
                <a:pathLst>
                  <a:path w="373" h="324">
                    <a:moveTo>
                      <a:pt x="373" y="310"/>
                    </a:moveTo>
                    <a:lnTo>
                      <a:pt x="360" y="301"/>
                    </a:lnTo>
                    <a:lnTo>
                      <a:pt x="348" y="289"/>
                    </a:lnTo>
                    <a:lnTo>
                      <a:pt x="335" y="282"/>
                    </a:lnTo>
                    <a:lnTo>
                      <a:pt x="324" y="273"/>
                    </a:lnTo>
                    <a:lnTo>
                      <a:pt x="310" y="263"/>
                    </a:lnTo>
                    <a:lnTo>
                      <a:pt x="300" y="255"/>
                    </a:lnTo>
                    <a:lnTo>
                      <a:pt x="287" y="245"/>
                    </a:lnTo>
                    <a:lnTo>
                      <a:pt x="277" y="237"/>
                    </a:lnTo>
                    <a:lnTo>
                      <a:pt x="265" y="227"/>
                    </a:lnTo>
                    <a:lnTo>
                      <a:pt x="253" y="217"/>
                    </a:lnTo>
                    <a:lnTo>
                      <a:pt x="240" y="209"/>
                    </a:lnTo>
                    <a:lnTo>
                      <a:pt x="230" y="201"/>
                    </a:lnTo>
                    <a:lnTo>
                      <a:pt x="218" y="190"/>
                    </a:lnTo>
                    <a:lnTo>
                      <a:pt x="208" y="181"/>
                    </a:lnTo>
                    <a:lnTo>
                      <a:pt x="194" y="171"/>
                    </a:lnTo>
                    <a:lnTo>
                      <a:pt x="185" y="162"/>
                    </a:lnTo>
                    <a:lnTo>
                      <a:pt x="173" y="151"/>
                    </a:lnTo>
                    <a:lnTo>
                      <a:pt x="162" y="141"/>
                    </a:lnTo>
                    <a:lnTo>
                      <a:pt x="150" y="131"/>
                    </a:lnTo>
                    <a:lnTo>
                      <a:pt x="128" y="111"/>
                    </a:lnTo>
                    <a:lnTo>
                      <a:pt x="116" y="103"/>
                    </a:lnTo>
                    <a:lnTo>
                      <a:pt x="96" y="82"/>
                    </a:lnTo>
                    <a:lnTo>
                      <a:pt x="85" y="71"/>
                    </a:lnTo>
                    <a:lnTo>
                      <a:pt x="64" y="51"/>
                    </a:lnTo>
                    <a:lnTo>
                      <a:pt x="53" y="42"/>
                    </a:lnTo>
                    <a:lnTo>
                      <a:pt x="12" y="0"/>
                    </a:lnTo>
                    <a:lnTo>
                      <a:pt x="0" y="12"/>
                    </a:lnTo>
                    <a:lnTo>
                      <a:pt x="42" y="53"/>
                    </a:lnTo>
                    <a:lnTo>
                      <a:pt x="52" y="62"/>
                    </a:lnTo>
                    <a:lnTo>
                      <a:pt x="73" y="83"/>
                    </a:lnTo>
                    <a:lnTo>
                      <a:pt x="85" y="93"/>
                    </a:lnTo>
                    <a:lnTo>
                      <a:pt x="106" y="114"/>
                    </a:lnTo>
                    <a:lnTo>
                      <a:pt x="119" y="122"/>
                    </a:lnTo>
                    <a:lnTo>
                      <a:pt x="139" y="143"/>
                    </a:lnTo>
                    <a:lnTo>
                      <a:pt x="150" y="152"/>
                    </a:lnTo>
                    <a:lnTo>
                      <a:pt x="162" y="162"/>
                    </a:lnTo>
                    <a:lnTo>
                      <a:pt x="173" y="174"/>
                    </a:lnTo>
                    <a:lnTo>
                      <a:pt x="185" y="182"/>
                    </a:lnTo>
                    <a:lnTo>
                      <a:pt x="196" y="192"/>
                    </a:lnTo>
                    <a:lnTo>
                      <a:pt x="207" y="202"/>
                    </a:lnTo>
                    <a:lnTo>
                      <a:pt x="218" y="212"/>
                    </a:lnTo>
                    <a:lnTo>
                      <a:pt x="231" y="222"/>
                    </a:lnTo>
                    <a:lnTo>
                      <a:pt x="244" y="230"/>
                    </a:lnTo>
                    <a:lnTo>
                      <a:pt x="254" y="239"/>
                    </a:lnTo>
                    <a:lnTo>
                      <a:pt x="265" y="249"/>
                    </a:lnTo>
                    <a:lnTo>
                      <a:pt x="278" y="259"/>
                    </a:lnTo>
                    <a:lnTo>
                      <a:pt x="291" y="268"/>
                    </a:lnTo>
                    <a:lnTo>
                      <a:pt x="301" y="277"/>
                    </a:lnTo>
                    <a:lnTo>
                      <a:pt x="315" y="285"/>
                    </a:lnTo>
                    <a:lnTo>
                      <a:pt x="325" y="296"/>
                    </a:lnTo>
                    <a:lnTo>
                      <a:pt x="339" y="303"/>
                    </a:lnTo>
                    <a:lnTo>
                      <a:pt x="348" y="312"/>
                    </a:lnTo>
                    <a:lnTo>
                      <a:pt x="363" y="324"/>
                    </a:lnTo>
                    <a:lnTo>
                      <a:pt x="373" y="31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50" name="Freeform 72"/>
              <p:cNvSpPr/>
              <p:nvPr/>
            </p:nvSpPr>
            <p:spPr>
              <a:xfrm>
                <a:off x="2550600" y="4707000"/>
                <a:ext cx="182160" cy="210600"/>
              </a:xfrm>
              <a:custGeom>
                <a:avLst/>
                <a:gdLst>
                  <a:gd name="textAreaLeft" fmla="*/ 0 w 182160"/>
                  <a:gd name="textAreaRight" fmla="*/ 182520 w 182160"/>
                  <a:gd name="textAreaTop" fmla="*/ 0 h 210600"/>
                  <a:gd name="textAreaBottom" fmla="*/ 210960 h 210600"/>
                </a:gdLst>
                <a:ahLst/>
                <a:rect l="textAreaLeft" t="textAreaTop" r="textAreaRight" b="textAreaBottom"/>
                <a:pathLst>
                  <a:path w="324" h="373">
                    <a:moveTo>
                      <a:pt x="324" y="361"/>
                    </a:moveTo>
                    <a:lnTo>
                      <a:pt x="311" y="347"/>
                    </a:lnTo>
                    <a:lnTo>
                      <a:pt x="270" y="306"/>
                    </a:lnTo>
                    <a:lnTo>
                      <a:pt x="261" y="295"/>
                    </a:lnTo>
                    <a:lnTo>
                      <a:pt x="250" y="284"/>
                    </a:lnTo>
                    <a:lnTo>
                      <a:pt x="240" y="274"/>
                    </a:lnTo>
                    <a:lnTo>
                      <a:pt x="230" y="262"/>
                    </a:lnTo>
                    <a:lnTo>
                      <a:pt x="219" y="252"/>
                    </a:lnTo>
                    <a:lnTo>
                      <a:pt x="210" y="240"/>
                    </a:lnTo>
                    <a:lnTo>
                      <a:pt x="200" y="230"/>
                    </a:lnTo>
                    <a:lnTo>
                      <a:pt x="189" y="218"/>
                    </a:lnTo>
                    <a:lnTo>
                      <a:pt x="180" y="207"/>
                    </a:lnTo>
                    <a:lnTo>
                      <a:pt x="170" y="196"/>
                    </a:lnTo>
                    <a:lnTo>
                      <a:pt x="162" y="186"/>
                    </a:lnTo>
                    <a:lnTo>
                      <a:pt x="150" y="173"/>
                    </a:lnTo>
                    <a:lnTo>
                      <a:pt x="140" y="162"/>
                    </a:lnTo>
                    <a:lnTo>
                      <a:pt x="130" y="153"/>
                    </a:lnTo>
                    <a:lnTo>
                      <a:pt x="121" y="140"/>
                    </a:lnTo>
                    <a:lnTo>
                      <a:pt x="111" y="128"/>
                    </a:lnTo>
                    <a:lnTo>
                      <a:pt x="104" y="118"/>
                    </a:lnTo>
                    <a:lnTo>
                      <a:pt x="94" y="105"/>
                    </a:lnTo>
                    <a:lnTo>
                      <a:pt x="84" y="94"/>
                    </a:lnTo>
                    <a:lnTo>
                      <a:pt x="74" y="82"/>
                    </a:lnTo>
                    <a:lnTo>
                      <a:pt x="58" y="59"/>
                    </a:lnTo>
                    <a:lnTo>
                      <a:pt x="48" y="47"/>
                    </a:lnTo>
                    <a:lnTo>
                      <a:pt x="38" y="35"/>
                    </a:lnTo>
                    <a:lnTo>
                      <a:pt x="31" y="22"/>
                    </a:lnTo>
                    <a:lnTo>
                      <a:pt x="21" y="11"/>
                    </a:lnTo>
                    <a:lnTo>
                      <a:pt x="14" y="0"/>
                    </a:lnTo>
                    <a:lnTo>
                      <a:pt x="0" y="10"/>
                    </a:lnTo>
                    <a:lnTo>
                      <a:pt x="7" y="20"/>
                    </a:lnTo>
                    <a:lnTo>
                      <a:pt x="18" y="32"/>
                    </a:lnTo>
                    <a:lnTo>
                      <a:pt x="24" y="44"/>
                    </a:lnTo>
                    <a:lnTo>
                      <a:pt x="36" y="56"/>
                    </a:lnTo>
                    <a:lnTo>
                      <a:pt x="44" y="68"/>
                    </a:lnTo>
                    <a:lnTo>
                      <a:pt x="52" y="80"/>
                    </a:lnTo>
                    <a:lnTo>
                      <a:pt x="62" y="91"/>
                    </a:lnTo>
                    <a:lnTo>
                      <a:pt x="73" y="105"/>
                    </a:lnTo>
                    <a:lnTo>
                      <a:pt x="82" y="115"/>
                    </a:lnTo>
                    <a:lnTo>
                      <a:pt x="90" y="127"/>
                    </a:lnTo>
                    <a:lnTo>
                      <a:pt x="99" y="138"/>
                    </a:lnTo>
                    <a:lnTo>
                      <a:pt x="110" y="149"/>
                    </a:lnTo>
                    <a:lnTo>
                      <a:pt x="119" y="162"/>
                    </a:lnTo>
                    <a:lnTo>
                      <a:pt x="128" y="173"/>
                    </a:lnTo>
                    <a:lnTo>
                      <a:pt x="139" y="185"/>
                    </a:lnTo>
                    <a:lnTo>
                      <a:pt x="150" y="197"/>
                    </a:lnTo>
                    <a:lnTo>
                      <a:pt x="158" y="208"/>
                    </a:lnTo>
                    <a:lnTo>
                      <a:pt x="168" y="218"/>
                    </a:lnTo>
                    <a:lnTo>
                      <a:pt x="178" y="230"/>
                    </a:lnTo>
                    <a:lnTo>
                      <a:pt x="188" y="241"/>
                    </a:lnTo>
                    <a:lnTo>
                      <a:pt x="198" y="252"/>
                    </a:lnTo>
                    <a:lnTo>
                      <a:pt x="208" y="263"/>
                    </a:lnTo>
                    <a:lnTo>
                      <a:pt x="218" y="274"/>
                    </a:lnTo>
                    <a:lnTo>
                      <a:pt x="228" y="285"/>
                    </a:lnTo>
                    <a:lnTo>
                      <a:pt x="239" y="295"/>
                    </a:lnTo>
                    <a:lnTo>
                      <a:pt x="249" y="307"/>
                    </a:lnTo>
                    <a:lnTo>
                      <a:pt x="258" y="317"/>
                    </a:lnTo>
                    <a:lnTo>
                      <a:pt x="300" y="359"/>
                    </a:lnTo>
                    <a:lnTo>
                      <a:pt x="312" y="373"/>
                    </a:lnTo>
                    <a:lnTo>
                      <a:pt x="324" y="361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51" name="Freeform 73"/>
              <p:cNvSpPr/>
              <p:nvPr/>
            </p:nvSpPr>
            <p:spPr>
              <a:xfrm>
                <a:off x="2407320" y="4476600"/>
                <a:ext cx="150480" cy="235800"/>
              </a:xfrm>
              <a:custGeom>
                <a:avLst/>
                <a:gdLst>
                  <a:gd name="textAreaLeft" fmla="*/ 0 w 150480"/>
                  <a:gd name="textAreaRight" fmla="*/ 150840 w 150480"/>
                  <a:gd name="textAreaTop" fmla="*/ 0 h 235800"/>
                  <a:gd name="textAreaBottom" fmla="*/ 236160 h 235800"/>
                </a:gdLst>
                <a:ahLst/>
                <a:rect l="textAreaLeft" t="textAreaTop" r="textAreaRight" b="textAreaBottom"/>
                <a:pathLst>
                  <a:path w="266" h="416">
                    <a:moveTo>
                      <a:pt x="266" y="406"/>
                    </a:moveTo>
                    <a:lnTo>
                      <a:pt x="256" y="393"/>
                    </a:lnTo>
                    <a:lnTo>
                      <a:pt x="247" y="380"/>
                    </a:lnTo>
                    <a:lnTo>
                      <a:pt x="238" y="368"/>
                    </a:lnTo>
                    <a:lnTo>
                      <a:pt x="229" y="356"/>
                    </a:lnTo>
                    <a:lnTo>
                      <a:pt x="221" y="344"/>
                    </a:lnTo>
                    <a:lnTo>
                      <a:pt x="213" y="332"/>
                    </a:lnTo>
                    <a:lnTo>
                      <a:pt x="204" y="319"/>
                    </a:lnTo>
                    <a:lnTo>
                      <a:pt x="196" y="307"/>
                    </a:lnTo>
                    <a:lnTo>
                      <a:pt x="187" y="295"/>
                    </a:lnTo>
                    <a:lnTo>
                      <a:pt x="180" y="282"/>
                    </a:lnTo>
                    <a:lnTo>
                      <a:pt x="171" y="269"/>
                    </a:lnTo>
                    <a:lnTo>
                      <a:pt x="162" y="258"/>
                    </a:lnTo>
                    <a:lnTo>
                      <a:pt x="154" y="244"/>
                    </a:lnTo>
                    <a:lnTo>
                      <a:pt x="146" y="231"/>
                    </a:lnTo>
                    <a:lnTo>
                      <a:pt x="138" y="220"/>
                    </a:lnTo>
                    <a:lnTo>
                      <a:pt x="131" y="208"/>
                    </a:lnTo>
                    <a:lnTo>
                      <a:pt x="123" y="193"/>
                    </a:lnTo>
                    <a:lnTo>
                      <a:pt x="115" y="182"/>
                    </a:lnTo>
                    <a:lnTo>
                      <a:pt x="107" y="169"/>
                    </a:lnTo>
                    <a:lnTo>
                      <a:pt x="93" y="143"/>
                    </a:lnTo>
                    <a:lnTo>
                      <a:pt x="84" y="130"/>
                    </a:lnTo>
                    <a:lnTo>
                      <a:pt x="70" y="105"/>
                    </a:lnTo>
                    <a:lnTo>
                      <a:pt x="62" y="92"/>
                    </a:lnTo>
                    <a:lnTo>
                      <a:pt x="55" y="78"/>
                    </a:lnTo>
                    <a:lnTo>
                      <a:pt x="48" y="67"/>
                    </a:lnTo>
                    <a:lnTo>
                      <a:pt x="21" y="10"/>
                    </a:lnTo>
                    <a:lnTo>
                      <a:pt x="14" y="0"/>
                    </a:lnTo>
                    <a:lnTo>
                      <a:pt x="14" y="1"/>
                    </a:lnTo>
                    <a:lnTo>
                      <a:pt x="0" y="8"/>
                    </a:lnTo>
                    <a:lnTo>
                      <a:pt x="0" y="9"/>
                    </a:lnTo>
                    <a:lnTo>
                      <a:pt x="7" y="19"/>
                    </a:lnTo>
                    <a:lnTo>
                      <a:pt x="35" y="74"/>
                    </a:lnTo>
                    <a:lnTo>
                      <a:pt x="41" y="85"/>
                    </a:lnTo>
                    <a:lnTo>
                      <a:pt x="48" y="99"/>
                    </a:lnTo>
                    <a:lnTo>
                      <a:pt x="56" y="114"/>
                    </a:lnTo>
                    <a:lnTo>
                      <a:pt x="63" y="124"/>
                    </a:lnTo>
                    <a:lnTo>
                      <a:pt x="70" y="139"/>
                    </a:lnTo>
                    <a:lnTo>
                      <a:pt x="80" y="152"/>
                    </a:lnTo>
                    <a:lnTo>
                      <a:pt x="93" y="176"/>
                    </a:lnTo>
                    <a:lnTo>
                      <a:pt x="101" y="191"/>
                    </a:lnTo>
                    <a:lnTo>
                      <a:pt x="109" y="203"/>
                    </a:lnTo>
                    <a:lnTo>
                      <a:pt x="118" y="215"/>
                    </a:lnTo>
                    <a:lnTo>
                      <a:pt x="124" y="229"/>
                    </a:lnTo>
                    <a:lnTo>
                      <a:pt x="132" y="241"/>
                    </a:lnTo>
                    <a:lnTo>
                      <a:pt x="141" y="253"/>
                    </a:lnTo>
                    <a:lnTo>
                      <a:pt x="149" y="267"/>
                    </a:lnTo>
                    <a:lnTo>
                      <a:pt x="157" y="279"/>
                    </a:lnTo>
                    <a:lnTo>
                      <a:pt x="166" y="291"/>
                    </a:lnTo>
                    <a:lnTo>
                      <a:pt x="173" y="304"/>
                    </a:lnTo>
                    <a:lnTo>
                      <a:pt x="182" y="317"/>
                    </a:lnTo>
                    <a:lnTo>
                      <a:pt x="190" y="328"/>
                    </a:lnTo>
                    <a:lnTo>
                      <a:pt x="199" y="341"/>
                    </a:lnTo>
                    <a:lnTo>
                      <a:pt x="207" y="353"/>
                    </a:lnTo>
                    <a:lnTo>
                      <a:pt x="215" y="365"/>
                    </a:lnTo>
                    <a:lnTo>
                      <a:pt x="225" y="378"/>
                    </a:lnTo>
                    <a:lnTo>
                      <a:pt x="233" y="389"/>
                    </a:lnTo>
                    <a:lnTo>
                      <a:pt x="242" y="402"/>
                    </a:lnTo>
                    <a:lnTo>
                      <a:pt x="252" y="416"/>
                    </a:lnTo>
                    <a:lnTo>
                      <a:pt x="266" y="40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52" name="Freeform 74"/>
              <p:cNvSpPr/>
              <p:nvPr/>
            </p:nvSpPr>
            <p:spPr>
              <a:xfrm>
                <a:off x="2298600" y="4224960"/>
                <a:ext cx="115560" cy="255960"/>
              </a:xfrm>
              <a:custGeom>
                <a:avLst/>
                <a:gdLst>
                  <a:gd name="textAreaLeft" fmla="*/ 0 w 115560"/>
                  <a:gd name="textAreaRight" fmla="*/ 115920 w 115560"/>
                  <a:gd name="textAreaTop" fmla="*/ 0 h 255960"/>
                  <a:gd name="textAreaBottom" fmla="*/ 256320 h 255960"/>
                </a:gdLst>
                <a:ahLst/>
                <a:rect l="textAreaLeft" t="textAreaTop" r="textAreaRight" b="textAreaBottom"/>
                <a:pathLst>
                  <a:path w="204" h="452">
                    <a:moveTo>
                      <a:pt x="204" y="445"/>
                    </a:moveTo>
                    <a:lnTo>
                      <a:pt x="155" y="348"/>
                    </a:lnTo>
                    <a:lnTo>
                      <a:pt x="150" y="336"/>
                    </a:lnTo>
                    <a:lnTo>
                      <a:pt x="136" y="308"/>
                    </a:lnTo>
                    <a:lnTo>
                      <a:pt x="131" y="294"/>
                    </a:lnTo>
                    <a:lnTo>
                      <a:pt x="117" y="266"/>
                    </a:lnTo>
                    <a:lnTo>
                      <a:pt x="100" y="225"/>
                    </a:lnTo>
                    <a:lnTo>
                      <a:pt x="93" y="210"/>
                    </a:lnTo>
                    <a:lnTo>
                      <a:pt x="71" y="156"/>
                    </a:lnTo>
                    <a:lnTo>
                      <a:pt x="67" y="141"/>
                    </a:lnTo>
                    <a:lnTo>
                      <a:pt x="60" y="126"/>
                    </a:lnTo>
                    <a:lnTo>
                      <a:pt x="54" y="113"/>
                    </a:lnTo>
                    <a:lnTo>
                      <a:pt x="49" y="99"/>
                    </a:lnTo>
                    <a:lnTo>
                      <a:pt x="40" y="69"/>
                    </a:lnTo>
                    <a:lnTo>
                      <a:pt x="35" y="56"/>
                    </a:lnTo>
                    <a:lnTo>
                      <a:pt x="29" y="41"/>
                    </a:lnTo>
                    <a:lnTo>
                      <a:pt x="23" y="28"/>
                    </a:lnTo>
                    <a:lnTo>
                      <a:pt x="16" y="0"/>
                    </a:lnTo>
                    <a:lnTo>
                      <a:pt x="0" y="5"/>
                    </a:lnTo>
                    <a:lnTo>
                      <a:pt x="7" y="33"/>
                    </a:lnTo>
                    <a:lnTo>
                      <a:pt x="15" y="48"/>
                    </a:lnTo>
                    <a:lnTo>
                      <a:pt x="18" y="60"/>
                    </a:lnTo>
                    <a:lnTo>
                      <a:pt x="24" y="74"/>
                    </a:lnTo>
                    <a:lnTo>
                      <a:pt x="33" y="104"/>
                    </a:lnTo>
                    <a:lnTo>
                      <a:pt x="40" y="120"/>
                    </a:lnTo>
                    <a:lnTo>
                      <a:pt x="46" y="133"/>
                    </a:lnTo>
                    <a:lnTo>
                      <a:pt x="51" y="145"/>
                    </a:lnTo>
                    <a:lnTo>
                      <a:pt x="55" y="160"/>
                    </a:lnTo>
                    <a:lnTo>
                      <a:pt x="79" y="217"/>
                    </a:lnTo>
                    <a:lnTo>
                      <a:pt x="86" y="232"/>
                    </a:lnTo>
                    <a:lnTo>
                      <a:pt x="104" y="273"/>
                    </a:lnTo>
                    <a:lnTo>
                      <a:pt x="117" y="301"/>
                    </a:lnTo>
                    <a:lnTo>
                      <a:pt x="122" y="315"/>
                    </a:lnTo>
                    <a:lnTo>
                      <a:pt x="136" y="342"/>
                    </a:lnTo>
                    <a:lnTo>
                      <a:pt x="142" y="355"/>
                    </a:lnTo>
                    <a:lnTo>
                      <a:pt x="190" y="452"/>
                    </a:lnTo>
                    <a:lnTo>
                      <a:pt x="204" y="445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53" name="Freeform 75"/>
              <p:cNvSpPr/>
              <p:nvPr/>
            </p:nvSpPr>
            <p:spPr>
              <a:xfrm>
                <a:off x="2232720" y="3954600"/>
                <a:ext cx="75600" cy="273240"/>
              </a:xfrm>
              <a:custGeom>
                <a:avLst/>
                <a:gdLst>
                  <a:gd name="textAreaLeft" fmla="*/ 0 w 75600"/>
                  <a:gd name="textAreaRight" fmla="*/ 75960 w 75600"/>
                  <a:gd name="textAreaTop" fmla="*/ 0 h 273240"/>
                  <a:gd name="textAreaBottom" fmla="*/ 273600 h 273240"/>
                </a:gdLst>
                <a:ahLst/>
                <a:rect l="textAreaLeft" t="textAreaTop" r="textAreaRight" b="textAreaBottom"/>
                <a:pathLst>
                  <a:path w="134" h="483">
                    <a:moveTo>
                      <a:pt x="134" y="477"/>
                    </a:moveTo>
                    <a:lnTo>
                      <a:pt x="133" y="476"/>
                    </a:lnTo>
                    <a:lnTo>
                      <a:pt x="127" y="460"/>
                    </a:lnTo>
                    <a:lnTo>
                      <a:pt x="124" y="446"/>
                    </a:lnTo>
                    <a:lnTo>
                      <a:pt x="118" y="432"/>
                    </a:lnTo>
                    <a:lnTo>
                      <a:pt x="113" y="419"/>
                    </a:lnTo>
                    <a:lnTo>
                      <a:pt x="110" y="402"/>
                    </a:lnTo>
                    <a:lnTo>
                      <a:pt x="105" y="387"/>
                    </a:lnTo>
                    <a:lnTo>
                      <a:pt x="101" y="374"/>
                    </a:lnTo>
                    <a:lnTo>
                      <a:pt x="97" y="360"/>
                    </a:lnTo>
                    <a:lnTo>
                      <a:pt x="93" y="345"/>
                    </a:lnTo>
                    <a:lnTo>
                      <a:pt x="89" y="330"/>
                    </a:lnTo>
                    <a:lnTo>
                      <a:pt x="83" y="314"/>
                    </a:lnTo>
                    <a:lnTo>
                      <a:pt x="80" y="300"/>
                    </a:lnTo>
                    <a:lnTo>
                      <a:pt x="75" y="285"/>
                    </a:lnTo>
                    <a:lnTo>
                      <a:pt x="68" y="255"/>
                    </a:lnTo>
                    <a:lnTo>
                      <a:pt x="65" y="241"/>
                    </a:lnTo>
                    <a:lnTo>
                      <a:pt x="60" y="226"/>
                    </a:lnTo>
                    <a:lnTo>
                      <a:pt x="58" y="211"/>
                    </a:lnTo>
                    <a:lnTo>
                      <a:pt x="55" y="196"/>
                    </a:lnTo>
                    <a:lnTo>
                      <a:pt x="51" y="180"/>
                    </a:lnTo>
                    <a:lnTo>
                      <a:pt x="48" y="166"/>
                    </a:lnTo>
                    <a:lnTo>
                      <a:pt x="44" y="150"/>
                    </a:lnTo>
                    <a:lnTo>
                      <a:pt x="37" y="121"/>
                    </a:lnTo>
                    <a:lnTo>
                      <a:pt x="35" y="106"/>
                    </a:lnTo>
                    <a:lnTo>
                      <a:pt x="32" y="89"/>
                    </a:lnTo>
                    <a:lnTo>
                      <a:pt x="28" y="76"/>
                    </a:lnTo>
                    <a:lnTo>
                      <a:pt x="26" y="59"/>
                    </a:lnTo>
                    <a:lnTo>
                      <a:pt x="24" y="45"/>
                    </a:lnTo>
                    <a:lnTo>
                      <a:pt x="20" y="27"/>
                    </a:lnTo>
                    <a:lnTo>
                      <a:pt x="17" y="14"/>
                    </a:lnTo>
                    <a:lnTo>
                      <a:pt x="17" y="0"/>
                    </a:lnTo>
                    <a:lnTo>
                      <a:pt x="0" y="3"/>
                    </a:lnTo>
                    <a:lnTo>
                      <a:pt x="0" y="1"/>
                    </a:lnTo>
                    <a:lnTo>
                      <a:pt x="0" y="16"/>
                    </a:lnTo>
                    <a:lnTo>
                      <a:pt x="4" y="31"/>
                    </a:lnTo>
                    <a:lnTo>
                      <a:pt x="7" y="48"/>
                    </a:lnTo>
                    <a:lnTo>
                      <a:pt x="10" y="61"/>
                    </a:lnTo>
                    <a:lnTo>
                      <a:pt x="12" y="79"/>
                    </a:lnTo>
                    <a:lnTo>
                      <a:pt x="15" y="94"/>
                    </a:lnTo>
                    <a:lnTo>
                      <a:pt x="19" y="109"/>
                    </a:lnTo>
                    <a:lnTo>
                      <a:pt x="21" y="124"/>
                    </a:lnTo>
                    <a:lnTo>
                      <a:pt x="28" y="155"/>
                    </a:lnTo>
                    <a:lnTo>
                      <a:pt x="32" y="171"/>
                    </a:lnTo>
                    <a:lnTo>
                      <a:pt x="35" y="185"/>
                    </a:lnTo>
                    <a:lnTo>
                      <a:pt x="38" y="201"/>
                    </a:lnTo>
                    <a:lnTo>
                      <a:pt x="42" y="213"/>
                    </a:lnTo>
                    <a:lnTo>
                      <a:pt x="44" y="228"/>
                    </a:lnTo>
                    <a:lnTo>
                      <a:pt x="49" y="246"/>
                    </a:lnTo>
                    <a:lnTo>
                      <a:pt x="52" y="260"/>
                    </a:lnTo>
                    <a:lnTo>
                      <a:pt x="59" y="290"/>
                    </a:lnTo>
                    <a:lnTo>
                      <a:pt x="64" y="304"/>
                    </a:lnTo>
                    <a:lnTo>
                      <a:pt x="67" y="318"/>
                    </a:lnTo>
                    <a:lnTo>
                      <a:pt x="73" y="334"/>
                    </a:lnTo>
                    <a:lnTo>
                      <a:pt x="76" y="349"/>
                    </a:lnTo>
                    <a:lnTo>
                      <a:pt x="81" y="364"/>
                    </a:lnTo>
                    <a:lnTo>
                      <a:pt x="85" y="378"/>
                    </a:lnTo>
                    <a:lnTo>
                      <a:pt x="89" y="392"/>
                    </a:lnTo>
                    <a:lnTo>
                      <a:pt x="94" y="407"/>
                    </a:lnTo>
                    <a:lnTo>
                      <a:pt x="97" y="423"/>
                    </a:lnTo>
                    <a:lnTo>
                      <a:pt x="102" y="437"/>
                    </a:lnTo>
                    <a:lnTo>
                      <a:pt x="108" y="451"/>
                    </a:lnTo>
                    <a:lnTo>
                      <a:pt x="111" y="465"/>
                    </a:lnTo>
                    <a:lnTo>
                      <a:pt x="119" y="483"/>
                    </a:lnTo>
                    <a:lnTo>
                      <a:pt x="118" y="482"/>
                    </a:lnTo>
                    <a:lnTo>
                      <a:pt x="134" y="477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54" name="Freeform 76"/>
              <p:cNvSpPr/>
              <p:nvPr/>
            </p:nvSpPr>
            <p:spPr>
              <a:xfrm>
                <a:off x="2208960" y="3668760"/>
                <a:ext cx="32400" cy="286920"/>
              </a:xfrm>
              <a:custGeom>
                <a:avLst/>
                <a:gdLst>
                  <a:gd name="textAreaLeft" fmla="*/ 0 w 32400"/>
                  <a:gd name="textAreaRight" fmla="*/ 32760 w 32400"/>
                  <a:gd name="textAreaTop" fmla="*/ 0 h 286920"/>
                  <a:gd name="textAreaBottom" fmla="*/ 287280 h 286920"/>
                </a:gdLst>
                <a:ahLst/>
                <a:rect l="textAreaLeft" t="textAreaTop" r="textAreaRight" b="textAreaBottom"/>
                <a:pathLst>
                  <a:path w="58" h="506">
                    <a:moveTo>
                      <a:pt x="58" y="503"/>
                    </a:moveTo>
                    <a:lnTo>
                      <a:pt x="54" y="485"/>
                    </a:lnTo>
                    <a:lnTo>
                      <a:pt x="51" y="472"/>
                    </a:lnTo>
                    <a:lnTo>
                      <a:pt x="48" y="455"/>
                    </a:lnTo>
                    <a:lnTo>
                      <a:pt x="47" y="441"/>
                    </a:lnTo>
                    <a:lnTo>
                      <a:pt x="44" y="424"/>
                    </a:lnTo>
                    <a:lnTo>
                      <a:pt x="43" y="410"/>
                    </a:lnTo>
                    <a:lnTo>
                      <a:pt x="40" y="393"/>
                    </a:lnTo>
                    <a:lnTo>
                      <a:pt x="38" y="379"/>
                    </a:lnTo>
                    <a:lnTo>
                      <a:pt x="37" y="363"/>
                    </a:lnTo>
                    <a:lnTo>
                      <a:pt x="35" y="347"/>
                    </a:lnTo>
                    <a:lnTo>
                      <a:pt x="33" y="332"/>
                    </a:lnTo>
                    <a:lnTo>
                      <a:pt x="31" y="316"/>
                    </a:lnTo>
                    <a:lnTo>
                      <a:pt x="30" y="299"/>
                    </a:lnTo>
                    <a:lnTo>
                      <a:pt x="28" y="284"/>
                    </a:lnTo>
                    <a:lnTo>
                      <a:pt x="26" y="269"/>
                    </a:lnTo>
                    <a:lnTo>
                      <a:pt x="26" y="255"/>
                    </a:lnTo>
                    <a:lnTo>
                      <a:pt x="24" y="236"/>
                    </a:lnTo>
                    <a:lnTo>
                      <a:pt x="23" y="221"/>
                    </a:lnTo>
                    <a:lnTo>
                      <a:pt x="20" y="174"/>
                    </a:lnTo>
                    <a:lnTo>
                      <a:pt x="20" y="158"/>
                    </a:lnTo>
                    <a:lnTo>
                      <a:pt x="17" y="142"/>
                    </a:lnTo>
                    <a:lnTo>
                      <a:pt x="17" y="111"/>
                    </a:lnTo>
                    <a:lnTo>
                      <a:pt x="16" y="93"/>
                    </a:lnTo>
                    <a:lnTo>
                      <a:pt x="16" y="0"/>
                    </a:lnTo>
                    <a:lnTo>
                      <a:pt x="0" y="0"/>
                    </a:lnTo>
                    <a:lnTo>
                      <a:pt x="0" y="93"/>
                    </a:lnTo>
                    <a:lnTo>
                      <a:pt x="1" y="111"/>
                    </a:lnTo>
                    <a:lnTo>
                      <a:pt x="1" y="142"/>
                    </a:lnTo>
                    <a:lnTo>
                      <a:pt x="3" y="158"/>
                    </a:lnTo>
                    <a:lnTo>
                      <a:pt x="3" y="174"/>
                    </a:lnTo>
                    <a:lnTo>
                      <a:pt x="7" y="223"/>
                    </a:lnTo>
                    <a:lnTo>
                      <a:pt x="8" y="238"/>
                    </a:lnTo>
                    <a:lnTo>
                      <a:pt x="10" y="255"/>
                    </a:lnTo>
                    <a:lnTo>
                      <a:pt x="10" y="269"/>
                    </a:lnTo>
                    <a:lnTo>
                      <a:pt x="12" y="287"/>
                    </a:lnTo>
                    <a:lnTo>
                      <a:pt x="14" y="302"/>
                    </a:lnTo>
                    <a:lnTo>
                      <a:pt x="15" y="318"/>
                    </a:lnTo>
                    <a:lnTo>
                      <a:pt x="17" y="334"/>
                    </a:lnTo>
                    <a:lnTo>
                      <a:pt x="18" y="349"/>
                    </a:lnTo>
                    <a:lnTo>
                      <a:pt x="21" y="365"/>
                    </a:lnTo>
                    <a:lnTo>
                      <a:pt x="22" y="381"/>
                    </a:lnTo>
                    <a:lnTo>
                      <a:pt x="24" y="395"/>
                    </a:lnTo>
                    <a:lnTo>
                      <a:pt x="26" y="412"/>
                    </a:lnTo>
                    <a:lnTo>
                      <a:pt x="28" y="426"/>
                    </a:lnTo>
                    <a:lnTo>
                      <a:pt x="31" y="443"/>
                    </a:lnTo>
                    <a:lnTo>
                      <a:pt x="32" y="457"/>
                    </a:lnTo>
                    <a:lnTo>
                      <a:pt x="35" y="475"/>
                    </a:lnTo>
                    <a:lnTo>
                      <a:pt x="38" y="490"/>
                    </a:lnTo>
                    <a:lnTo>
                      <a:pt x="41" y="506"/>
                    </a:lnTo>
                    <a:lnTo>
                      <a:pt x="58" y="503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55" name="Freeform 77"/>
              <p:cNvSpPr/>
              <p:nvPr/>
            </p:nvSpPr>
            <p:spPr>
              <a:xfrm>
                <a:off x="2208960" y="3381840"/>
                <a:ext cx="32400" cy="286920"/>
              </a:xfrm>
              <a:custGeom>
                <a:avLst/>
                <a:gdLst>
                  <a:gd name="textAreaLeft" fmla="*/ 0 w 32400"/>
                  <a:gd name="textAreaRight" fmla="*/ 32760 w 32400"/>
                  <a:gd name="textAreaTop" fmla="*/ 0 h 286920"/>
                  <a:gd name="textAreaBottom" fmla="*/ 287280 h 286920"/>
                </a:gdLst>
                <a:ahLst/>
                <a:rect l="textAreaLeft" t="textAreaTop" r="textAreaRight" b="textAreaBottom"/>
                <a:pathLst>
                  <a:path w="58" h="506">
                    <a:moveTo>
                      <a:pt x="16" y="506"/>
                    </a:moveTo>
                    <a:lnTo>
                      <a:pt x="16" y="409"/>
                    </a:lnTo>
                    <a:lnTo>
                      <a:pt x="17" y="393"/>
                    </a:lnTo>
                    <a:lnTo>
                      <a:pt x="17" y="362"/>
                    </a:lnTo>
                    <a:lnTo>
                      <a:pt x="20" y="347"/>
                    </a:lnTo>
                    <a:lnTo>
                      <a:pt x="20" y="330"/>
                    </a:lnTo>
                    <a:lnTo>
                      <a:pt x="22" y="299"/>
                    </a:lnTo>
                    <a:lnTo>
                      <a:pt x="23" y="284"/>
                    </a:lnTo>
                    <a:lnTo>
                      <a:pt x="24" y="267"/>
                    </a:lnTo>
                    <a:lnTo>
                      <a:pt x="26" y="252"/>
                    </a:lnTo>
                    <a:lnTo>
                      <a:pt x="26" y="234"/>
                    </a:lnTo>
                    <a:lnTo>
                      <a:pt x="28" y="220"/>
                    </a:lnTo>
                    <a:lnTo>
                      <a:pt x="30" y="204"/>
                    </a:lnTo>
                    <a:lnTo>
                      <a:pt x="31" y="189"/>
                    </a:lnTo>
                    <a:lnTo>
                      <a:pt x="33" y="173"/>
                    </a:lnTo>
                    <a:lnTo>
                      <a:pt x="35" y="158"/>
                    </a:lnTo>
                    <a:lnTo>
                      <a:pt x="37" y="142"/>
                    </a:lnTo>
                    <a:lnTo>
                      <a:pt x="38" y="127"/>
                    </a:lnTo>
                    <a:lnTo>
                      <a:pt x="40" y="111"/>
                    </a:lnTo>
                    <a:lnTo>
                      <a:pt x="43" y="96"/>
                    </a:lnTo>
                    <a:lnTo>
                      <a:pt x="44" y="80"/>
                    </a:lnTo>
                    <a:lnTo>
                      <a:pt x="47" y="65"/>
                    </a:lnTo>
                    <a:lnTo>
                      <a:pt x="48" y="49"/>
                    </a:lnTo>
                    <a:lnTo>
                      <a:pt x="51" y="34"/>
                    </a:lnTo>
                    <a:lnTo>
                      <a:pt x="54" y="19"/>
                    </a:lnTo>
                    <a:lnTo>
                      <a:pt x="58" y="5"/>
                    </a:lnTo>
                    <a:lnTo>
                      <a:pt x="58" y="4"/>
                    </a:lnTo>
                    <a:lnTo>
                      <a:pt x="41" y="1"/>
                    </a:lnTo>
                    <a:lnTo>
                      <a:pt x="41" y="0"/>
                    </a:lnTo>
                    <a:lnTo>
                      <a:pt x="38" y="14"/>
                    </a:lnTo>
                    <a:lnTo>
                      <a:pt x="35" y="31"/>
                    </a:lnTo>
                    <a:lnTo>
                      <a:pt x="32" y="46"/>
                    </a:lnTo>
                    <a:lnTo>
                      <a:pt x="31" y="62"/>
                    </a:lnTo>
                    <a:lnTo>
                      <a:pt x="28" y="77"/>
                    </a:lnTo>
                    <a:lnTo>
                      <a:pt x="26" y="93"/>
                    </a:lnTo>
                    <a:lnTo>
                      <a:pt x="24" y="108"/>
                    </a:lnTo>
                    <a:lnTo>
                      <a:pt x="22" y="125"/>
                    </a:lnTo>
                    <a:lnTo>
                      <a:pt x="21" y="140"/>
                    </a:lnTo>
                    <a:lnTo>
                      <a:pt x="18" y="156"/>
                    </a:lnTo>
                    <a:lnTo>
                      <a:pt x="17" y="171"/>
                    </a:lnTo>
                    <a:lnTo>
                      <a:pt x="15" y="187"/>
                    </a:lnTo>
                    <a:lnTo>
                      <a:pt x="14" y="202"/>
                    </a:lnTo>
                    <a:lnTo>
                      <a:pt x="12" y="218"/>
                    </a:lnTo>
                    <a:lnTo>
                      <a:pt x="10" y="234"/>
                    </a:lnTo>
                    <a:lnTo>
                      <a:pt x="10" y="250"/>
                    </a:lnTo>
                    <a:lnTo>
                      <a:pt x="8" y="265"/>
                    </a:lnTo>
                    <a:lnTo>
                      <a:pt x="7" y="281"/>
                    </a:lnTo>
                    <a:lnTo>
                      <a:pt x="6" y="296"/>
                    </a:lnTo>
                    <a:lnTo>
                      <a:pt x="3" y="330"/>
                    </a:lnTo>
                    <a:lnTo>
                      <a:pt x="3" y="345"/>
                    </a:lnTo>
                    <a:lnTo>
                      <a:pt x="1" y="360"/>
                    </a:lnTo>
                    <a:lnTo>
                      <a:pt x="1" y="393"/>
                    </a:lnTo>
                    <a:lnTo>
                      <a:pt x="0" y="409"/>
                    </a:lnTo>
                    <a:lnTo>
                      <a:pt x="0" y="506"/>
                    </a:lnTo>
                    <a:lnTo>
                      <a:pt x="16" y="50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56" name="Freeform 78"/>
              <p:cNvSpPr/>
              <p:nvPr/>
            </p:nvSpPr>
            <p:spPr>
              <a:xfrm>
                <a:off x="2232720" y="3109320"/>
                <a:ext cx="75600" cy="274320"/>
              </a:xfrm>
              <a:custGeom>
                <a:avLst/>
                <a:gdLst>
                  <a:gd name="textAreaLeft" fmla="*/ 0 w 75600"/>
                  <a:gd name="textAreaRight" fmla="*/ 75960 w 75600"/>
                  <a:gd name="textAreaTop" fmla="*/ 0 h 274320"/>
                  <a:gd name="textAreaBottom" fmla="*/ 274680 h 274320"/>
                </a:gdLst>
                <a:ahLst/>
                <a:rect l="textAreaLeft" t="textAreaTop" r="textAreaRight" b="textAreaBottom"/>
                <a:pathLst>
                  <a:path w="134" h="483">
                    <a:moveTo>
                      <a:pt x="17" y="483"/>
                    </a:moveTo>
                    <a:lnTo>
                      <a:pt x="17" y="465"/>
                    </a:lnTo>
                    <a:lnTo>
                      <a:pt x="20" y="453"/>
                    </a:lnTo>
                    <a:lnTo>
                      <a:pt x="24" y="434"/>
                    </a:lnTo>
                    <a:lnTo>
                      <a:pt x="26" y="420"/>
                    </a:lnTo>
                    <a:lnTo>
                      <a:pt x="28" y="404"/>
                    </a:lnTo>
                    <a:lnTo>
                      <a:pt x="35" y="374"/>
                    </a:lnTo>
                    <a:lnTo>
                      <a:pt x="37" y="359"/>
                    </a:lnTo>
                    <a:lnTo>
                      <a:pt x="41" y="346"/>
                    </a:lnTo>
                    <a:lnTo>
                      <a:pt x="44" y="329"/>
                    </a:lnTo>
                    <a:lnTo>
                      <a:pt x="58" y="268"/>
                    </a:lnTo>
                    <a:lnTo>
                      <a:pt x="60" y="255"/>
                    </a:lnTo>
                    <a:lnTo>
                      <a:pt x="65" y="241"/>
                    </a:lnTo>
                    <a:lnTo>
                      <a:pt x="68" y="225"/>
                    </a:lnTo>
                    <a:lnTo>
                      <a:pt x="75" y="195"/>
                    </a:lnTo>
                    <a:lnTo>
                      <a:pt x="80" y="181"/>
                    </a:lnTo>
                    <a:lnTo>
                      <a:pt x="83" y="166"/>
                    </a:lnTo>
                    <a:lnTo>
                      <a:pt x="89" y="150"/>
                    </a:lnTo>
                    <a:lnTo>
                      <a:pt x="93" y="136"/>
                    </a:lnTo>
                    <a:lnTo>
                      <a:pt x="97" y="121"/>
                    </a:lnTo>
                    <a:lnTo>
                      <a:pt x="101" y="106"/>
                    </a:lnTo>
                    <a:lnTo>
                      <a:pt x="105" y="92"/>
                    </a:lnTo>
                    <a:lnTo>
                      <a:pt x="110" y="77"/>
                    </a:lnTo>
                    <a:lnTo>
                      <a:pt x="113" y="62"/>
                    </a:lnTo>
                    <a:lnTo>
                      <a:pt x="118" y="47"/>
                    </a:lnTo>
                    <a:lnTo>
                      <a:pt x="124" y="33"/>
                    </a:lnTo>
                    <a:lnTo>
                      <a:pt x="127" y="20"/>
                    </a:lnTo>
                    <a:lnTo>
                      <a:pt x="133" y="7"/>
                    </a:lnTo>
                    <a:lnTo>
                      <a:pt x="134" y="6"/>
                    </a:lnTo>
                    <a:lnTo>
                      <a:pt x="118" y="1"/>
                    </a:lnTo>
                    <a:lnTo>
                      <a:pt x="119" y="0"/>
                    </a:lnTo>
                    <a:lnTo>
                      <a:pt x="111" y="15"/>
                    </a:lnTo>
                    <a:lnTo>
                      <a:pt x="108" y="29"/>
                    </a:lnTo>
                    <a:lnTo>
                      <a:pt x="102" y="43"/>
                    </a:lnTo>
                    <a:lnTo>
                      <a:pt x="97" y="58"/>
                    </a:lnTo>
                    <a:lnTo>
                      <a:pt x="94" y="73"/>
                    </a:lnTo>
                    <a:lnTo>
                      <a:pt x="89" y="87"/>
                    </a:lnTo>
                    <a:lnTo>
                      <a:pt x="85" y="101"/>
                    </a:lnTo>
                    <a:lnTo>
                      <a:pt x="81" y="116"/>
                    </a:lnTo>
                    <a:lnTo>
                      <a:pt x="76" y="131"/>
                    </a:lnTo>
                    <a:lnTo>
                      <a:pt x="73" y="145"/>
                    </a:lnTo>
                    <a:lnTo>
                      <a:pt x="67" y="161"/>
                    </a:lnTo>
                    <a:lnTo>
                      <a:pt x="64" y="176"/>
                    </a:lnTo>
                    <a:lnTo>
                      <a:pt x="59" y="190"/>
                    </a:lnTo>
                    <a:lnTo>
                      <a:pt x="52" y="220"/>
                    </a:lnTo>
                    <a:lnTo>
                      <a:pt x="49" y="236"/>
                    </a:lnTo>
                    <a:lnTo>
                      <a:pt x="44" y="250"/>
                    </a:lnTo>
                    <a:lnTo>
                      <a:pt x="42" y="266"/>
                    </a:lnTo>
                    <a:lnTo>
                      <a:pt x="28" y="325"/>
                    </a:lnTo>
                    <a:lnTo>
                      <a:pt x="25" y="341"/>
                    </a:lnTo>
                    <a:lnTo>
                      <a:pt x="21" y="357"/>
                    </a:lnTo>
                    <a:lnTo>
                      <a:pt x="19" y="372"/>
                    </a:lnTo>
                    <a:lnTo>
                      <a:pt x="12" y="402"/>
                    </a:lnTo>
                    <a:lnTo>
                      <a:pt x="10" y="418"/>
                    </a:lnTo>
                    <a:lnTo>
                      <a:pt x="7" y="432"/>
                    </a:lnTo>
                    <a:lnTo>
                      <a:pt x="4" y="448"/>
                    </a:lnTo>
                    <a:lnTo>
                      <a:pt x="0" y="463"/>
                    </a:lnTo>
                    <a:lnTo>
                      <a:pt x="0" y="481"/>
                    </a:lnTo>
                    <a:lnTo>
                      <a:pt x="0" y="480"/>
                    </a:lnTo>
                    <a:lnTo>
                      <a:pt x="17" y="483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57" name="Freeform 79"/>
              <p:cNvSpPr/>
              <p:nvPr/>
            </p:nvSpPr>
            <p:spPr>
              <a:xfrm>
                <a:off x="2298600" y="2857320"/>
                <a:ext cx="115560" cy="254880"/>
              </a:xfrm>
              <a:custGeom>
                <a:avLst/>
                <a:gdLst>
                  <a:gd name="textAreaLeft" fmla="*/ 0 w 115560"/>
                  <a:gd name="textAreaRight" fmla="*/ 115920 w 115560"/>
                  <a:gd name="textAreaTop" fmla="*/ 0 h 254880"/>
                  <a:gd name="textAreaBottom" fmla="*/ 255240 h 254880"/>
                </a:gdLst>
                <a:ahLst/>
                <a:rect l="textAreaLeft" t="textAreaTop" r="textAreaRight" b="textAreaBottom"/>
                <a:pathLst>
                  <a:path w="204" h="452">
                    <a:moveTo>
                      <a:pt x="16" y="452"/>
                    </a:moveTo>
                    <a:lnTo>
                      <a:pt x="16" y="451"/>
                    </a:lnTo>
                    <a:lnTo>
                      <a:pt x="20" y="434"/>
                    </a:lnTo>
                    <a:lnTo>
                      <a:pt x="23" y="421"/>
                    </a:lnTo>
                    <a:lnTo>
                      <a:pt x="29" y="408"/>
                    </a:lnTo>
                    <a:lnTo>
                      <a:pt x="35" y="393"/>
                    </a:lnTo>
                    <a:lnTo>
                      <a:pt x="40" y="379"/>
                    </a:lnTo>
                    <a:lnTo>
                      <a:pt x="49" y="349"/>
                    </a:lnTo>
                    <a:lnTo>
                      <a:pt x="67" y="308"/>
                    </a:lnTo>
                    <a:lnTo>
                      <a:pt x="71" y="293"/>
                    </a:lnTo>
                    <a:lnTo>
                      <a:pt x="93" y="239"/>
                    </a:lnTo>
                    <a:lnTo>
                      <a:pt x="100" y="225"/>
                    </a:lnTo>
                    <a:lnTo>
                      <a:pt x="117" y="183"/>
                    </a:lnTo>
                    <a:lnTo>
                      <a:pt x="131" y="156"/>
                    </a:lnTo>
                    <a:lnTo>
                      <a:pt x="136" y="142"/>
                    </a:lnTo>
                    <a:lnTo>
                      <a:pt x="150" y="114"/>
                    </a:lnTo>
                    <a:lnTo>
                      <a:pt x="155" y="100"/>
                    </a:lnTo>
                    <a:lnTo>
                      <a:pt x="162" y="88"/>
                    </a:lnTo>
                    <a:lnTo>
                      <a:pt x="197" y="20"/>
                    </a:lnTo>
                    <a:lnTo>
                      <a:pt x="204" y="9"/>
                    </a:lnTo>
                    <a:lnTo>
                      <a:pt x="204" y="8"/>
                    </a:lnTo>
                    <a:lnTo>
                      <a:pt x="190" y="1"/>
                    </a:lnTo>
                    <a:lnTo>
                      <a:pt x="190" y="0"/>
                    </a:lnTo>
                    <a:lnTo>
                      <a:pt x="183" y="10"/>
                    </a:lnTo>
                    <a:lnTo>
                      <a:pt x="149" y="81"/>
                    </a:lnTo>
                    <a:lnTo>
                      <a:pt x="142" y="93"/>
                    </a:lnTo>
                    <a:lnTo>
                      <a:pt x="136" y="107"/>
                    </a:lnTo>
                    <a:lnTo>
                      <a:pt x="122" y="135"/>
                    </a:lnTo>
                    <a:lnTo>
                      <a:pt x="117" y="149"/>
                    </a:lnTo>
                    <a:lnTo>
                      <a:pt x="104" y="176"/>
                    </a:lnTo>
                    <a:lnTo>
                      <a:pt x="86" y="218"/>
                    </a:lnTo>
                    <a:lnTo>
                      <a:pt x="79" y="232"/>
                    </a:lnTo>
                    <a:lnTo>
                      <a:pt x="55" y="288"/>
                    </a:lnTo>
                    <a:lnTo>
                      <a:pt x="51" y="303"/>
                    </a:lnTo>
                    <a:lnTo>
                      <a:pt x="33" y="345"/>
                    </a:lnTo>
                    <a:lnTo>
                      <a:pt x="24" y="375"/>
                    </a:lnTo>
                    <a:lnTo>
                      <a:pt x="18" y="388"/>
                    </a:lnTo>
                    <a:lnTo>
                      <a:pt x="15" y="401"/>
                    </a:lnTo>
                    <a:lnTo>
                      <a:pt x="7" y="416"/>
                    </a:lnTo>
                    <a:lnTo>
                      <a:pt x="3" y="430"/>
                    </a:lnTo>
                    <a:lnTo>
                      <a:pt x="0" y="448"/>
                    </a:lnTo>
                    <a:lnTo>
                      <a:pt x="0" y="447"/>
                    </a:lnTo>
                    <a:lnTo>
                      <a:pt x="16" y="452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58" name="Freeform 80"/>
              <p:cNvSpPr/>
              <p:nvPr/>
            </p:nvSpPr>
            <p:spPr>
              <a:xfrm>
                <a:off x="2407320" y="2624760"/>
                <a:ext cx="150480" cy="236880"/>
              </a:xfrm>
              <a:custGeom>
                <a:avLst/>
                <a:gdLst>
                  <a:gd name="textAreaLeft" fmla="*/ 0 w 150480"/>
                  <a:gd name="textAreaRight" fmla="*/ 150840 w 150480"/>
                  <a:gd name="textAreaTop" fmla="*/ 0 h 236880"/>
                  <a:gd name="textAreaBottom" fmla="*/ 237240 h 236880"/>
                </a:gdLst>
                <a:ahLst/>
                <a:rect l="textAreaLeft" t="textAreaTop" r="textAreaRight" b="textAreaBottom"/>
                <a:pathLst>
                  <a:path w="266" h="417">
                    <a:moveTo>
                      <a:pt x="14" y="417"/>
                    </a:moveTo>
                    <a:lnTo>
                      <a:pt x="48" y="348"/>
                    </a:lnTo>
                    <a:lnTo>
                      <a:pt x="62" y="324"/>
                    </a:lnTo>
                    <a:lnTo>
                      <a:pt x="70" y="310"/>
                    </a:lnTo>
                    <a:lnTo>
                      <a:pt x="77" y="296"/>
                    </a:lnTo>
                    <a:lnTo>
                      <a:pt x="84" y="285"/>
                    </a:lnTo>
                    <a:lnTo>
                      <a:pt x="93" y="272"/>
                    </a:lnTo>
                    <a:lnTo>
                      <a:pt x="107" y="244"/>
                    </a:lnTo>
                    <a:lnTo>
                      <a:pt x="123" y="220"/>
                    </a:lnTo>
                    <a:lnTo>
                      <a:pt x="131" y="209"/>
                    </a:lnTo>
                    <a:lnTo>
                      <a:pt x="138" y="194"/>
                    </a:lnTo>
                    <a:lnTo>
                      <a:pt x="171" y="144"/>
                    </a:lnTo>
                    <a:lnTo>
                      <a:pt x="180" y="131"/>
                    </a:lnTo>
                    <a:lnTo>
                      <a:pt x="187" y="120"/>
                    </a:lnTo>
                    <a:lnTo>
                      <a:pt x="196" y="107"/>
                    </a:lnTo>
                    <a:lnTo>
                      <a:pt x="204" y="95"/>
                    </a:lnTo>
                    <a:lnTo>
                      <a:pt x="213" y="83"/>
                    </a:lnTo>
                    <a:lnTo>
                      <a:pt x="221" y="69"/>
                    </a:lnTo>
                    <a:lnTo>
                      <a:pt x="229" y="59"/>
                    </a:lnTo>
                    <a:lnTo>
                      <a:pt x="238" y="45"/>
                    </a:lnTo>
                    <a:lnTo>
                      <a:pt x="247" y="35"/>
                    </a:lnTo>
                    <a:lnTo>
                      <a:pt x="255" y="21"/>
                    </a:lnTo>
                    <a:lnTo>
                      <a:pt x="265" y="12"/>
                    </a:lnTo>
                    <a:lnTo>
                      <a:pt x="266" y="11"/>
                    </a:lnTo>
                    <a:lnTo>
                      <a:pt x="252" y="1"/>
                    </a:lnTo>
                    <a:lnTo>
                      <a:pt x="253" y="0"/>
                    </a:lnTo>
                    <a:lnTo>
                      <a:pt x="243" y="12"/>
                    </a:lnTo>
                    <a:lnTo>
                      <a:pt x="233" y="25"/>
                    </a:lnTo>
                    <a:lnTo>
                      <a:pt x="225" y="36"/>
                    </a:lnTo>
                    <a:lnTo>
                      <a:pt x="215" y="50"/>
                    </a:lnTo>
                    <a:lnTo>
                      <a:pt x="207" y="60"/>
                    </a:lnTo>
                    <a:lnTo>
                      <a:pt x="199" y="74"/>
                    </a:lnTo>
                    <a:lnTo>
                      <a:pt x="190" y="85"/>
                    </a:lnTo>
                    <a:lnTo>
                      <a:pt x="182" y="98"/>
                    </a:lnTo>
                    <a:lnTo>
                      <a:pt x="173" y="111"/>
                    </a:lnTo>
                    <a:lnTo>
                      <a:pt x="166" y="122"/>
                    </a:lnTo>
                    <a:lnTo>
                      <a:pt x="157" y="135"/>
                    </a:lnTo>
                    <a:lnTo>
                      <a:pt x="124" y="187"/>
                    </a:lnTo>
                    <a:lnTo>
                      <a:pt x="118" y="199"/>
                    </a:lnTo>
                    <a:lnTo>
                      <a:pt x="109" y="211"/>
                    </a:lnTo>
                    <a:lnTo>
                      <a:pt x="93" y="237"/>
                    </a:lnTo>
                    <a:lnTo>
                      <a:pt x="86" y="251"/>
                    </a:lnTo>
                    <a:lnTo>
                      <a:pt x="80" y="263"/>
                    </a:lnTo>
                    <a:lnTo>
                      <a:pt x="70" y="275"/>
                    </a:lnTo>
                    <a:lnTo>
                      <a:pt x="63" y="289"/>
                    </a:lnTo>
                    <a:lnTo>
                      <a:pt x="56" y="303"/>
                    </a:lnTo>
                    <a:lnTo>
                      <a:pt x="48" y="315"/>
                    </a:lnTo>
                    <a:lnTo>
                      <a:pt x="35" y="341"/>
                    </a:lnTo>
                    <a:lnTo>
                      <a:pt x="0" y="410"/>
                    </a:lnTo>
                    <a:lnTo>
                      <a:pt x="14" y="417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59" name="Freeform 81"/>
              <p:cNvSpPr/>
              <p:nvPr/>
            </p:nvSpPr>
            <p:spPr>
              <a:xfrm>
                <a:off x="2550600" y="2419200"/>
                <a:ext cx="182160" cy="210600"/>
              </a:xfrm>
              <a:custGeom>
                <a:avLst/>
                <a:gdLst>
                  <a:gd name="textAreaLeft" fmla="*/ 0 w 182160"/>
                  <a:gd name="textAreaRight" fmla="*/ 182520 w 182160"/>
                  <a:gd name="textAreaTop" fmla="*/ 0 h 210600"/>
                  <a:gd name="textAreaBottom" fmla="*/ 210960 h 210600"/>
                </a:gdLst>
                <a:ahLst/>
                <a:rect l="textAreaLeft" t="textAreaTop" r="textAreaRight" b="textAreaBottom"/>
                <a:pathLst>
                  <a:path w="323" h="373">
                    <a:moveTo>
                      <a:pt x="14" y="373"/>
                    </a:moveTo>
                    <a:lnTo>
                      <a:pt x="14" y="371"/>
                    </a:lnTo>
                    <a:lnTo>
                      <a:pt x="21" y="359"/>
                    </a:lnTo>
                    <a:lnTo>
                      <a:pt x="31" y="348"/>
                    </a:lnTo>
                    <a:lnTo>
                      <a:pt x="38" y="334"/>
                    </a:lnTo>
                    <a:lnTo>
                      <a:pt x="48" y="324"/>
                    </a:lnTo>
                    <a:lnTo>
                      <a:pt x="58" y="310"/>
                    </a:lnTo>
                    <a:lnTo>
                      <a:pt x="65" y="300"/>
                    </a:lnTo>
                    <a:lnTo>
                      <a:pt x="74" y="290"/>
                    </a:lnTo>
                    <a:lnTo>
                      <a:pt x="95" y="264"/>
                    </a:lnTo>
                    <a:lnTo>
                      <a:pt x="104" y="253"/>
                    </a:lnTo>
                    <a:lnTo>
                      <a:pt x="111" y="241"/>
                    </a:lnTo>
                    <a:lnTo>
                      <a:pt x="121" y="231"/>
                    </a:lnTo>
                    <a:lnTo>
                      <a:pt x="130" y="219"/>
                    </a:lnTo>
                    <a:lnTo>
                      <a:pt x="140" y="209"/>
                    </a:lnTo>
                    <a:lnTo>
                      <a:pt x="150" y="196"/>
                    </a:lnTo>
                    <a:lnTo>
                      <a:pt x="160" y="185"/>
                    </a:lnTo>
                    <a:lnTo>
                      <a:pt x="168" y="173"/>
                    </a:lnTo>
                    <a:lnTo>
                      <a:pt x="189" y="151"/>
                    </a:lnTo>
                    <a:lnTo>
                      <a:pt x="198" y="141"/>
                    </a:lnTo>
                    <a:lnTo>
                      <a:pt x="209" y="129"/>
                    </a:lnTo>
                    <a:lnTo>
                      <a:pt x="218" y="118"/>
                    </a:lnTo>
                    <a:lnTo>
                      <a:pt x="239" y="97"/>
                    </a:lnTo>
                    <a:lnTo>
                      <a:pt x="259" y="74"/>
                    </a:lnTo>
                    <a:lnTo>
                      <a:pt x="311" y="22"/>
                    </a:lnTo>
                    <a:lnTo>
                      <a:pt x="323" y="12"/>
                    </a:lnTo>
                    <a:lnTo>
                      <a:pt x="311" y="0"/>
                    </a:lnTo>
                    <a:lnTo>
                      <a:pt x="300" y="11"/>
                    </a:lnTo>
                    <a:lnTo>
                      <a:pt x="248" y="63"/>
                    </a:lnTo>
                    <a:lnTo>
                      <a:pt x="227" y="86"/>
                    </a:lnTo>
                    <a:lnTo>
                      <a:pt x="206" y="106"/>
                    </a:lnTo>
                    <a:lnTo>
                      <a:pt x="197" y="118"/>
                    </a:lnTo>
                    <a:lnTo>
                      <a:pt x="187" y="129"/>
                    </a:lnTo>
                    <a:lnTo>
                      <a:pt x="178" y="140"/>
                    </a:lnTo>
                    <a:lnTo>
                      <a:pt x="157" y="164"/>
                    </a:lnTo>
                    <a:lnTo>
                      <a:pt x="149" y="176"/>
                    </a:lnTo>
                    <a:lnTo>
                      <a:pt x="139" y="185"/>
                    </a:lnTo>
                    <a:lnTo>
                      <a:pt x="128" y="197"/>
                    </a:lnTo>
                    <a:lnTo>
                      <a:pt x="119" y="208"/>
                    </a:lnTo>
                    <a:lnTo>
                      <a:pt x="110" y="219"/>
                    </a:lnTo>
                    <a:lnTo>
                      <a:pt x="99" y="232"/>
                    </a:lnTo>
                    <a:lnTo>
                      <a:pt x="90" y="243"/>
                    </a:lnTo>
                    <a:lnTo>
                      <a:pt x="81" y="255"/>
                    </a:lnTo>
                    <a:lnTo>
                      <a:pt x="73" y="268"/>
                    </a:lnTo>
                    <a:lnTo>
                      <a:pt x="62" y="278"/>
                    </a:lnTo>
                    <a:lnTo>
                      <a:pt x="53" y="291"/>
                    </a:lnTo>
                    <a:lnTo>
                      <a:pt x="44" y="301"/>
                    </a:lnTo>
                    <a:lnTo>
                      <a:pt x="36" y="315"/>
                    </a:lnTo>
                    <a:lnTo>
                      <a:pt x="24" y="325"/>
                    </a:lnTo>
                    <a:lnTo>
                      <a:pt x="18" y="339"/>
                    </a:lnTo>
                    <a:lnTo>
                      <a:pt x="7" y="349"/>
                    </a:lnTo>
                    <a:lnTo>
                      <a:pt x="0" y="364"/>
                    </a:lnTo>
                    <a:lnTo>
                      <a:pt x="0" y="363"/>
                    </a:lnTo>
                    <a:lnTo>
                      <a:pt x="14" y="373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60" name="Freeform 82"/>
              <p:cNvSpPr/>
              <p:nvPr/>
            </p:nvSpPr>
            <p:spPr>
              <a:xfrm>
                <a:off x="2726280" y="2243520"/>
                <a:ext cx="211680" cy="1825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182520"/>
                  <a:gd name="textAreaBottom" fmla="*/ 182880 h 182520"/>
                </a:gdLst>
                <a:ahLst/>
                <a:rect l="textAreaLeft" t="textAreaTop" r="textAreaRight" b="textAreaBottom"/>
                <a:pathLst>
                  <a:path w="374" h="323">
                    <a:moveTo>
                      <a:pt x="12" y="323"/>
                    </a:moveTo>
                    <a:lnTo>
                      <a:pt x="22" y="311"/>
                    </a:lnTo>
                    <a:lnTo>
                      <a:pt x="74" y="260"/>
                    </a:lnTo>
                    <a:lnTo>
                      <a:pt x="97" y="239"/>
                    </a:lnTo>
                    <a:lnTo>
                      <a:pt x="118" y="218"/>
                    </a:lnTo>
                    <a:lnTo>
                      <a:pt x="129" y="209"/>
                    </a:lnTo>
                    <a:lnTo>
                      <a:pt x="141" y="199"/>
                    </a:lnTo>
                    <a:lnTo>
                      <a:pt x="151" y="189"/>
                    </a:lnTo>
                    <a:lnTo>
                      <a:pt x="173" y="169"/>
                    </a:lnTo>
                    <a:lnTo>
                      <a:pt x="185" y="160"/>
                    </a:lnTo>
                    <a:lnTo>
                      <a:pt x="196" y="150"/>
                    </a:lnTo>
                    <a:lnTo>
                      <a:pt x="209" y="140"/>
                    </a:lnTo>
                    <a:lnTo>
                      <a:pt x="219" y="131"/>
                    </a:lnTo>
                    <a:lnTo>
                      <a:pt x="231" y="121"/>
                    </a:lnTo>
                    <a:lnTo>
                      <a:pt x="241" y="112"/>
                    </a:lnTo>
                    <a:lnTo>
                      <a:pt x="254" y="104"/>
                    </a:lnTo>
                    <a:lnTo>
                      <a:pt x="278" y="84"/>
                    </a:lnTo>
                    <a:lnTo>
                      <a:pt x="288" y="74"/>
                    </a:lnTo>
                    <a:lnTo>
                      <a:pt x="301" y="66"/>
                    </a:lnTo>
                    <a:lnTo>
                      <a:pt x="311" y="58"/>
                    </a:lnTo>
                    <a:lnTo>
                      <a:pt x="325" y="48"/>
                    </a:lnTo>
                    <a:lnTo>
                      <a:pt x="336" y="38"/>
                    </a:lnTo>
                    <a:lnTo>
                      <a:pt x="349" y="31"/>
                    </a:lnTo>
                    <a:lnTo>
                      <a:pt x="360" y="21"/>
                    </a:lnTo>
                    <a:lnTo>
                      <a:pt x="372" y="14"/>
                    </a:lnTo>
                    <a:lnTo>
                      <a:pt x="374" y="14"/>
                    </a:lnTo>
                    <a:lnTo>
                      <a:pt x="364" y="0"/>
                    </a:lnTo>
                    <a:lnTo>
                      <a:pt x="365" y="0"/>
                    </a:lnTo>
                    <a:lnTo>
                      <a:pt x="350" y="7"/>
                    </a:lnTo>
                    <a:lnTo>
                      <a:pt x="340" y="18"/>
                    </a:lnTo>
                    <a:lnTo>
                      <a:pt x="326" y="25"/>
                    </a:lnTo>
                    <a:lnTo>
                      <a:pt x="316" y="36"/>
                    </a:lnTo>
                    <a:lnTo>
                      <a:pt x="302" y="44"/>
                    </a:lnTo>
                    <a:lnTo>
                      <a:pt x="292" y="52"/>
                    </a:lnTo>
                    <a:lnTo>
                      <a:pt x="279" y="63"/>
                    </a:lnTo>
                    <a:lnTo>
                      <a:pt x="266" y="73"/>
                    </a:lnTo>
                    <a:lnTo>
                      <a:pt x="245" y="90"/>
                    </a:lnTo>
                    <a:lnTo>
                      <a:pt x="232" y="98"/>
                    </a:lnTo>
                    <a:lnTo>
                      <a:pt x="219" y="110"/>
                    </a:lnTo>
                    <a:lnTo>
                      <a:pt x="208" y="119"/>
                    </a:lnTo>
                    <a:lnTo>
                      <a:pt x="197" y="128"/>
                    </a:lnTo>
                    <a:lnTo>
                      <a:pt x="185" y="139"/>
                    </a:lnTo>
                    <a:lnTo>
                      <a:pt x="175" y="149"/>
                    </a:lnTo>
                    <a:lnTo>
                      <a:pt x="164" y="157"/>
                    </a:lnTo>
                    <a:lnTo>
                      <a:pt x="140" y="178"/>
                    </a:lnTo>
                    <a:lnTo>
                      <a:pt x="129" y="187"/>
                    </a:lnTo>
                    <a:lnTo>
                      <a:pt x="118" y="197"/>
                    </a:lnTo>
                    <a:lnTo>
                      <a:pt x="106" y="207"/>
                    </a:lnTo>
                    <a:lnTo>
                      <a:pt x="86" y="227"/>
                    </a:lnTo>
                    <a:lnTo>
                      <a:pt x="63" y="248"/>
                    </a:lnTo>
                    <a:lnTo>
                      <a:pt x="11" y="300"/>
                    </a:lnTo>
                    <a:lnTo>
                      <a:pt x="0" y="311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61" name="Freeform 83"/>
              <p:cNvSpPr/>
              <p:nvPr/>
            </p:nvSpPr>
            <p:spPr>
              <a:xfrm>
                <a:off x="2932920" y="2099520"/>
                <a:ext cx="234360" cy="151560"/>
              </a:xfrm>
              <a:custGeom>
                <a:avLst/>
                <a:gdLst>
                  <a:gd name="textAreaLeft" fmla="*/ 0 w 234360"/>
                  <a:gd name="textAreaRight" fmla="*/ 234720 w 234360"/>
                  <a:gd name="textAreaTop" fmla="*/ 0 h 151560"/>
                  <a:gd name="textAreaBottom" fmla="*/ 151920 h 151560"/>
                </a:gdLst>
                <a:ahLst/>
                <a:rect l="textAreaLeft" t="textAreaTop" r="textAreaRight" b="textAreaBottom"/>
                <a:pathLst>
                  <a:path w="416" h="267">
                    <a:moveTo>
                      <a:pt x="11" y="267"/>
                    </a:moveTo>
                    <a:lnTo>
                      <a:pt x="12" y="266"/>
                    </a:lnTo>
                    <a:lnTo>
                      <a:pt x="22" y="256"/>
                    </a:lnTo>
                    <a:lnTo>
                      <a:pt x="45" y="240"/>
                    </a:lnTo>
                    <a:lnTo>
                      <a:pt x="58" y="230"/>
                    </a:lnTo>
                    <a:lnTo>
                      <a:pt x="69" y="222"/>
                    </a:lnTo>
                    <a:lnTo>
                      <a:pt x="82" y="214"/>
                    </a:lnTo>
                    <a:lnTo>
                      <a:pt x="93" y="205"/>
                    </a:lnTo>
                    <a:lnTo>
                      <a:pt x="106" y="197"/>
                    </a:lnTo>
                    <a:lnTo>
                      <a:pt x="119" y="188"/>
                    </a:lnTo>
                    <a:lnTo>
                      <a:pt x="130" y="180"/>
                    </a:lnTo>
                    <a:lnTo>
                      <a:pt x="143" y="170"/>
                    </a:lnTo>
                    <a:lnTo>
                      <a:pt x="156" y="163"/>
                    </a:lnTo>
                    <a:lnTo>
                      <a:pt x="168" y="154"/>
                    </a:lnTo>
                    <a:lnTo>
                      <a:pt x="181" y="147"/>
                    </a:lnTo>
                    <a:lnTo>
                      <a:pt x="193" y="139"/>
                    </a:lnTo>
                    <a:lnTo>
                      <a:pt x="207" y="132"/>
                    </a:lnTo>
                    <a:lnTo>
                      <a:pt x="219" y="123"/>
                    </a:lnTo>
                    <a:lnTo>
                      <a:pt x="232" y="115"/>
                    </a:lnTo>
                    <a:lnTo>
                      <a:pt x="243" y="108"/>
                    </a:lnTo>
                    <a:lnTo>
                      <a:pt x="257" y="100"/>
                    </a:lnTo>
                    <a:lnTo>
                      <a:pt x="271" y="93"/>
                    </a:lnTo>
                    <a:lnTo>
                      <a:pt x="284" y="84"/>
                    </a:lnTo>
                    <a:lnTo>
                      <a:pt x="295" y="77"/>
                    </a:lnTo>
                    <a:lnTo>
                      <a:pt x="309" y="70"/>
                    </a:lnTo>
                    <a:lnTo>
                      <a:pt x="323" y="62"/>
                    </a:lnTo>
                    <a:lnTo>
                      <a:pt x="347" y="48"/>
                    </a:lnTo>
                    <a:lnTo>
                      <a:pt x="416" y="14"/>
                    </a:lnTo>
                    <a:lnTo>
                      <a:pt x="409" y="0"/>
                    </a:lnTo>
                    <a:lnTo>
                      <a:pt x="340" y="34"/>
                    </a:lnTo>
                    <a:lnTo>
                      <a:pt x="313" y="48"/>
                    </a:lnTo>
                    <a:lnTo>
                      <a:pt x="302" y="56"/>
                    </a:lnTo>
                    <a:lnTo>
                      <a:pt x="288" y="63"/>
                    </a:lnTo>
                    <a:lnTo>
                      <a:pt x="274" y="70"/>
                    </a:lnTo>
                    <a:lnTo>
                      <a:pt x="262" y="79"/>
                    </a:lnTo>
                    <a:lnTo>
                      <a:pt x="250" y="86"/>
                    </a:lnTo>
                    <a:lnTo>
                      <a:pt x="236" y="94"/>
                    </a:lnTo>
                    <a:lnTo>
                      <a:pt x="222" y="101"/>
                    </a:lnTo>
                    <a:lnTo>
                      <a:pt x="210" y="109"/>
                    </a:lnTo>
                    <a:lnTo>
                      <a:pt x="198" y="119"/>
                    </a:lnTo>
                    <a:lnTo>
                      <a:pt x="186" y="125"/>
                    </a:lnTo>
                    <a:lnTo>
                      <a:pt x="172" y="134"/>
                    </a:lnTo>
                    <a:lnTo>
                      <a:pt x="159" y="140"/>
                    </a:lnTo>
                    <a:lnTo>
                      <a:pt x="146" y="150"/>
                    </a:lnTo>
                    <a:lnTo>
                      <a:pt x="134" y="157"/>
                    </a:lnTo>
                    <a:lnTo>
                      <a:pt x="121" y="166"/>
                    </a:lnTo>
                    <a:lnTo>
                      <a:pt x="110" y="174"/>
                    </a:lnTo>
                    <a:lnTo>
                      <a:pt x="97" y="183"/>
                    </a:lnTo>
                    <a:lnTo>
                      <a:pt x="84" y="191"/>
                    </a:lnTo>
                    <a:lnTo>
                      <a:pt x="73" y="200"/>
                    </a:lnTo>
                    <a:lnTo>
                      <a:pt x="60" y="208"/>
                    </a:lnTo>
                    <a:lnTo>
                      <a:pt x="49" y="216"/>
                    </a:lnTo>
                    <a:lnTo>
                      <a:pt x="36" y="226"/>
                    </a:lnTo>
                    <a:lnTo>
                      <a:pt x="24" y="234"/>
                    </a:lnTo>
                    <a:lnTo>
                      <a:pt x="11" y="244"/>
                    </a:lnTo>
                    <a:lnTo>
                      <a:pt x="0" y="255"/>
                    </a:lnTo>
                    <a:lnTo>
                      <a:pt x="1" y="253"/>
                    </a:lnTo>
                    <a:lnTo>
                      <a:pt x="11" y="267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62" name="Freeform 84"/>
              <p:cNvSpPr/>
              <p:nvPr/>
            </p:nvSpPr>
            <p:spPr>
              <a:xfrm>
                <a:off x="3163320" y="1991520"/>
                <a:ext cx="257400" cy="115560"/>
              </a:xfrm>
              <a:custGeom>
                <a:avLst/>
                <a:gdLst>
                  <a:gd name="textAreaLeft" fmla="*/ 0 w 257400"/>
                  <a:gd name="textAreaRight" fmla="*/ 257760 w 257400"/>
                  <a:gd name="textAreaTop" fmla="*/ 0 h 115560"/>
                  <a:gd name="textAreaBottom" fmla="*/ 115920 h 115560"/>
                </a:gdLst>
                <a:ahLst/>
                <a:rect l="textAreaLeft" t="textAreaTop" r="textAreaRight" b="textAreaBottom"/>
                <a:pathLst>
                  <a:path w="453" h="203">
                    <a:moveTo>
                      <a:pt x="8" y="203"/>
                    </a:moveTo>
                    <a:lnTo>
                      <a:pt x="9" y="203"/>
                    </a:lnTo>
                    <a:lnTo>
                      <a:pt x="20" y="196"/>
                    </a:lnTo>
                    <a:lnTo>
                      <a:pt x="101" y="154"/>
                    </a:lnTo>
                    <a:lnTo>
                      <a:pt x="115" y="149"/>
                    </a:lnTo>
                    <a:lnTo>
                      <a:pt x="128" y="142"/>
                    </a:lnTo>
                    <a:lnTo>
                      <a:pt x="142" y="135"/>
                    </a:lnTo>
                    <a:lnTo>
                      <a:pt x="157" y="130"/>
                    </a:lnTo>
                    <a:lnTo>
                      <a:pt x="170" y="123"/>
                    </a:lnTo>
                    <a:lnTo>
                      <a:pt x="184" y="117"/>
                    </a:lnTo>
                    <a:lnTo>
                      <a:pt x="198" y="111"/>
                    </a:lnTo>
                    <a:lnTo>
                      <a:pt x="211" y="106"/>
                    </a:lnTo>
                    <a:lnTo>
                      <a:pt x="226" y="100"/>
                    </a:lnTo>
                    <a:lnTo>
                      <a:pt x="240" y="93"/>
                    </a:lnTo>
                    <a:lnTo>
                      <a:pt x="295" y="70"/>
                    </a:lnTo>
                    <a:lnTo>
                      <a:pt x="322" y="61"/>
                    </a:lnTo>
                    <a:lnTo>
                      <a:pt x="350" y="50"/>
                    </a:lnTo>
                    <a:lnTo>
                      <a:pt x="380" y="40"/>
                    </a:lnTo>
                    <a:lnTo>
                      <a:pt x="394" y="35"/>
                    </a:lnTo>
                    <a:lnTo>
                      <a:pt x="409" y="29"/>
                    </a:lnTo>
                    <a:lnTo>
                      <a:pt x="422" y="23"/>
                    </a:lnTo>
                    <a:lnTo>
                      <a:pt x="435" y="20"/>
                    </a:lnTo>
                    <a:lnTo>
                      <a:pt x="451" y="16"/>
                    </a:lnTo>
                    <a:lnTo>
                      <a:pt x="453" y="16"/>
                    </a:lnTo>
                    <a:lnTo>
                      <a:pt x="448" y="0"/>
                    </a:lnTo>
                    <a:lnTo>
                      <a:pt x="449" y="0"/>
                    </a:lnTo>
                    <a:lnTo>
                      <a:pt x="431" y="3"/>
                    </a:lnTo>
                    <a:lnTo>
                      <a:pt x="417" y="7"/>
                    </a:lnTo>
                    <a:lnTo>
                      <a:pt x="402" y="15"/>
                    </a:lnTo>
                    <a:lnTo>
                      <a:pt x="389" y="18"/>
                    </a:lnTo>
                    <a:lnTo>
                      <a:pt x="375" y="24"/>
                    </a:lnTo>
                    <a:lnTo>
                      <a:pt x="345" y="33"/>
                    </a:lnTo>
                    <a:lnTo>
                      <a:pt x="318" y="45"/>
                    </a:lnTo>
                    <a:lnTo>
                      <a:pt x="304" y="50"/>
                    </a:lnTo>
                    <a:lnTo>
                      <a:pt x="288" y="56"/>
                    </a:lnTo>
                    <a:lnTo>
                      <a:pt x="233" y="79"/>
                    </a:lnTo>
                    <a:lnTo>
                      <a:pt x="219" y="86"/>
                    </a:lnTo>
                    <a:lnTo>
                      <a:pt x="206" y="90"/>
                    </a:lnTo>
                    <a:lnTo>
                      <a:pt x="191" y="97"/>
                    </a:lnTo>
                    <a:lnTo>
                      <a:pt x="177" y="104"/>
                    </a:lnTo>
                    <a:lnTo>
                      <a:pt x="163" y="109"/>
                    </a:lnTo>
                    <a:lnTo>
                      <a:pt x="150" y="116"/>
                    </a:lnTo>
                    <a:lnTo>
                      <a:pt x="135" y="121"/>
                    </a:lnTo>
                    <a:lnTo>
                      <a:pt x="121" y="128"/>
                    </a:lnTo>
                    <a:lnTo>
                      <a:pt x="108" y="135"/>
                    </a:lnTo>
                    <a:lnTo>
                      <a:pt x="94" y="141"/>
                    </a:lnTo>
                    <a:lnTo>
                      <a:pt x="10" y="182"/>
                    </a:lnTo>
                    <a:lnTo>
                      <a:pt x="0" y="189"/>
                    </a:lnTo>
                    <a:lnTo>
                      <a:pt x="1" y="189"/>
                    </a:lnTo>
                    <a:lnTo>
                      <a:pt x="8" y="203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63" name="Freeform 85"/>
              <p:cNvSpPr/>
              <p:nvPr/>
            </p:nvSpPr>
            <p:spPr>
              <a:xfrm>
                <a:off x="3417480" y="1925640"/>
                <a:ext cx="273240" cy="75600"/>
              </a:xfrm>
              <a:custGeom>
                <a:avLst/>
                <a:gdLst>
                  <a:gd name="textAreaLeft" fmla="*/ 0 w 273240"/>
                  <a:gd name="textAreaRight" fmla="*/ 273600 w 273240"/>
                  <a:gd name="textAreaTop" fmla="*/ 0 h 75600"/>
                  <a:gd name="textAreaBottom" fmla="*/ 75960 h 75600"/>
                </a:gdLst>
                <a:ahLst/>
                <a:rect l="textAreaLeft" t="textAreaTop" r="textAreaRight" b="textAreaBottom"/>
                <a:pathLst>
                  <a:path w="483" h="134">
                    <a:moveTo>
                      <a:pt x="6" y="134"/>
                    </a:moveTo>
                    <a:lnTo>
                      <a:pt x="7" y="133"/>
                    </a:lnTo>
                    <a:lnTo>
                      <a:pt x="19" y="127"/>
                    </a:lnTo>
                    <a:lnTo>
                      <a:pt x="33" y="124"/>
                    </a:lnTo>
                    <a:lnTo>
                      <a:pt x="47" y="117"/>
                    </a:lnTo>
                    <a:lnTo>
                      <a:pt x="62" y="113"/>
                    </a:lnTo>
                    <a:lnTo>
                      <a:pt x="92" y="104"/>
                    </a:lnTo>
                    <a:lnTo>
                      <a:pt x="106" y="101"/>
                    </a:lnTo>
                    <a:lnTo>
                      <a:pt x="121" y="96"/>
                    </a:lnTo>
                    <a:lnTo>
                      <a:pt x="135" y="93"/>
                    </a:lnTo>
                    <a:lnTo>
                      <a:pt x="150" y="88"/>
                    </a:lnTo>
                    <a:lnTo>
                      <a:pt x="166" y="83"/>
                    </a:lnTo>
                    <a:lnTo>
                      <a:pt x="180" y="80"/>
                    </a:lnTo>
                    <a:lnTo>
                      <a:pt x="195" y="75"/>
                    </a:lnTo>
                    <a:lnTo>
                      <a:pt x="224" y="68"/>
                    </a:lnTo>
                    <a:lnTo>
                      <a:pt x="241" y="65"/>
                    </a:lnTo>
                    <a:lnTo>
                      <a:pt x="254" y="60"/>
                    </a:lnTo>
                    <a:lnTo>
                      <a:pt x="269" y="57"/>
                    </a:lnTo>
                    <a:lnTo>
                      <a:pt x="283" y="53"/>
                    </a:lnTo>
                    <a:lnTo>
                      <a:pt x="299" y="50"/>
                    </a:lnTo>
                    <a:lnTo>
                      <a:pt x="312" y="47"/>
                    </a:lnTo>
                    <a:lnTo>
                      <a:pt x="328" y="44"/>
                    </a:lnTo>
                    <a:lnTo>
                      <a:pt x="373" y="34"/>
                    </a:lnTo>
                    <a:lnTo>
                      <a:pt x="389" y="32"/>
                    </a:lnTo>
                    <a:lnTo>
                      <a:pt x="403" y="28"/>
                    </a:lnTo>
                    <a:lnTo>
                      <a:pt x="420" y="26"/>
                    </a:lnTo>
                    <a:lnTo>
                      <a:pt x="434" y="24"/>
                    </a:lnTo>
                    <a:lnTo>
                      <a:pt x="453" y="20"/>
                    </a:lnTo>
                    <a:lnTo>
                      <a:pt x="465" y="17"/>
                    </a:lnTo>
                    <a:lnTo>
                      <a:pt x="483" y="17"/>
                    </a:lnTo>
                    <a:lnTo>
                      <a:pt x="480" y="0"/>
                    </a:lnTo>
                    <a:lnTo>
                      <a:pt x="481" y="0"/>
                    </a:lnTo>
                    <a:lnTo>
                      <a:pt x="463" y="0"/>
                    </a:lnTo>
                    <a:lnTo>
                      <a:pt x="448" y="4"/>
                    </a:lnTo>
                    <a:lnTo>
                      <a:pt x="432" y="7"/>
                    </a:lnTo>
                    <a:lnTo>
                      <a:pt x="418" y="10"/>
                    </a:lnTo>
                    <a:lnTo>
                      <a:pt x="401" y="12"/>
                    </a:lnTo>
                    <a:lnTo>
                      <a:pt x="387" y="15"/>
                    </a:lnTo>
                    <a:lnTo>
                      <a:pt x="371" y="18"/>
                    </a:lnTo>
                    <a:lnTo>
                      <a:pt x="326" y="28"/>
                    </a:lnTo>
                    <a:lnTo>
                      <a:pt x="310" y="30"/>
                    </a:lnTo>
                    <a:lnTo>
                      <a:pt x="295" y="34"/>
                    </a:lnTo>
                    <a:lnTo>
                      <a:pt x="279" y="37"/>
                    </a:lnTo>
                    <a:lnTo>
                      <a:pt x="265" y="41"/>
                    </a:lnTo>
                    <a:lnTo>
                      <a:pt x="250" y="44"/>
                    </a:lnTo>
                    <a:lnTo>
                      <a:pt x="236" y="49"/>
                    </a:lnTo>
                    <a:lnTo>
                      <a:pt x="220" y="52"/>
                    </a:lnTo>
                    <a:lnTo>
                      <a:pt x="190" y="59"/>
                    </a:lnTo>
                    <a:lnTo>
                      <a:pt x="175" y="64"/>
                    </a:lnTo>
                    <a:lnTo>
                      <a:pt x="161" y="67"/>
                    </a:lnTo>
                    <a:lnTo>
                      <a:pt x="145" y="72"/>
                    </a:lnTo>
                    <a:lnTo>
                      <a:pt x="130" y="77"/>
                    </a:lnTo>
                    <a:lnTo>
                      <a:pt x="116" y="80"/>
                    </a:lnTo>
                    <a:lnTo>
                      <a:pt x="101" y="85"/>
                    </a:lnTo>
                    <a:lnTo>
                      <a:pt x="87" y="88"/>
                    </a:lnTo>
                    <a:lnTo>
                      <a:pt x="57" y="97"/>
                    </a:lnTo>
                    <a:lnTo>
                      <a:pt x="42" y="101"/>
                    </a:lnTo>
                    <a:lnTo>
                      <a:pt x="29" y="108"/>
                    </a:lnTo>
                    <a:lnTo>
                      <a:pt x="15" y="111"/>
                    </a:lnTo>
                    <a:lnTo>
                      <a:pt x="0" y="119"/>
                    </a:lnTo>
                    <a:lnTo>
                      <a:pt x="1" y="118"/>
                    </a:lnTo>
                    <a:lnTo>
                      <a:pt x="6" y="134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30960" bIns="309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64" name="Freeform 86"/>
              <p:cNvSpPr/>
              <p:nvPr/>
            </p:nvSpPr>
            <p:spPr>
              <a:xfrm>
                <a:off x="3689640" y="1901880"/>
                <a:ext cx="286560" cy="32400"/>
              </a:xfrm>
              <a:custGeom>
                <a:avLst/>
                <a:gdLst>
                  <a:gd name="textAreaLeft" fmla="*/ 0 w 286560"/>
                  <a:gd name="textAreaRight" fmla="*/ 286920 w 286560"/>
                  <a:gd name="textAreaTop" fmla="*/ 0 h 32400"/>
                  <a:gd name="textAreaBottom" fmla="*/ 32760 h 32400"/>
                </a:gdLst>
                <a:ahLst/>
                <a:rect l="textAreaLeft" t="textAreaTop" r="textAreaRight" b="textAreaBottom"/>
                <a:pathLst>
                  <a:path w="507" h="58">
                    <a:moveTo>
                      <a:pt x="4" y="58"/>
                    </a:moveTo>
                    <a:lnTo>
                      <a:pt x="5" y="58"/>
                    </a:lnTo>
                    <a:lnTo>
                      <a:pt x="32" y="51"/>
                    </a:lnTo>
                    <a:lnTo>
                      <a:pt x="48" y="48"/>
                    </a:lnTo>
                    <a:lnTo>
                      <a:pt x="63" y="47"/>
                    </a:lnTo>
                    <a:lnTo>
                      <a:pt x="80" y="44"/>
                    </a:lnTo>
                    <a:lnTo>
                      <a:pt x="95" y="41"/>
                    </a:lnTo>
                    <a:lnTo>
                      <a:pt x="111" y="40"/>
                    </a:lnTo>
                    <a:lnTo>
                      <a:pt x="141" y="36"/>
                    </a:lnTo>
                    <a:lnTo>
                      <a:pt x="157" y="35"/>
                    </a:lnTo>
                    <a:lnTo>
                      <a:pt x="172" y="32"/>
                    </a:lnTo>
                    <a:lnTo>
                      <a:pt x="189" y="31"/>
                    </a:lnTo>
                    <a:lnTo>
                      <a:pt x="204" y="30"/>
                    </a:lnTo>
                    <a:lnTo>
                      <a:pt x="220" y="28"/>
                    </a:lnTo>
                    <a:lnTo>
                      <a:pt x="234" y="26"/>
                    </a:lnTo>
                    <a:lnTo>
                      <a:pt x="252" y="26"/>
                    </a:lnTo>
                    <a:lnTo>
                      <a:pt x="267" y="24"/>
                    </a:lnTo>
                    <a:lnTo>
                      <a:pt x="282" y="23"/>
                    </a:lnTo>
                    <a:lnTo>
                      <a:pt x="297" y="21"/>
                    </a:lnTo>
                    <a:lnTo>
                      <a:pt x="313" y="21"/>
                    </a:lnTo>
                    <a:lnTo>
                      <a:pt x="362" y="17"/>
                    </a:lnTo>
                    <a:lnTo>
                      <a:pt x="393" y="17"/>
                    </a:lnTo>
                    <a:lnTo>
                      <a:pt x="410" y="16"/>
                    </a:lnTo>
                    <a:lnTo>
                      <a:pt x="507" y="16"/>
                    </a:lnTo>
                    <a:lnTo>
                      <a:pt x="507" y="0"/>
                    </a:lnTo>
                    <a:lnTo>
                      <a:pt x="410" y="0"/>
                    </a:lnTo>
                    <a:lnTo>
                      <a:pt x="393" y="1"/>
                    </a:lnTo>
                    <a:lnTo>
                      <a:pt x="362" y="1"/>
                    </a:lnTo>
                    <a:lnTo>
                      <a:pt x="313" y="5"/>
                    </a:lnTo>
                    <a:lnTo>
                      <a:pt x="297" y="5"/>
                    </a:lnTo>
                    <a:lnTo>
                      <a:pt x="280" y="7"/>
                    </a:lnTo>
                    <a:lnTo>
                      <a:pt x="265" y="8"/>
                    </a:lnTo>
                    <a:lnTo>
                      <a:pt x="250" y="10"/>
                    </a:lnTo>
                    <a:lnTo>
                      <a:pt x="234" y="10"/>
                    </a:lnTo>
                    <a:lnTo>
                      <a:pt x="218" y="12"/>
                    </a:lnTo>
                    <a:lnTo>
                      <a:pt x="202" y="14"/>
                    </a:lnTo>
                    <a:lnTo>
                      <a:pt x="187" y="15"/>
                    </a:lnTo>
                    <a:lnTo>
                      <a:pt x="169" y="16"/>
                    </a:lnTo>
                    <a:lnTo>
                      <a:pt x="154" y="18"/>
                    </a:lnTo>
                    <a:lnTo>
                      <a:pt x="138" y="20"/>
                    </a:lnTo>
                    <a:lnTo>
                      <a:pt x="108" y="24"/>
                    </a:lnTo>
                    <a:lnTo>
                      <a:pt x="92" y="25"/>
                    </a:lnTo>
                    <a:lnTo>
                      <a:pt x="77" y="28"/>
                    </a:lnTo>
                    <a:lnTo>
                      <a:pt x="61" y="31"/>
                    </a:lnTo>
                    <a:lnTo>
                      <a:pt x="46" y="32"/>
                    </a:lnTo>
                    <a:lnTo>
                      <a:pt x="30" y="35"/>
                    </a:lnTo>
                    <a:lnTo>
                      <a:pt x="14" y="38"/>
                    </a:lnTo>
                    <a:lnTo>
                      <a:pt x="0" y="41"/>
                    </a:lnTo>
                    <a:lnTo>
                      <a:pt x="1" y="41"/>
                    </a:ln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2240" bIns="-122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65" name="Freeform 87"/>
              <p:cNvSpPr/>
              <p:nvPr/>
            </p:nvSpPr>
            <p:spPr>
              <a:xfrm>
                <a:off x="3976920" y="1901880"/>
                <a:ext cx="1706400" cy="1766520"/>
              </a:xfrm>
              <a:custGeom>
                <a:avLst/>
                <a:gdLst>
                  <a:gd name="textAreaLeft" fmla="*/ 0 w 1706400"/>
                  <a:gd name="textAreaRight" fmla="*/ 1706760 w 1706400"/>
                  <a:gd name="textAreaTop" fmla="*/ 0 h 1766520"/>
                  <a:gd name="textAreaBottom" fmla="*/ 1766880 h 1766520"/>
                </a:gdLst>
                <a:ahLst/>
                <a:rect l="textAreaLeft" t="textAreaTop" r="textAreaRight" b="textAreaBottom"/>
                <a:pathLst>
                  <a:path w="3008" h="3114">
                    <a:moveTo>
                      <a:pt x="0" y="16"/>
                    </a:moveTo>
                    <a:lnTo>
                      <a:pt x="152" y="20"/>
                    </a:lnTo>
                    <a:lnTo>
                      <a:pt x="303" y="31"/>
                    </a:lnTo>
                    <a:lnTo>
                      <a:pt x="454" y="51"/>
                    </a:lnTo>
                    <a:lnTo>
                      <a:pt x="601" y="77"/>
                    </a:lnTo>
                    <a:lnTo>
                      <a:pt x="745" y="113"/>
                    </a:lnTo>
                    <a:lnTo>
                      <a:pt x="888" y="154"/>
                    </a:lnTo>
                    <a:lnTo>
                      <a:pt x="1027" y="203"/>
                    </a:lnTo>
                    <a:lnTo>
                      <a:pt x="1162" y="258"/>
                    </a:lnTo>
                    <a:lnTo>
                      <a:pt x="1295" y="320"/>
                    </a:lnTo>
                    <a:lnTo>
                      <a:pt x="1425" y="388"/>
                    </a:lnTo>
                    <a:lnTo>
                      <a:pt x="1549" y="463"/>
                    </a:lnTo>
                    <a:lnTo>
                      <a:pt x="1671" y="544"/>
                    </a:lnTo>
                    <a:lnTo>
                      <a:pt x="1789" y="630"/>
                    </a:lnTo>
                    <a:lnTo>
                      <a:pt x="1902" y="722"/>
                    </a:lnTo>
                    <a:lnTo>
                      <a:pt x="2010" y="819"/>
                    </a:lnTo>
                    <a:lnTo>
                      <a:pt x="2115" y="923"/>
                    </a:lnTo>
                    <a:lnTo>
                      <a:pt x="2213" y="1030"/>
                    </a:lnTo>
                    <a:lnTo>
                      <a:pt x="2307" y="1142"/>
                    </a:lnTo>
                    <a:lnTo>
                      <a:pt x="2396" y="1259"/>
                    </a:lnTo>
                    <a:lnTo>
                      <a:pt x="2479" y="1380"/>
                    </a:lnTo>
                    <a:lnTo>
                      <a:pt x="2557" y="1507"/>
                    </a:lnTo>
                    <a:lnTo>
                      <a:pt x="2629" y="1635"/>
                    </a:lnTo>
                    <a:lnTo>
                      <a:pt x="2695" y="1770"/>
                    </a:lnTo>
                    <a:lnTo>
                      <a:pt x="2756" y="1907"/>
                    </a:lnTo>
                    <a:lnTo>
                      <a:pt x="2808" y="2046"/>
                    </a:lnTo>
                    <a:lnTo>
                      <a:pt x="2854" y="2190"/>
                    </a:lnTo>
                    <a:lnTo>
                      <a:pt x="2896" y="2339"/>
                    </a:lnTo>
                    <a:lnTo>
                      <a:pt x="2929" y="2487"/>
                    </a:lnTo>
                    <a:lnTo>
                      <a:pt x="2956" y="2640"/>
                    </a:lnTo>
                    <a:lnTo>
                      <a:pt x="2975" y="2796"/>
                    </a:lnTo>
                    <a:lnTo>
                      <a:pt x="2986" y="2953"/>
                    </a:lnTo>
                    <a:lnTo>
                      <a:pt x="2991" y="3114"/>
                    </a:lnTo>
                    <a:lnTo>
                      <a:pt x="3008" y="3114"/>
                    </a:lnTo>
                    <a:lnTo>
                      <a:pt x="3002" y="2953"/>
                    </a:lnTo>
                    <a:lnTo>
                      <a:pt x="2991" y="2794"/>
                    </a:lnTo>
                    <a:lnTo>
                      <a:pt x="2972" y="2638"/>
                    </a:lnTo>
                    <a:lnTo>
                      <a:pt x="2945" y="2485"/>
                    </a:lnTo>
                    <a:lnTo>
                      <a:pt x="2912" y="2334"/>
                    </a:lnTo>
                    <a:lnTo>
                      <a:pt x="2870" y="2185"/>
                    </a:lnTo>
                    <a:lnTo>
                      <a:pt x="2824" y="2041"/>
                    </a:lnTo>
                    <a:lnTo>
                      <a:pt x="2770" y="1900"/>
                    </a:lnTo>
                    <a:lnTo>
                      <a:pt x="2709" y="1763"/>
                    </a:lnTo>
                    <a:lnTo>
                      <a:pt x="2642" y="1628"/>
                    </a:lnTo>
                    <a:lnTo>
                      <a:pt x="2571" y="1498"/>
                    </a:lnTo>
                    <a:lnTo>
                      <a:pt x="2493" y="1371"/>
                    </a:lnTo>
                    <a:lnTo>
                      <a:pt x="2410" y="1250"/>
                    </a:lnTo>
                    <a:lnTo>
                      <a:pt x="2319" y="1132"/>
                    </a:lnTo>
                    <a:lnTo>
                      <a:pt x="2224" y="1018"/>
                    </a:lnTo>
                    <a:lnTo>
                      <a:pt x="2126" y="911"/>
                    </a:lnTo>
                    <a:lnTo>
                      <a:pt x="2021" y="808"/>
                    </a:lnTo>
                    <a:lnTo>
                      <a:pt x="1913" y="711"/>
                    </a:lnTo>
                    <a:lnTo>
                      <a:pt x="1798" y="616"/>
                    </a:lnTo>
                    <a:lnTo>
                      <a:pt x="1681" y="530"/>
                    </a:lnTo>
                    <a:lnTo>
                      <a:pt x="1558" y="449"/>
                    </a:lnTo>
                    <a:lnTo>
                      <a:pt x="1432" y="374"/>
                    </a:lnTo>
                    <a:lnTo>
                      <a:pt x="1302" y="306"/>
                    </a:lnTo>
                    <a:lnTo>
                      <a:pt x="1169" y="244"/>
                    </a:lnTo>
                    <a:lnTo>
                      <a:pt x="1032" y="187"/>
                    </a:lnTo>
                    <a:lnTo>
                      <a:pt x="893" y="138"/>
                    </a:lnTo>
                    <a:lnTo>
                      <a:pt x="750" y="97"/>
                    </a:lnTo>
                    <a:lnTo>
                      <a:pt x="603" y="61"/>
                    </a:lnTo>
                    <a:lnTo>
                      <a:pt x="456" y="35"/>
                    </a:lnTo>
                    <a:lnTo>
                      <a:pt x="305" y="15"/>
                    </a:lnTo>
                    <a:lnTo>
                      <a:pt x="152" y="3"/>
                    </a:lnTo>
                    <a:lnTo>
                      <a:pt x="0" y="0"/>
                    </a:lnTo>
                    <a:lnTo>
                      <a:pt x="0" y="1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66" name="Freeform 88"/>
              <p:cNvSpPr/>
              <p:nvPr/>
            </p:nvSpPr>
            <p:spPr>
              <a:xfrm>
                <a:off x="3976920" y="3668760"/>
                <a:ext cx="1706400" cy="1766520"/>
              </a:xfrm>
              <a:custGeom>
                <a:avLst/>
                <a:gdLst>
                  <a:gd name="textAreaLeft" fmla="*/ 0 w 1706400"/>
                  <a:gd name="textAreaRight" fmla="*/ 1706760 w 1706400"/>
                  <a:gd name="textAreaTop" fmla="*/ 0 h 1766520"/>
                  <a:gd name="textAreaBottom" fmla="*/ 1766880 h 1766520"/>
                </a:gdLst>
                <a:ahLst/>
                <a:rect l="textAreaLeft" t="textAreaTop" r="textAreaRight" b="textAreaBottom"/>
                <a:pathLst>
                  <a:path w="3008" h="3115">
                    <a:moveTo>
                      <a:pt x="2991" y="0"/>
                    </a:moveTo>
                    <a:lnTo>
                      <a:pt x="2986" y="158"/>
                    </a:lnTo>
                    <a:lnTo>
                      <a:pt x="2975" y="316"/>
                    </a:lnTo>
                    <a:lnTo>
                      <a:pt x="2956" y="470"/>
                    </a:lnTo>
                    <a:lnTo>
                      <a:pt x="2929" y="623"/>
                    </a:lnTo>
                    <a:lnTo>
                      <a:pt x="2896" y="772"/>
                    </a:lnTo>
                    <a:lnTo>
                      <a:pt x="2854" y="920"/>
                    </a:lnTo>
                    <a:lnTo>
                      <a:pt x="2808" y="1064"/>
                    </a:lnTo>
                    <a:lnTo>
                      <a:pt x="2756" y="1204"/>
                    </a:lnTo>
                    <a:lnTo>
                      <a:pt x="2695" y="1342"/>
                    </a:lnTo>
                    <a:lnTo>
                      <a:pt x="2629" y="1477"/>
                    </a:lnTo>
                    <a:lnTo>
                      <a:pt x="2557" y="1605"/>
                    </a:lnTo>
                    <a:lnTo>
                      <a:pt x="2479" y="1731"/>
                    </a:lnTo>
                    <a:lnTo>
                      <a:pt x="2396" y="1854"/>
                    </a:lnTo>
                    <a:lnTo>
                      <a:pt x="2307" y="1971"/>
                    </a:lnTo>
                    <a:lnTo>
                      <a:pt x="2213" y="2082"/>
                    </a:lnTo>
                    <a:lnTo>
                      <a:pt x="2115" y="2191"/>
                    </a:lnTo>
                    <a:lnTo>
                      <a:pt x="2010" y="2292"/>
                    </a:lnTo>
                    <a:lnTo>
                      <a:pt x="1902" y="2390"/>
                    </a:lnTo>
                    <a:lnTo>
                      <a:pt x="1789" y="2481"/>
                    </a:lnTo>
                    <a:lnTo>
                      <a:pt x="1671" y="2569"/>
                    </a:lnTo>
                    <a:lnTo>
                      <a:pt x="1549" y="2650"/>
                    </a:lnTo>
                    <a:lnTo>
                      <a:pt x="1425" y="2723"/>
                    </a:lnTo>
                    <a:lnTo>
                      <a:pt x="1295" y="2792"/>
                    </a:lnTo>
                    <a:lnTo>
                      <a:pt x="1162" y="2855"/>
                    </a:lnTo>
                    <a:lnTo>
                      <a:pt x="1027" y="2909"/>
                    </a:lnTo>
                    <a:lnTo>
                      <a:pt x="888" y="2958"/>
                    </a:lnTo>
                    <a:lnTo>
                      <a:pt x="745" y="3000"/>
                    </a:lnTo>
                    <a:lnTo>
                      <a:pt x="601" y="3035"/>
                    </a:lnTo>
                    <a:lnTo>
                      <a:pt x="454" y="3062"/>
                    </a:lnTo>
                    <a:lnTo>
                      <a:pt x="303" y="3082"/>
                    </a:lnTo>
                    <a:lnTo>
                      <a:pt x="152" y="3093"/>
                    </a:lnTo>
                    <a:lnTo>
                      <a:pt x="0" y="3099"/>
                    </a:lnTo>
                    <a:lnTo>
                      <a:pt x="0" y="3115"/>
                    </a:lnTo>
                    <a:lnTo>
                      <a:pt x="152" y="3109"/>
                    </a:lnTo>
                    <a:lnTo>
                      <a:pt x="305" y="3098"/>
                    </a:lnTo>
                    <a:lnTo>
                      <a:pt x="456" y="3078"/>
                    </a:lnTo>
                    <a:lnTo>
                      <a:pt x="603" y="3052"/>
                    </a:lnTo>
                    <a:lnTo>
                      <a:pt x="750" y="3016"/>
                    </a:lnTo>
                    <a:lnTo>
                      <a:pt x="893" y="2974"/>
                    </a:lnTo>
                    <a:lnTo>
                      <a:pt x="1032" y="2925"/>
                    </a:lnTo>
                    <a:lnTo>
                      <a:pt x="1169" y="2868"/>
                    </a:lnTo>
                    <a:lnTo>
                      <a:pt x="1302" y="2806"/>
                    </a:lnTo>
                    <a:lnTo>
                      <a:pt x="1432" y="2737"/>
                    </a:lnTo>
                    <a:lnTo>
                      <a:pt x="1558" y="2663"/>
                    </a:lnTo>
                    <a:lnTo>
                      <a:pt x="1681" y="2583"/>
                    </a:lnTo>
                    <a:lnTo>
                      <a:pt x="1798" y="2495"/>
                    </a:lnTo>
                    <a:lnTo>
                      <a:pt x="1913" y="2402"/>
                    </a:lnTo>
                    <a:lnTo>
                      <a:pt x="2021" y="2304"/>
                    </a:lnTo>
                    <a:lnTo>
                      <a:pt x="2126" y="2203"/>
                    </a:lnTo>
                    <a:lnTo>
                      <a:pt x="2224" y="2093"/>
                    </a:lnTo>
                    <a:lnTo>
                      <a:pt x="2319" y="1980"/>
                    </a:lnTo>
                    <a:lnTo>
                      <a:pt x="2410" y="1863"/>
                    </a:lnTo>
                    <a:lnTo>
                      <a:pt x="2493" y="1741"/>
                    </a:lnTo>
                    <a:lnTo>
                      <a:pt x="2571" y="1614"/>
                    </a:lnTo>
                    <a:lnTo>
                      <a:pt x="2642" y="1484"/>
                    </a:lnTo>
                    <a:lnTo>
                      <a:pt x="2709" y="1349"/>
                    </a:lnTo>
                    <a:lnTo>
                      <a:pt x="2770" y="1211"/>
                    </a:lnTo>
                    <a:lnTo>
                      <a:pt x="2824" y="1069"/>
                    </a:lnTo>
                    <a:lnTo>
                      <a:pt x="2870" y="925"/>
                    </a:lnTo>
                    <a:lnTo>
                      <a:pt x="2912" y="776"/>
                    </a:lnTo>
                    <a:lnTo>
                      <a:pt x="2945" y="625"/>
                    </a:lnTo>
                    <a:lnTo>
                      <a:pt x="2972" y="472"/>
                    </a:lnTo>
                    <a:lnTo>
                      <a:pt x="2991" y="318"/>
                    </a:lnTo>
                    <a:lnTo>
                      <a:pt x="3002" y="158"/>
                    </a:lnTo>
                    <a:lnTo>
                      <a:pt x="3008" y="0"/>
                    </a:lnTo>
                    <a:lnTo>
                      <a:pt x="2991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67" name="Freeform 89"/>
              <p:cNvSpPr/>
              <p:nvPr/>
            </p:nvSpPr>
            <p:spPr>
              <a:xfrm>
                <a:off x="2213280" y="1906560"/>
                <a:ext cx="3465360" cy="3524400"/>
              </a:xfrm>
              <a:custGeom>
                <a:avLst/>
                <a:gdLst>
                  <a:gd name="textAreaLeft" fmla="*/ 0 w 3465360"/>
                  <a:gd name="textAreaRight" fmla="*/ 3465720 w 3465360"/>
                  <a:gd name="textAreaTop" fmla="*/ 0 h 3524400"/>
                  <a:gd name="textAreaBottom" fmla="*/ 3524760 h 3524400"/>
                </a:gdLst>
                <a:ahLst/>
                <a:rect l="textAreaLeft" t="textAreaTop" r="textAreaRight" b="textAreaBottom"/>
                <a:pathLst>
                  <a:path w="6107" h="6213">
                    <a:moveTo>
                      <a:pt x="3108" y="6213"/>
                    </a:moveTo>
                    <a:lnTo>
                      <a:pt x="2980" y="6211"/>
                    </a:lnTo>
                    <a:lnTo>
                      <a:pt x="2852" y="6203"/>
                    </a:lnTo>
                    <a:lnTo>
                      <a:pt x="2727" y="6190"/>
                    </a:lnTo>
                    <a:lnTo>
                      <a:pt x="2603" y="6171"/>
                    </a:lnTo>
                    <a:lnTo>
                      <a:pt x="2481" y="6150"/>
                    </a:lnTo>
                    <a:lnTo>
                      <a:pt x="2361" y="6122"/>
                    </a:lnTo>
                    <a:lnTo>
                      <a:pt x="2242" y="6091"/>
                    </a:lnTo>
                    <a:lnTo>
                      <a:pt x="2125" y="6054"/>
                    </a:lnTo>
                    <a:lnTo>
                      <a:pt x="2010" y="6014"/>
                    </a:lnTo>
                    <a:lnTo>
                      <a:pt x="1898" y="5969"/>
                    </a:lnTo>
                    <a:lnTo>
                      <a:pt x="1788" y="5919"/>
                    </a:lnTo>
                    <a:lnTo>
                      <a:pt x="1680" y="5866"/>
                    </a:lnTo>
                    <a:lnTo>
                      <a:pt x="1574" y="5809"/>
                    </a:lnTo>
                    <a:lnTo>
                      <a:pt x="1471" y="5747"/>
                    </a:lnTo>
                    <a:lnTo>
                      <a:pt x="1371" y="5683"/>
                    </a:lnTo>
                    <a:lnTo>
                      <a:pt x="1273" y="5614"/>
                    </a:lnTo>
                    <a:lnTo>
                      <a:pt x="1177" y="5541"/>
                    </a:lnTo>
                    <a:lnTo>
                      <a:pt x="1085" y="5465"/>
                    </a:lnTo>
                    <a:lnTo>
                      <a:pt x="996" y="5386"/>
                    </a:lnTo>
                    <a:lnTo>
                      <a:pt x="911" y="5303"/>
                    </a:lnTo>
                    <a:lnTo>
                      <a:pt x="828" y="5216"/>
                    </a:lnTo>
                    <a:lnTo>
                      <a:pt x="749" y="5128"/>
                    </a:lnTo>
                    <a:lnTo>
                      <a:pt x="673" y="5037"/>
                    </a:lnTo>
                    <a:lnTo>
                      <a:pt x="600" y="4941"/>
                    </a:lnTo>
                    <a:lnTo>
                      <a:pt x="531" y="4843"/>
                    </a:lnTo>
                    <a:lnTo>
                      <a:pt x="467" y="4743"/>
                    </a:lnTo>
                    <a:lnTo>
                      <a:pt x="406" y="4640"/>
                    </a:lnTo>
                    <a:lnTo>
                      <a:pt x="348" y="4534"/>
                    </a:lnTo>
                    <a:lnTo>
                      <a:pt x="295" y="4426"/>
                    </a:lnTo>
                    <a:lnTo>
                      <a:pt x="245" y="4316"/>
                    </a:lnTo>
                    <a:lnTo>
                      <a:pt x="200" y="4204"/>
                    </a:lnTo>
                    <a:lnTo>
                      <a:pt x="159" y="4089"/>
                    </a:lnTo>
                    <a:lnTo>
                      <a:pt x="123" y="3972"/>
                    </a:lnTo>
                    <a:lnTo>
                      <a:pt x="91" y="3854"/>
                    </a:lnTo>
                    <a:lnTo>
                      <a:pt x="63" y="3733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185" y="1"/>
                    </a:lnTo>
                    <a:lnTo>
                      <a:pt x="3262" y="5"/>
                    </a:lnTo>
                    <a:lnTo>
                      <a:pt x="3338" y="9"/>
                    </a:lnTo>
                    <a:lnTo>
                      <a:pt x="3414" y="16"/>
                    </a:lnTo>
                    <a:lnTo>
                      <a:pt x="3490" y="25"/>
                    </a:lnTo>
                    <a:lnTo>
                      <a:pt x="3565" y="36"/>
                    </a:lnTo>
                    <a:lnTo>
                      <a:pt x="3639" y="48"/>
                    </a:lnTo>
                    <a:lnTo>
                      <a:pt x="3713" y="63"/>
                    </a:lnTo>
                    <a:lnTo>
                      <a:pt x="3785" y="80"/>
                    </a:lnTo>
                    <a:lnTo>
                      <a:pt x="3858" y="98"/>
                    </a:lnTo>
                    <a:lnTo>
                      <a:pt x="3929" y="118"/>
                    </a:lnTo>
                    <a:lnTo>
                      <a:pt x="3999" y="139"/>
                    </a:lnTo>
                    <a:lnTo>
                      <a:pt x="4070" y="164"/>
                    </a:lnTo>
                    <a:lnTo>
                      <a:pt x="4139" y="189"/>
                    </a:lnTo>
                    <a:lnTo>
                      <a:pt x="4208" y="215"/>
                    </a:lnTo>
                    <a:lnTo>
                      <a:pt x="4276" y="244"/>
                    </a:lnTo>
                    <a:lnTo>
                      <a:pt x="4343" y="274"/>
                    </a:lnTo>
                    <a:lnTo>
                      <a:pt x="4408" y="307"/>
                    </a:lnTo>
                    <a:lnTo>
                      <a:pt x="4473" y="340"/>
                    </a:lnTo>
                    <a:lnTo>
                      <a:pt x="4537" y="374"/>
                    </a:lnTo>
                    <a:lnTo>
                      <a:pt x="4601" y="411"/>
                    </a:lnTo>
                    <a:lnTo>
                      <a:pt x="4663" y="449"/>
                    </a:lnTo>
                    <a:lnTo>
                      <a:pt x="4785" y="530"/>
                    </a:lnTo>
                    <a:lnTo>
                      <a:pt x="4844" y="573"/>
                    </a:lnTo>
                    <a:lnTo>
                      <a:pt x="4903" y="618"/>
                    </a:lnTo>
                    <a:lnTo>
                      <a:pt x="4960" y="662"/>
                    </a:lnTo>
                    <a:lnTo>
                      <a:pt x="5071" y="757"/>
                    </a:lnTo>
                    <a:lnTo>
                      <a:pt x="5125" y="806"/>
                    </a:lnTo>
                    <a:lnTo>
                      <a:pt x="5178" y="857"/>
                    </a:lnTo>
                    <a:lnTo>
                      <a:pt x="5279" y="963"/>
                    </a:lnTo>
                    <a:lnTo>
                      <a:pt x="5328" y="1017"/>
                    </a:lnTo>
                    <a:lnTo>
                      <a:pt x="5376" y="1074"/>
                    </a:lnTo>
                    <a:lnTo>
                      <a:pt x="5422" y="1130"/>
                    </a:lnTo>
                    <a:lnTo>
                      <a:pt x="5468" y="1189"/>
                    </a:lnTo>
                    <a:lnTo>
                      <a:pt x="5512" y="1248"/>
                    </a:lnTo>
                    <a:lnTo>
                      <a:pt x="5555" y="1308"/>
                    </a:lnTo>
                    <a:lnTo>
                      <a:pt x="5635" y="1432"/>
                    </a:lnTo>
                    <a:lnTo>
                      <a:pt x="5673" y="1495"/>
                    </a:lnTo>
                    <a:lnTo>
                      <a:pt x="5710" y="1560"/>
                    </a:lnTo>
                    <a:lnTo>
                      <a:pt x="5746" y="1626"/>
                    </a:lnTo>
                    <a:lnTo>
                      <a:pt x="5779" y="1692"/>
                    </a:lnTo>
                    <a:lnTo>
                      <a:pt x="5811" y="1759"/>
                    </a:lnTo>
                    <a:lnTo>
                      <a:pt x="5843" y="1827"/>
                    </a:lnTo>
                    <a:lnTo>
                      <a:pt x="5871" y="1897"/>
                    </a:lnTo>
                    <a:lnTo>
                      <a:pt x="5899" y="1967"/>
                    </a:lnTo>
                    <a:lnTo>
                      <a:pt x="5925" y="2038"/>
                    </a:lnTo>
                    <a:lnTo>
                      <a:pt x="5950" y="2109"/>
                    </a:lnTo>
                    <a:lnTo>
                      <a:pt x="5973" y="2182"/>
                    </a:lnTo>
                    <a:lnTo>
                      <a:pt x="5993" y="2256"/>
                    </a:lnTo>
                    <a:lnTo>
                      <a:pt x="6013" y="2329"/>
                    </a:lnTo>
                    <a:lnTo>
                      <a:pt x="6030" y="2404"/>
                    </a:lnTo>
                    <a:lnTo>
                      <a:pt x="6046" y="2480"/>
                    </a:lnTo>
                    <a:lnTo>
                      <a:pt x="6060" y="2556"/>
                    </a:lnTo>
                    <a:lnTo>
                      <a:pt x="6073" y="2632"/>
                    </a:lnTo>
                    <a:lnTo>
                      <a:pt x="6083" y="2711"/>
                    </a:lnTo>
                    <a:lnTo>
                      <a:pt x="6092" y="2788"/>
                    </a:lnTo>
                    <a:lnTo>
                      <a:pt x="6098" y="2867"/>
                    </a:lnTo>
                    <a:lnTo>
                      <a:pt x="6104" y="2946"/>
                    </a:lnTo>
                    <a:lnTo>
                      <a:pt x="6106" y="3025"/>
                    </a:lnTo>
                    <a:lnTo>
                      <a:pt x="6107" y="3106"/>
                    </a:lnTo>
                    <a:lnTo>
                      <a:pt x="6106" y="3187"/>
                    </a:lnTo>
                    <a:lnTo>
                      <a:pt x="6104" y="3266"/>
                    </a:lnTo>
                    <a:lnTo>
                      <a:pt x="6098" y="3346"/>
                    </a:lnTo>
                    <a:lnTo>
                      <a:pt x="6092" y="3424"/>
                    </a:lnTo>
                    <a:lnTo>
                      <a:pt x="6083" y="3502"/>
                    </a:lnTo>
                    <a:lnTo>
                      <a:pt x="6073" y="3579"/>
                    </a:lnTo>
                    <a:lnTo>
                      <a:pt x="6060" y="3657"/>
                    </a:lnTo>
                    <a:lnTo>
                      <a:pt x="6046" y="3733"/>
                    </a:lnTo>
                    <a:lnTo>
                      <a:pt x="6030" y="3807"/>
                    </a:lnTo>
                    <a:lnTo>
                      <a:pt x="6013" y="3882"/>
                    </a:lnTo>
                    <a:lnTo>
                      <a:pt x="5993" y="3957"/>
                    </a:lnTo>
                    <a:lnTo>
                      <a:pt x="5973" y="4030"/>
                    </a:lnTo>
                    <a:lnTo>
                      <a:pt x="5950" y="4102"/>
                    </a:lnTo>
                    <a:lnTo>
                      <a:pt x="5925" y="4175"/>
                    </a:lnTo>
                    <a:lnTo>
                      <a:pt x="5899" y="4245"/>
                    </a:lnTo>
                    <a:lnTo>
                      <a:pt x="5871" y="4316"/>
                    </a:lnTo>
                    <a:lnTo>
                      <a:pt x="5843" y="4385"/>
                    </a:lnTo>
                    <a:lnTo>
                      <a:pt x="5811" y="4453"/>
                    </a:lnTo>
                    <a:lnTo>
                      <a:pt x="5779" y="4521"/>
                    </a:lnTo>
                    <a:lnTo>
                      <a:pt x="5746" y="4587"/>
                    </a:lnTo>
                    <a:lnTo>
                      <a:pt x="5710" y="4653"/>
                    </a:lnTo>
                    <a:lnTo>
                      <a:pt x="5673" y="4718"/>
                    </a:lnTo>
                    <a:lnTo>
                      <a:pt x="5635" y="4781"/>
                    </a:lnTo>
                    <a:lnTo>
                      <a:pt x="5595" y="4843"/>
                    </a:lnTo>
                    <a:lnTo>
                      <a:pt x="5555" y="4904"/>
                    </a:lnTo>
                    <a:lnTo>
                      <a:pt x="5512" y="4965"/>
                    </a:lnTo>
                    <a:lnTo>
                      <a:pt x="5468" y="5024"/>
                    </a:lnTo>
                    <a:lnTo>
                      <a:pt x="5422" y="5083"/>
                    </a:lnTo>
                    <a:lnTo>
                      <a:pt x="5376" y="5139"/>
                    </a:lnTo>
                    <a:lnTo>
                      <a:pt x="5328" y="5196"/>
                    </a:lnTo>
                    <a:lnTo>
                      <a:pt x="5279" y="5250"/>
                    </a:lnTo>
                    <a:lnTo>
                      <a:pt x="5229" y="5303"/>
                    </a:lnTo>
                    <a:lnTo>
                      <a:pt x="5178" y="5355"/>
                    </a:lnTo>
                    <a:lnTo>
                      <a:pt x="5125" y="5406"/>
                    </a:lnTo>
                    <a:lnTo>
                      <a:pt x="5071" y="5455"/>
                    </a:lnTo>
                    <a:lnTo>
                      <a:pt x="5015" y="5503"/>
                    </a:lnTo>
                    <a:lnTo>
                      <a:pt x="4960" y="5551"/>
                    </a:lnTo>
                    <a:lnTo>
                      <a:pt x="4903" y="5595"/>
                    </a:lnTo>
                    <a:lnTo>
                      <a:pt x="4844" y="5640"/>
                    </a:lnTo>
                    <a:lnTo>
                      <a:pt x="4785" y="5683"/>
                    </a:lnTo>
                    <a:lnTo>
                      <a:pt x="4663" y="5764"/>
                    </a:lnTo>
                    <a:lnTo>
                      <a:pt x="4601" y="5802"/>
                    </a:lnTo>
                    <a:lnTo>
                      <a:pt x="4537" y="5839"/>
                    </a:lnTo>
                    <a:lnTo>
                      <a:pt x="4473" y="5873"/>
                    </a:lnTo>
                    <a:lnTo>
                      <a:pt x="4408" y="5906"/>
                    </a:lnTo>
                    <a:lnTo>
                      <a:pt x="4343" y="5939"/>
                    </a:lnTo>
                    <a:lnTo>
                      <a:pt x="4276" y="5969"/>
                    </a:lnTo>
                    <a:lnTo>
                      <a:pt x="4208" y="5997"/>
                    </a:lnTo>
                    <a:lnTo>
                      <a:pt x="4139" y="6024"/>
                    </a:lnTo>
                    <a:lnTo>
                      <a:pt x="4070" y="6049"/>
                    </a:lnTo>
                    <a:lnTo>
                      <a:pt x="3999" y="6074"/>
                    </a:lnTo>
                    <a:lnTo>
                      <a:pt x="3929" y="6095"/>
                    </a:lnTo>
                    <a:lnTo>
                      <a:pt x="3858" y="6115"/>
                    </a:lnTo>
                    <a:lnTo>
                      <a:pt x="3785" y="6133"/>
                    </a:lnTo>
                    <a:lnTo>
                      <a:pt x="3713" y="6150"/>
                    </a:lnTo>
                    <a:lnTo>
                      <a:pt x="3639" y="6165"/>
                    </a:lnTo>
                    <a:lnTo>
                      <a:pt x="3565" y="6177"/>
                    </a:lnTo>
                    <a:lnTo>
                      <a:pt x="3490" y="6188"/>
                    </a:lnTo>
                    <a:lnTo>
                      <a:pt x="3414" y="6197"/>
                    </a:lnTo>
                    <a:lnTo>
                      <a:pt x="3338" y="6204"/>
                    </a:lnTo>
                    <a:lnTo>
                      <a:pt x="3262" y="6208"/>
                    </a:lnTo>
                    <a:lnTo>
                      <a:pt x="3185" y="6212"/>
                    </a:lnTo>
                    <a:lnTo>
                      <a:pt x="3108" y="6213"/>
                    </a:lnTo>
                    <a:close/>
                  </a:path>
                </a:pathLst>
              </a:custGeom>
              <a:solidFill>
                <a:srgbClr val="00cd3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68" name="Freeform 90"/>
              <p:cNvSpPr/>
              <p:nvPr/>
            </p:nvSpPr>
            <p:spPr>
              <a:xfrm>
                <a:off x="2213280" y="1906560"/>
                <a:ext cx="3465360" cy="3524400"/>
              </a:xfrm>
              <a:custGeom>
                <a:avLst/>
                <a:gdLst>
                  <a:gd name="textAreaLeft" fmla="*/ 0 w 3465360"/>
                  <a:gd name="textAreaRight" fmla="*/ 3465720 w 3465360"/>
                  <a:gd name="textAreaTop" fmla="*/ 0 h 3524400"/>
                  <a:gd name="textAreaBottom" fmla="*/ 3524760 h 3524400"/>
                </a:gdLst>
                <a:ahLst/>
                <a:rect l="textAreaLeft" t="textAreaTop" r="textAreaRight" b="textAreaBottom"/>
                <a:pathLst>
                  <a:path w="6107" h="6213">
                    <a:moveTo>
                      <a:pt x="5359" y="1053"/>
                    </a:moveTo>
                    <a:lnTo>
                      <a:pt x="5356" y="1051"/>
                    </a:lnTo>
                    <a:lnTo>
                      <a:pt x="5351" y="1045"/>
                    </a:lnTo>
                    <a:lnTo>
                      <a:pt x="5341" y="1037"/>
                    </a:lnTo>
                    <a:lnTo>
                      <a:pt x="5330" y="1027"/>
                    </a:lnTo>
                    <a:lnTo>
                      <a:pt x="5316" y="1013"/>
                    </a:lnTo>
                    <a:lnTo>
                      <a:pt x="5299" y="998"/>
                    </a:lnTo>
                    <a:lnTo>
                      <a:pt x="5279" y="980"/>
                    </a:lnTo>
                    <a:lnTo>
                      <a:pt x="5256" y="961"/>
                    </a:lnTo>
                    <a:lnTo>
                      <a:pt x="5232" y="940"/>
                    </a:lnTo>
                    <a:lnTo>
                      <a:pt x="5204" y="917"/>
                    </a:lnTo>
                    <a:lnTo>
                      <a:pt x="5176" y="893"/>
                    </a:lnTo>
                    <a:lnTo>
                      <a:pt x="5144" y="868"/>
                    </a:lnTo>
                    <a:lnTo>
                      <a:pt x="5111" y="842"/>
                    </a:lnTo>
                    <a:lnTo>
                      <a:pt x="5075" y="815"/>
                    </a:lnTo>
                    <a:lnTo>
                      <a:pt x="5038" y="787"/>
                    </a:lnTo>
                    <a:lnTo>
                      <a:pt x="4999" y="758"/>
                    </a:lnTo>
                    <a:lnTo>
                      <a:pt x="4916" y="699"/>
                    </a:lnTo>
                    <a:lnTo>
                      <a:pt x="4828" y="641"/>
                    </a:lnTo>
                    <a:lnTo>
                      <a:pt x="4734" y="583"/>
                    </a:lnTo>
                    <a:lnTo>
                      <a:pt x="4636" y="527"/>
                    </a:lnTo>
                    <a:lnTo>
                      <a:pt x="4535" y="475"/>
                    </a:lnTo>
                    <a:lnTo>
                      <a:pt x="4430" y="426"/>
                    </a:lnTo>
                    <a:lnTo>
                      <a:pt x="4378" y="404"/>
                    </a:lnTo>
                    <a:lnTo>
                      <a:pt x="4324" y="385"/>
                    </a:lnTo>
                    <a:lnTo>
                      <a:pt x="4271" y="366"/>
                    </a:lnTo>
                    <a:lnTo>
                      <a:pt x="4217" y="350"/>
                    </a:lnTo>
                    <a:lnTo>
                      <a:pt x="4164" y="336"/>
                    </a:lnTo>
                    <a:lnTo>
                      <a:pt x="4110" y="325"/>
                    </a:lnTo>
                    <a:lnTo>
                      <a:pt x="4056" y="316"/>
                    </a:lnTo>
                    <a:lnTo>
                      <a:pt x="4003" y="310"/>
                    </a:lnTo>
                    <a:lnTo>
                      <a:pt x="3949" y="305"/>
                    </a:lnTo>
                    <a:lnTo>
                      <a:pt x="3896" y="305"/>
                    </a:lnTo>
                    <a:lnTo>
                      <a:pt x="3844" y="308"/>
                    </a:lnTo>
                    <a:lnTo>
                      <a:pt x="3792" y="313"/>
                    </a:lnTo>
                    <a:lnTo>
                      <a:pt x="3740" y="323"/>
                    </a:lnTo>
                    <a:lnTo>
                      <a:pt x="3691" y="335"/>
                    </a:lnTo>
                    <a:lnTo>
                      <a:pt x="3641" y="353"/>
                    </a:lnTo>
                    <a:lnTo>
                      <a:pt x="3592" y="373"/>
                    </a:lnTo>
                    <a:lnTo>
                      <a:pt x="3544" y="398"/>
                    </a:lnTo>
                    <a:lnTo>
                      <a:pt x="3498" y="426"/>
                    </a:lnTo>
                    <a:lnTo>
                      <a:pt x="3453" y="460"/>
                    </a:lnTo>
                    <a:lnTo>
                      <a:pt x="3410" y="498"/>
                    </a:lnTo>
                    <a:lnTo>
                      <a:pt x="3367" y="542"/>
                    </a:lnTo>
                    <a:lnTo>
                      <a:pt x="3327" y="589"/>
                    </a:lnTo>
                    <a:lnTo>
                      <a:pt x="3288" y="642"/>
                    </a:lnTo>
                    <a:lnTo>
                      <a:pt x="3250" y="699"/>
                    </a:lnTo>
                    <a:lnTo>
                      <a:pt x="3214" y="763"/>
                    </a:lnTo>
                    <a:lnTo>
                      <a:pt x="3180" y="832"/>
                    </a:lnTo>
                    <a:lnTo>
                      <a:pt x="3148" y="907"/>
                    </a:lnTo>
                    <a:lnTo>
                      <a:pt x="3133" y="947"/>
                    </a:lnTo>
                    <a:lnTo>
                      <a:pt x="3119" y="988"/>
                    </a:lnTo>
                    <a:lnTo>
                      <a:pt x="3106" y="1031"/>
                    </a:lnTo>
                    <a:lnTo>
                      <a:pt x="3092" y="1075"/>
                    </a:lnTo>
                    <a:lnTo>
                      <a:pt x="3079" y="1121"/>
                    </a:lnTo>
                    <a:lnTo>
                      <a:pt x="3066" y="1168"/>
                    </a:lnTo>
                    <a:lnTo>
                      <a:pt x="3055" y="1217"/>
                    </a:lnTo>
                    <a:lnTo>
                      <a:pt x="3045" y="1267"/>
                    </a:lnTo>
                    <a:lnTo>
                      <a:pt x="3034" y="1319"/>
                    </a:lnTo>
                    <a:lnTo>
                      <a:pt x="3024" y="1373"/>
                    </a:lnTo>
                    <a:lnTo>
                      <a:pt x="3015" y="1429"/>
                    </a:lnTo>
                    <a:lnTo>
                      <a:pt x="3007" y="1486"/>
                    </a:lnTo>
                    <a:lnTo>
                      <a:pt x="2998" y="1545"/>
                    </a:lnTo>
                    <a:lnTo>
                      <a:pt x="2992" y="1606"/>
                    </a:lnTo>
                    <a:lnTo>
                      <a:pt x="2986" y="1668"/>
                    </a:lnTo>
                    <a:lnTo>
                      <a:pt x="2980" y="1733"/>
                    </a:lnTo>
                    <a:lnTo>
                      <a:pt x="2975" y="1798"/>
                    </a:lnTo>
                    <a:lnTo>
                      <a:pt x="2971" y="1866"/>
                    </a:lnTo>
                    <a:lnTo>
                      <a:pt x="2969" y="1940"/>
                    </a:lnTo>
                    <a:lnTo>
                      <a:pt x="2969" y="2010"/>
                    </a:lnTo>
                    <a:lnTo>
                      <a:pt x="2973" y="2079"/>
                    </a:lnTo>
                    <a:lnTo>
                      <a:pt x="2980" y="2145"/>
                    </a:lnTo>
                    <a:lnTo>
                      <a:pt x="2989" y="2210"/>
                    </a:lnTo>
                    <a:lnTo>
                      <a:pt x="3002" y="2272"/>
                    </a:lnTo>
                    <a:lnTo>
                      <a:pt x="3017" y="2332"/>
                    </a:lnTo>
                    <a:lnTo>
                      <a:pt x="3034" y="2388"/>
                    </a:lnTo>
                    <a:lnTo>
                      <a:pt x="3055" y="2445"/>
                    </a:lnTo>
                    <a:lnTo>
                      <a:pt x="3078" y="2498"/>
                    </a:lnTo>
                    <a:lnTo>
                      <a:pt x="3103" y="2548"/>
                    </a:lnTo>
                    <a:lnTo>
                      <a:pt x="3131" y="2598"/>
                    </a:lnTo>
                    <a:lnTo>
                      <a:pt x="3161" y="2645"/>
                    </a:lnTo>
                    <a:lnTo>
                      <a:pt x="3192" y="2690"/>
                    </a:lnTo>
                    <a:lnTo>
                      <a:pt x="3227" y="2733"/>
                    </a:lnTo>
                    <a:lnTo>
                      <a:pt x="3262" y="2774"/>
                    </a:lnTo>
                    <a:lnTo>
                      <a:pt x="3300" y="2813"/>
                    </a:lnTo>
                    <a:lnTo>
                      <a:pt x="3339" y="2850"/>
                    </a:lnTo>
                    <a:lnTo>
                      <a:pt x="3381" y="2886"/>
                    </a:lnTo>
                    <a:lnTo>
                      <a:pt x="3424" y="2919"/>
                    </a:lnTo>
                    <a:lnTo>
                      <a:pt x="3467" y="2950"/>
                    </a:lnTo>
                    <a:lnTo>
                      <a:pt x="3513" y="2980"/>
                    </a:lnTo>
                    <a:lnTo>
                      <a:pt x="3561" y="3008"/>
                    </a:lnTo>
                    <a:lnTo>
                      <a:pt x="3609" y="3034"/>
                    </a:lnTo>
                    <a:lnTo>
                      <a:pt x="3659" y="3060"/>
                    </a:lnTo>
                    <a:lnTo>
                      <a:pt x="3760" y="3104"/>
                    </a:lnTo>
                    <a:lnTo>
                      <a:pt x="3813" y="3123"/>
                    </a:lnTo>
                    <a:lnTo>
                      <a:pt x="3866" y="3140"/>
                    </a:lnTo>
                    <a:lnTo>
                      <a:pt x="3920" y="3158"/>
                    </a:lnTo>
                    <a:lnTo>
                      <a:pt x="3974" y="3173"/>
                    </a:lnTo>
                    <a:lnTo>
                      <a:pt x="4029" y="3185"/>
                    </a:lnTo>
                    <a:lnTo>
                      <a:pt x="4141" y="3207"/>
                    </a:lnTo>
                    <a:lnTo>
                      <a:pt x="4254" y="3223"/>
                    </a:lnTo>
                    <a:lnTo>
                      <a:pt x="4367" y="3235"/>
                    </a:lnTo>
                    <a:lnTo>
                      <a:pt x="4480" y="3240"/>
                    </a:lnTo>
                    <a:lnTo>
                      <a:pt x="4592" y="3240"/>
                    </a:lnTo>
                    <a:lnTo>
                      <a:pt x="4702" y="3235"/>
                    </a:lnTo>
                    <a:lnTo>
                      <a:pt x="4810" y="3226"/>
                    </a:lnTo>
                    <a:lnTo>
                      <a:pt x="4915" y="3212"/>
                    </a:lnTo>
                    <a:lnTo>
                      <a:pt x="5017" y="3193"/>
                    </a:lnTo>
                    <a:lnTo>
                      <a:pt x="5113" y="3170"/>
                    </a:lnTo>
                    <a:lnTo>
                      <a:pt x="5159" y="3158"/>
                    </a:lnTo>
                    <a:lnTo>
                      <a:pt x="5204" y="3144"/>
                    </a:lnTo>
                    <a:lnTo>
                      <a:pt x="5248" y="3129"/>
                    </a:lnTo>
                    <a:lnTo>
                      <a:pt x="5291" y="3114"/>
                    </a:lnTo>
                    <a:lnTo>
                      <a:pt x="5331" y="3098"/>
                    </a:lnTo>
                    <a:lnTo>
                      <a:pt x="5370" y="3081"/>
                    </a:lnTo>
                    <a:lnTo>
                      <a:pt x="5407" y="3062"/>
                    </a:lnTo>
                    <a:lnTo>
                      <a:pt x="5442" y="3044"/>
                    </a:lnTo>
                    <a:lnTo>
                      <a:pt x="5475" y="3024"/>
                    </a:lnTo>
                    <a:lnTo>
                      <a:pt x="5506" y="3003"/>
                    </a:lnTo>
                    <a:lnTo>
                      <a:pt x="5535" y="2983"/>
                    </a:lnTo>
                    <a:lnTo>
                      <a:pt x="5561" y="2961"/>
                    </a:lnTo>
                    <a:lnTo>
                      <a:pt x="5604" y="2922"/>
                    </a:lnTo>
                    <a:lnTo>
                      <a:pt x="5643" y="2881"/>
                    </a:lnTo>
                    <a:lnTo>
                      <a:pt x="5679" y="2839"/>
                    </a:lnTo>
                    <a:lnTo>
                      <a:pt x="5711" y="2796"/>
                    </a:lnTo>
                    <a:lnTo>
                      <a:pt x="5740" y="2751"/>
                    </a:lnTo>
                    <a:lnTo>
                      <a:pt x="5766" y="2706"/>
                    </a:lnTo>
                    <a:lnTo>
                      <a:pt x="5790" y="2659"/>
                    </a:lnTo>
                    <a:lnTo>
                      <a:pt x="5809" y="2612"/>
                    </a:lnTo>
                    <a:lnTo>
                      <a:pt x="5826" y="2563"/>
                    </a:lnTo>
                    <a:lnTo>
                      <a:pt x="5840" y="2515"/>
                    </a:lnTo>
                    <a:lnTo>
                      <a:pt x="5852" y="2464"/>
                    </a:lnTo>
                    <a:lnTo>
                      <a:pt x="5861" y="2415"/>
                    </a:lnTo>
                    <a:lnTo>
                      <a:pt x="5867" y="2363"/>
                    </a:lnTo>
                    <a:lnTo>
                      <a:pt x="5871" y="2312"/>
                    </a:lnTo>
                    <a:lnTo>
                      <a:pt x="5872" y="2260"/>
                    </a:lnTo>
                    <a:lnTo>
                      <a:pt x="5871" y="2208"/>
                    </a:lnTo>
                    <a:lnTo>
                      <a:pt x="5869" y="2155"/>
                    </a:lnTo>
                    <a:lnTo>
                      <a:pt x="5863" y="2104"/>
                    </a:lnTo>
                    <a:lnTo>
                      <a:pt x="5856" y="2051"/>
                    </a:lnTo>
                    <a:lnTo>
                      <a:pt x="5847" y="1998"/>
                    </a:lnTo>
                    <a:lnTo>
                      <a:pt x="5836" y="1946"/>
                    </a:lnTo>
                    <a:lnTo>
                      <a:pt x="5823" y="1893"/>
                    </a:lnTo>
                    <a:lnTo>
                      <a:pt x="5808" y="1841"/>
                    </a:lnTo>
                    <a:lnTo>
                      <a:pt x="5792" y="1789"/>
                    </a:lnTo>
                    <a:lnTo>
                      <a:pt x="5755" y="1688"/>
                    </a:lnTo>
                    <a:lnTo>
                      <a:pt x="5712" y="1588"/>
                    </a:lnTo>
                    <a:lnTo>
                      <a:pt x="5665" y="1491"/>
                    </a:lnTo>
                    <a:lnTo>
                      <a:pt x="5613" y="1397"/>
                    </a:lnTo>
                    <a:lnTo>
                      <a:pt x="5670" y="1491"/>
                    </a:lnTo>
                    <a:lnTo>
                      <a:pt x="5724" y="1585"/>
                    </a:lnTo>
                    <a:lnTo>
                      <a:pt x="5775" y="1683"/>
                    </a:lnTo>
                    <a:lnTo>
                      <a:pt x="5822" y="1782"/>
                    </a:lnTo>
                    <a:lnTo>
                      <a:pt x="5867" y="1884"/>
                    </a:lnTo>
                    <a:lnTo>
                      <a:pt x="5907" y="1987"/>
                    </a:lnTo>
                    <a:lnTo>
                      <a:pt x="5944" y="2092"/>
                    </a:lnTo>
                    <a:lnTo>
                      <a:pt x="5977" y="2199"/>
                    </a:lnTo>
                    <a:lnTo>
                      <a:pt x="6007" y="2308"/>
                    </a:lnTo>
                    <a:lnTo>
                      <a:pt x="6034" y="2417"/>
                    </a:lnTo>
                    <a:lnTo>
                      <a:pt x="6056" y="2529"/>
                    </a:lnTo>
                    <a:lnTo>
                      <a:pt x="6074" y="2642"/>
                    </a:lnTo>
                    <a:lnTo>
                      <a:pt x="6089" y="2756"/>
                    </a:lnTo>
                    <a:lnTo>
                      <a:pt x="6099" y="2872"/>
                    </a:lnTo>
                    <a:lnTo>
                      <a:pt x="6105" y="2988"/>
                    </a:lnTo>
                    <a:lnTo>
                      <a:pt x="6107" y="3106"/>
                    </a:lnTo>
                    <a:lnTo>
                      <a:pt x="6106" y="3187"/>
                    </a:lnTo>
                    <a:lnTo>
                      <a:pt x="6104" y="3266"/>
                    </a:lnTo>
                    <a:lnTo>
                      <a:pt x="6098" y="3346"/>
                    </a:lnTo>
                    <a:lnTo>
                      <a:pt x="6092" y="3424"/>
                    </a:lnTo>
                    <a:lnTo>
                      <a:pt x="6083" y="3502"/>
                    </a:lnTo>
                    <a:lnTo>
                      <a:pt x="6073" y="3579"/>
                    </a:lnTo>
                    <a:lnTo>
                      <a:pt x="6060" y="3657"/>
                    </a:lnTo>
                    <a:lnTo>
                      <a:pt x="6046" y="3733"/>
                    </a:lnTo>
                    <a:lnTo>
                      <a:pt x="6030" y="3807"/>
                    </a:lnTo>
                    <a:lnTo>
                      <a:pt x="6013" y="3882"/>
                    </a:lnTo>
                    <a:lnTo>
                      <a:pt x="5993" y="3957"/>
                    </a:lnTo>
                    <a:lnTo>
                      <a:pt x="5973" y="4030"/>
                    </a:lnTo>
                    <a:lnTo>
                      <a:pt x="5950" y="4102"/>
                    </a:lnTo>
                    <a:lnTo>
                      <a:pt x="5925" y="4175"/>
                    </a:lnTo>
                    <a:lnTo>
                      <a:pt x="5899" y="4245"/>
                    </a:lnTo>
                    <a:lnTo>
                      <a:pt x="5871" y="4316"/>
                    </a:lnTo>
                    <a:lnTo>
                      <a:pt x="5843" y="4385"/>
                    </a:lnTo>
                    <a:lnTo>
                      <a:pt x="5811" y="4453"/>
                    </a:lnTo>
                    <a:lnTo>
                      <a:pt x="5779" y="4521"/>
                    </a:lnTo>
                    <a:lnTo>
                      <a:pt x="5746" y="4587"/>
                    </a:lnTo>
                    <a:lnTo>
                      <a:pt x="5710" y="4653"/>
                    </a:lnTo>
                    <a:lnTo>
                      <a:pt x="5673" y="4718"/>
                    </a:lnTo>
                    <a:lnTo>
                      <a:pt x="5635" y="4781"/>
                    </a:lnTo>
                    <a:lnTo>
                      <a:pt x="5595" y="4843"/>
                    </a:lnTo>
                    <a:lnTo>
                      <a:pt x="5555" y="4904"/>
                    </a:lnTo>
                    <a:lnTo>
                      <a:pt x="5512" y="4965"/>
                    </a:lnTo>
                    <a:lnTo>
                      <a:pt x="5468" y="5024"/>
                    </a:lnTo>
                    <a:lnTo>
                      <a:pt x="5422" y="5083"/>
                    </a:lnTo>
                    <a:lnTo>
                      <a:pt x="5376" y="5139"/>
                    </a:lnTo>
                    <a:lnTo>
                      <a:pt x="5328" y="5196"/>
                    </a:lnTo>
                    <a:lnTo>
                      <a:pt x="5279" y="5250"/>
                    </a:lnTo>
                    <a:lnTo>
                      <a:pt x="5229" y="5303"/>
                    </a:lnTo>
                    <a:lnTo>
                      <a:pt x="5178" y="5355"/>
                    </a:lnTo>
                    <a:lnTo>
                      <a:pt x="5125" y="5406"/>
                    </a:lnTo>
                    <a:lnTo>
                      <a:pt x="5071" y="5455"/>
                    </a:lnTo>
                    <a:lnTo>
                      <a:pt x="5015" y="5503"/>
                    </a:lnTo>
                    <a:lnTo>
                      <a:pt x="4960" y="5551"/>
                    </a:lnTo>
                    <a:lnTo>
                      <a:pt x="4903" y="5595"/>
                    </a:lnTo>
                    <a:lnTo>
                      <a:pt x="4844" y="5640"/>
                    </a:lnTo>
                    <a:lnTo>
                      <a:pt x="4785" y="5683"/>
                    </a:lnTo>
                    <a:lnTo>
                      <a:pt x="4663" y="5764"/>
                    </a:lnTo>
                    <a:lnTo>
                      <a:pt x="4601" y="5802"/>
                    </a:lnTo>
                    <a:lnTo>
                      <a:pt x="4537" y="5839"/>
                    </a:lnTo>
                    <a:lnTo>
                      <a:pt x="4473" y="5873"/>
                    </a:lnTo>
                    <a:lnTo>
                      <a:pt x="4408" y="5906"/>
                    </a:lnTo>
                    <a:lnTo>
                      <a:pt x="4343" y="5939"/>
                    </a:lnTo>
                    <a:lnTo>
                      <a:pt x="4276" y="5969"/>
                    </a:lnTo>
                    <a:lnTo>
                      <a:pt x="4208" y="5997"/>
                    </a:lnTo>
                    <a:lnTo>
                      <a:pt x="4139" y="6024"/>
                    </a:lnTo>
                    <a:lnTo>
                      <a:pt x="4070" y="6049"/>
                    </a:lnTo>
                    <a:lnTo>
                      <a:pt x="3999" y="6074"/>
                    </a:lnTo>
                    <a:lnTo>
                      <a:pt x="3929" y="6095"/>
                    </a:lnTo>
                    <a:lnTo>
                      <a:pt x="3858" y="6115"/>
                    </a:lnTo>
                    <a:lnTo>
                      <a:pt x="3785" y="6133"/>
                    </a:lnTo>
                    <a:lnTo>
                      <a:pt x="3713" y="6150"/>
                    </a:lnTo>
                    <a:lnTo>
                      <a:pt x="3639" y="6165"/>
                    </a:lnTo>
                    <a:lnTo>
                      <a:pt x="3565" y="6177"/>
                    </a:lnTo>
                    <a:lnTo>
                      <a:pt x="3490" y="6188"/>
                    </a:lnTo>
                    <a:lnTo>
                      <a:pt x="3414" y="6197"/>
                    </a:lnTo>
                    <a:lnTo>
                      <a:pt x="3338" y="6204"/>
                    </a:lnTo>
                    <a:lnTo>
                      <a:pt x="3262" y="6208"/>
                    </a:lnTo>
                    <a:lnTo>
                      <a:pt x="3185" y="6212"/>
                    </a:lnTo>
                    <a:lnTo>
                      <a:pt x="3108" y="6213"/>
                    </a:lnTo>
                    <a:lnTo>
                      <a:pt x="2980" y="6211"/>
                    </a:lnTo>
                    <a:lnTo>
                      <a:pt x="2852" y="6203"/>
                    </a:lnTo>
                    <a:lnTo>
                      <a:pt x="2727" y="6190"/>
                    </a:lnTo>
                    <a:lnTo>
                      <a:pt x="2603" y="6171"/>
                    </a:lnTo>
                    <a:lnTo>
                      <a:pt x="2481" y="6150"/>
                    </a:lnTo>
                    <a:lnTo>
                      <a:pt x="2361" y="6122"/>
                    </a:lnTo>
                    <a:lnTo>
                      <a:pt x="2242" y="6091"/>
                    </a:lnTo>
                    <a:lnTo>
                      <a:pt x="2125" y="6054"/>
                    </a:lnTo>
                    <a:lnTo>
                      <a:pt x="2010" y="6014"/>
                    </a:lnTo>
                    <a:lnTo>
                      <a:pt x="1898" y="5969"/>
                    </a:lnTo>
                    <a:lnTo>
                      <a:pt x="1788" y="5919"/>
                    </a:lnTo>
                    <a:lnTo>
                      <a:pt x="1680" y="5866"/>
                    </a:lnTo>
                    <a:lnTo>
                      <a:pt x="1574" y="5809"/>
                    </a:lnTo>
                    <a:lnTo>
                      <a:pt x="1471" y="5747"/>
                    </a:lnTo>
                    <a:lnTo>
                      <a:pt x="1371" y="5683"/>
                    </a:lnTo>
                    <a:lnTo>
                      <a:pt x="1273" y="5614"/>
                    </a:lnTo>
                    <a:lnTo>
                      <a:pt x="1177" y="5541"/>
                    </a:lnTo>
                    <a:lnTo>
                      <a:pt x="1085" y="5465"/>
                    </a:lnTo>
                    <a:lnTo>
                      <a:pt x="996" y="5386"/>
                    </a:lnTo>
                    <a:lnTo>
                      <a:pt x="911" y="5303"/>
                    </a:lnTo>
                    <a:lnTo>
                      <a:pt x="828" y="5216"/>
                    </a:lnTo>
                    <a:lnTo>
                      <a:pt x="749" y="5128"/>
                    </a:lnTo>
                    <a:lnTo>
                      <a:pt x="673" y="5037"/>
                    </a:lnTo>
                    <a:lnTo>
                      <a:pt x="600" y="4941"/>
                    </a:lnTo>
                    <a:lnTo>
                      <a:pt x="531" y="4843"/>
                    </a:lnTo>
                    <a:lnTo>
                      <a:pt x="467" y="4743"/>
                    </a:lnTo>
                    <a:lnTo>
                      <a:pt x="406" y="4640"/>
                    </a:lnTo>
                    <a:lnTo>
                      <a:pt x="348" y="4534"/>
                    </a:lnTo>
                    <a:lnTo>
                      <a:pt x="295" y="4426"/>
                    </a:lnTo>
                    <a:lnTo>
                      <a:pt x="245" y="4316"/>
                    </a:lnTo>
                    <a:lnTo>
                      <a:pt x="200" y="4204"/>
                    </a:lnTo>
                    <a:lnTo>
                      <a:pt x="159" y="4089"/>
                    </a:lnTo>
                    <a:lnTo>
                      <a:pt x="123" y="3972"/>
                    </a:lnTo>
                    <a:lnTo>
                      <a:pt x="91" y="3854"/>
                    </a:lnTo>
                    <a:lnTo>
                      <a:pt x="63" y="3733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192" y="1"/>
                    </a:lnTo>
                    <a:lnTo>
                      <a:pt x="3275" y="5"/>
                    </a:lnTo>
                    <a:lnTo>
                      <a:pt x="3358" y="10"/>
                    </a:lnTo>
                    <a:lnTo>
                      <a:pt x="3440" y="18"/>
                    </a:lnTo>
                    <a:lnTo>
                      <a:pt x="3520" y="29"/>
                    </a:lnTo>
                    <a:lnTo>
                      <a:pt x="3601" y="42"/>
                    </a:lnTo>
                    <a:lnTo>
                      <a:pt x="3682" y="57"/>
                    </a:lnTo>
                    <a:lnTo>
                      <a:pt x="3760" y="74"/>
                    </a:lnTo>
                    <a:lnTo>
                      <a:pt x="3839" y="93"/>
                    </a:lnTo>
                    <a:lnTo>
                      <a:pt x="3917" y="114"/>
                    </a:lnTo>
                    <a:lnTo>
                      <a:pt x="3993" y="137"/>
                    </a:lnTo>
                    <a:lnTo>
                      <a:pt x="4069" y="164"/>
                    </a:lnTo>
                    <a:lnTo>
                      <a:pt x="4143" y="190"/>
                    </a:lnTo>
                    <a:lnTo>
                      <a:pt x="4218" y="220"/>
                    </a:lnTo>
                    <a:lnTo>
                      <a:pt x="4291" y="251"/>
                    </a:lnTo>
                    <a:lnTo>
                      <a:pt x="4363" y="285"/>
                    </a:lnTo>
                    <a:lnTo>
                      <a:pt x="4435" y="320"/>
                    </a:lnTo>
                    <a:lnTo>
                      <a:pt x="4504" y="357"/>
                    </a:lnTo>
                    <a:lnTo>
                      <a:pt x="4573" y="395"/>
                    </a:lnTo>
                    <a:lnTo>
                      <a:pt x="4641" y="437"/>
                    </a:lnTo>
                    <a:lnTo>
                      <a:pt x="4708" y="479"/>
                    </a:lnTo>
                    <a:lnTo>
                      <a:pt x="4774" y="523"/>
                    </a:lnTo>
                    <a:lnTo>
                      <a:pt x="4838" y="569"/>
                    </a:lnTo>
                    <a:lnTo>
                      <a:pt x="4901" y="616"/>
                    </a:lnTo>
                    <a:lnTo>
                      <a:pt x="4964" y="666"/>
                    </a:lnTo>
                    <a:lnTo>
                      <a:pt x="5024" y="717"/>
                    </a:lnTo>
                    <a:lnTo>
                      <a:pt x="5083" y="768"/>
                    </a:lnTo>
                    <a:lnTo>
                      <a:pt x="5141" y="823"/>
                    </a:lnTo>
                    <a:lnTo>
                      <a:pt x="5197" y="878"/>
                    </a:lnTo>
                    <a:lnTo>
                      <a:pt x="5253" y="934"/>
                    </a:lnTo>
                    <a:lnTo>
                      <a:pt x="5307" y="993"/>
                    </a:lnTo>
                    <a:lnTo>
                      <a:pt x="5359" y="1053"/>
                    </a:lnTo>
                    <a:close/>
                  </a:path>
                </a:pathLst>
              </a:custGeom>
              <a:solidFill>
                <a:srgbClr val="00cd3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69" name="Freeform 91"/>
              <p:cNvSpPr/>
              <p:nvPr/>
            </p:nvSpPr>
            <p:spPr>
              <a:xfrm>
                <a:off x="2213280" y="1906560"/>
                <a:ext cx="3465360" cy="3524400"/>
              </a:xfrm>
              <a:custGeom>
                <a:avLst/>
                <a:gdLst>
                  <a:gd name="textAreaLeft" fmla="*/ 0 w 3465360"/>
                  <a:gd name="textAreaRight" fmla="*/ 3465720 w 3465360"/>
                  <a:gd name="textAreaTop" fmla="*/ 0 h 3524400"/>
                  <a:gd name="textAreaBottom" fmla="*/ 3524760 h 3524400"/>
                </a:gdLst>
                <a:ahLst/>
                <a:rect l="textAreaLeft" t="textAreaTop" r="textAreaRight" b="textAreaBottom"/>
                <a:pathLst>
                  <a:path w="6107" h="6213">
                    <a:moveTo>
                      <a:pt x="4971" y="672"/>
                    </a:moveTo>
                    <a:lnTo>
                      <a:pt x="4915" y="634"/>
                    </a:lnTo>
                    <a:lnTo>
                      <a:pt x="4859" y="597"/>
                    </a:lnTo>
                    <a:lnTo>
                      <a:pt x="4803" y="562"/>
                    </a:lnTo>
                    <a:lnTo>
                      <a:pt x="4748" y="530"/>
                    </a:lnTo>
                    <a:lnTo>
                      <a:pt x="4692" y="500"/>
                    </a:lnTo>
                    <a:lnTo>
                      <a:pt x="4636" y="471"/>
                    </a:lnTo>
                    <a:lnTo>
                      <a:pt x="4582" y="445"/>
                    </a:lnTo>
                    <a:lnTo>
                      <a:pt x="4527" y="419"/>
                    </a:lnTo>
                    <a:lnTo>
                      <a:pt x="4473" y="396"/>
                    </a:lnTo>
                    <a:lnTo>
                      <a:pt x="4419" y="376"/>
                    </a:lnTo>
                    <a:lnTo>
                      <a:pt x="4365" y="356"/>
                    </a:lnTo>
                    <a:lnTo>
                      <a:pt x="4312" y="339"/>
                    </a:lnTo>
                    <a:lnTo>
                      <a:pt x="4259" y="324"/>
                    </a:lnTo>
                    <a:lnTo>
                      <a:pt x="4206" y="310"/>
                    </a:lnTo>
                    <a:lnTo>
                      <a:pt x="4102" y="289"/>
                    </a:lnTo>
                    <a:lnTo>
                      <a:pt x="4051" y="282"/>
                    </a:lnTo>
                    <a:lnTo>
                      <a:pt x="4001" y="277"/>
                    </a:lnTo>
                    <a:lnTo>
                      <a:pt x="3951" y="273"/>
                    </a:lnTo>
                    <a:lnTo>
                      <a:pt x="3903" y="271"/>
                    </a:lnTo>
                    <a:lnTo>
                      <a:pt x="3854" y="271"/>
                    </a:lnTo>
                    <a:lnTo>
                      <a:pt x="3806" y="273"/>
                    </a:lnTo>
                    <a:lnTo>
                      <a:pt x="3760" y="277"/>
                    </a:lnTo>
                    <a:lnTo>
                      <a:pt x="3714" y="282"/>
                    </a:lnTo>
                    <a:lnTo>
                      <a:pt x="3668" y="290"/>
                    </a:lnTo>
                    <a:lnTo>
                      <a:pt x="3624" y="301"/>
                    </a:lnTo>
                    <a:lnTo>
                      <a:pt x="3580" y="312"/>
                    </a:lnTo>
                    <a:lnTo>
                      <a:pt x="3538" y="326"/>
                    </a:lnTo>
                    <a:lnTo>
                      <a:pt x="3496" y="341"/>
                    </a:lnTo>
                    <a:lnTo>
                      <a:pt x="3456" y="359"/>
                    </a:lnTo>
                    <a:lnTo>
                      <a:pt x="3417" y="379"/>
                    </a:lnTo>
                    <a:lnTo>
                      <a:pt x="3377" y="400"/>
                    </a:lnTo>
                    <a:lnTo>
                      <a:pt x="3341" y="424"/>
                    </a:lnTo>
                    <a:lnTo>
                      <a:pt x="3304" y="449"/>
                    </a:lnTo>
                    <a:lnTo>
                      <a:pt x="3269" y="476"/>
                    </a:lnTo>
                    <a:lnTo>
                      <a:pt x="3236" y="506"/>
                    </a:lnTo>
                    <a:lnTo>
                      <a:pt x="3202" y="537"/>
                    </a:lnTo>
                    <a:lnTo>
                      <a:pt x="3171" y="570"/>
                    </a:lnTo>
                    <a:lnTo>
                      <a:pt x="3141" y="605"/>
                    </a:lnTo>
                    <a:lnTo>
                      <a:pt x="3113" y="642"/>
                    </a:lnTo>
                    <a:lnTo>
                      <a:pt x="3086" y="681"/>
                    </a:lnTo>
                    <a:lnTo>
                      <a:pt x="3060" y="722"/>
                    </a:lnTo>
                    <a:lnTo>
                      <a:pt x="3035" y="765"/>
                    </a:lnTo>
                    <a:lnTo>
                      <a:pt x="3012" y="810"/>
                    </a:lnTo>
                    <a:lnTo>
                      <a:pt x="2990" y="857"/>
                    </a:lnTo>
                    <a:lnTo>
                      <a:pt x="2971" y="906"/>
                    </a:lnTo>
                    <a:lnTo>
                      <a:pt x="2952" y="956"/>
                    </a:lnTo>
                    <a:lnTo>
                      <a:pt x="2936" y="1009"/>
                    </a:lnTo>
                    <a:lnTo>
                      <a:pt x="2921" y="1065"/>
                    </a:lnTo>
                    <a:lnTo>
                      <a:pt x="2907" y="1121"/>
                    </a:lnTo>
                    <a:lnTo>
                      <a:pt x="2896" y="1180"/>
                    </a:lnTo>
                    <a:lnTo>
                      <a:pt x="2886" y="1241"/>
                    </a:lnTo>
                    <a:lnTo>
                      <a:pt x="2878" y="1303"/>
                    </a:lnTo>
                    <a:lnTo>
                      <a:pt x="2872" y="1369"/>
                    </a:lnTo>
                    <a:lnTo>
                      <a:pt x="2867" y="1434"/>
                    </a:lnTo>
                    <a:lnTo>
                      <a:pt x="2865" y="1503"/>
                    </a:lnTo>
                    <a:lnTo>
                      <a:pt x="2864" y="1574"/>
                    </a:lnTo>
                    <a:lnTo>
                      <a:pt x="2866" y="1646"/>
                    </a:lnTo>
                    <a:lnTo>
                      <a:pt x="2869" y="1721"/>
                    </a:lnTo>
                    <a:lnTo>
                      <a:pt x="2874" y="1798"/>
                    </a:lnTo>
                    <a:lnTo>
                      <a:pt x="2882" y="1877"/>
                    </a:lnTo>
                    <a:lnTo>
                      <a:pt x="2891" y="1957"/>
                    </a:lnTo>
                    <a:lnTo>
                      <a:pt x="2903" y="2040"/>
                    </a:lnTo>
                    <a:lnTo>
                      <a:pt x="2917" y="2124"/>
                    </a:lnTo>
                    <a:lnTo>
                      <a:pt x="2929" y="2187"/>
                    </a:lnTo>
                    <a:lnTo>
                      <a:pt x="2944" y="2248"/>
                    </a:lnTo>
                    <a:lnTo>
                      <a:pt x="2962" y="2306"/>
                    </a:lnTo>
                    <a:lnTo>
                      <a:pt x="2982" y="2364"/>
                    </a:lnTo>
                    <a:lnTo>
                      <a:pt x="3004" y="2419"/>
                    </a:lnTo>
                    <a:lnTo>
                      <a:pt x="3030" y="2473"/>
                    </a:lnTo>
                    <a:lnTo>
                      <a:pt x="3056" y="2526"/>
                    </a:lnTo>
                    <a:lnTo>
                      <a:pt x="3086" y="2577"/>
                    </a:lnTo>
                    <a:lnTo>
                      <a:pt x="3117" y="2626"/>
                    </a:lnTo>
                    <a:lnTo>
                      <a:pt x="3151" y="2673"/>
                    </a:lnTo>
                    <a:lnTo>
                      <a:pt x="3186" y="2719"/>
                    </a:lnTo>
                    <a:lnTo>
                      <a:pt x="3223" y="2763"/>
                    </a:lnTo>
                    <a:lnTo>
                      <a:pt x="3262" y="2805"/>
                    </a:lnTo>
                    <a:lnTo>
                      <a:pt x="3304" y="2846"/>
                    </a:lnTo>
                    <a:lnTo>
                      <a:pt x="3345" y="2885"/>
                    </a:lnTo>
                    <a:lnTo>
                      <a:pt x="3390" y="2923"/>
                    </a:lnTo>
                    <a:lnTo>
                      <a:pt x="3435" y="2958"/>
                    </a:lnTo>
                    <a:lnTo>
                      <a:pt x="3482" y="2992"/>
                    </a:lnTo>
                    <a:lnTo>
                      <a:pt x="3531" y="3025"/>
                    </a:lnTo>
                    <a:lnTo>
                      <a:pt x="3579" y="3056"/>
                    </a:lnTo>
                    <a:lnTo>
                      <a:pt x="3630" y="3085"/>
                    </a:lnTo>
                    <a:lnTo>
                      <a:pt x="3682" y="3113"/>
                    </a:lnTo>
                    <a:lnTo>
                      <a:pt x="3735" y="3139"/>
                    </a:lnTo>
                    <a:lnTo>
                      <a:pt x="3788" y="3164"/>
                    </a:lnTo>
                    <a:lnTo>
                      <a:pt x="3842" y="3187"/>
                    </a:lnTo>
                    <a:lnTo>
                      <a:pt x="3897" y="3208"/>
                    </a:lnTo>
                    <a:lnTo>
                      <a:pt x="3953" y="3228"/>
                    </a:lnTo>
                    <a:lnTo>
                      <a:pt x="4010" y="3246"/>
                    </a:lnTo>
                    <a:lnTo>
                      <a:pt x="4066" y="3264"/>
                    </a:lnTo>
                    <a:lnTo>
                      <a:pt x="4124" y="3279"/>
                    </a:lnTo>
                    <a:lnTo>
                      <a:pt x="4239" y="3304"/>
                    </a:lnTo>
                    <a:lnTo>
                      <a:pt x="4355" y="3324"/>
                    </a:lnTo>
                    <a:lnTo>
                      <a:pt x="4473" y="3337"/>
                    </a:lnTo>
                    <a:lnTo>
                      <a:pt x="4589" y="3344"/>
                    </a:lnTo>
                    <a:lnTo>
                      <a:pt x="4703" y="3347"/>
                    </a:lnTo>
                    <a:lnTo>
                      <a:pt x="4817" y="3341"/>
                    </a:lnTo>
                    <a:lnTo>
                      <a:pt x="4873" y="3336"/>
                    </a:lnTo>
                    <a:lnTo>
                      <a:pt x="4928" y="3331"/>
                    </a:lnTo>
                    <a:lnTo>
                      <a:pt x="4982" y="3324"/>
                    </a:lnTo>
                    <a:lnTo>
                      <a:pt x="5036" y="3314"/>
                    </a:lnTo>
                    <a:lnTo>
                      <a:pt x="5089" y="3304"/>
                    </a:lnTo>
                    <a:lnTo>
                      <a:pt x="5141" y="3291"/>
                    </a:lnTo>
                    <a:lnTo>
                      <a:pt x="5191" y="3279"/>
                    </a:lnTo>
                    <a:lnTo>
                      <a:pt x="5240" y="3264"/>
                    </a:lnTo>
                    <a:lnTo>
                      <a:pt x="5288" y="3246"/>
                    </a:lnTo>
                    <a:lnTo>
                      <a:pt x="5336" y="3229"/>
                    </a:lnTo>
                    <a:lnTo>
                      <a:pt x="5381" y="3210"/>
                    </a:lnTo>
                    <a:lnTo>
                      <a:pt x="5426" y="3189"/>
                    </a:lnTo>
                    <a:lnTo>
                      <a:pt x="5468" y="3167"/>
                    </a:lnTo>
                    <a:lnTo>
                      <a:pt x="5508" y="3144"/>
                    </a:lnTo>
                    <a:lnTo>
                      <a:pt x="5548" y="3119"/>
                    </a:lnTo>
                    <a:lnTo>
                      <a:pt x="5586" y="3092"/>
                    </a:lnTo>
                    <a:lnTo>
                      <a:pt x="5620" y="3064"/>
                    </a:lnTo>
                    <a:lnTo>
                      <a:pt x="5655" y="3036"/>
                    </a:lnTo>
                    <a:lnTo>
                      <a:pt x="5686" y="3005"/>
                    </a:lnTo>
                    <a:lnTo>
                      <a:pt x="5716" y="2972"/>
                    </a:lnTo>
                    <a:lnTo>
                      <a:pt x="5742" y="2939"/>
                    </a:lnTo>
                    <a:lnTo>
                      <a:pt x="5768" y="2904"/>
                    </a:lnTo>
                    <a:lnTo>
                      <a:pt x="5791" y="2869"/>
                    </a:lnTo>
                    <a:lnTo>
                      <a:pt x="5814" y="2828"/>
                    </a:lnTo>
                    <a:lnTo>
                      <a:pt x="5836" y="2786"/>
                    </a:lnTo>
                    <a:lnTo>
                      <a:pt x="5855" y="2738"/>
                    </a:lnTo>
                    <a:lnTo>
                      <a:pt x="5875" y="2689"/>
                    </a:lnTo>
                    <a:lnTo>
                      <a:pt x="5891" y="2635"/>
                    </a:lnTo>
                    <a:lnTo>
                      <a:pt x="5906" y="2577"/>
                    </a:lnTo>
                    <a:lnTo>
                      <a:pt x="5917" y="2516"/>
                    </a:lnTo>
                    <a:lnTo>
                      <a:pt x="5925" y="2450"/>
                    </a:lnTo>
                    <a:lnTo>
                      <a:pt x="5931" y="2381"/>
                    </a:lnTo>
                    <a:lnTo>
                      <a:pt x="5931" y="2309"/>
                    </a:lnTo>
                    <a:lnTo>
                      <a:pt x="5929" y="2232"/>
                    </a:lnTo>
                    <a:lnTo>
                      <a:pt x="5921" y="2151"/>
                    </a:lnTo>
                    <a:lnTo>
                      <a:pt x="5915" y="2109"/>
                    </a:lnTo>
                    <a:lnTo>
                      <a:pt x="5908" y="2066"/>
                    </a:lnTo>
                    <a:lnTo>
                      <a:pt x="5899" y="2022"/>
                    </a:lnTo>
                    <a:lnTo>
                      <a:pt x="5890" y="1977"/>
                    </a:lnTo>
                    <a:lnTo>
                      <a:pt x="5878" y="1931"/>
                    </a:lnTo>
                    <a:lnTo>
                      <a:pt x="5866" y="1884"/>
                    </a:lnTo>
                    <a:lnTo>
                      <a:pt x="5894" y="1954"/>
                    </a:lnTo>
                    <a:lnTo>
                      <a:pt x="5921" y="2025"/>
                    </a:lnTo>
                    <a:lnTo>
                      <a:pt x="5946" y="2098"/>
                    </a:lnTo>
                    <a:lnTo>
                      <a:pt x="5969" y="2172"/>
                    </a:lnTo>
                    <a:lnTo>
                      <a:pt x="5991" y="2245"/>
                    </a:lnTo>
                    <a:lnTo>
                      <a:pt x="6011" y="2320"/>
                    </a:lnTo>
                    <a:lnTo>
                      <a:pt x="6029" y="2396"/>
                    </a:lnTo>
                    <a:lnTo>
                      <a:pt x="6045" y="2472"/>
                    </a:lnTo>
                    <a:lnTo>
                      <a:pt x="6060" y="2549"/>
                    </a:lnTo>
                    <a:lnTo>
                      <a:pt x="6083" y="2706"/>
                    </a:lnTo>
                    <a:lnTo>
                      <a:pt x="6091" y="2784"/>
                    </a:lnTo>
                    <a:lnTo>
                      <a:pt x="6098" y="2864"/>
                    </a:lnTo>
                    <a:lnTo>
                      <a:pt x="6104" y="2945"/>
                    </a:lnTo>
                    <a:lnTo>
                      <a:pt x="6106" y="3025"/>
                    </a:lnTo>
                    <a:lnTo>
                      <a:pt x="6107" y="3106"/>
                    </a:lnTo>
                    <a:lnTo>
                      <a:pt x="6106" y="3187"/>
                    </a:lnTo>
                    <a:lnTo>
                      <a:pt x="6104" y="3266"/>
                    </a:lnTo>
                    <a:lnTo>
                      <a:pt x="6098" y="3346"/>
                    </a:lnTo>
                    <a:lnTo>
                      <a:pt x="6092" y="3424"/>
                    </a:lnTo>
                    <a:lnTo>
                      <a:pt x="6083" y="3502"/>
                    </a:lnTo>
                    <a:lnTo>
                      <a:pt x="6073" y="3579"/>
                    </a:lnTo>
                    <a:lnTo>
                      <a:pt x="6060" y="3657"/>
                    </a:lnTo>
                    <a:lnTo>
                      <a:pt x="6046" y="3733"/>
                    </a:lnTo>
                    <a:lnTo>
                      <a:pt x="6030" y="3807"/>
                    </a:lnTo>
                    <a:lnTo>
                      <a:pt x="6013" y="3882"/>
                    </a:lnTo>
                    <a:lnTo>
                      <a:pt x="5993" y="3957"/>
                    </a:lnTo>
                    <a:lnTo>
                      <a:pt x="5973" y="4030"/>
                    </a:lnTo>
                    <a:lnTo>
                      <a:pt x="5950" y="4102"/>
                    </a:lnTo>
                    <a:lnTo>
                      <a:pt x="5925" y="4175"/>
                    </a:lnTo>
                    <a:lnTo>
                      <a:pt x="5899" y="4245"/>
                    </a:lnTo>
                    <a:lnTo>
                      <a:pt x="5871" y="4316"/>
                    </a:lnTo>
                    <a:lnTo>
                      <a:pt x="5843" y="4385"/>
                    </a:lnTo>
                    <a:lnTo>
                      <a:pt x="5811" y="4453"/>
                    </a:lnTo>
                    <a:lnTo>
                      <a:pt x="5779" y="4521"/>
                    </a:lnTo>
                    <a:lnTo>
                      <a:pt x="5746" y="4587"/>
                    </a:lnTo>
                    <a:lnTo>
                      <a:pt x="5710" y="4653"/>
                    </a:lnTo>
                    <a:lnTo>
                      <a:pt x="5673" y="4718"/>
                    </a:lnTo>
                    <a:lnTo>
                      <a:pt x="5635" y="4781"/>
                    </a:lnTo>
                    <a:lnTo>
                      <a:pt x="5595" y="4843"/>
                    </a:lnTo>
                    <a:lnTo>
                      <a:pt x="5555" y="4904"/>
                    </a:lnTo>
                    <a:lnTo>
                      <a:pt x="5512" y="4965"/>
                    </a:lnTo>
                    <a:lnTo>
                      <a:pt x="5468" y="5024"/>
                    </a:lnTo>
                    <a:lnTo>
                      <a:pt x="5422" y="5083"/>
                    </a:lnTo>
                    <a:lnTo>
                      <a:pt x="5376" y="5139"/>
                    </a:lnTo>
                    <a:lnTo>
                      <a:pt x="5328" y="5196"/>
                    </a:lnTo>
                    <a:lnTo>
                      <a:pt x="5279" y="5250"/>
                    </a:lnTo>
                    <a:lnTo>
                      <a:pt x="5229" y="5303"/>
                    </a:lnTo>
                    <a:lnTo>
                      <a:pt x="5178" y="5355"/>
                    </a:lnTo>
                    <a:lnTo>
                      <a:pt x="5125" y="5406"/>
                    </a:lnTo>
                    <a:lnTo>
                      <a:pt x="5071" y="5455"/>
                    </a:lnTo>
                    <a:lnTo>
                      <a:pt x="5015" y="5503"/>
                    </a:lnTo>
                    <a:lnTo>
                      <a:pt x="4960" y="5551"/>
                    </a:lnTo>
                    <a:lnTo>
                      <a:pt x="4903" y="5595"/>
                    </a:lnTo>
                    <a:lnTo>
                      <a:pt x="4844" y="5640"/>
                    </a:lnTo>
                    <a:lnTo>
                      <a:pt x="4785" y="5683"/>
                    </a:lnTo>
                    <a:lnTo>
                      <a:pt x="4663" y="5764"/>
                    </a:lnTo>
                    <a:lnTo>
                      <a:pt x="4601" y="5802"/>
                    </a:lnTo>
                    <a:lnTo>
                      <a:pt x="4537" y="5839"/>
                    </a:lnTo>
                    <a:lnTo>
                      <a:pt x="4473" y="5873"/>
                    </a:lnTo>
                    <a:lnTo>
                      <a:pt x="4408" y="5906"/>
                    </a:lnTo>
                    <a:lnTo>
                      <a:pt x="4343" y="5939"/>
                    </a:lnTo>
                    <a:lnTo>
                      <a:pt x="4276" y="5969"/>
                    </a:lnTo>
                    <a:lnTo>
                      <a:pt x="4208" y="5997"/>
                    </a:lnTo>
                    <a:lnTo>
                      <a:pt x="4139" y="6024"/>
                    </a:lnTo>
                    <a:lnTo>
                      <a:pt x="4070" y="6049"/>
                    </a:lnTo>
                    <a:lnTo>
                      <a:pt x="3999" y="6074"/>
                    </a:lnTo>
                    <a:lnTo>
                      <a:pt x="3929" y="6095"/>
                    </a:lnTo>
                    <a:lnTo>
                      <a:pt x="3858" y="6115"/>
                    </a:lnTo>
                    <a:lnTo>
                      <a:pt x="3785" y="6133"/>
                    </a:lnTo>
                    <a:lnTo>
                      <a:pt x="3713" y="6150"/>
                    </a:lnTo>
                    <a:lnTo>
                      <a:pt x="3639" y="6165"/>
                    </a:lnTo>
                    <a:lnTo>
                      <a:pt x="3565" y="6177"/>
                    </a:lnTo>
                    <a:lnTo>
                      <a:pt x="3490" y="6188"/>
                    </a:lnTo>
                    <a:lnTo>
                      <a:pt x="3414" y="6197"/>
                    </a:lnTo>
                    <a:lnTo>
                      <a:pt x="3338" y="6204"/>
                    </a:lnTo>
                    <a:lnTo>
                      <a:pt x="3262" y="6208"/>
                    </a:lnTo>
                    <a:lnTo>
                      <a:pt x="3185" y="6212"/>
                    </a:lnTo>
                    <a:lnTo>
                      <a:pt x="3108" y="6213"/>
                    </a:lnTo>
                    <a:lnTo>
                      <a:pt x="2980" y="6211"/>
                    </a:lnTo>
                    <a:lnTo>
                      <a:pt x="2852" y="6203"/>
                    </a:lnTo>
                    <a:lnTo>
                      <a:pt x="2727" y="6190"/>
                    </a:lnTo>
                    <a:lnTo>
                      <a:pt x="2603" y="6171"/>
                    </a:lnTo>
                    <a:lnTo>
                      <a:pt x="2481" y="6150"/>
                    </a:lnTo>
                    <a:lnTo>
                      <a:pt x="2361" y="6122"/>
                    </a:lnTo>
                    <a:lnTo>
                      <a:pt x="2242" y="6091"/>
                    </a:lnTo>
                    <a:lnTo>
                      <a:pt x="2125" y="6054"/>
                    </a:lnTo>
                    <a:lnTo>
                      <a:pt x="2010" y="6014"/>
                    </a:lnTo>
                    <a:lnTo>
                      <a:pt x="1898" y="5969"/>
                    </a:lnTo>
                    <a:lnTo>
                      <a:pt x="1788" y="5919"/>
                    </a:lnTo>
                    <a:lnTo>
                      <a:pt x="1680" y="5866"/>
                    </a:lnTo>
                    <a:lnTo>
                      <a:pt x="1574" y="5809"/>
                    </a:lnTo>
                    <a:lnTo>
                      <a:pt x="1471" y="5747"/>
                    </a:lnTo>
                    <a:lnTo>
                      <a:pt x="1371" y="5683"/>
                    </a:lnTo>
                    <a:lnTo>
                      <a:pt x="1273" y="5614"/>
                    </a:lnTo>
                    <a:lnTo>
                      <a:pt x="1177" y="5541"/>
                    </a:lnTo>
                    <a:lnTo>
                      <a:pt x="1085" y="5465"/>
                    </a:lnTo>
                    <a:lnTo>
                      <a:pt x="996" y="5386"/>
                    </a:lnTo>
                    <a:lnTo>
                      <a:pt x="911" y="5303"/>
                    </a:lnTo>
                    <a:lnTo>
                      <a:pt x="828" y="5216"/>
                    </a:lnTo>
                    <a:lnTo>
                      <a:pt x="749" y="5128"/>
                    </a:lnTo>
                    <a:lnTo>
                      <a:pt x="673" y="5037"/>
                    </a:lnTo>
                    <a:lnTo>
                      <a:pt x="600" y="4941"/>
                    </a:lnTo>
                    <a:lnTo>
                      <a:pt x="531" y="4843"/>
                    </a:lnTo>
                    <a:lnTo>
                      <a:pt x="467" y="4743"/>
                    </a:lnTo>
                    <a:lnTo>
                      <a:pt x="406" y="4640"/>
                    </a:lnTo>
                    <a:lnTo>
                      <a:pt x="348" y="4534"/>
                    </a:lnTo>
                    <a:lnTo>
                      <a:pt x="295" y="4426"/>
                    </a:lnTo>
                    <a:lnTo>
                      <a:pt x="245" y="4316"/>
                    </a:lnTo>
                    <a:lnTo>
                      <a:pt x="200" y="4204"/>
                    </a:lnTo>
                    <a:lnTo>
                      <a:pt x="159" y="4089"/>
                    </a:lnTo>
                    <a:lnTo>
                      <a:pt x="123" y="3972"/>
                    </a:lnTo>
                    <a:lnTo>
                      <a:pt x="91" y="3854"/>
                    </a:lnTo>
                    <a:lnTo>
                      <a:pt x="63" y="3733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239" y="4"/>
                    </a:lnTo>
                    <a:lnTo>
                      <a:pt x="3369" y="12"/>
                    </a:lnTo>
                    <a:lnTo>
                      <a:pt x="3497" y="27"/>
                    </a:lnTo>
                    <a:lnTo>
                      <a:pt x="3624" y="46"/>
                    </a:lnTo>
                    <a:lnTo>
                      <a:pt x="3748" y="71"/>
                    </a:lnTo>
                    <a:lnTo>
                      <a:pt x="3872" y="101"/>
                    </a:lnTo>
                    <a:lnTo>
                      <a:pt x="3993" y="137"/>
                    </a:lnTo>
                    <a:lnTo>
                      <a:pt x="4111" y="179"/>
                    </a:lnTo>
                    <a:lnTo>
                      <a:pt x="4228" y="224"/>
                    </a:lnTo>
                    <a:lnTo>
                      <a:pt x="4342" y="274"/>
                    </a:lnTo>
                    <a:lnTo>
                      <a:pt x="4453" y="330"/>
                    </a:lnTo>
                    <a:lnTo>
                      <a:pt x="4563" y="389"/>
                    </a:lnTo>
                    <a:lnTo>
                      <a:pt x="4669" y="454"/>
                    </a:lnTo>
                    <a:lnTo>
                      <a:pt x="4772" y="522"/>
                    </a:lnTo>
                    <a:lnTo>
                      <a:pt x="4873" y="595"/>
                    </a:lnTo>
                    <a:lnTo>
                      <a:pt x="4971" y="672"/>
                    </a:lnTo>
                    <a:close/>
                  </a:path>
                </a:pathLst>
              </a:custGeom>
              <a:solidFill>
                <a:srgbClr val="00c53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70" name="Freeform 92"/>
              <p:cNvSpPr/>
              <p:nvPr/>
            </p:nvSpPr>
            <p:spPr>
              <a:xfrm>
                <a:off x="2213280" y="1906560"/>
                <a:ext cx="3465360" cy="3524400"/>
              </a:xfrm>
              <a:custGeom>
                <a:avLst/>
                <a:gdLst>
                  <a:gd name="textAreaLeft" fmla="*/ 0 w 3465360"/>
                  <a:gd name="textAreaRight" fmla="*/ 3465720 w 3465360"/>
                  <a:gd name="textAreaTop" fmla="*/ 0 h 3524400"/>
                  <a:gd name="textAreaBottom" fmla="*/ 3524760 h 3524400"/>
                </a:gdLst>
                <a:ahLst/>
                <a:rect l="textAreaLeft" t="textAreaTop" r="textAreaRight" b="textAreaBottom"/>
                <a:pathLst>
                  <a:path w="6107" h="6213">
                    <a:moveTo>
                      <a:pt x="4729" y="492"/>
                    </a:moveTo>
                    <a:lnTo>
                      <a:pt x="4663" y="457"/>
                    </a:lnTo>
                    <a:lnTo>
                      <a:pt x="4598" y="426"/>
                    </a:lnTo>
                    <a:lnTo>
                      <a:pt x="4535" y="396"/>
                    </a:lnTo>
                    <a:lnTo>
                      <a:pt x="4472" y="370"/>
                    </a:lnTo>
                    <a:lnTo>
                      <a:pt x="4410" y="345"/>
                    </a:lnTo>
                    <a:lnTo>
                      <a:pt x="4347" y="323"/>
                    </a:lnTo>
                    <a:lnTo>
                      <a:pt x="4287" y="302"/>
                    </a:lnTo>
                    <a:lnTo>
                      <a:pt x="4228" y="283"/>
                    </a:lnTo>
                    <a:lnTo>
                      <a:pt x="4169" y="268"/>
                    </a:lnTo>
                    <a:lnTo>
                      <a:pt x="4110" y="255"/>
                    </a:lnTo>
                    <a:lnTo>
                      <a:pt x="4054" y="243"/>
                    </a:lnTo>
                    <a:lnTo>
                      <a:pt x="3997" y="234"/>
                    </a:lnTo>
                    <a:lnTo>
                      <a:pt x="3942" y="226"/>
                    </a:lnTo>
                    <a:lnTo>
                      <a:pt x="3888" y="221"/>
                    </a:lnTo>
                    <a:lnTo>
                      <a:pt x="3835" y="218"/>
                    </a:lnTo>
                    <a:lnTo>
                      <a:pt x="3783" y="217"/>
                    </a:lnTo>
                    <a:lnTo>
                      <a:pt x="3732" y="218"/>
                    </a:lnTo>
                    <a:lnTo>
                      <a:pt x="3683" y="221"/>
                    </a:lnTo>
                    <a:lnTo>
                      <a:pt x="3633" y="227"/>
                    </a:lnTo>
                    <a:lnTo>
                      <a:pt x="3586" y="234"/>
                    </a:lnTo>
                    <a:lnTo>
                      <a:pt x="3539" y="243"/>
                    </a:lnTo>
                    <a:lnTo>
                      <a:pt x="3494" y="255"/>
                    </a:lnTo>
                    <a:lnTo>
                      <a:pt x="3449" y="267"/>
                    </a:lnTo>
                    <a:lnTo>
                      <a:pt x="3406" y="282"/>
                    </a:lnTo>
                    <a:lnTo>
                      <a:pt x="3365" y="300"/>
                    </a:lnTo>
                    <a:lnTo>
                      <a:pt x="3323" y="318"/>
                    </a:lnTo>
                    <a:lnTo>
                      <a:pt x="3284" y="339"/>
                    </a:lnTo>
                    <a:lnTo>
                      <a:pt x="3246" y="362"/>
                    </a:lnTo>
                    <a:lnTo>
                      <a:pt x="3209" y="386"/>
                    </a:lnTo>
                    <a:lnTo>
                      <a:pt x="3174" y="412"/>
                    </a:lnTo>
                    <a:lnTo>
                      <a:pt x="3139" y="440"/>
                    </a:lnTo>
                    <a:lnTo>
                      <a:pt x="3107" y="470"/>
                    </a:lnTo>
                    <a:lnTo>
                      <a:pt x="3074" y="502"/>
                    </a:lnTo>
                    <a:lnTo>
                      <a:pt x="3045" y="536"/>
                    </a:lnTo>
                    <a:lnTo>
                      <a:pt x="3016" y="570"/>
                    </a:lnTo>
                    <a:lnTo>
                      <a:pt x="2988" y="607"/>
                    </a:lnTo>
                    <a:lnTo>
                      <a:pt x="2937" y="686"/>
                    </a:lnTo>
                    <a:lnTo>
                      <a:pt x="2914" y="728"/>
                    </a:lnTo>
                    <a:lnTo>
                      <a:pt x="2894" y="772"/>
                    </a:lnTo>
                    <a:lnTo>
                      <a:pt x="2873" y="817"/>
                    </a:lnTo>
                    <a:lnTo>
                      <a:pt x="2854" y="863"/>
                    </a:lnTo>
                    <a:lnTo>
                      <a:pt x="2838" y="911"/>
                    </a:lnTo>
                    <a:lnTo>
                      <a:pt x="2822" y="961"/>
                    </a:lnTo>
                    <a:lnTo>
                      <a:pt x="2808" y="1013"/>
                    </a:lnTo>
                    <a:lnTo>
                      <a:pt x="2797" y="1066"/>
                    </a:lnTo>
                    <a:lnTo>
                      <a:pt x="2787" y="1120"/>
                    </a:lnTo>
                    <a:lnTo>
                      <a:pt x="2777" y="1176"/>
                    </a:lnTo>
                    <a:lnTo>
                      <a:pt x="2770" y="1234"/>
                    </a:lnTo>
                    <a:lnTo>
                      <a:pt x="2765" y="1293"/>
                    </a:lnTo>
                    <a:lnTo>
                      <a:pt x="2761" y="1353"/>
                    </a:lnTo>
                    <a:lnTo>
                      <a:pt x="2759" y="1414"/>
                    </a:lnTo>
                    <a:lnTo>
                      <a:pt x="2759" y="1477"/>
                    </a:lnTo>
                    <a:lnTo>
                      <a:pt x="2760" y="1541"/>
                    </a:lnTo>
                    <a:lnTo>
                      <a:pt x="2763" y="1607"/>
                    </a:lnTo>
                    <a:lnTo>
                      <a:pt x="2768" y="1675"/>
                    </a:lnTo>
                    <a:lnTo>
                      <a:pt x="2775" y="1743"/>
                    </a:lnTo>
                    <a:lnTo>
                      <a:pt x="2784" y="1813"/>
                    </a:lnTo>
                    <a:lnTo>
                      <a:pt x="2795" y="1884"/>
                    </a:lnTo>
                    <a:lnTo>
                      <a:pt x="2807" y="1956"/>
                    </a:lnTo>
                    <a:lnTo>
                      <a:pt x="2821" y="2030"/>
                    </a:lnTo>
                    <a:lnTo>
                      <a:pt x="2838" y="2105"/>
                    </a:lnTo>
                    <a:lnTo>
                      <a:pt x="2856" y="2181"/>
                    </a:lnTo>
                    <a:lnTo>
                      <a:pt x="2876" y="2258"/>
                    </a:lnTo>
                    <a:lnTo>
                      <a:pt x="2894" y="2317"/>
                    </a:lnTo>
                    <a:lnTo>
                      <a:pt x="2913" y="2373"/>
                    </a:lnTo>
                    <a:lnTo>
                      <a:pt x="2936" y="2429"/>
                    </a:lnTo>
                    <a:lnTo>
                      <a:pt x="2960" y="2483"/>
                    </a:lnTo>
                    <a:lnTo>
                      <a:pt x="2987" y="2536"/>
                    </a:lnTo>
                    <a:lnTo>
                      <a:pt x="3017" y="2588"/>
                    </a:lnTo>
                    <a:lnTo>
                      <a:pt x="3048" y="2637"/>
                    </a:lnTo>
                    <a:lnTo>
                      <a:pt x="3081" y="2685"/>
                    </a:lnTo>
                    <a:lnTo>
                      <a:pt x="3116" y="2733"/>
                    </a:lnTo>
                    <a:lnTo>
                      <a:pt x="3154" y="2778"/>
                    </a:lnTo>
                    <a:lnTo>
                      <a:pt x="3192" y="2821"/>
                    </a:lnTo>
                    <a:lnTo>
                      <a:pt x="3233" y="2864"/>
                    </a:lnTo>
                    <a:lnTo>
                      <a:pt x="3275" y="2905"/>
                    </a:lnTo>
                    <a:lnTo>
                      <a:pt x="3320" y="2946"/>
                    </a:lnTo>
                    <a:lnTo>
                      <a:pt x="3365" y="2984"/>
                    </a:lnTo>
                    <a:lnTo>
                      <a:pt x="3412" y="3021"/>
                    </a:lnTo>
                    <a:lnTo>
                      <a:pt x="3459" y="3055"/>
                    </a:lnTo>
                    <a:lnTo>
                      <a:pt x="3509" y="3090"/>
                    </a:lnTo>
                    <a:lnTo>
                      <a:pt x="3559" y="3122"/>
                    </a:lnTo>
                    <a:lnTo>
                      <a:pt x="3611" y="3153"/>
                    </a:lnTo>
                    <a:lnTo>
                      <a:pt x="3664" y="3182"/>
                    </a:lnTo>
                    <a:lnTo>
                      <a:pt x="3718" y="3210"/>
                    </a:lnTo>
                    <a:lnTo>
                      <a:pt x="3774" y="3236"/>
                    </a:lnTo>
                    <a:lnTo>
                      <a:pt x="3829" y="3260"/>
                    </a:lnTo>
                    <a:lnTo>
                      <a:pt x="3885" y="3284"/>
                    </a:lnTo>
                    <a:lnTo>
                      <a:pt x="3942" y="3306"/>
                    </a:lnTo>
                    <a:lnTo>
                      <a:pt x="3999" y="3326"/>
                    </a:lnTo>
                    <a:lnTo>
                      <a:pt x="4057" y="3344"/>
                    </a:lnTo>
                    <a:lnTo>
                      <a:pt x="4175" y="3378"/>
                    </a:lnTo>
                    <a:lnTo>
                      <a:pt x="4293" y="3404"/>
                    </a:lnTo>
                    <a:lnTo>
                      <a:pt x="4412" y="3425"/>
                    </a:lnTo>
                    <a:lnTo>
                      <a:pt x="4530" y="3439"/>
                    </a:lnTo>
                    <a:lnTo>
                      <a:pt x="4649" y="3447"/>
                    </a:lnTo>
                    <a:lnTo>
                      <a:pt x="4708" y="3448"/>
                    </a:lnTo>
                    <a:lnTo>
                      <a:pt x="4765" y="3448"/>
                    </a:lnTo>
                    <a:lnTo>
                      <a:pt x="4823" y="3447"/>
                    </a:lnTo>
                    <a:lnTo>
                      <a:pt x="4881" y="3443"/>
                    </a:lnTo>
                    <a:lnTo>
                      <a:pt x="4937" y="3439"/>
                    </a:lnTo>
                    <a:lnTo>
                      <a:pt x="4994" y="3432"/>
                    </a:lnTo>
                    <a:lnTo>
                      <a:pt x="5048" y="3424"/>
                    </a:lnTo>
                    <a:lnTo>
                      <a:pt x="5102" y="3415"/>
                    </a:lnTo>
                    <a:lnTo>
                      <a:pt x="5156" y="3403"/>
                    </a:lnTo>
                    <a:lnTo>
                      <a:pt x="5208" y="3390"/>
                    </a:lnTo>
                    <a:lnTo>
                      <a:pt x="5258" y="3377"/>
                    </a:lnTo>
                    <a:lnTo>
                      <a:pt x="5309" y="3361"/>
                    </a:lnTo>
                    <a:lnTo>
                      <a:pt x="5358" y="3342"/>
                    </a:lnTo>
                    <a:lnTo>
                      <a:pt x="5405" y="3322"/>
                    </a:lnTo>
                    <a:lnTo>
                      <a:pt x="5451" y="3302"/>
                    </a:lnTo>
                    <a:lnTo>
                      <a:pt x="5495" y="3280"/>
                    </a:lnTo>
                    <a:lnTo>
                      <a:pt x="5538" y="3255"/>
                    </a:lnTo>
                    <a:lnTo>
                      <a:pt x="5579" y="3229"/>
                    </a:lnTo>
                    <a:lnTo>
                      <a:pt x="5619" y="3202"/>
                    </a:lnTo>
                    <a:lnTo>
                      <a:pt x="5657" y="3172"/>
                    </a:lnTo>
                    <a:lnTo>
                      <a:pt x="5693" y="3140"/>
                    </a:lnTo>
                    <a:lnTo>
                      <a:pt x="5726" y="3108"/>
                    </a:lnTo>
                    <a:lnTo>
                      <a:pt x="5758" y="3074"/>
                    </a:lnTo>
                    <a:lnTo>
                      <a:pt x="5788" y="3038"/>
                    </a:lnTo>
                    <a:lnTo>
                      <a:pt x="5816" y="3000"/>
                    </a:lnTo>
                    <a:lnTo>
                      <a:pt x="5841" y="2961"/>
                    </a:lnTo>
                    <a:lnTo>
                      <a:pt x="5855" y="2937"/>
                    </a:lnTo>
                    <a:lnTo>
                      <a:pt x="5870" y="2909"/>
                    </a:lnTo>
                    <a:lnTo>
                      <a:pt x="5885" y="2878"/>
                    </a:lnTo>
                    <a:lnTo>
                      <a:pt x="5900" y="2844"/>
                    </a:lnTo>
                    <a:lnTo>
                      <a:pt x="5914" y="2806"/>
                    </a:lnTo>
                    <a:lnTo>
                      <a:pt x="5929" y="2766"/>
                    </a:lnTo>
                    <a:lnTo>
                      <a:pt x="5942" y="2721"/>
                    </a:lnTo>
                    <a:lnTo>
                      <a:pt x="5953" y="2674"/>
                    </a:lnTo>
                    <a:lnTo>
                      <a:pt x="5963" y="2622"/>
                    </a:lnTo>
                    <a:lnTo>
                      <a:pt x="5973" y="2568"/>
                    </a:lnTo>
                    <a:lnTo>
                      <a:pt x="5978" y="2510"/>
                    </a:lnTo>
                    <a:lnTo>
                      <a:pt x="5983" y="2448"/>
                    </a:lnTo>
                    <a:lnTo>
                      <a:pt x="5984" y="2384"/>
                    </a:lnTo>
                    <a:lnTo>
                      <a:pt x="5982" y="2316"/>
                    </a:lnTo>
                    <a:lnTo>
                      <a:pt x="5977" y="2244"/>
                    </a:lnTo>
                    <a:lnTo>
                      <a:pt x="5968" y="2169"/>
                    </a:lnTo>
                    <a:lnTo>
                      <a:pt x="6000" y="2281"/>
                    </a:lnTo>
                    <a:lnTo>
                      <a:pt x="6028" y="2394"/>
                    </a:lnTo>
                    <a:lnTo>
                      <a:pt x="6052" y="2509"/>
                    </a:lnTo>
                    <a:lnTo>
                      <a:pt x="6072" y="2626"/>
                    </a:lnTo>
                    <a:lnTo>
                      <a:pt x="6088" y="2744"/>
                    </a:lnTo>
                    <a:lnTo>
                      <a:pt x="6098" y="2864"/>
                    </a:lnTo>
                    <a:lnTo>
                      <a:pt x="6105" y="2984"/>
                    </a:lnTo>
                    <a:lnTo>
                      <a:pt x="6107" y="3106"/>
                    </a:lnTo>
                    <a:lnTo>
                      <a:pt x="6106" y="3187"/>
                    </a:lnTo>
                    <a:lnTo>
                      <a:pt x="6104" y="3266"/>
                    </a:lnTo>
                    <a:lnTo>
                      <a:pt x="6098" y="3346"/>
                    </a:lnTo>
                    <a:lnTo>
                      <a:pt x="6092" y="3424"/>
                    </a:lnTo>
                    <a:lnTo>
                      <a:pt x="6083" y="3502"/>
                    </a:lnTo>
                    <a:lnTo>
                      <a:pt x="6073" y="3579"/>
                    </a:lnTo>
                    <a:lnTo>
                      <a:pt x="6060" y="3657"/>
                    </a:lnTo>
                    <a:lnTo>
                      <a:pt x="6046" y="3733"/>
                    </a:lnTo>
                    <a:lnTo>
                      <a:pt x="6030" y="3807"/>
                    </a:lnTo>
                    <a:lnTo>
                      <a:pt x="6013" y="3882"/>
                    </a:lnTo>
                    <a:lnTo>
                      <a:pt x="5993" y="3957"/>
                    </a:lnTo>
                    <a:lnTo>
                      <a:pt x="5973" y="4030"/>
                    </a:lnTo>
                    <a:lnTo>
                      <a:pt x="5950" y="4102"/>
                    </a:lnTo>
                    <a:lnTo>
                      <a:pt x="5925" y="4175"/>
                    </a:lnTo>
                    <a:lnTo>
                      <a:pt x="5899" y="4245"/>
                    </a:lnTo>
                    <a:lnTo>
                      <a:pt x="5871" y="4316"/>
                    </a:lnTo>
                    <a:lnTo>
                      <a:pt x="5843" y="4385"/>
                    </a:lnTo>
                    <a:lnTo>
                      <a:pt x="5811" y="4453"/>
                    </a:lnTo>
                    <a:lnTo>
                      <a:pt x="5779" y="4521"/>
                    </a:lnTo>
                    <a:lnTo>
                      <a:pt x="5746" y="4587"/>
                    </a:lnTo>
                    <a:lnTo>
                      <a:pt x="5710" y="4653"/>
                    </a:lnTo>
                    <a:lnTo>
                      <a:pt x="5673" y="4718"/>
                    </a:lnTo>
                    <a:lnTo>
                      <a:pt x="5635" y="4781"/>
                    </a:lnTo>
                    <a:lnTo>
                      <a:pt x="5595" y="4843"/>
                    </a:lnTo>
                    <a:lnTo>
                      <a:pt x="5555" y="4904"/>
                    </a:lnTo>
                    <a:lnTo>
                      <a:pt x="5512" y="4965"/>
                    </a:lnTo>
                    <a:lnTo>
                      <a:pt x="5468" y="5024"/>
                    </a:lnTo>
                    <a:lnTo>
                      <a:pt x="5422" y="5083"/>
                    </a:lnTo>
                    <a:lnTo>
                      <a:pt x="5376" y="5139"/>
                    </a:lnTo>
                    <a:lnTo>
                      <a:pt x="5328" y="5196"/>
                    </a:lnTo>
                    <a:lnTo>
                      <a:pt x="5279" y="5250"/>
                    </a:lnTo>
                    <a:lnTo>
                      <a:pt x="5229" y="5303"/>
                    </a:lnTo>
                    <a:lnTo>
                      <a:pt x="5178" y="5355"/>
                    </a:lnTo>
                    <a:lnTo>
                      <a:pt x="5125" y="5406"/>
                    </a:lnTo>
                    <a:lnTo>
                      <a:pt x="5071" y="5455"/>
                    </a:lnTo>
                    <a:lnTo>
                      <a:pt x="5015" y="5503"/>
                    </a:lnTo>
                    <a:lnTo>
                      <a:pt x="4960" y="5551"/>
                    </a:lnTo>
                    <a:lnTo>
                      <a:pt x="4903" y="5595"/>
                    </a:lnTo>
                    <a:lnTo>
                      <a:pt x="4844" y="5640"/>
                    </a:lnTo>
                    <a:lnTo>
                      <a:pt x="4785" y="5683"/>
                    </a:lnTo>
                    <a:lnTo>
                      <a:pt x="4663" y="5764"/>
                    </a:lnTo>
                    <a:lnTo>
                      <a:pt x="4601" y="5802"/>
                    </a:lnTo>
                    <a:lnTo>
                      <a:pt x="4537" y="5839"/>
                    </a:lnTo>
                    <a:lnTo>
                      <a:pt x="4473" y="5873"/>
                    </a:lnTo>
                    <a:lnTo>
                      <a:pt x="4408" y="5906"/>
                    </a:lnTo>
                    <a:lnTo>
                      <a:pt x="4343" y="5939"/>
                    </a:lnTo>
                    <a:lnTo>
                      <a:pt x="4276" y="5969"/>
                    </a:lnTo>
                    <a:lnTo>
                      <a:pt x="4208" y="5997"/>
                    </a:lnTo>
                    <a:lnTo>
                      <a:pt x="4139" y="6024"/>
                    </a:lnTo>
                    <a:lnTo>
                      <a:pt x="4070" y="6049"/>
                    </a:lnTo>
                    <a:lnTo>
                      <a:pt x="3999" y="6074"/>
                    </a:lnTo>
                    <a:lnTo>
                      <a:pt x="3929" y="6095"/>
                    </a:lnTo>
                    <a:lnTo>
                      <a:pt x="3858" y="6115"/>
                    </a:lnTo>
                    <a:lnTo>
                      <a:pt x="3785" y="6133"/>
                    </a:lnTo>
                    <a:lnTo>
                      <a:pt x="3713" y="6150"/>
                    </a:lnTo>
                    <a:lnTo>
                      <a:pt x="3639" y="6165"/>
                    </a:lnTo>
                    <a:lnTo>
                      <a:pt x="3565" y="6177"/>
                    </a:lnTo>
                    <a:lnTo>
                      <a:pt x="3490" y="6188"/>
                    </a:lnTo>
                    <a:lnTo>
                      <a:pt x="3414" y="6197"/>
                    </a:lnTo>
                    <a:lnTo>
                      <a:pt x="3338" y="6204"/>
                    </a:lnTo>
                    <a:lnTo>
                      <a:pt x="3262" y="6208"/>
                    </a:lnTo>
                    <a:lnTo>
                      <a:pt x="3185" y="6212"/>
                    </a:lnTo>
                    <a:lnTo>
                      <a:pt x="3108" y="6213"/>
                    </a:lnTo>
                    <a:lnTo>
                      <a:pt x="2980" y="6211"/>
                    </a:lnTo>
                    <a:lnTo>
                      <a:pt x="2852" y="6203"/>
                    </a:lnTo>
                    <a:lnTo>
                      <a:pt x="2727" y="6190"/>
                    </a:lnTo>
                    <a:lnTo>
                      <a:pt x="2603" y="6171"/>
                    </a:lnTo>
                    <a:lnTo>
                      <a:pt x="2481" y="6150"/>
                    </a:lnTo>
                    <a:lnTo>
                      <a:pt x="2361" y="6122"/>
                    </a:lnTo>
                    <a:lnTo>
                      <a:pt x="2242" y="6091"/>
                    </a:lnTo>
                    <a:lnTo>
                      <a:pt x="2125" y="6054"/>
                    </a:lnTo>
                    <a:lnTo>
                      <a:pt x="2010" y="6014"/>
                    </a:lnTo>
                    <a:lnTo>
                      <a:pt x="1898" y="5969"/>
                    </a:lnTo>
                    <a:lnTo>
                      <a:pt x="1788" y="5919"/>
                    </a:lnTo>
                    <a:lnTo>
                      <a:pt x="1680" y="5866"/>
                    </a:lnTo>
                    <a:lnTo>
                      <a:pt x="1574" y="5809"/>
                    </a:lnTo>
                    <a:lnTo>
                      <a:pt x="1471" y="5747"/>
                    </a:lnTo>
                    <a:lnTo>
                      <a:pt x="1371" y="5683"/>
                    </a:lnTo>
                    <a:lnTo>
                      <a:pt x="1273" y="5614"/>
                    </a:lnTo>
                    <a:lnTo>
                      <a:pt x="1177" y="5541"/>
                    </a:lnTo>
                    <a:lnTo>
                      <a:pt x="1085" y="5465"/>
                    </a:lnTo>
                    <a:lnTo>
                      <a:pt x="996" y="5386"/>
                    </a:lnTo>
                    <a:lnTo>
                      <a:pt x="911" y="5303"/>
                    </a:lnTo>
                    <a:lnTo>
                      <a:pt x="828" y="5216"/>
                    </a:lnTo>
                    <a:lnTo>
                      <a:pt x="749" y="5128"/>
                    </a:lnTo>
                    <a:lnTo>
                      <a:pt x="673" y="5037"/>
                    </a:lnTo>
                    <a:lnTo>
                      <a:pt x="600" y="4941"/>
                    </a:lnTo>
                    <a:lnTo>
                      <a:pt x="531" y="4843"/>
                    </a:lnTo>
                    <a:lnTo>
                      <a:pt x="467" y="4743"/>
                    </a:lnTo>
                    <a:lnTo>
                      <a:pt x="406" y="4640"/>
                    </a:lnTo>
                    <a:lnTo>
                      <a:pt x="348" y="4534"/>
                    </a:lnTo>
                    <a:lnTo>
                      <a:pt x="295" y="4426"/>
                    </a:lnTo>
                    <a:lnTo>
                      <a:pt x="245" y="4316"/>
                    </a:lnTo>
                    <a:lnTo>
                      <a:pt x="200" y="4204"/>
                    </a:lnTo>
                    <a:lnTo>
                      <a:pt x="159" y="4089"/>
                    </a:lnTo>
                    <a:lnTo>
                      <a:pt x="123" y="3972"/>
                    </a:lnTo>
                    <a:lnTo>
                      <a:pt x="91" y="3854"/>
                    </a:lnTo>
                    <a:lnTo>
                      <a:pt x="63" y="3733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220" y="2"/>
                    </a:lnTo>
                    <a:lnTo>
                      <a:pt x="3330" y="8"/>
                    </a:lnTo>
                    <a:lnTo>
                      <a:pt x="3438" y="18"/>
                    </a:lnTo>
                    <a:lnTo>
                      <a:pt x="3547" y="33"/>
                    </a:lnTo>
                    <a:lnTo>
                      <a:pt x="3654" y="52"/>
                    </a:lnTo>
                    <a:lnTo>
                      <a:pt x="3760" y="74"/>
                    </a:lnTo>
                    <a:lnTo>
                      <a:pt x="3864" y="99"/>
                    </a:lnTo>
                    <a:lnTo>
                      <a:pt x="3967" y="129"/>
                    </a:lnTo>
                    <a:lnTo>
                      <a:pt x="4067" y="162"/>
                    </a:lnTo>
                    <a:lnTo>
                      <a:pt x="4168" y="199"/>
                    </a:lnTo>
                    <a:lnTo>
                      <a:pt x="4266" y="240"/>
                    </a:lnTo>
                    <a:lnTo>
                      <a:pt x="4362" y="283"/>
                    </a:lnTo>
                    <a:lnTo>
                      <a:pt x="4457" y="331"/>
                    </a:lnTo>
                    <a:lnTo>
                      <a:pt x="4549" y="381"/>
                    </a:lnTo>
                    <a:lnTo>
                      <a:pt x="4640" y="436"/>
                    </a:lnTo>
                    <a:lnTo>
                      <a:pt x="4729" y="492"/>
                    </a:lnTo>
                    <a:close/>
                  </a:path>
                </a:pathLst>
              </a:custGeom>
              <a:solidFill>
                <a:srgbClr val="00be4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71" name="Freeform 93"/>
              <p:cNvSpPr/>
              <p:nvPr/>
            </p:nvSpPr>
            <p:spPr>
              <a:xfrm>
                <a:off x="2213280" y="1906560"/>
                <a:ext cx="3465360" cy="3524400"/>
              </a:xfrm>
              <a:custGeom>
                <a:avLst/>
                <a:gdLst>
                  <a:gd name="textAreaLeft" fmla="*/ 0 w 3465360"/>
                  <a:gd name="textAreaRight" fmla="*/ 3465720 w 3465360"/>
                  <a:gd name="textAreaTop" fmla="*/ 0 h 3524400"/>
                  <a:gd name="textAreaBottom" fmla="*/ 3524760 h 3524400"/>
                </a:gdLst>
                <a:ahLst/>
                <a:rect l="textAreaLeft" t="textAreaTop" r="textAreaRight" b="textAreaBottom"/>
                <a:pathLst>
                  <a:path w="6107" h="6213">
                    <a:moveTo>
                      <a:pt x="4522" y="368"/>
                    </a:moveTo>
                    <a:lnTo>
                      <a:pt x="4444" y="334"/>
                    </a:lnTo>
                    <a:lnTo>
                      <a:pt x="4367" y="304"/>
                    </a:lnTo>
                    <a:lnTo>
                      <a:pt x="4292" y="277"/>
                    </a:lnTo>
                    <a:lnTo>
                      <a:pt x="4218" y="252"/>
                    </a:lnTo>
                    <a:lnTo>
                      <a:pt x="4147" y="232"/>
                    </a:lnTo>
                    <a:lnTo>
                      <a:pt x="4077" y="213"/>
                    </a:lnTo>
                    <a:lnTo>
                      <a:pt x="4009" y="199"/>
                    </a:lnTo>
                    <a:lnTo>
                      <a:pt x="3942" y="187"/>
                    </a:lnTo>
                    <a:lnTo>
                      <a:pt x="3877" y="177"/>
                    </a:lnTo>
                    <a:lnTo>
                      <a:pt x="3814" y="172"/>
                    </a:lnTo>
                    <a:lnTo>
                      <a:pt x="3752" y="168"/>
                    </a:lnTo>
                    <a:lnTo>
                      <a:pt x="3692" y="167"/>
                    </a:lnTo>
                    <a:lnTo>
                      <a:pt x="3634" y="168"/>
                    </a:lnTo>
                    <a:lnTo>
                      <a:pt x="3578" y="173"/>
                    </a:lnTo>
                    <a:lnTo>
                      <a:pt x="3523" y="180"/>
                    </a:lnTo>
                    <a:lnTo>
                      <a:pt x="3470" y="189"/>
                    </a:lnTo>
                    <a:lnTo>
                      <a:pt x="3419" y="201"/>
                    </a:lnTo>
                    <a:lnTo>
                      <a:pt x="3368" y="215"/>
                    </a:lnTo>
                    <a:lnTo>
                      <a:pt x="3321" y="232"/>
                    </a:lnTo>
                    <a:lnTo>
                      <a:pt x="3274" y="250"/>
                    </a:lnTo>
                    <a:lnTo>
                      <a:pt x="3230" y="271"/>
                    </a:lnTo>
                    <a:lnTo>
                      <a:pt x="3186" y="294"/>
                    </a:lnTo>
                    <a:lnTo>
                      <a:pt x="3145" y="319"/>
                    </a:lnTo>
                    <a:lnTo>
                      <a:pt x="3106" y="347"/>
                    </a:lnTo>
                    <a:lnTo>
                      <a:pt x="3068" y="376"/>
                    </a:lnTo>
                    <a:lnTo>
                      <a:pt x="3031" y="407"/>
                    </a:lnTo>
                    <a:lnTo>
                      <a:pt x="2996" y="439"/>
                    </a:lnTo>
                    <a:lnTo>
                      <a:pt x="2964" y="474"/>
                    </a:lnTo>
                    <a:lnTo>
                      <a:pt x="2932" y="510"/>
                    </a:lnTo>
                    <a:lnTo>
                      <a:pt x="2903" y="548"/>
                    </a:lnTo>
                    <a:lnTo>
                      <a:pt x="2874" y="589"/>
                    </a:lnTo>
                    <a:lnTo>
                      <a:pt x="2848" y="630"/>
                    </a:lnTo>
                    <a:lnTo>
                      <a:pt x="2823" y="673"/>
                    </a:lnTo>
                    <a:lnTo>
                      <a:pt x="2800" y="718"/>
                    </a:lnTo>
                    <a:lnTo>
                      <a:pt x="2778" y="763"/>
                    </a:lnTo>
                    <a:lnTo>
                      <a:pt x="2759" y="810"/>
                    </a:lnTo>
                    <a:lnTo>
                      <a:pt x="2740" y="858"/>
                    </a:lnTo>
                    <a:lnTo>
                      <a:pt x="2724" y="909"/>
                    </a:lnTo>
                    <a:lnTo>
                      <a:pt x="2709" y="960"/>
                    </a:lnTo>
                    <a:lnTo>
                      <a:pt x="2697" y="1012"/>
                    </a:lnTo>
                    <a:lnTo>
                      <a:pt x="2685" y="1065"/>
                    </a:lnTo>
                    <a:lnTo>
                      <a:pt x="2675" y="1119"/>
                    </a:lnTo>
                    <a:lnTo>
                      <a:pt x="2667" y="1174"/>
                    </a:lnTo>
                    <a:lnTo>
                      <a:pt x="2660" y="1230"/>
                    </a:lnTo>
                    <a:lnTo>
                      <a:pt x="2655" y="1288"/>
                    </a:lnTo>
                    <a:lnTo>
                      <a:pt x="2652" y="1346"/>
                    </a:lnTo>
                    <a:lnTo>
                      <a:pt x="2649" y="1404"/>
                    </a:lnTo>
                    <a:lnTo>
                      <a:pt x="2649" y="1463"/>
                    </a:lnTo>
                    <a:lnTo>
                      <a:pt x="2651" y="1523"/>
                    </a:lnTo>
                    <a:lnTo>
                      <a:pt x="2654" y="1584"/>
                    </a:lnTo>
                    <a:lnTo>
                      <a:pt x="2659" y="1645"/>
                    </a:lnTo>
                    <a:lnTo>
                      <a:pt x="2666" y="1706"/>
                    </a:lnTo>
                    <a:lnTo>
                      <a:pt x="2674" y="1768"/>
                    </a:lnTo>
                    <a:lnTo>
                      <a:pt x="2683" y="1831"/>
                    </a:lnTo>
                    <a:lnTo>
                      <a:pt x="2694" y="1894"/>
                    </a:lnTo>
                    <a:lnTo>
                      <a:pt x="2707" y="1956"/>
                    </a:lnTo>
                    <a:lnTo>
                      <a:pt x="2738" y="2083"/>
                    </a:lnTo>
                    <a:lnTo>
                      <a:pt x="2775" y="2210"/>
                    </a:lnTo>
                    <a:lnTo>
                      <a:pt x="2819" y="2336"/>
                    </a:lnTo>
                    <a:lnTo>
                      <a:pt x="2868" y="2463"/>
                    </a:lnTo>
                    <a:lnTo>
                      <a:pt x="2891" y="2514"/>
                    </a:lnTo>
                    <a:lnTo>
                      <a:pt x="2917" y="2563"/>
                    </a:lnTo>
                    <a:lnTo>
                      <a:pt x="2944" y="2613"/>
                    </a:lnTo>
                    <a:lnTo>
                      <a:pt x="2974" y="2661"/>
                    </a:lnTo>
                    <a:lnTo>
                      <a:pt x="3007" y="2707"/>
                    </a:lnTo>
                    <a:lnTo>
                      <a:pt x="3041" y="2753"/>
                    </a:lnTo>
                    <a:lnTo>
                      <a:pt x="3078" y="2799"/>
                    </a:lnTo>
                    <a:lnTo>
                      <a:pt x="3116" y="2843"/>
                    </a:lnTo>
                    <a:lnTo>
                      <a:pt x="3156" y="2886"/>
                    </a:lnTo>
                    <a:lnTo>
                      <a:pt x="3199" y="2929"/>
                    </a:lnTo>
                    <a:lnTo>
                      <a:pt x="3243" y="2969"/>
                    </a:lnTo>
                    <a:lnTo>
                      <a:pt x="3289" y="3009"/>
                    </a:lnTo>
                    <a:lnTo>
                      <a:pt x="3336" y="3047"/>
                    </a:lnTo>
                    <a:lnTo>
                      <a:pt x="3384" y="3085"/>
                    </a:lnTo>
                    <a:lnTo>
                      <a:pt x="3435" y="3121"/>
                    </a:lnTo>
                    <a:lnTo>
                      <a:pt x="3486" y="3155"/>
                    </a:lnTo>
                    <a:lnTo>
                      <a:pt x="3539" y="3190"/>
                    </a:lnTo>
                    <a:lnTo>
                      <a:pt x="3593" y="3222"/>
                    </a:lnTo>
                    <a:lnTo>
                      <a:pt x="3648" y="3253"/>
                    </a:lnTo>
                    <a:lnTo>
                      <a:pt x="3761" y="3311"/>
                    </a:lnTo>
                    <a:lnTo>
                      <a:pt x="3819" y="3339"/>
                    </a:lnTo>
                    <a:lnTo>
                      <a:pt x="3877" y="3364"/>
                    </a:lnTo>
                    <a:lnTo>
                      <a:pt x="3937" y="3388"/>
                    </a:lnTo>
                    <a:lnTo>
                      <a:pt x="4058" y="3432"/>
                    </a:lnTo>
                    <a:lnTo>
                      <a:pt x="4180" y="3470"/>
                    </a:lnTo>
                    <a:lnTo>
                      <a:pt x="4304" y="3502"/>
                    </a:lnTo>
                    <a:lnTo>
                      <a:pt x="4428" y="3528"/>
                    </a:lnTo>
                    <a:lnTo>
                      <a:pt x="4552" y="3546"/>
                    </a:lnTo>
                    <a:lnTo>
                      <a:pt x="4613" y="3553"/>
                    </a:lnTo>
                    <a:lnTo>
                      <a:pt x="4676" y="3558"/>
                    </a:lnTo>
                    <a:lnTo>
                      <a:pt x="4737" y="3561"/>
                    </a:lnTo>
                    <a:lnTo>
                      <a:pt x="4797" y="3562"/>
                    </a:lnTo>
                    <a:lnTo>
                      <a:pt x="4858" y="3562"/>
                    </a:lnTo>
                    <a:lnTo>
                      <a:pt x="4916" y="3560"/>
                    </a:lnTo>
                    <a:lnTo>
                      <a:pt x="4975" y="3556"/>
                    </a:lnTo>
                    <a:lnTo>
                      <a:pt x="5034" y="3551"/>
                    </a:lnTo>
                    <a:lnTo>
                      <a:pt x="5091" y="3543"/>
                    </a:lnTo>
                    <a:lnTo>
                      <a:pt x="5148" y="3533"/>
                    </a:lnTo>
                    <a:lnTo>
                      <a:pt x="5203" y="3522"/>
                    </a:lnTo>
                    <a:lnTo>
                      <a:pt x="5257" y="3508"/>
                    </a:lnTo>
                    <a:lnTo>
                      <a:pt x="5310" y="3492"/>
                    </a:lnTo>
                    <a:lnTo>
                      <a:pt x="5362" y="3475"/>
                    </a:lnTo>
                    <a:lnTo>
                      <a:pt x="5413" y="3455"/>
                    </a:lnTo>
                    <a:lnTo>
                      <a:pt x="5462" y="3433"/>
                    </a:lnTo>
                    <a:lnTo>
                      <a:pt x="5510" y="3409"/>
                    </a:lnTo>
                    <a:lnTo>
                      <a:pt x="5556" y="3384"/>
                    </a:lnTo>
                    <a:lnTo>
                      <a:pt x="5601" y="3355"/>
                    </a:lnTo>
                    <a:lnTo>
                      <a:pt x="5643" y="3325"/>
                    </a:lnTo>
                    <a:lnTo>
                      <a:pt x="5685" y="3291"/>
                    </a:lnTo>
                    <a:lnTo>
                      <a:pt x="5724" y="3257"/>
                    </a:lnTo>
                    <a:lnTo>
                      <a:pt x="5761" y="3220"/>
                    </a:lnTo>
                    <a:lnTo>
                      <a:pt x="5795" y="3181"/>
                    </a:lnTo>
                    <a:lnTo>
                      <a:pt x="5829" y="3139"/>
                    </a:lnTo>
                    <a:lnTo>
                      <a:pt x="5860" y="3094"/>
                    </a:lnTo>
                    <a:lnTo>
                      <a:pt x="5887" y="3048"/>
                    </a:lnTo>
                    <a:lnTo>
                      <a:pt x="5914" y="3000"/>
                    </a:lnTo>
                    <a:lnTo>
                      <a:pt x="5938" y="2949"/>
                    </a:lnTo>
                    <a:lnTo>
                      <a:pt x="5959" y="2895"/>
                    </a:lnTo>
                    <a:lnTo>
                      <a:pt x="5973" y="2856"/>
                    </a:lnTo>
                    <a:lnTo>
                      <a:pt x="5984" y="2818"/>
                    </a:lnTo>
                    <a:lnTo>
                      <a:pt x="6003" y="2744"/>
                    </a:lnTo>
                    <a:lnTo>
                      <a:pt x="6015" y="2674"/>
                    </a:lnTo>
                    <a:lnTo>
                      <a:pt x="6025" y="2609"/>
                    </a:lnTo>
                    <a:lnTo>
                      <a:pt x="6027" y="2578"/>
                    </a:lnTo>
                    <a:lnTo>
                      <a:pt x="6029" y="2548"/>
                    </a:lnTo>
                    <a:lnTo>
                      <a:pt x="6030" y="2521"/>
                    </a:lnTo>
                    <a:lnTo>
                      <a:pt x="6030" y="2494"/>
                    </a:lnTo>
                    <a:lnTo>
                      <a:pt x="6031" y="2469"/>
                    </a:lnTo>
                    <a:lnTo>
                      <a:pt x="6031" y="2446"/>
                    </a:lnTo>
                    <a:lnTo>
                      <a:pt x="6030" y="2425"/>
                    </a:lnTo>
                    <a:lnTo>
                      <a:pt x="6030" y="2405"/>
                    </a:lnTo>
                    <a:lnTo>
                      <a:pt x="6049" y="2491"/>
                    </a:lnTo>
                    <a:lnTo>
                      <a:pt x="6064" y="2576"/>
                    </a:lnTo>
                    <a:lnTo>
                      <a:pt x="6077" y="2662"/>
                    </a:lnTo>
                    <a:lnTo>
                      <a:pt x="6088" y="2750"/>
                    </a:lnTo>
                    <a:lnTo>
                      <a:pt x="6096" y="2837"/>
                    </a:lnTo>
                    <a:lnTo>
                      <a:pt x="6103" y="2926"/>
                    </a:lnTo>
                    <a:lnTo>
                      <a:pt x="6106" y="3016"/>
                    </a:lnTo>
                    <a:lnTo>
                      <a:pt x="6107" y="3106"/>
                    </a:lnTo>
                    <a:lnTo>
                      <a:pt x="6106" y="3187"/>
                    </a:lnTo>
                    <a:lnTo>
                      <a:pt x="6104" y="3266"/>
                    </a:lnTo>
                    <a:lnTo>
                      <a:pt x="6098" y="3346"/>
                    </a:lnTo>
                    <a:lnTo>
                      <a:pt x="6092" y="3424"/>
                    </a:lnTo>
                    <a:lnTo>
                      <a:pt x="6083" y="3502"/>
                    </a:lnTo>
                    <a:lnTo>
                      <a:pt x="6073" y="3579"/>
                    </a:lnTo>
                    <a:lnTo>
                      <a:pt x="6060" y="3657"/>
                    </a:lnTo>
                    <a:lnTo>
                      <a:pt x="6046" y="3733"/>
                    </a:lnTo>
                    <a:lnTo>
                      <a:pt x="6030" y="3807"/>
                    </a:lnTo>
                    <a:lnTo>
                      <a:pt x="6013" y="3882"/>
                    </a:lnTo>
                    <a:lnTo>
                      <a:pt x="5993" y="3957"/>
                    </a:lnTo>
                    <a:lnTo>
                      <a:pt x="5973" y="4030"/>
                    </a:lnTo>
                    <a:lnTo>
                      <a:pt x="5950" y="4102"/>
                    </a:lnTo>
                    <a:lnTo>
                      <a:pt x="5925" y="4175"/>
                    </a:lnTo>
                    <a:lnTo>
                      <a:pt x="5899" y="4245"/>
                    </a:lnTo>
                    <a:lnTo>
                      <a:pt x="5871" y="4316"/>
                    </a:lnTo>
                    <a:lnTo>
                      <a:pt x="5843" y="4385"/>
                    </a:lnTo>
                    <a:lnTo>
                      <a:pt x="5811" y="4453"/>
                    </a:lnTo>
                    <a:lnTo>
                      <a:pt x="5779" y="4521"/>
                    </a:lnTo>
                    <a:lnTo>
                      <a:pt x="5746" y="4587"/>
                    </a:lnTo>
                    <a:lnTo>
                      <a:pt x="5710" y="4653"/>
                    </a:lnTo>
                    <a:lnTo>
                      <a:pt x="5673" y="4718"/>
                    </a:lnTo>
                    <a:lnTo>
                      <a:pt x="5635" y="4781"/>
                    </a:lnTo>
                    <a:lnTo>
                      <a:pt x="5595" y="4843"/>
                    </a:lnTo>
                    <a:lnTo>
                      <a:pt x="5555" y="4904"/>
                    </a:lnTo>
                    <a:lnTo>
                      <a:pt x="5512" y="4965"/>
                    </a:lnTo>
                    <a:lnTo>
                      <a:pt x="5468" y="5024"/>
                    </a:lnTo>
                    <a:lnTo>
                      <a:pt x="5422" y="5083"/>
                    </a:lnTo>
                    <a:lnTo>
                      <a:pt x="5376" y="5139"/>
                    </a:lnTo>
                    <a:lnTo>
                      <a:pt x="5328" y="5196"/>
                    </a:lnTo>
                    <a:lnTo>
                      <a:pt x="5279" y="5250"/>
                    </a:lnTo>
                    <a:lnTo>
                      <a:pt x="5229" y="5303"/>
                    </a:lnTo>
                    <a:lnTo>
                      <a:pt x="5178" y="5355"/>
                    </a:lnTo>
                    <a:lnTo>
                      <a:pt x="5125" y="5406"/>
                    </a:lnTo>
                    <a:lnTo>
                      <a:pt x="5071" y="5455"/>
                    </a:lnTo>
                    <a:lnTo>
                      <a:pt x="5015" y="5503"/>
                    </a:lnTo>
                    <a:lnTo>
                      <a:pt x="4960" y="5551"/>
                    </a:lnTo>
                    <a:lnTo>
                      <a:pt x="4903" y="5595"/>
                    </a:lnTo>
                    <a:lnTo>
                      <a:pt x="4844" y="5640"/>
                    </a:lnTo>
                    <a:lnTo>
                      <a:pt x="4785" y="5683"/>
                    </a:lnTo>
                    <a:lnTo>
                      <a:pt x="4663" y="5764"/>
                    </a:lnTo>
                    <a:lnTo>
                      <a:pt x="4601" y="5802"/>
                    </a:lnTo>
                    <a:lnTo>
                      <a:pt x="4537" y="5839"/>
                    </a:lnTo>
                    <a:lnTo>
                      <a:pt x="4473" y="5873"/>
                    </a:lnTo>
                    <a:lnTo>
                      <a:pt x="4408" y="5906"/>
                    </a:lnTo>
                    <a:lnTo>
                      <a:pt x="4343" y="5939"/>
                    </a:lnTo>
                    <a:lnTo>
                      <a:pt x="4276" y="5969"/>
                    </a:lnTo>
                    <a:lnTo>
                      <a:pt x="4208" y="5997"/>
                    </a:lnTo>
                    <a:lnTo>
                      <a:pt x="4139" y="6024"/>
                    </a:lnTo>
                    <a:lnTo>
                      <a:pt x="4070" y="6049"/>
                    </a:lnTo>
                    <a:lnTo>
                      <a:pt x="3999" y="6074"/>
                    </a:lnTo>
                    <a:lnTo>
                      <a:pt x="3929" y="6095"/>
                    </a:lnTo>
                    <a:lnTo>
                      <a:pt x="3858" y="6115"/>
                    </a:lnTo>
                    <a:lnTo>
                      <a:pt x="3785" y="6133"/>
                    </a:lnTo>
                    <a:lnTo>
                      <a:pt x="3713" y="6150"/>
                    </a:lnTo>
                    <a:lnTo>
                      <a:pt x="3639" y="6165"/>
                    </a:lnTo>
                    <a:lnTo>
                      <a:pt x="3565" y="6177"/>
                    </a:lnTo>
                    <a:lnTo>
                      <a:pt x="3490" y="6188"/>
                    </a:lnTo>
                    <a:lnTo>
                      <a:pt x="3414" y="6197"/>
                    </a:lnTo>
                    <a:lnTo>
                      <a:pt x="3338" y="6204"/>
                    </a:lnTo>
                    <a:lnTo>
                      <a:pt x="3262" y="6208"/>
                    </a:lnTo>
                    <a:lnTo>
                      <a:pt x="3185" y="6212"/>
                    </a:lnTo>
                    <a:lnTo>
                      <a:pt x="3108" y="6213"/>
                    </a:lnTo>
                    <a:lnTo>
                      <a:pt x="2980" y="6211"/>
                    </a:lnTo>
                    <a:lnTo>
                      <a:pt x="2852" y="6203"/>
                    </a:lnTo>
                    <a:lnTo>
                      <a:pt x="2727" y="6190"/>
                    </a:lnTo>
                    <a:lnTo>
                      <a:pt x="2603" y="6171"/>
                    </a:lnTo>
                    <a:lnTo>
                      <a:pt x="2481" y="6150"/>
                    </a:lnTo>
                    <a:lnTo>
                      <a:pt x="2361" y="6122"/>
                    </a:lnTo>
                    <a:lnTo>
                      <a:pt x="2242" y="6091"/>
                    </a:lnTo>
                    <a:lnTo>
                      <a:pt x="2125" y="6054"/>
                    </a:lnTo>
                    <a:lnTo>
                      <a:pt x="2010" y="6014"/>
                    </a:lnTo>
                    <a:lnTo>
                      <a:pt x="1898" y="5969"/>
                    </a:lnTo>
                    <a:lnTo>
                      <a:pt x="1788" y="5919"/>
                    </a:lnTo>
                    <a:lnTo>
                      <a:pt x="1680" y="5866"/>
                    </a:lnTo>
                    <a:lnTo>
                      <a:pt x="1574" y="5809"/>
                    </a:lnTo>
                    <a:lnTo>
                      <a:pt x="1471" y="5747"/>
                    </a:lnTo>
                    <a:lnTo>
                      <a:pt x="1371" y="5683"/>
                    </a:lnTo>
                    <a:lnTo>
                      <a:pt x="1273" y="5614"/>
                    </a:lnTo>
                    <a:lnTo>
                      <a:pt x="1177" y="5541"/>
                    </a:lnTo>
                    <a:lnTo>
                      <a:pt x="1085" y="5465"/>
                    </a:lnTo>
                    <a:lnTo>
                      <a:pt x="996" y="5386"/>
                    </a:lnTo>
                    <a:lnTo>
                      <a:pt x="911" y="5303"/>
                    </a:lnTo>
                    <a:lnTo>
                      <a:pt x="828" y="5216"/>
                    </a:lnTo>
                    <a:lnTo>
                      <a:pt x="749" y="5128"/>
                    </a:lnTo>
                    <a:lnTo>
                      <a:pt x="673" y="5037"/>
                    </a:lnTo>
                    <a:lnTo>
                      <a:pt x="600" y="4941"/>
                    </a:lnTo>
                    <a:lnTo>
                      <a:pt x="531" y="4843"/>
                    </a:lnTo>
                    <a:lnTo>
                      <a:pt x="467" y="4743"/>
                    </a:lnTo>
                    <a:lnTo>
                      <a:pt x="406" y="4640"/>
                    </a:lnTo>
                    <a:lnTo>
                      <a:pt x="348" y="4534"/>
                    </a:lnTo>
                    <a:lnTo>
                      <a:pt x="295" y="4426"/>
                    </a:lnTo>
                    <a:lnTo>
                      <a:pt x="245" y="4316"/>
                    </a:lnTo>
                    <a:lnTo>
                      <a:pt x="200" y="4204"/>
                    </a:lnTo>
                    <a:lnTo>
                      <a:pt x="159" y="4089"/>
                    </a:lnTo>
                    <a:lnTo>
                      <a:pt x="123" y="3972"/>
                    </a:lnTo>
                    <a:lnTo>
                      <a:pt x="91" y="3854"/>
                    </a:lnTo>
                    <a:lnTo>
                      <a:pt x="63" y="3733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204" y="1"/>
                    </a:lnTo>
                    <a:lnTo>
                      <a:pt x="3298" y="6"/>
                    </a:lnTo>
                    <a:lnTo>
                      <a:pt x="3392" y="14"/>
                    </a:lnTo>
                    <a:lnTo>
                      <a:pt x="3486" y="24"/>
                    </a:lnTo>
                    <a:lnTo>
                      <a:pt x="3578" y="38"/>
                    </a:lnTo>
                    <a:lnTo>
                      <a:pt x="3669" y="54"/>
                    </a:lnTo>
                    <a:lnTo>
                      <a:pt x="3760" y="74"/>
                    </a:lnTo>
                    <a:lnTo>
                      <a:pt x="3850" y="96"/>
                    </a:lnTo>
                    <a:lnTo>
                      <a:pt x="3937" y="121"/>
                    </a:lnTo>
                    <a:lnTo>
                      <a:pt x="4025" y="149"/>
                    </a:lnTo>
                    <a:lnTo>
                      <a:pt x="4111" y="179"/>
                    </a:lnTo>
                    <a:lnTo>
                      <a:pt x="4196" y="212"/>
                    </a:lnTo>
                    <a:lnTo>
                      <a:pt x="4279" y="247"/>
                    </a:lnTo>
                    <a:lnTo>
                      <a:pt x="4362" y="285"/>
                    </a:lnTo>
                    <a:lnTo>
                      <a:pt x="4443" y="325"/>
                    </a:lnTo>
                    <a:lnTo>
                      <a:pt x="4522" y="368"/>
                    </a:lnTo>
                    <a:close/>
                  </a:path>
                </a:pathLst>
              </a:custGeom>
              <a:solidFill>
                <a:srgbClr val="00b74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72" name="Freeform 94"/>
              <p:cNvSpPr/>
              <p:nvPr/>
            </p:nvSpPr>
            <p:spPr>
              <a:xfrm>
                <a:off x="2213280" y="1906560"/>
                <a:ext cx="3465360" cy="3524400"/>
              </a:xfrm>
              <a:custGeom>
                <a:avLst/>
                <a:gdLst>
                  <a:gd name="textAreaLeft" fmla="*/ 0 w 3465360"/>
                  <a:gd name="textAreaRight" fmla="*/ 3465720 w 3465360"/>
                  <a:gd name="textAreaTop" fmla="*/ 0 h 3524400"/>
                  <a:gd name="textAreaBottom" fmla="*/ 3524760 h 3524400"/>
                </a:gdLst>
                <a:ahLst/>
                <a:rect l="textAreaLeft" t="textAreaTop" r="textAreaRight" b="textAreaBottom"/>
                <a:pathLst>
                  <a:path w="6107" h="6213">
                    <a:moveTo>
                      <a:pt x="4337" y="272"/>
                    </a:moveTo>
                    <a:lnTo>
                      <a:pt x="4255" y="243"/>
                    </a:lnTo>
                    <a:lnTo>
                      <a:pt x="4176" y="219"/>
                    </a:lnTo>
                    <a:lnTo>
                      <a:pt x="4099" y="197"/>
                    </a:lnTo>
                    <a:lnTo>
                      <a:pt x="4024" y="179"/>
                    </a:lnTo>
                    <a:lnTo>
                      <a:pt x="3950" y="162"/>
                    </a:lnTo>
                    <a:lnTo>
                      <a:pt x="3879" y="151"/>
                    </a:lnTo>
                    <a:lnTo>
                      <a:pt x="3809" y="142"/>
                    </a:lnTo>
                    <a:lnTo>
                      <a:pt x="3741" y="135"/>
                    </a:lnTo>
                    <a:lnTo>
                      <a:pt x="3677" y="131"/>
                    </a:lnTo>
                    <a:lnTo>
                      <a:pt x="3612" y="131"/>
                    </a:lnTo>
                    <a:lnTo>
                      <a:pt x="3551" y="134"/>
                    </a:lnTo>
                    <a:lnTo>
                      <a:pt x="3491" y="138"/>
                    </a:lnTo>
                    <a:lnTo>
                      <a:pt x="3434" y="146"/>
                    </a:lnTo>
                    <a:lnTo>
                      <a:pt x="3379" y="156"/>
                    </a:lnTo>
                    <a:lnTo>
                      <a:pt x="3324" y="168"/>
                    </a:lnTo>
                    <a:lnTo>
                      <a:pt x="3273" y="183"/>
                    </a:lnTo>
                    <a:lnTo>
                      <a:pt x="3222" y="202"/>
                    </a:lnTo>
                    <a:lnTo>
                      <a:pt x="3174" y="221"/>
                    </a:lnTo>
                    <a:lnTo>
                      <a:pt x="3127" y="243"/>
                    </a:lnTo>
                    <a:lnTo>
                      <a:pt x="3083" y="267"/>
                    </a:lnTo>
                    <a:lnTo>
                      <a:pt x="3040" y="293"/>
                    </a:lnTo>
                    <a:lnTo>
                      <a:pt x="2998" y="321"/>
                    </a:lnTo>
                    <a:lnTo>
                      <a:pt x="2959" y="351"/>
                    </a:lnTo>
                    <a:lnTo>
                      <a:pt x="2922" y="384"/>
                    </a:lnTo>
                    <a:lnTo>
                      <a:pt x="2887" y="417"/>
                    </a:lnTo>
                    <a:lnTo>
                      <a:pt x="2852" y="453"/>
                    </a:lnTo>
                    <a:lnTo>
                      <a:pt x="2820" y="491"/>
                    </a:lnTo>
                    <a:lnTo>
                      <a:pt x="2790" y="530"/>
                    </a:lnTo>
                    <a:lnTo>
                      <a:pt x="2761" y="570"/>
                    </a:lnTo>
                    <a:lnTo>
                      <a:pt x="2735" y="612"/>
                    </a:lnTo>
                    <a:lnTo>
                      <a:pt x="2709" y="656"/>
                    </a:lnTo>
                    <a:lnTo>
                      <a:pt x="2686" y="700"/>
                    </a:lnTo>
                    <a:lnTo>
                      <a:pt x="2664" y="747"/>
                    </a:lnTo>
                    <a:lnTo>
                      <a:pt x="2644" y="794"/>
                    </a:lnTo>
                    <a:lnTo>
                      <a:pt x="2625" y="842"/>
                    </a:lnTo>
                    <a:lnTo>
                      <a:pt x="2609" y="893"/>
                    </a:lnTo>
                    <a:lnTo>
                      <a:pt x="2594" y="944"/>
                    </a:lnTo>
                    <a:lnTo>
                      <a:pt x="2580" y="995"/>
                    </a:lnTo>
                    <a:lnTo>
                      <a:pt x="2569" y="1047"/>
                    </a:lnTo>
                    <a:lnTo>
                      <a:pt x="2558" y="1101"/>
                    </a:lnTo>
                    <a:lnTo>
                      <a:pt x="2550" y="1156"/>
                    </a:lnTo>
                    <a:lnTo>
                      <a:pt x="2543" y="1210"/>
                    </a:lnTo>
                    <a:lnTo>
                      <a:pt x="2538" y="1266"/>
                    </a:lnTo>
                    <a:lnTo>
                      <a:pt x="2534" y="1321"/>
                    </a:lnTo>
                    <a:lnTo>
                      <a:pt x="2532" y="1378"/>
                    </a:lnTo>
                    <a:lnTo>
                      <a:pt x="2531" y="1435"/>
                    </a:lnTo>
                    <a:lnTo>
                      <a:pt x="2534" y="1551"/>
                    </a:lnTo>
                    <a:lnTo>
                      <a:pt x="2543" y="1667"/>
                    </a:lnTo>
                    <a:lnTo>
                      <a:pt x="2558" y="1783"/>
                    </a:lnTo>
                    <a:lnTo>
                      <a:pt x="2580" y="1900"/>
                    </a:lnTo>
                    <a:lnTo>
                      <a:pt x="2607" y="2016"/>
                    </a:lnTo>
                    <a:lnTo>
                      <a:pt x="2640" y="2131"/>
                    </a:lnTo>
                    <a:lnTo>
                      <a:pt x="2678" y="2244"/>
                    </a:lnTo>
                    <a:lnTo>
                      <a:pt x="2722" y="2355"/>
                    </a:lnTo>
                    <a:lnTo>
                      <a:pt x="2772" y="2463"/>
                    </a:lnTo>
                    <a:lnTo>
                      <a:pt x="2807" y="2532"/>
                    </a:lnTo>
                    <a:lnTo>
                      <a:pt x="2844" y="2599"/>
                    </a:lnTo>
                    <a:lnTo>
                      <a:pt x="2883" y="2664"/>
                    </a:lnTo>
                    <a:lnTo>
                      <a:pt x="2925" y="2727"/>
                    </a:lnTo>
                    <a:lnTo>
                      <a:pt x="2967" y="2788"/>
                    </a:lnTo>
                    <a:lnTo>
                      <a:pt x="3011" y="2847"/>
                    </a:lnTo>
                    <a:lnTo>
                      <a:pt x="3057" y="2904"/>
                    </a:lnTo>
                    <a:lnTo>
                      <a:pt x="3106" y="2960"/>
                    </a:lnTo>
                    <a:lnTo>
                      <a:pt x="3154" y="3013"/>
                    </a:lnTo>
                    <a:lnTo>
                      <a:pt x="3205" y="3063"/>
                    </a:lnTo>
                    <a:lnTo>
                      <a:pt x="3256" y="3113"/>
                    </a:lnTo>
                    <a:lnTo>
                      <a:pt x="3309" y="3160"/>
                    </a:lnTo>
                    <a:lnTo>
                      <a:pt x="3364" y="3205"/>
                    </a:lnTo>
                    <a:lnTo>
                      <a:pt x="3419" y="3248"/>
                    </a:lnTo>
                    <a:lnTo>
                      <a:pt x="3475" y="3289"/>
                    </a:lnTo>
                    <a:lnTo>
                      <a:pt x="3533" y="3328"/>
                    </a:lnTo>
                    <a:lnTo>
                      <a:pt x="3591" y="3366"/>
                    </a:lnTo>
                    <a:lnTo>
                      <a:pt x="3649" y="3401"/>
                    </a:lnTo>
                    <a:lnTo>
                      <a:pt x="3709" y="3435"/>
                    </a:lnTo>
                    <a:lnTo>
                      <a:pt x="3770" y="3466"/>
                    </a:lnTo>
                    <a:lnTo>
                      <a:pt x="3831" y="3495"/>
                    </a:lnTo>
                    <a:lnTo>
                      <a:pt x="3892" y="3523"/>
                    </a:lnTo>
                    <a:lnTo>
                      <a:pt x="3955" y="3549"/>
                    </a:lnTo>
                    <a:lnTo>
                      <a:pt x="4017" y="3572"/>
                    </a:lnTo>
                    <a:lnTo>
                      <a:pt x="4080" y="3594"/>
                    </a:lnTo>
                    <a:lnTo>
                      <a:pt x="4142" y="3614"/>
                    </a:lnTo>
                    <a:lnTo>
                      <a:pt x="4206" y="3632"/>
                    </a:lnTo>
                    <a:lnTo>
                      <a:pt x="4269" y="3649"/>
                    </a:lnTo>
                    <a:lnTo>
                      <a:pt x="4332" y="3662"/>
                    </a:lnTo>
                    <a:lnTo>
                      <a:pt x="4396" y="3675"/>
                    </a:lnTo>
                    <a:lnTo>
                      <a:pt x="4459" y="3684"/>
                    </a:lnTo>
                    <a:lnTo>
                      <a:pt x="4521" y="3693"/>
                    </a:lnTo>
                    <a:lnTo>
                      <a:pt x="4585" y="3699"/>
                    </a:lnTo>
                    <a:lnTo>
                      <a:pt x="4647" y="3704"/>
                    </a:lnTo>
                    <a:lnTo>
                      <a:pt x="4709" y="3706"/>
                    </a:lnTo>
                    <a:lnTo>
                      <a:pt x="4770" y="3707"/>
                    </a:lnTo>
                    <a:lnTo>
                      <a:pt x="4831" y="3706"/>
                    </a:lnTo>
                    <a:lnTo>
                      <a:pt x="4891" y="3703"/>
                    </a:lnTo>
                    <a:lnTo>
                      <a:pt x="4951" y="3698"/>
                    </a:lnTo>
                    <a:lnTo>
                      <a:pt x="5010" y="3690"/>
                    </a:lnTo>
                    <a:lnTo>
                      <a:pt x="5067" y="3682"/>
                    </a:lnTo>
                    <a:lnTo>
                      <a:pt x="5125" y="3670"/>
                    </a:lnTo>
                    <a:lnTo>
                      <a:pt x="5181" y="3658"/>
                    </a:lnTo>
                    <a:lnTo>
                      <a:pt x="5235" y="3644"/>
                    </a:lnTo>
                    <a:lnTo>
                      <a:pt x="5290" y="3628"/>
                    </a:lnTo>
                    <a:lnTo>
                      <a:pt x="5343" y="3609"/>
                    </a:lnTo>
                    <a:lnTo>
                      <a:pt x="5394" y="3589"/>
                    </a:lnTo>
                    <a:lnTo>
                      <a:pt x="5444" y="3567"/>
                    </a:lnTo>
                    <a:lnTo>
                      <a:pt x="5492" y="3543"/>
                    </a:lnTo>
                    <a:lnTo>
                      <a:pt x="5540" y="3517"/>
                    </a:lnTo>
                    <a:lnTo>
                      <a:pt x="5586" y="3490"/>
                    </a:lnTo>
                    <a:lnTo>
                      <a:pt x="5629" y="3460"/>
                    </a:lnTo>
                    <a:lnTo>
                      <a:pt x="5672" y="3428"/>
                    </a:lnTo>
                    <a:lnTo>
                      <a:pt x="5712" y="3395"/>
                    </a:lnTo>
                    <a:lnTo>
                      <a:pt x="5752" y="3361"/>
                    </a:lnTo>
                    <a:lnTo>
                      <a:pt x="5788" y="3324"/>
                    </a:lnTo>
                    <a:lnTo>
                      <a:pt x="5823" y="3284"/>
                    </a:lnTo>
                    <a:lnTo>
                      <a:pt x="5855" y="3244"/>
                    </a:lnTo>
                    <a:lnTo>
                      <a:pt x="5886" y="3202"/>
                    </a:lnTo>
                    <a:lnTo>
                      <a:pt x="5915" y="3157"/>
                    </a:lnTo>
                    <a:lnTo>
                      <a:pt x="5940" y="3111"/>
                    </a:lnTo>
                    <a:lnTo>
                      <a:pt x="5965" y="3062"/>
                    </a:lnTo>
                    <a:lnTo>
                      <a:pt x="5986" y="3013"/>
                    </a:lnTo>
                    <a:lnTo>
                      <a:pt x="6005" y="2961"/>
                    </a:lnTo>
                    <a:lnTo>
                      <a:pt x="6022" y="2907"/>
                    </a:lnTo>
                    <a:lnTo>
                      <a:pt x="6035" y="2856"/>
                    </a:lnTo>
                    <a:lnTo>
                      <a:pt x="6045" y="2808"/>
                    </a:lnTo>
                    <a:lnTo>
                      <a:pt x="6053" y="2763"/>
                    </a:lnTo>
                    <a:lnTo>
                      <a:pt x="6060" y="2721"/>
                    </a:lnTo>
                    <a:lnTo>
                      <a:pt x="6065" y="2682"/>
                    </a:lnTo>
                    <a:lnTo>
                      <a:pt x="6068" y="2647"/>
                    </a:lnTo>
                    <a:lnTo>
                      <a:pt x="6071" y="2616"/>
                    </a:lnTo>
                    <a:lnTo>
                      <a:pt x="6087" y="2736"/>
                    </a:lnTo>
                    <a:lnTo>
                      <a:pt x="6098" y="2858"/>
                    </a:lnTo>
                    <a:lnTo>
                      <a:pt x="6105" y="2981"/>
                    </a:lnTo>
                    <a:lnTo>
                      <a:pt x="6107" y="3106"/>
                    </a:lnTo>
                    <a:lnTo>
                      <a:pt x="6106" y="3187"/>
                    </a:lnTo>
                    <a:lnTo>
                      <a:pt x="6104" y="3266"/>
                    </a:lnTo>
                    <a:lnTo>
                      <a:pt x="6098" y="3346"/>
                    </a:lnTo>
                    <a:lnTo>
                      <a:pt x="6092" y="3424"/>
                    </a:lnTo>
                    <a:lnTo>
                      <a:pt x="6083" y="3502"/>
                    </a:lnTo>
                    <a:lnTo>
                      <a:pt x="6073" y="3579"/>
                    </a:lnTo>
                    <a:lnTo>
                      <a:pt x="6060" y="3657"/>
                    </a:lnTo>
                    <a:lnTo>
                      <a:pt x="6046" y="3733"/>
                    </a:lnTo>
                    <a:lnTo>
                      <a:pt x="6030" y="3807"/>
                    </a:lnTo>
                    <a:lnTo>
                      <a:pt x="6013" y="3882"/>
                    </a:lnTo>
                    <a:lnTo>
                      <a:pt x="5993" y="3957"/>
                    </a:lnTo>
                    <a:lnTo>
                      <a:pt x="5973" y="4030"/>
                    </a:lnTo>
                    <a:lnTo>
                      <a:pt x="5950" y="4102"/>
                    </a:lnTo>
                    <a:lnTo>
                      <a:pt x="5925" y="4175"/>
                    </a:lnTo>
                    <a:lnTo>
                      <a:pt x="5899" y="4245"/>
                    </a:lnTo>
                    <a:lnTo>
                      <a:pt x="5871" y="4316"/>
                    </a:lnTo>
                    <a:lnTo>
                      <a:pt x="5843" y="4385"/>
                    </a:lnTo>
                    <a:lnTo>
                      <a:pt x="5811" y="4453"/>
                    </a:lnTo>
                    <a:lnTo>
                      <a:pt x="5779" y="4521"/>
                    </a:lnTo>
                    <a:lnTo>
                      <a:pt x="5746" y="4587"/>
                    </a:lnTo>
                    <a:lnTo>
                      <a:pt x="5710" y="4653"/>
                    </a:lnTo>
                    <a:lnTo>
                      <a:pt x="5673" y="4718"/>
                    </a:lnTo>
                    <a:lnTo>
                      <a:pt x="5635" y="4781"/>
                    </a:lnTo>
                    <a:lnTo>
                      <a:pt x="5595" y="4843"/>
                    </a:lnTo>
                    <a:lnTo>
                      <a:pt x="5555" y="4904"/>
                    </a:lnTo>
                    <a:lnTo>
                      <a:pt x="5512" y="4965"/>
                    </a:lnTo>
                    <a:lnTo>
                      <a:pt x="5468" y="5024"/>
                    </a:lnTo>
                    <a:lnTo>
                      <a:pt x="5422" y="5083"/>
                    </a:lnTo>
                    <a:lnTo>
                      <a:pt x="5376" y="5139"/>
                    </a:lnTo>
                    <a:lnTo>
                      <a:pt x="5328" y="5196"/>
                    </a:lnTo>
                    <a:lnTo>
                      <a:pt x="5279" y="5250"/>
                    </a:lnTo>
                    <a:lnTo>
                      <a:pt x="5229" y="5303"/>
                    </a:lnTo>
                    <a:lnTo>
                      <a:pt x="5178" y="5355"/>
                    </a:lnTo>
                    <a:lnTo>
                      <a:pt x="5125" y="5406"/>
                    </a:lnTo>
                    <a:lnTo>
                      <a:pt x="5071" y="5455"/>
                    </a:lnTo>
                    <a:lnTo>
                      <a:pt x="5015" y="5503"/>
                    </a:lnTo>
                    <a:lnTo>
                      <a:pt x="4960" y="5551"/>
                    </a:lnTo>
                    <a:lnTo>
                      <a:pt x="4903" y="5595"/>
                    </a:lnTo>
                    <a:lnTo>
                      <a:pt x="4844" y="5640"/>
                    </a:lnTo>
                    <a:lnTo>
                      <a:pt x="4785" y="5683"/>
                    </a:lnTo>
                    <a:lnTo>
                      <a:pt x="4663" y="5764"/>
                    </a:lnTo>
                    <a:lnTo>
                      <a:pt x="4601" y="5802"/>
                    </a:lnTo>
                    <a:lnTo>
                      <a:pt x="4537" y="5839"/>
                    </a:lnTo>
                    <a:lnTo>
                      <a:pt x="4473" y="5873"/>
                    </a:lnTo>
                    <a:lnTo>
                      <a:pt x="4408" y="5906"/>
                    </a:lnTo>
                    <a:lnTo>
                      <a:pt x="4343" y="5939"/>
                    </a:lnTo>
                    <a:lnTo>
                      <a:pt x="4276" y="5969"/>
                    </a:lnTo>
                    <a:lnTo>
                      <a:pt x="4208" y="5997"/>
                    </a:lnTo>
                    <a:lnTo>
                      <a:pt x="4139" y="6024"/>
                    </a:lnTo>
                    <a:lnTo>
                      <a:pt x="4070" y="6049"/>
                    </a:lnTo>
                    <a:lnTo>
                      <a:pt x="3999" y="6074"/>
                    </a:lnTo>
                    <a:lnTo>
                      <a:pt x="3929" y="6095"/>
                    </a:lnTo>
                    <a:lnTo>
                      <a:pt x="3858" y="6115"/>
                    </a:lnTo>
                    <a:lnTo>
                      <a:pt x="3785" y="6133"/>
                    </a:lnTo>
                    <a:lnTo>
                      <a:pt x="3713" y="6150"/>
                    </a:lnTo>
                    <a:lnTo>
                      <a:pt x="3639" y="6165"/>
                    </a:lnTo>
                    <a:lnTo>
                      <a:pt x="3565" y="6177"/>
                    </a:lnTo>
                    <a:lnTo>
                      <a:pt x="3490" y="6188"/>
                    </a:lnTo>
                    <a:lnTo>
                      <a:pt x="3414" y="6197"/>
                    </a:lnTo>
                    <a:lnTo>
                      <a:pt x="3338" y="6204"/>
                    </a:lnTo>
                    <a:lnTo>
                      <a:pt x="3262" y="6208"/>
                    </a:lnTo>
                    <a:lnTo>
                      <a:pt x="3185" y="6212"/>
                    </a:lnTo>
                    <a:lnTo>
                      <a:pt x="3108" y="6213"/>
                    </a:lnTo>
                    <a:lnTo>
                      <a:pt x="2980" y="6211"/>
                    </a:lnTo>
                    <a:lnTo>
                      <a:pt x="2852" y="6203"/>
                    </a:lnTo>
                    <a:lnTo>
                      <a:pt x="2727" y="6190"/>
                    </a:lnTo>
                    <a:lnTo>
                      <a:pt x="2603" y="6171"/>
                    </a:lnTo>
                    <a:lnTo>
                      <a:pt x="2481" y="6150"/>
                    </a:lnTo>
                    <a:lnTo>
                      <a:pt x="2361" y="6122"/>
                    </a:lnTo>
                    <a:lnTo>
                      <a:pt x="2242" y="6091"/>
                    </a:lnTo>
                    <a:lnTo>
                      <a:pt x="2125" y="6054"/>
                    </a:lnTo>
                    <a:lnTo>
                      <a:pt x="2010" y="6014"/>
                    </a:lnTo>
                    <a:lnTo>
                      <a:pt x="1898" y="5969"/>
                    </a:lnTo>
                    <a:lnTo>
                      <a:pt x="1788" y="5919"/>
                    </a:lnTo>
                    <a:lnTo>
                      <a:pt x="1680" y="5866"/>
                    </a:lnTo>
                    <a:lnTo>
                      <a:pt x="1574" y="5809"/>
                    </a:lnTo>
                    <a:lnTo>
                      <a:pt x="1471" y="5747"/>
                    </a:lnTo>
                    <a:lnTo>
                      <a:pt x="1371" y="5683"/>
                    </a:lnTo>
                    <a:lnTo>
                      <a:pt x="1273" y="5614"/>
                    </a:lnTo>
                    <a:lnTo>
                      <a:pt x="1177" y="5541"/>
                    </a:lnTo>
                    <a:lnTo>
                      <a:pt x="1085" y="5465"/>
                    </a:lnTo>
                    <a:lnTo>
                      <a:pt x="996" y="5386"/>
                    </a:lnTo>
                    <a:lnTo>
                      <a:pt x="911" y="5303"/>
                    </a:lnTo>
                    <a:lnTo>
                      <a:pt x="828" y="5216"/>
                    </a:lnTo>
                    <a:lnTo>
                      <a:pt x="749" y="5128"/>
                    </a:lnTo>
                    <a:lnTo>
                      <a:pt x="673" y="5037"/>
                    </a:lnTo>
                    <a:lnTo>
                      <a:pt x="600" y="4941"/>
                    </a:lnTo>
                    <a:lnTo>
                      <a:pt x="531" y="4843"/>
                    </a:lnTo>
                    <a:lnTo>
                      <a:pt x="467" y="4743"/>
                    </a:lnTo>
                    <a:lnTo>
                      <a:pt x="406" y="4640"/>
                    </a:lnTo>
                    <a:lnTo>
                      <a:pt x="348" y="4534"/>
                    </a:lnTo>
                    <a:lnTo>
                      <a:pt x="295" y="4426"/>
                    </a:lnTo>
                    <a:lnTo>
                      <a:pt x="245" y="4316"/>
                    </a:lnTo>
                    <a:lnTo>
                      <a:pt x="200" y="4204"/>
                    </a:lnTo>
                    <a:lnTo>
                      <a:pt x="159" y="4089"/>
                    </a:lnTo>
                    <a:lnTo>
                      <a:pt x="123" y="3972"/>
                    </a:lnTo>
                    <a:lnTo>
                      <a:pt x="91" y="3854"/>
                    </a:lnTo>
                    <a:lnTo>
                      <a:pt x="63" y="3733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190" y="1"/>
                    </a:lnTo>
                    <a:lnTo>
                      <a:pt x="3271" y="5"/>
                    </a:lnTo>
                    <a:lnTo>
                      <a:pt x="3352" y="10"/>
                    </a:lnTo>
                    <a:lnTo>
                      <a:pt x="3432" y="18"/>
                    </a:lnTo>
                    <a:lnTo>
                      <a:pt x="3511" y="28"/>
                    </a:lnTo>
                    <a:lnTo>
                      <a:pt x="3591" y="40"/>
                    </a:lnTo>
                    <a:lnTo>
                      <a:pt x="3669" y="54"/>
                    </a:lnTo>
                    <a:lnTo>
                      <a:pt x="3746" y="70"/>
                    </a:lnTo>
                    <a:lnTo>
                      <a:pt x="3822" y="89"/>
                    </a:lnTo>
                    <a:lnTo>
                      <a:pt x="3898" y="110"/>
                    </a:lnTo>
                    <a:lnTo>
                      <a:pt x="3974" y="131"/>
                    </a:lnTo>
                    <a:lnTo>
                      <a:pt x="4048" y="156"/>
                    </a:lnTo>
                    <a:lnTo>
                      <a:pt x="4122" y="182"/>
                    </a:lnTo>
                    <a:lnTo>
                      <a:pt x="4194" y="211"/>
                    </a:lnTo>
                    <a:lnTo>
                      <a:pt x="4266" y="240"/>
                    </a:lnTo>
                    <a:lnTo>
                      <a:pt x="4337" y="272"/>
                    </a:lnTo>
                    <a:close/>
                  </a:path>
                </a:pathLst>
              </a:custGeom>
              <a:solidFill>
                <a:srgbClr val="00b04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73" name="Freeform 95"/>
              <p:cNvSpPr/>
              <p:nvPr/>
            </p:nvSpPr>
            <p:spPr>
              <a:xfrm>
                <a:off x="2213280" y="1906560"/>
                <a:ext cx="3465360" cy="3524400"/>
              </a:xfrm>
              <a:custGeom>
                <a:avLst/>
                <a:gdLst>
                  <a:gd name="textAreaLeft" fmla="*/ 0 w 3465360"/>
                  <a:gd name="textAreaRight" fmla="*/ 3465720 w 3465360"/>
                  <a:gd name="textAreaTop" fmla="*/ 0 h 3524400"/>
                  <a:gd name="textAreaBottom" fmla="*/ 3524760 h 3524400"/>
                </a:gdLst>
                <a:ahLst/>
                <a:rect l="textAreaLeft" t="textAreaTop" r="textAreaRight" b="textAreaBottom"/>
                <a:pathLst>
                  <a:path w="6107" h="6213">
                    <a:moveTo>
                      <a:pt x="4162" y="197"/>
                    </a:moveTo>
                    <a:lnTo>
                      <a:pt x="4072" y="172"/>
                    </a:lnTo>
                    <a:lnTo>
                      <a:pt x="3986" y="151"/>
                    </a:lnTo>
                    <a:lnTo>
                      <a:pt x="3902" y="134"/>
                    </a:lnTo>
                    <a:lnTo>
                      <a:pt x="3821" y="120"/>
                    </a:lnTo>
                    <a:lnTo>
                      <a:pt x="3741" y="110"/>
                    </a:lnTo>
                    <a:lnTo>
                      <a:pt x="3665" y="103"/>
                    </a:lnTo>
                    <a:lnTo>
                      <a:pt x="3592" y="98"/>
                    </a:lnTo>
                    <a:lnTo>
                      <a:pt x="3521" y="98"/>
                    </a:lnTo>
                    <a:lnTo>
                      <a:pt x="3452" y="100"/>
                    </a:lnTo>
                    <a:lnTo>
                      <a:pt x="3387" y="106"/>
                    </a:lnTo>
                    <a:lnTo>
                      <a:pt x="3323" y="114"/>
                    </a:lnTo>
                    <a:lnTo>
                      <a:pt x="3262" y="126"/>
                    </a:lnTo>
                    <a:lnTo>
                      <a:pt x="3204" y="139"/>
                    </a:lnTo>
                    <a:lnTo>
                      <a:pt x="3147" y="157"/>
                    </a:lnTo>
                    <a:lnTo>
                      <a:pt x="3093" y="176"/>
                    </a:lnTo>
                    <a:lnTo>
                      <a:pt x="3041" y="198"/>
                    </a:lnTo>
                    <a:lnTo>
                      <a:pt x="2992" y="224"/>
                    </a:lnTo>
                    <a:lnTo>
                      <a:pt x="2944" y="250"/>
                    </a:lnTo>
                    <a:lnTo>
                      <a:pt x="2899" y="280"/>
                    </a:lnTo>
                    <a:lnTo>
                      <a:pt x="2857" y="311"/>
                    </a:lnTo>
                    <a:lnTo>
                      <a:pt x="2816" y="345"/>
                    </a:lnTo>
                    <a:lnTo>
                      <a:pt x="2777" y="380"/>
                    </a:lnTo>
                    <a:lnTo>
                      <a:pt x="2742" y="418"/>
                    </a:lnTo>
                    <a:lnTo>
                      <a:pt x="2707" y="459"/>
                    </a:lnTo>
                    <a:lnTo>
                      <a:pt x="2675" y="500"/>
                    </a:lnTo>
                    <a:lnTo>
                      <a:pt x="2645" y="543"/>
                    </a:lnTo>
                    <a:lnTo>
                      <a:pt x="2616" y="588"/>
                    </a:lnTo>
                    <a:lnTo>
                      <a:pt x="2591" y="635"/>
                    </a:lnTo>
                    <a:lnTo>
                      <a:pt x="2567" y="682"/>
                    </a:lnTo>
                    <a:lnTo>
                      <a:pt x="2543" y="732"/>
                    </a:lnTo>
                    <a:lnTo>
                      <a:pt x="2524" y="782"/>
                    </a:lnTo>
                    <a:lnTo>
                      <a:pt x="2505" y="834"/>
                    </a:lnTo>
                    <a:lnTo>
                      <a:pt x="2488" y="887"/>
                    </a:lnTo>
                    <a:lnTo>
                      <a:pt x="2473" y="942"/>
                    </a:lnTo>
                    <a:lnTo>
                      <a:pt x="2461" y="997"/>
                    </a:lnTo>
                    <a:lnTo>
                      <a:pt x="2449" y="1053"/>
                    </a:lnTo>
                    <a:lnTo>
                      <a:pt x="2439" y="1111"/>
                    </a:lnTo>
                    <a:lnTo>
                      <a:pt x="2431" y="1168"/>
                    </a:lnTo>
                    <a:lnTo>
                      <a:pt x="2425" y="1227"/>
                    </a:lnTo>
                    <a:lnTo>
                      <a:pt x="2420" y="1286"/>
                    </a:lnTo>
                    <a:lnTo>
                      <a:pt x="2417" y="1346"/>
                    </a:lnTo>
                    <a:lnTo>
                      <a:pt x="2416" y="1406"/>
                    </a:lnTo>
                    <a:lnTo>
                      <a:pt x="2418" y="1526"/>
                    </a:lnTo>
                    <a:lnTo>
                      <a:pt x="2425" y="1649"/>
                    </a:lnTo>
                    <a:lnTo>
                      <a:pt x="2439" y="1771"/>
                    </a:lnTo>
                    <a:lnTo>
                      <a:pt x="2458" y="1892"/>
                    </a:lnTo>
                    <a:lnTo>
                      <a:pt x="2482" y="2013"/>
                    </a:lnTo>
                    <a:lnTo>
                      <a:pt x="2511" y="2130"/>
                    </a:lnTo>
                    <a:lnTo>
                      <a:pt x="2546" y="2247"/>
                    </a:lnTo>
                    <a:lnTo>
                      <a:pt x="2585" y="2359"/>
                    </a:lnTo>
                    <a:lnTo>
                      <a:pt x="2629" y="2469"/>
                    </a:lnTo>
                    <a:lnTo>
                      <a:pt x="2676" y="2574"/>
                    </a:lnTo>
                    <a:lnTo>
                      <a:pt x="2701" y="2623"/>
                    </a:lnTo>
                    <a:lnTo>
                      <a:pt x="2728" y="2673"/>
                    </a:lnTo>
                    <a:lnTo>
                      <a:pt x="2766" y="2738"/>
                    </a:lnTo>
                    <a:lnTo>
                      <a:pt x="2805" y="2802"/>
                    </a:lnTo>
                    <a:lnTo>
                      <a:pt x="2848" y="2864"/>
                    </a:lnTo>
                    <a:lnTo>
                      <a:pt x="2891" y="2923"/>
                    </a:lnTo>
                    <a:lnTo>
                      <a:pt x="2936" y="2980"/>
                    </a:lnTo>
                    <a:lnTo>
                      <a:pt x="2983" y="3037"/>
                    </a:lnTo>
                    <a:lnTo>
                      <a:pt x="3032" y="3090"/>
                    </a:lnTo>
                    <a:lnTo>
                      <a:pt x="3081" y="3142"/>
                    </a:lnTo>
                    <a:lnTo>
                      <a:pt x="3133" y="3191"/>
                    </a:lnTo>
                    <a:lnTo>
                      <a:pt x="3186" y="3238"/>
                    </a:lnTo>
                    <a:lnTo>
                      <a:pt x="3240" y="3284"/>
                    </a:lnTo>
                    <a:lnTo>
                      <a:pt x="3296" y="3328"/>
                    </a:lnTo>
                    <a:lnTo>
                      <a:pt x="3352" y="3371"/>
                    </a:lnTo>
                    <a:lnTo>
                      <a:pt x="3410" y="3410"/>
                    </a:lnTo>
                    <a:lnTo>
                      <a:pt x="3468" y="3448"/>
                    </a:lnTo>
                    <a:lnTo>
                      <a:pt x="3528" y="3484"/>
                    </a:lnTo>
                    <a:lnTo>
                      <a:pt x="3588" y="3518"/>
                    </a:lnTo>
                    <a:lnTo>
                      <a:pt x="3649" y="3551"/>
                    </a:lnTo>
                    <a:lnTo>
                      <a:pt x="3711" y="3581"/>
                    </a:lnTo>
                    <a:lnTo>
                      <a:pt x="3774" y="3609"/>
                    </a:lnTo>
                    <a:lnTo>
                      <a:pt x="3837" y="3636"/>
                    </a:lnTo>
                    <a:lnTo>
                      <a:pt x="3900" y="3660"/>
                    </a:lnTo>
                    <a:lnTo>
                      <a:pt x="3965" y="3683"/>
                    </a:lnTo>
                    <a:lnTo>
                      <a:pt x="4029" y="3704"/>
                    </a:lnTo>
                    <a:lnTo>
                      <a:pt x="4094" y="3722"/>
                    </a:lnTo>
                    <a:lnTo>
                      <a:pt x="4158" y="3740"/>
                    </a:lnTo>
                    <a:lnTo>
                      <a:pt x="4224" y="3755"/>
                    </a:lnTo>
                    <a:lnTo>
                      <a:pt x="4289" y="3767"/>
                    </a:lnTo>
                    <a:lnTo>
                      <a:pt x="4353" y="3779"/>
                    </a:lnTo>
                    <a:lnTo>
                      <a:pt x="4419" y="3789"/>
                    </a:lnTo>
                    <a:lnTo>
                      <a:pt x="4483" y="3796"/>
                    </a:lnTo>
                    <a:lnTo>
                      <a:pt x="4548" y="3802"/>
                    </a:lnTo>
                    <a:lnTo>
                      <a:pt x="4612" y="3806"/>
                    </a:lnTo>
                    <a:lnTo>
                      <a:pt x="4739" y="3809"/>
                    </a:lnTo>
                    <a:lnTo>
                      <a:pt x="4802" y="3806"/>
                    </a:lnTo>
                    <a:lnTo>
                      <a:pt x="4863" y="3803"/>
                    </a:lnTo>
                    <a:lnTo>
                      <a:pt x="4926" y="3798"/>
                    </a:lnTo>
                    <a:lnTo>
                      <a:pt x="4987" y="3791"/>
                    </a:lnTo>
                    <a:lnTo>
                      <a:pt x="5047" y="3782"/>
                    </a:lnTo>
                    <a:lnTo>
                      <a:pt x="5105" y="3772"/>
                    </a:lnTo>
                    <a:lnTo>
                      <a:pt x="5163" y="3759"/>
                    </a:lnTo>
                    <a:lnTo>
                      <a:pt x="5220" y="3745"/>
                    </a:lnTo>
                    <a:lnTo>
                      <a:pt x="5276" y="3729"/>
                    </a:lnTo>
                    <a:lnTo>
                      <a:pt x="5330" y="3711"/>
                    </a:lnTo>
                    <a:lnTo>
                      <a:pt x="5384" y="3691"/>
                    </a:lnTo>
                    <a:lnTo>
                      <a:pt x="5436" y="3670"/>
                    </a:lnTo>
                    <a:lnTo>
                      <a:pt x="5487" y="3646"/>
                    </a:lnTo>
                    <a:lnTo>
                      <a:pt x="5535" y="3622"/>
                    </a:lnTo>
                    <a:lnTo>
                      <a:pt x="5583" y="3596"/>
                    </a:lnTo>
                    <a:lnTo>
                      <a:pt x="5629" y="3567"/>
                    </a:lnTo>
                    <a:lnTo>
                      <a:pt x="5673" y="3537"/>
                    </a:lnTo>
                    <a:lnTo>
                      <a:pt x="5716" y="3505"/>
                    </a:lnTo>
                    <a:lnTo>
                      <a:pt x="5756" y="3471"/>
                    </a:lnTo>
                    <a:lnTo>
                      <a:pt x="5794" y="3435"/>
                    </a:lnTo>
                    <a:lnTo>
                      <a:pt x="5831" y="3399"/>
                    </a:lnTo>
                    <a:lnTo>
                      <a:pt x="5866" y="3359"/>
                    </a:lnTo>
                    <a:lnTo>
                      <a:pt x="5898" y="3319"/>
                    </a:lnTo>
                    <a:lnTo>
                      <a:pt x="5928" y="3276"/>
                    </a:lnTo>
                    <a:lnTo>
                      <a:pt x="5957" y="3233"/>
                    </a:lnTo>
                    <a:lnTo>
                      <a:pt x="5982" y="3187"/>
                    </a:lnTo>
                    <a:lnTo>
                      <a:pt x="6005" y="3139"/>
                    </a:lnTo>
                    <a:lnTo>
                      <a:pt x="6025" y="3090"/>
                    </a:lnTo>
                    <a:lnTo>
                      <a:pt x="6043" y="3039"/>
                    </a:lnTo>
                    <a:lnTo>
                      <a:pt x="6050" y="3017"/>
                    </a:lnTo>
                    <a:lnTo>
                      <a:pt x="6057" y="2992"/>
                    </a:lnTo>
                    <a:lnTo>
                      <a:pt x="6064" y="2964"/>
                    </a:lnTo>
                    <a:lnTo>
                      <a:pt x="6071" y="2934"/>
                    </a:lnTo>
                    <a:lnTo>
                      <a:pt x="6084" y="2873"/>
                    </a:lnTo>
                    <a:lnTo>
                      <a:pt x="6095" y="2812"/>
                    </a:lnTo>
                    <a:lnTo>
                      <a:pt x="6104" y="2958"/>
                    </a:lnTo>
                    <a:lnTo>
                      <a:pt x="6106" y="3032"/>
                    </a:lnTo>
                    <a:lnTo>
                      <a:pt x="6107" y="3106"/>
                    </a:lnTo>
                    <a:lnTo>
                      <a:pt x="6106" y="3187"/>
                    </a:lnTo>
                    <a:lnTo>
                      <a:pt x="6104" y="3266"/>
                    </a:lnTo>
                    <a:lnTo>
                      <a:pt x="6098" y="3346"/>
                    </a:lnTo>
                    <a:lnTo>
                      <a:pt x="6092" y="3424"/>
                    </a:lnTo>
                    <a:lnTo>
                      <a:pt x="6083" y="3502"/>
                    </a:lnTo>
                    <a:lnTo>
                      <a:pt x="6073" y="3579"/>
                    </a:lnTo>
                    <a:lnTo>
                      <a:pt x="6060" y="3657"/>
                    </a:lnTo>
                    <a:lnTo>
                      <a:pt x="6046" y="3733"/>
                    </a:lnTo>
                    <a:lnTo>
                      <a:pt x="6030" y="3807"/>
                    </a:lnTo>
                    <a:lnTo>
                      <a:pt x="6013" y="3882"/>
                    </a:lnTo>
                    <a:lnTo>
                      <a:pt x="5993" y="3957"/>
                    </a:lnTo>
                    <a:lnTo>
                      <a:pt x="5973" y="4030"/>
                    </a:lnTo>
                    <a:lnTo>
                      <a:pt x="5950" y="4102"/>
                    </a:lnTo>
                    <a:lnTo>
                      <a:pt x="5925" y="4175"/>
                    </a:lnTo>
                    <a:lnTo>
                      <a:pt x="5899" y="4245"/>
                    </a:lnTo>
                    <a:lnTo>
                      <a:pt x="5871" y="4316"/>
                    </a:lnTo>
                    <a:lnTo>
                      <a:pt x="5843" y="4385"/>
                    </a:lnTo>
                    <a:lnTo>
                      <a:pt x="5811" y="4453"/>
                    </a:lnTo>
                    <a:lnTo>
                      <a:pt x="5779" y="4521"/>
                    </a:lnTo>
                    <a:lnTo>
                      <a:pt x="5746" y="4587"/>
                    </a:lnTo>
                    <a:lnTo>
                      <a:pt x="5710" y="4653"/>
                    </a:lnTo>
                    <a:lnTo>
                      <a:pt x="5673" y="4718"/>
                    </a:lnTo>
                    <a:lnTo>
                      <a:pt x="5635" y="4781"/>
                    </a:lnTo>
                    <a:lnTo>
                      <a:pt x="5595" y="4843"/>
                    </a:lnTo>
                    <a:lnTo>
                      <a:pt x="5555" y="4904"/>
                    </a:lnTo>
                    <a:lnTo>
                      <a:pt x="5512" y="4965"/>
                    </a:lnTo>
                    <a:lnTo>
                      <a:pt x="5468" y="5024"/>
                    </a:lnTo>
                    <a:lnTo>
                      <a:pt x="5422" y="5083"/>
                    </a:lnTo>
                    <a:lnTo>
                      <a:pt x="5376" y="5139"/>
                    </a:lnTo>
                    <a:lnTo>
                      <a:pt x="5328" y="5196"/>
                    </a:lnTo>
                    <a:lnTo>
                      <a:pt x="5279" y="5250"/>
                    </a:lnTo>
                    <a:lnTo>
                      <a:pt x="5229" y="5303"/>
                    </a:lnTo>
                    <a:lnTo>
                      <a:pt x="5178" y="5355"/>
                    </a:lnTo>
                    <a:lnTo>
                      <a:pt x="5125" y="5406"/>
                    </a:lnTo>
                    <a:lnTo>
                      <a:pt x="5071" y="5455"/>
                    </a:lnTo>
                    <a:lnTo>
                      <a:pt x="5015" y="5503"/>
                    </a:lnTo>
                    <a:lnTo>
                      <a:pt x="4960" y="5551"/>
                    </a:lnTo>
                    <a:lnTo>
                      <a:pt x="4903" y="5595"/>
                    </a:lnTo>
                    <a:lnTo>
                      <a:pt x="4844" y="5640"/>
                    </a:lnTo>
                    <a:lnTo>
                      <a:pt x="4785" y="5683"/>
                    </a:lnTo>
                    <a:lnTo>
                      <a:pt x="4663" y="5764"/>
                    </a:lnTo>
                    <a:lnTo>
                      <a:pt x="4601" y="5802"/>
                    </a:lnTo>
                    <a:lnTo>
                      <a:pt x="4537" y="5839"/>
                    </a:lnTo>
                    <a:lnTo>
                      <a:pt x="4473" y="5873"/>
                    </a:lnTo>
                    <a:lnTo>
                      <a:pt x="4408" y="5906"/>
                    </a:lnTo>
                    <a:lnTo>
                      <a:pt x="4343" y="5939"/>
                    </a:lnTo>
                    <a:lnTo>
                      <a:pt x="4276" y="5969"/>
                    </a:lnTo>
                    <a:lnTo>
                      <a:pt x="4208" y="5997"/>
                    </a:lnTo>
                    <a:lnTo>
                      <a:pt x="4139" y="6024"/>
                    </a:lnTo>
                    <a:lnTo>
                      <a:pt x="4070" y="6049"/>
                    </a:lnTo>
                    <a:lnTo>
                      <a:pt x="3999" y="6074"/>
                    </a:lnTo>
                    <a:lnTo>
                      <a:pt x="3929" y="6095"/>
                    </a:lnTo>
                    <a:lnTo>
                      <a:pt x="3858" y="6115"/>
                    </a:lnTo>
                    <a:lnTo>
                      <a:pt x="3785" y="6133"/>
                    </a:lnTo>
                    <a:lnTo>
                      <a:pt x="3713" y="6150"/>
                    </a:lnTo>
                    <a:lnTo>
                      <a:pt x="3639" y="6165"/>
                    </a:lnTo>
                    <a:lnTo>
                      <a:pt x="3565" y="6177"/>
                    </a:lnTo>
                    <a:lnTo>
                      <a:pt x="3490" y="6188"/>
                    </a:lnTo>
                    <a:lnTo>
                      <a:pt x="3414" y="6197"/>
                    </a:lnTo>
                    <a:lnTo>
                      <a:pt x="3338" y="6204"/>
                    </a:lnTo>
                    <a:lnTo>
                      <a:pt x="3262" y="6208"/>
                    </a:lnTo>
                    <a:lnTo>
                      <a:pt x="3185" y="6212"/>
                    </a:lnTo>
                    <a:lnTo>
                      <a:pt x="3108" y="6213"/>
                    </a:lnTo>
                    <a:lnTo>
                      <a:pt x="2980" y="6211"/>
                    </a:lnTo>
                    <a:lnTo>
                      <a:pt x="2852" y="6203"/>
                    </a:lnTo>
                    <a:lnTo>
                      <a:pt x="2727" y="6190"/>
                    </a:lnTo>
                    <a:lnTo>
                      <a:pt x="2603" y="6171"/>
                    </a:lnTo>
                    <a:lnTo>
                      <a:pt x="2481" y="6150"/>
                    </a:lnTo>
                    <a:lnTo>
                      <a:pt x="2361" y="6122"/>
                    </a:lnTo>
                    <a:lnTo>
                      <a:pt x="2242" y="6091"/>
                    </a:lnTo>
                    <a:lnTo>
                      <a:pt x="2125" y="6054"/>
                    </a:lnTo>
                    <a:lnTo>
                      <a:pt x="2010" y="6014"/>
                    </a:lnTo>
                    <a:lnTo>
                      <a:pt x="1898" y="5969"/>
                    </a:lnTo>
                    <a:lnTo>
                      <a:pt x="1788" y="5919"/>
                    </a:lnTo>
                    <a:lnTo>
                      <a:pt x="1680" y="5866"/>
                    </a:lnTo>
                    <a:lnTo>
                      <a:pt x="1574" y="5809"/>
                    </a:lnTo>
                    <a:lnTo>
                      <a:pt x="1471" y="5747"/>
                    </a:lnTo>
                    <a:lnTo>
                      <a:pt x="1371" y="5683"/>
                    </a:lnTo>
                    <a:lnTo>
                      <a:pt x="1273" y="5614"/>
                    </a:lnTo>
                    <a:lnTo>
                      <a:pt x="1177" y="5541"/>
                    </a:lnTo>
                    <a:lnTo>
                      <a:pt x="1085" y="5465"/>
                    </a:lnTo>
                    <a:lnTo>
                      <a:pt x="996" y="5386"/>
                    </a:lnTo>
                    <a:lnTo>
                      <a:pt x="911" y="5303"/>
                    </a:lnTo>
                    <a:lnTo>
                      <a:pt x="828" y="5216"/>
                    </a:lnTo>
                    <a:lnTo>
                      <a:pt x="749" y="5128"/>
                    </a:lnTo>
                    <a:lnTo>
                      <a:pt x="673" y="5037"/>
                    </a:lnTo>
                    <a:lnTo>
                      <a:pt x="600" y="4941"/>
                    </a:lnTo>
                    <a:lnTo>
                      <a:pt x="531" y="4843"/>
                    </a:lnTo>
                    <a:lnTo>
                      <a:pt x="467" y="4743"/>
                    </a:lnTo>
                    <a:lnTo>
                      <a:pt x="406" y="4640"/>
                    </a:lnTo>
                    <a:lnTo>
                      <a:pt x="348" y="4534"/>
                    </a:lnTo>
                    <a:lnTo>
                      <a:pt x="295" y="4426"/>
                    </a:lnTo>
                    <a:lnTo>
                      <a:pt x="245" y="4316"/>
                    </a:lnTo>
                    <a:lnTo>
                      <a:pt x="200" y="4204"/>
                    </a:lnTo>
                    <a:lnTo>
                      <a:pt x="159" y="4089"/>
                    </a:lnTo>
                    <a:lnTo>
                      <a:pt x="123" y="3972"/>
                    </a:lnTo>
                    <a:lnTo>
                      <a:pt x="91" y="3854"/>
                    </a:lnTo>
                    <a:lnTo>
                      <a:pt x="63" y="3733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177" y="1"/>
                    </a:lnTo>
                    <a:lnTo>
                      <a:pt x="3246" y="4"/>
                    </a:lnTo>
                    <a:lnTo>
                      <a:pt x="3315" y="7"/>
                    </a:lnTo>
                    <a:lnTo>
                      <a:pt x="3383" y="13"/>
                    </a:lnTo>
                    <a:lnTo>
                      <a:pt x="3450" y="21"/>
                    </a:lnTo>
                    <a:lnTo>
                      <a:pt x="3518" y="29"/>
                    </a:lnTo>
                    <a:lnTo>
                      <a:pt x="3650" y="51"/>
                    </a:lnTo>
                    <a:lnTo>
                      <a:pt x="3782" y="80"/>
                    </a:lnTo>
                    <a:lnTo>
                      <a:pt x="3911" y="113"/>
                    </a:lnTo>
                    <a:lnTo>
                      <a:pt x="4037" y="152"/>
                    </a:lnTo>
                    <a:lnTo>
                      <a:pt x="4162" y="197"/>
                    </a:lnTo>
                    <a:close/>
                  </a:path>
                </a:pathLst>
              </a:custGeom>
              <a:solidFill>
                <a:srgbClr val="00a95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74" name="Freeform 96"/>
              <p:cNvSpPr/>
              <p:nvPr/>
            </p:nvSpPr>
            <p:spPr>
              <a:xfrm>
                <a:off x="2213280" y="1906560"/>
                <a:ext cx="3465360" cy="3524400"/>
              </a:xfrm>
              <a:custGeom>
                <a:avLst/>
                <a:gdLst>
                  <a:gd name="textAreaLeft" fmla="*/ 0 w 3465360"/>
                  <a:gd name="textAreaRight" fmla="*/ 3465720 w 3465360"/>
                  <a:gd name="textAreaTop" fmla="*/ 0 h 3524400"/>
                  <a:gd name="textAreaBottom" fmla="*/ 3524760 h 3524400"/>
                </a:gdLst>
                <a:ahLst/>
                <a:rect l="textAreaLeft" t="textAreaTop" r="textAreaRight" b="textAreaBottom"/>
                <a:pathLst>
                  <a:path w="6107" h="6213">
                    <a:moveTo>
                      <a:pt x="3993" y="138"/>
                    </a:moveTo>
                    <a:lnTo>
                      <a:pt x="3900" y="119"/>
                    </a:lnTo>
                    <a:lnTo>
                      <a:pt x="3812" y="103"/>
                    </a:lnTo>
                    <a:lnTo>
                      <a:pt x="3725" y="90"/>
                    </a:lnTo>
                    <a:lnTo>
                      <a:pt x="3641" y="82"/>
                    </a:lnTo>
                    <a:lnTo>
                      <a:pt x="3561" y="77"/>
                    </a:lnTo>
                    <a:lnTo>
                      <a:pt x="3483" y="75"/>
                    </a:lnTo>
                    <a:lnTo>
                      <a:pt x="3409" y="77"/>
                    </a:lnTo>
                    <a:lnTo>
                      <a:pt x="3337" y="83"/>
                    </a:lnTo>
                    <a:lnTo>
                      <a:pt x="3267" y="91"/>
                    </a:lnTo>
                    <a:lnTo>
                      <a:pt x="3201" y="103"/>
                    </a:lnTo>
                    <a:lnTo>
                      <a:pt x="3137" y="118"/>
                    </a:lnTo>
                    <a:lnTo>
                      <a:pt x="3076" y="135"/>
                    </a:lnTo>
                    <a:lnTo>
                      <a:pt x="3017" y="156"/>
                    </a:lnTo>
                    <a:lnTo>
                      <a:pt x="2960" y="180"/>
                    </a:lnTo>
                    <a:lnTo>
                      <a:pt x="2907" y="205"/>
                    </a:lnTo>
                    <a:lnTo>
                      <a:pt x="2857" y="234"/>
                    </a:lnTo>
                    <a:lnTo>
                      <a:pt x="2808" y="266"/>
                    </a:lnTo>
                    <a:lnTo>
                      <a:pt x="2762" y="300"/>
                    </a:lnTo>
                    <a:lnTo>
                      <a:pt x="2719" y="335"/>
                    </a:lnTo>
                    <a:lnTo>
                      <a:pt x="2677" y="374"/>
                    </a:lnTo>
                    <a:lnTo>
                      <a:pt x="2638" y="415"/>
                    </a:lnTo>
                    <a:lnTo>
                      <a:pt x="2601" y="457"/>
                    </a:lnTo>
                    <a:lnTo>
                      <a:pt x="2567" y="501"/>
                    </a:lnTo>
                    <a:lnTo>
                      <a:pt x="2534" y="548"/>
                    </a:lnTo>
                    <a:lnTo>
                      <a:pt x="2504" y="597"/>
                    </a:lnTo>
                    <a:lnTo>
                      <a:pt x="2477" y="646"/>
                    </a:lnTo>
                    <a:lnTo>
                      <a:pt x="2451" y="698"/>
                    </a:lnTo>
                    <a:lnTo>
                      <a:pt x="2428" y="752"/>
                    </a:lnTo>
                    <a:lnTo>
                      <a:pt x="2406" y="806"/>
                    </a:lnTo>
                    <a:lnTo>
                      <a:pt x="2387" y="863"/>
                    </a:lnTo>
                    <a:lnTo>
                      <a:pt x="2370" y="921"/>
                    </a:lnTo>
                    <a:lnTo>
                      <a:pt x="2355" y="979"/>
                    </a:lnTo>
                    <a:lnTo>
                      <a:pt x="2341" y="1039"/>
                    </a:lnTo>
                    <a:lnTo>
                      <a:pt x="2329" y="1099"/>
                    </a:lnTo>
                    <a:lnTo>
                      <a:pt x="2319" y="1161"/>
                    </a:lnTo>
                    <a:lnTo>
                      <a:pt x="2312" y="1224"/>
                    </a:lnTo>
                    <a:lnTo>
                      <a:pt x="2305" y="1287"/>
                    </a:lnTo>
                    <a:lnTo>
                      <a:pt x="2298" y="1416"/>
                    </a:lnTo>
                    <a:lnTo>
                      <a:pt x="2298" y="1546"/>
                    </a:lnTo>
                    <a:lnTo>
                      <a:pt x="2300" y="1612"/>
                    </a:lnTo>
                    <a:lnTo>
                      <a:pt x="2311" y="1744"/>
                    </a:lnTo>
                    <a:lnTo>
                      <a:pt x="2326" y="1877"/>
                    </a:lnTo>
                    <a:lnTo>
                      <a:pt x="2348" y="2009"/>
                    </a:lnTo>
                    <a:lnTo>
                      <a:pt x="2375" y="2139"/>
                    </a:lnTo>
                    <a:lnTo>
                      <a:pt x="2408" y="2268"/>
                    </a:lnTo>
                    <a:lnTo>
                      <a:pt x="2446" y="2394"/>
                    </a:lnTo>
                    <a:lnTo>
                      <a:pt x="2488" y="2517"/>
                    </a:lnTo>
                    <a:lnTo>
                      <a:pt x="2534" y="2636"/>
                    </a:lnTo>
                    <a:lnTo>
                      <a:pt x="2560" y="2693"/>
                    </a:lnTo>
                    <a:lnTo>
                      <a:pt x="2586" y="2750"/>
                    </a:lnTo>
                    <a:lnTo>
                      <a:pt x="2613" y="2805"/>
                    </a:lnTo>
                    <a:lnTo>
                      <a:pt x="2641" y="2858"/>
                    </a:lnTo>
                    <a:lnTo>
                      <a:pt x="2670" y="2910"/>
                    </a:lnTo>
                    <a:lnTo>
                      <a:pt x="2700" y="2961"/>
                    </a:lnTo>
                    <a:lnTo>
                      <a:pt x="2735" y="3015"/>
                    </a:lnTo>
                    <a:lnTo>
                      <a:pt x="2773" y="3069"/>
                    </a:lnTo>
                    <a:lnTo>
                      <a:pt x="2812" y="3121"/>
                    </a:lnTo>
                    <a:lnTo>
                      <a:pt x="2853" y="3172"/>
                    </a:lnTo>
                    <a:lnTo>
                      <a:pt x="2897" y="3220"/>
                    </a:lnTo>
                    <a:lnTo>
                      <a:pt x="2943" y="3268"/>
                    </a:lnTo>
                    <a:lnTo>
                      <a:pt x="2990" y="3314"/>
                    </a:lnTo>
                    <a:lnTo>
                      <a:pt x="3040" y="3359"/>
                    </a:lnTo>
                    <a:lnTo>
                      <a:pt x="3091" y="3402"/>
                    </a:lnTo>
                    <a:lnTo>
                      <a:pt x="3144" y="3443"/>
                    </a:lnTo>
                    <a:lnTo>
                      <a:pt x="3197" y="3484"/>
                    </a:lnTo>
                    <a:lnTo>
                      <a:pt x="3253" y="3523"/>
                    </a:lnTo>
                    <a:lnTo>
                      <a:pt x="3309" y="3560"/>
                    </a:lnTo>
                    <a:lnTo>
                      <a:pt x="3368" y="3596"/>
                    </a:lnTo>
                    <a:lnTo>
                      <a:pt x="3427" y="3630"/>
                    </a:lnTo>
                    <a:lnTo>
                      <a:pt x="3488" y="3662"/>
                    </a:lnTo>
                    <a:lnTo>
                      <a:pt x="3549" y="3693"/>
                    </a:lnTo>
                    <a:lnTo>
                      <a:pt x="3611" y="3723"/>
                    </a:lnTo>
                    <a:lnTo>
                      <a:pt x="3675" y="3751"/>
                    </a:lnTo>
                    <a:lnTo>
                      <a:pt x="3739" y="3776"/>
                    </a:lnTo>
                    <a:lnTo>
                      <a:pt x="3804" y="3801"/>
                    </a:lnTo>
                    <a:lnTo>
                      <a:pt x="3869" y="3824"/>
                    </a:lnTo>
                    <a:lnTo>
                      <a:pt x="3935" y="3844"/>
                    </a:lnTo>
                    <a:lnTo>
                      <a:pt x="4002" y="3864"/>
                    </a:lnTo>
                    <a:lnTo>
                      <a:pt x="4069" y="3881"/>
                    </a:lnTo>
                    <a:lnTo>
                      <a:pt x="4135" y="3897"/>
                    </a:lnTo>
                    <a:lnTo>
                      <a:pt x="4203" y="3911"/>
                    </a:lnTo>
                    <a:lnTo>
                      <a:pt x="4270" y="3924"/>
                    </a:lnTo>
                    <a:lnTo>
                      <a:pt x="4338" y="3934"/>
                    </a:lnTo>
                    <a:lnTo>
                      <a:pt x="4406" y="3942"/>
                    </a:lnTo>
                    <a:lnTo>
                      <a:pt x="4473" y="3949"/>
                    </a:lnTo>
                    <a:lnTo>
                      <a:pt x="4541" y="3954"/>
                    </a:lnTo>
                    <a:lnTo>
                      <a:pt x="4608" y="3957"/>
                    </a:lnTo>
                    <a:lnTo>
                      <a:pt x="4674" y="3958"/>
                    </a:lnTo>
                    <a:lnTo>
                      <a:pt x="4740" y="3957"/>
                    </a:lnTo>
                    <a:lnTo>
                      <a:pt x="4806" y="3955"/>
                    </a:lnTo>
                    <a:lnTo>
                      <a:pt x="4870" y="3950"/>
                    </a:lnTo>
                    <a:lnTo>
                      <a:pt x="4935" y="3943"/>
                    </a:lnTo>
                    <a:lnTo>
                      <a:pt x="4998" y="3935"/>
                    </a:lnTo>
                    <a:lnTo>
                      <a:pt x="5062" y="3924"/>
                    </a:lnTo>
                    <a:lnTo>
                      <a:pt x="5124" y="3912"/>
                    </a:lnTo>
                    <a:lnTo>
                      <a:pt x="5184" y="3897"/>
                    </a:lnTo>
                    <a:lnTo>
                      <a:pt x="5244" y="3881"/>
                    </a:lnTo>
                    <a:lnTo>
                      <a:pt x="5302" y="3862"/>
                    </a:lnTo>
                    <a:lnTo>
                      <a:pt x="5360" y="3841"/>
                    </a:lnTo>
                    <a:lnTo>
                      <a:pt x="5415" y="3819"/>
                    </a:lnTo>
                    <a:lnTo>
                      <a:pt x="5469" y="3794"/>
                    </a:lnTo>
                    <a:lnTo>
                      <a:pt x="5522" y="3767"/>
                    </a:lnTo>
                    <a:lnTo>
                      <a:pt x="5574" y="3737"/>
                    </a:lnTo>
                    <a:lnTo>
                      <a:pt x="5624" y="3706"/>
                    </a:lnTo>
                    <a:lnTo>
                      <a:pt x="5672" y="3673"/>
                    </a:lnTo>
                    <a:lnTo>
                      <a:pt x="5718" y="3637"/>
                    </a:lnTo>
                    <a:lnTo>
                      <a:pt x="5762" y="3599"/>
                    </a:lnTo>
                    <a:lnTo>
                      <a:pt x="5804" y="3560"/>
                    </a:lnTo>
                    <a:lnTo>
                      <a:pt x="5845" y="3517"/>
                    </a:lnTo>
                    <a:lnTo>
                      <a:pt x="5883" y="3472"/>
                    </a:lnTo>
                    <a:lnTo>
                      <a:pt x="5919" y="3426"/>
                    </a:lnTo>
                    <a:lnTo>
                      <a:pt x="5952" y="3377"/>
                    </a:lnTo>
                    <a:lnTo>
                      <a:pt x="5982" y="3325"/>
                    </a:lnTo>
                    <a:lnTo>
                      <a:pt x="6011" y="3272"/>
                    </a:lnTo>
                    <a:lnTo>
                      <a:pt x="6037" y="3215"/>
                    </a:lnTo>
                    <a:lnTo>
                      <a:pt x="6060" y="3158"/>
                    </a:lnTo>
                    <a:lnTo>
                      <a:pt x="6081" y="3097"/>
                    </a:lnTo>
                    <a:lnTo>
                      <a:pt x="6098" y="3033"/>
                    </a:lnTo>
                    <a:lnTo>
                      <a:pt x="6106" y="3000"/>
                    </a:lnTo>
                    <a:lnTo>
                      <a:pt x="6107" y="3106"/>
                    </a:lnTo>
                    <a:lnTo>
                      <a:pt x="6106" y="3187"/>
                    </a:lnTo>
                    <a:lnTo>
                      <a:pt x="6104" y="3266"/>
                    </a:lnTo>
                    <a:lnTo>
                      <a:pt x="6098" y="3346"/>
                    </a:lnTo>
                    <a:lnTo>
                      <a:pt x="6092" y="3424"/>
                    </a:lnTo>
                    <a:lnTo>
                      <a:pt x="6083" y="3502"/>
                    </a:lnTo>
                    <a:lnTo>
                      <a:pt x="6073" y="3579"/>
                    </a:lnTo>
                    <a:lnTo>
                      <a:pt x="6060" y="3657"/>
                    </a:lnTo>
                    <a:lnTo>
                      <a:pt x="6046" y="3733"/>
                    </a:lnTo>
                    <a:lnTo>
                      <a:pt x="6030" y="3807"/>
                    </a:lnTo>
                    <a:lnTo>
                      <a:pt x="6013" y="3882"/>
                    </a:lnTo>
                    <a:lnTo>
                      <a:pt x="5993" y="3957"/>
                    </a:lnTo>
                    <a:lnTo>
                      <a:pt x="5973" y="4030"/>
                    </a:lnTo>
                    <a:lnTo>
                      <a:pt x="5950" y="4102"/>
                    </a:lnTo>
                    <a:lnTo>
                      <a:pt x="5925" y="4175"/>
                    </a:lnTo>
                    <a:lnTo>
                      <a:pt x="5899" y="4245"/>
                    </a:lnTo>
                    <a:lnTo>
                      <a:pt x="5871" y="4316"/>
                    </a:lnTo>
                    <a:lnTo>
                      <a:pt x="5843" y="4385"/>
                    </a:lnTo>
                    <a:lnTo>
                      <a:pt x="5811" y="4453"/>
                    </a:lnTo>
                    <a:lnTo>
                      <a:pt x="5779" y="4521"/>
                    </a:lnTo>
                    <a:lnTo>
                      <a:pt x="5746" y="4587"/>
                    </a:lnTo>
                    <a:lnTo>
                      <a:pt x="5710" y="4653"/>
                    </a:lnTo>
                    <a:lnTo>
                      <a:pt x="5673" y="4718"/>
                    </a:lnTo>
                    <a:lnTo>
                      <a:pt x="5635" y="4781"/>
                    </a:lnTo>
                    <a:lnTo>
                      <a:pt x="5595" y="4843"/>
                    </a:lnTo>
                    <a:lnTo>
                      <a:pt x="5555" y="4904"/>
                    </a:lnTo>
                    <a:lnTo>
                      <a:pt x="5512" y="4965"/>
                    </a:lnTo>
                    <a:lnTo>
                      <a:pt x="5468" y="5024"/>
                    </a:lnTo>
                    <a:lnTo>
                      <a:pt x="5422" y="5083"/>
                    </a:lnTo>
                    <a:lnTo>
                      <a:pt x="5376" y="5139"/>
                    </a:lnTo>
                    <a:lnTo>
                      <a:pt x="5328" y="5196"/>
                    </a:lnTo>
                    <a:lnTo>
                      <a:pt x="5279" y="5250"/>
                    </a:lnTo>
                    <a:lnTo>
                      <a:pt x="5229" y="5303"/>
                    </a:lnTo>
                    <a:lnTo>
                      <a:pt x="5178" y="5355"/>
                    </a:lnTo>
                    <a:lnTo>
                      <a:pt x="5125" y="5406"/>
                    </a:lnTo>
                    <a:lnTo>
                      <a:pt x="5071" y="5455"/>
                    </a:lnTo>
                    <a:lnTo>
                      <a:pt x="5015" y="5503"/>
                    </a:lnTo>
                    <a:lnTo>
                      <a:pt x="4960" y="5551"/>
                    </a:lnTo>
                    <a:lnTo>
                      <a:pt x="4903" y="5595"/>
                    </a:lnTo>
                    <a:lnTo>
                      <a:pt x="4844" y="5640"/>
                    </a:lnTo>
                    <a:lnTo>
                      <a:pt x="4785" y="5683"/>
                    </a:lnTo>
                    <a:lnTo>
                      <a:pt x="4663" y="5764"/>
                    </a:lnTo>
                    <a:lnTo>
                      <a:pt x="4601" y="5802"/>
                    </a:lnTo>
                    <a:lnTo>
                      <a:pt x="4537" y="5839"/>
                    </a:lnTo>
                    <a:lnTo>
                      <a:pt x="4473" y="5873"/>
                    </a:lnTo>
                    <a:lnTo>
                      <a:pt x="4408" y="5906"/>
                    </a:lnTo>
                    <a:lnTo>
                      <a:pt x="4343" y="5939"/>
                    </a:lnTo>
                    <a:lnTo>
                      <a:pt x="4276" y="5969"/>
                    </a:lnTo>
                    <a:lnTo>
                      <a:pt x="4208" y="5997"/>
                    </a:lnTo>
                    <a:lnTo>
                      <a:pt x="4139" y="6024"/>
                    </a:lnTo>
                    <a:lnTo>
                      <a:pt x="4070" y="6049"/>
                    </a:lnTo>
                    <a:lnTo>
                      <a:pt x="3999" y="6074"/>
                    </a:lnTo>
                    <a:lnTo>
                      <a:pt x="3929" y="6095"/>
                    </a:lnTo>
                    <a:lnTo>
                      <a:pt x="3858" y="6115"/>
                    </a:lnTo>
                    <a:lnTo>
                      <a:pt x="3785" y="6133"/>
                    </a:lnTo>
                    <a:lnTo>
                      <a:pt x="3713" y="6150"/>
                    </a:lnTo>
                    <a:lnTo>
                      <a:pt x="3639" y="6165"/>
                    </a:lnTo>
                    <a:lnTo>
                      <a:pt x="3565" y="6177"/>
                    </a:lnTo>
                    <a:lnTo>
                      <a:pt x="3490" y="6188"/>
                    </a:lnTo>
                    <a:lnTo>
                      <a:pt x="3414" y="6197"/>
                    </a:lnTo>
                    <a:lnTo>
                      <a:pt x="3338" y="6204"/>
                    </a:lnTo>
                    <a:lnTo>
                      <a:pt x="3262" y="6208"/>
                    </a:lnTo>
                    <a:lnTo>
                      <a:pt x="3185" y="6212"/>
                    </a:lnTo>
                    <a:lnTo>
                      <a:pt x="3108" y="6213"/>
                    </a:lnTo>
                    <a:lnTo>
                      <a:pt x="2980" y="6211"/>
                    </a:lnTo>
                    <a:lnTo>
                      <a:pt x="2852" y="6203"/>
                    </a:lnTo>
                    <a:lnTo>
                      <a:pt x="2727" y="6190"/>
                    </a:lnTo>
                    <a:lnTo>
                      <a:pt x="2603" y="6171"/>
                    </a:lnTo>
                    <a:lnTo>
                      <a:pt x="2481" y="6150"/>
                    </a:lnTo>
                    <a:lnTo>
                      <a:pt x="2361" y="6122"/>
                    </a:lnTo>
                    <a:lnTo>
                      <a:pt x="2242" y="6091"/>
                    </a:lnTo>
                    <a:lnTo>
                      <a:pt x="2125" y="6054"/>
                    </a:lnTo>
                    <a:lnTo>
                      <a:pt x="2010" y="6014"/>
                    </a:lnTo>
                    <a:lnTo>
                      <a:pt x="1898" y="5969"/>
                    </a:lnTo>
                    <a:lnTo>
                      <a:pt x="1788" y="5919"/>
                    </a:lnTo>
                    <a:lnTo>
                      <a:pt x="1680" y="5866"/>
                    </a:lnTo>
                    <a:lnTo>
                      <a:pt x="1574" y="5809"/>
                    </a:lnTo>
                    <a:lnTo>
                      <a:pt x="1471" y="5747"/>
                    </a:lnTo>
                    <a:lnTo>
                      <a:pt x="1371" y="5683"/>
                    </a:lnTo>
                    <a:lnTo>
                      <a:pt x="1273" y="5614"/>
                    </a:lnTo>
                    <a:lnTo>
                      <a:pt x="1177" y="5541"/>
                    </a:lnTo>
                    <a:lnTo>
                      <a:pt x="1085" y="5465"/>
                    </a:lnTo>
                    <a:lnTo>
                      <a:pt x="996" y="5386"/>
                    </a:lnTo>
                    <a:lnTo>
                      <a:pt x="911" y="5303"/>
                    </a:lnTo>
                    <a:lnTo>
                      <a:pt x="828" y="5216"/>
                    </a:lnTo>
                    <a:lnTo>
                      <a:pt x="749" y="5128"/>
                    </a:lnTo>
                    <a:lnTo>
                      <a:pt x="673" y="5037"/>
                    </a:lnTo>
                    <a:lnTo>
                      <a:pt x="600" y="4941"/>
                    </a:lnTo>
                    <a:lnTo>
                      <a:pt x="531" y="4843"/>
                    </a:lnTo>
                    <a:lnTo>
                      <a:pt x="467" y="4743"/>
                    </a:lnTo>
                    <a:lnTo>
                      <a:pt x="406" y="4640"/>
                    </a:lnTo>
                    <a:lnTo>
                      <a:pt x="348" y="4534"/>
                    </a:lnTo>
                    <a:lnTo>
                      <a:pt x="295" y="4426"/>
                    </a:lnTo>
                    <a:lnTo>
                      <a:pt x="245" y="4316"/>
                    </a:lnTo>
                    <a:lnTo>
                      <a:pt x="200" y="4204"/>
                    </a:lnTo>
                    <a:lnTo>
                      <a:pt x="159" y="4089"/>
                    </a:lnTo>
                    <a:lnTo>
                      <a:pt x="123" y="3972"/>
                    </a:lnTo>
                    <a:lnTo>
                      <a:pt x="91" y="3854"/>
                    </a:lnTo>
                    <a:lnTo>
                      <a:pt x="63" y="3733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223" y="2"/>
                    </a:lnTo>
                    <a:lnTo>
                      <a:pt x="3336" y="9"/>
                    </a:lnTo>
                    <a:lnTo>
                      <a:pt x="3449" y="20"/>
                    </a:lnTo>
                    <a:lnTo>
                      <a:pt x="3561" y="36"/>
                    </a:lnTo>
                    <a:lnTo>
                      <a:pt x="3671" y="55"/>
                    </a:lnTo>
                    <a:lnTo>
                      <a:pt x="3779" y="78"/>
                    </a:lnTo>
                    <a:lnTo>
                      <a:pt x="3887" y="106"/>
                    </a:lnTo>
                    <a:lnTo>
                      <a:pt x="3993" y="138"/>
                    </a:lnTo>
                    <a:close/>
                  </a:path>
                </a:pathLst>
              </a:custGeom>
              <a:solidFill>
                <a:srgbClr val="00a2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75" name="Freeform 97"/>
              <p:cNvSpPr/>
              <p:nvPr/>
            </p:nvSpPr>
            <p:spPr>
              <a:xfrm>
                <a:off x="2213280" y="1906560"/>
                <a:ext cx="3464280" cy="3524400"/>
              </a:xfrm>
              <a:custGeom>
                <a:avLst/>
                <a:gdLst>
                  <a:gd name="textAreaLeft" fmla="*/ 0 w 3464280"/>
                  <a:gd name="textAreaRight" fmla="*/ 3464640 w 3464280"/>
                  <a:gd name="textAreaTop" fmla="*/ 0 h 3524400"/>
                  <a:gd name="textAreaBottom" fmla="*/ 3524760 h 3524400"/>
                </a:gdLst>
                <a:ahLst/>
                <a:rect l="textAreaLeft" t="textAreaTop" r="textAreaRight" b="textAreaBottom"/>
                <a:pathLst>
                  <a:path w="6106" h="6213">
                    <a:moveTo>
                      <a:pt x="3828" y="91"/>
                    </a:moveTo>
                    <a:lnTo>
                      <a:pt x="3730" y="75"/>
                    </a:lnTo>
                    <a:lnTo>
                      <a:pt x="3635" y="62"/>
                    </a:lnTo>
                    <a:lnTo>
                      <a:pt x="3544" y="54"/>
                    </a:lnTo>
                    <a:lnTo>
                      <a:pt x="3457" y="50"/>
                    </a:lnTo>
                    <a:lnTo>
                      <a:pt x="3372" y="50"/>
                    </a:lnTo>
                    <a:lnTo>
                      <a:pt x="3291" y="53"/>
                    </a:lnTo>
                    <a:lnTo>
                      <a:pt x="3213" y="60"/>
                    </a:lnTo>
                    <a:lnTo>
                      <a:pt x="3138" y="70"/>
                    </a:lnTo>
                    <a:lnTo>
                      <a:pt x="3065" y="85"/>
                    </a:lnTo>
                    <a:lnTo>
                      <a:pt x="2996" y="103"/>
                    </a:lnTo>
                    <a:lnTo>
                      <a:pt x="2931" y="123"/>
                    </a:lnTo>
                    <a:lnTo>
                      <a:pt x="2868" y="148"/>
                    </a:lnTo>
                    <a:lnTo>
                      <a:pt x="2808" y="174"/>
                    </a:lnTo>
                    <a:lnTo>
                      <a:pt x="2751" y="204"/>
                    </a:lnTo>
                    <a:lnTo>
                      <a:pt x="2697" y="237"/>
                    </a:lnTo>
                    <a:lnTo>
                      <a:pt x="2646" y="273"/>
                    </a:lnTo>
                    <a:lnTo>
                      <a:pt x="2596" y="311"/>
                    </a:lnTo>
                    <a:lnTo>
                      <a:pt x="2552" y="353"/>
                    </a:lnTo>
                    <a:lnTo>
                      <a:pt x="2508" y="395"/>
                    </a:lnTo>
                    <a:lnTo>
                      <a:pt x="2467" y="441"/>
                    </a:lnTo>
                    <a:lnTo>
                      <a:pt x="2429" y="490"/>
                    </a:lnTo>
                    <a:lnTo>
                      <a:pt x="2394" y="540"/>
                    </a:lnTo>
                    <a:lnTo>
                      <a:pt x="2361" y="592"/>
                    </a:lnTo>
                    <a:lnTo>
                      <a:pt x="2332" y="648"/>
                    </a:lnTo>
                    <a:lnTo>
                      <a:pt x="2303" y="703"/>
                    </a:lnTo>
                    <a:lnTo>
                      <a:pt x="2277" y="762"/>
                    </a:lnTo>
                    <a:lnTo>
                      <a:pt x="2254" y="821"/>
                    </a:lnTo>
                    <a:lnTo>
                      <a:pt x="2234" y="883"/>
                    </a:lnTo>
                    <a:lnTo>
                      <a:pt x="2215" y="946"/>
                    </a:lnTo>
                    <a:lnTo>
                      <a:pt x="2199" y="1010"/>
                    </a:lnTo>
                    <a:lnTo>
                      <a:pt x="2185" y="1076"/>
                    </a:lnTo>
                    <a:lnTo>
                      <a:pt x="2173" y="1143"/>
                    </a:lnTo>
                    <a:lnTo>
                      <a:pt x="2163" y="1211"/>
                    </a:lnTo>
                    <a:lnTo>
                      <a:pt x="2155" y="1279"/>
                    </a:lnTo>
                    <a:lnTo>
                      <a:pt x="2150" y="1349"/>
                    </a:lnTo>
                    <a:lnTo>
                      <a:pt x="2146" y="1419"/>
                    </a:lnTo>
                    <a:lnTo>
                      <a:pt x="2144" y="1491"/>
                    </a:lnTo>
                    <a:lnTo>
                      <a:pt x="2144" y="1563"/>
                    </a:lnTo>
                    <a:lnTo>
                      <a:pt x="2146" y="1636"/>
                    </a:lnTo>
                    <a:lnTo>
                      <a:pt x="2150" y="1709"/>
                    </a:lnTo>
                    <a:lnTo>
                      <a:pt x="2155" y="1782"/>
                    </a:lnTo>
                    <a:lnTo>
                      <a:pt x="2162" y="1855"/>
                    </a:lnTo>
                    <a:lnTo>
                      <a:pt x="2182" y="2002"/>
                    </a:lnTo>
                    <a:lnTo>
                      <a:pt x="2207" y="2149"/>
                    </a:lnTo>
                    <a:lnTo>
                      <a:pt x="2239" y="2295"/>
                    </a:lnTo>
                    <a:lnTo>
                      <a:pt x="2277" y="2439"/>
                    </a:lnTo>
                    <a:lnTo>
                      <a:pt x="2321" y="2579"/>
                    </a:lnTo>
                    <a:lnTo>
                      <a:pt x="2370" y="2718"/>
                    </a:lnTo>
                    <a:lnTo>
                      <a:pt x="2423" y="2850"/>
                    </a:lnTo>
                    <a:lnTo>
                      <a:pt x="2450" y="2915"/>
                    </a:lnTo>
                    <a:lnTo>
                      <a:pt x="2480" y="2978"/>
                    </a:lnTo>
                    <a:lnTo>
                      <a:pt x="2510" y="3040"/>
                    </a:lnTo>
                    <a:lnTo>
                      <a:pt x="2541" y="3101"/>
                    </a:lnTo>
                    <a:lnTo>
                      <a:pt x="2573" y="3160"/>
                    </a:lnTo>
                    <a:lnTo>
                      <a:pt x="2607" y="3217"/>
                    </a:lnTo>
                    <a:lnTo>
                      <a:pt x="2641" y="3272"/>
                    </a:lnTo>
                    <a:lnTo>
                      <a:pt x="2676" y="3325"/>
                    </a:lnTo>
                    <a:lnTo>
                      <a:pt x="2702" y="3363"/>
                    </a:lnTo>
                    <a:lnTo>
                      <a:pt x="2732" y="3400"/>
                    </a:lnTo>
                    <a:lnTo>
                      <a:pt x="2765" y="3437"/>
                    </a:lnTo>
                    <a:lnTo>
                      <a:pt x="2799" y="3472"/>
                    </a:lnTo>
                    <a:lnTo>
                      <a:pt x="2836" y="3508"/>
                    </a:lnTo>
                    <a:lnTo>
                      <a:pt x="2875" y="3543"/>
                    </a:lnTo>
                    <a:lnTo>
                      <a:pt x="2918" y="3576"/>
                    </a:lnTo>
                    <a:lnTo>
                      <a:pt x="2962" y="3609"/>
                    </a:lnTo>
                    <a:lnTo>
                      <a:pt x="3007" y="3642"/>
                    </a:lnTo>
                    <a:lnTo>
                      <a:pt x="3055" y="3674"/>
                    </a:lnTo>
                    <a:lnTo>
                      <a:pt x="3104" y="3705"/>
                    </a:lnTo>
                    <a:lnTo>
                      <a:pt x="3155" y="3735"/>
                    </a:lnTo>
                    <a:lnTo>
                      <a:pt x="3208" y="3764"/>
                    </a:lnTo>
                    <a:lnTo>
                      <a:pt x="3263" y="3791"/>
                    </a:lnTo>
                    <a:lnTo>
                      <a:pt x="3320" y="3819"/>
                    </a:lnTo>
                    <a:lnTo>
                      <a:pt x="3377" y="3844"/>
                    </a:lnTo>
                    <a:lnTo>
                      <a:pt x="3436" y="3870"/>
                    </a:lnTo>
                    <a:lnTo>
                      <a:pt x="3496" y="3894"/>
                    </a:lnTo>
                    <a:lnTo>
                      <a:pt x="3620" y="3938"/>
                    </a:lnTo>
                    <a:lnTo>
                      <a:pt x="3748" y="3977"/>
                    </a:lnTo>
                    <a:lnTo>
                      <a:pt x="3880" y="4011"/>
                    </a:lnTo>
                    <a:lnTo>
                      <a:pt x="4013" y="4040"/>
                    </a:lnTo>
                    <a:lnTo>
                      <a:pt x="4148" y="4063"/>
                    </a:lnTo>
                    <a:lnTo>
                      <a:pt x="4285" y="4081"/>
                    </a:lnTo>
                    <a:lnTo>
                      <a:pt x="4422" y="4092"/>
                    </a:lnTo>
                    <a:lnTo>
                      <a:pt x="4490" y="4094"/>
                    </a:lnTo>
                    <a:lnTo>
                      <a:pt x="4559" y="4097"/>
                    </a:lnTo>
                    <a:lnTo>
                      <a:pt x="4627" y="4095"/>
                    </a:lnTo>
                    <a:lnTo>
                      <a:pt x="4695" y="4093"/>
                    </a:lnTo>
                    <a:lnTo>
                      <a:pt x="4762" y="4090"/>
                    </a:lnTo>
                    <a:lnTo>
                      <a:pt x="4829" y="4084"/>
                    </a:lnTo>
                    <a:lnTo>
                      <a:pt x="4896" y="4077"/>
                    </a:lnTo>
                    <a:lnTo>
                      <a:pt x="4961" y="4067"/>
                    </a:lnTo>
                    <a:lnTo>
                      <a:pt x="5026" y="4056"/>
                    </a:lnTo>
                    <a:lnTo>
                      <a:pt x="5090" y="4043"/>
                    </a:lnTo>
                    <a:lnTo>
                      <a:pt x="5154" y="4028"/>
                    </a:lnTo>
                    <a:lnTo>
                      <a:pt x="5216" y="4010"/>
                    </a:lnTo>
                    <a:lnTo>
                      <a:pt x="5277" y="3991"/>
                    </a:lnTo>
                    <a:lnTo>
                      <a:pt x="5336" y="3969"/>
                    </a:lnTo>
                    <a:lnTo>
                      <a:pt x="5394" y="3946"/>
                    </a:lnTo>
                    <a:lnTo>
                      <a:pt x="5452" y="3919"/>
                    </a:lnTo>
                    <a:lnTo>
                      <a:pt x="5507" y="3892"/>
                    </a:lnTo>
                    <a:lnTo>
                      <a:pt x="5561" y="3860"/>
                    </a:lnTo>
                    <a:lnTo>
                      <a:pt x="5613" y="3828"/>
                    </a:lnTo>
                    <a:lnTo>
                      <a:pt x="5665" y="3794"/>
                    </a:lnTo>
                    <a:lnTo>
                      <a:pt x="5713" y="3757"/>
                    </a:lnTo>
                    <a:lnTo>
                      <a:pt x="5761" y="3716"/>
                    </a:lnTo>
                    <a:lnTo>
                      <a:pt x="5806" y="3675"/>
                    </a:lnTo>
                    <a:lnTo>
                      <a:pt x="5848" y="3630"/>
                    </a:lnTo>
                    <a:lnTo>
                      <a:pt x="5889" y="3583"/>
                    </a:lnTo>
                    <a:lnTo>
                      <a:pt x="5928" y="3533"/>
                    </a:lnTo>
                    <a:lnTo>
                      <a:pt x="5963" y="3481"/>
                    </a:lnTo>
                    <a:lnTo>
                      <a:pt x="5998" y="3426"/>
                    </a:lnTo>
                    <a:lnTo>
                      <a:pt x="6029" y="3369"/>
                    </a:lnTo>
                    <a:lnTo>
                      <a:pt x="6057" y="3309"/>
                    </a:lnTo>
                    <a:lnTo>
                      <a:pt x="6083" y="3246"/>
                    </a:lnTo>
                    <a:lnTo>
                      <a:pt x="6106" y="3181"/>
                    </a:lnTo>
                    <a:lnTo>
                      <a:pt x="6104" y="3259"/>
                    </a:lnTo>
                    <a:lnTo>
                      <a:pt x="6099" y="3337"/>
                    </a:lnTo>
                    <a:lnTo>
                      <a:pt x="6092" y="3415"/>
                    </a:lnTo>
                    <a:lnTo>
                      <a:pt x="6084" y="3492"/>
                    </a:lnTo>
                    <a:lnTo>
                      <a:pt x="6074" y="3568"/>
                    </a:lnTo>
                    <a:lnTo>
                      <a:pt x="6063" y="3644"/>
                    </a:lnTo>
                    <a:lnTo>
                      <a:pt x="6049" y="3720"/>
                    </a:lnTo>
                    <a:lnTo>
                      <a:pt x="6034" y="3794"/>
                    </a:lnTo>
                    <a:lnTo>
                      <a:pt x="6016" y="3867"/>
                    </a:lnTo>
                    <a:lnTo>
                      <a:pt x="5998" y="3941"/>
                    </a:lnTo>
                    <a:lnTo>
                      <a:pt x="5977" y="4014"/>
                    </a:lnTo>
                    <a:lnTo>
                      <a:pt x="5955" y="4085"/>
                    </a:lnTo>
                    <a:lnTo>
                      <a:pt x="5931" y="4157"/>
                    </a:lnTo>
                    <a:lnTo>
                      <a:pt x="5907" y="4227"/>
                    </a:lnTo>
                    <a:lnTo>
                      <a:pt x="5879" y="4296"/>
                    </a:lnTo>
                    <a:lnTo>
                      <a:pt x="5852" y="4364"/>
                    </a:lnTo>
                    <a:lnTo>
                      <a:pt x="5822" y="4432"/>
                    </a:lnTo>
                    <a:lnTo>
                      <a:pt x="5790" y="4499"/>
                    </a:lnTo>
                    <a:lnTo>
                      <a:pt x="5757" y="4564"/>
                    </a:lnTo>
                    <a:lnTo>
                      <a:pt x="5723" y="4629"/>
                    </a:lnTo>
                    <a:lnTo>
                      <a:pt x="5687" y="4693"/>
                    </a:lnTo>
                    <a:lnTo>
                      <a:pt x="5650" y="4757"/>
                    </a:lnTo>
                    <a:lnTo>
                      <a:pt x="5572" y="4879"/>
                    </a:lnTo>
                    <a:lnTo>
                      <a:pt x="5530" y="4939"/>
                    </a:lnTo>
                    <a:lnTo>
                      <a:pt x="5488" y="4999"/>
                    </a:lnTo>
                    <a:lnTo>
                      <a:pt x="5443" y="5056"/>
                    </a:lnTo>
                    <a:lnTo>
                      <a:pt x="5398" y="5113"/>
                    </a:lnTo>
                    <a:lnTo>
                      <a:pt x="5352" y="5168"/>
                    </a:lnTo>
                    <a:lnTo>
                      <a:pt x="5303" y="5222"/>
                    </a:lnTo>
                    <a:lnTo>
                      <a:pt x="5255" y="5275"/>
                    </a:lnTo>
                    <a:lnTo>
                      <a:pt x="5206" y="5328"/>
                    </a:lnTo>
                    <a:lnTo>
                      <a:pt x="5154" y="5379"/>
                    </a:lnTo>
                    <a:lnTo>
                      <a:pt x="5048" y="5476"/>
                    </a:lnTo>
                    <a:lnTo>
                      <a:pt x="4994" y="5523"/>
                    </a:lnTo>
                    <a:lnTo>
                      <a:pt x="4937" y="5569"/>
                    </a:lnTo>
                    <a:lnTo>
                      <a:pt x="4881" y="5613"/>
                    </a:lnTo>
                    <a:lnTo>
                      <a:pt x="4823" y="5655"/>
                    </a:lnTo>
                    <a:lnTo>
                      <a:pt x="4764" y="5697"/>
                    </a:lnTo>
                    <a:lnTo>
                      <a:pt x="4704" y="5737"/>
                    </a:lnTo>
                    <a:lnTo>
                      <a:pt x="4643" y="5775"/>
                    </a:lnTo>
                    <a:lnTo>
                      <a:pt x="4581" y="5813"/>
                    </a:lnTo>
                    <a:lnTo>
                      <a:pt x="4519" y="5849"/>
                    </a:lnTo>
                    <a:lnTo>
                      <a:pt x="4456" y="5882"/>
                    </a:lnTo>
                    <a:lnTo>
                      <a:pt x="4391" y="5916"/>
                    </a:lnTo>
                    <a:lnTo>
                      <a:pt x="4260" y="5976"/>
                    </a:lnTo>
                    <a:lnTo>
                      <a:pt x="4193" y="6003"/>
                    </a:lnTo>
                    <a:lnTo>
                      <a:pt x="4125" y="6030"/>
                    </a:lnTo>
                    <a:lnTo>
                      <a:pt x="4057" y="6054"/>
                    </a:lnTo>
                    <a:lnTo>
                      <a:pt x="3988" y="6077"/>
                    </a:lnTo>
                    <a:lnTo>
                      <a:pt x="3918" y="6099"/>
                    </a:lnTo>
                    <a:lnTo>
                      <a:pt x="3847" y="6118"/>
                    </a:lnTo>
                    <a:lnTo>
                      <a:pt x="3776" y="6136"/>
                    </a:lnTo>
                    <a:lnTo>
                      <a:pt x="3703" y="6152"/>
                    </a:lnTo>
                    <a:lnTo>
                      <a:pt x="3631" y="6166"/>
                    </a:lnTo>
                    <a:lnTo>
                      <a:pt x="3558" y="6178"/>
                    </a:lnTo>
                    <a:lnTo>
                      <a:pt x="3485" y="6189"/>
                    </a:lnTo>
                    <a:lnTo>
                      <a:pt x="3410" y="6197"/>
                    </a:lnTo>
                    <a:lnTo>
                      <a:pt x="3335" y="6204"/>
                    </a:lnTo>
                    <a:lnTo>
                      <a:pt x="3260" y="6209"/>
                    </a:lnTo>
                    <a:lnTo>
                      <a:pt x="3184" y="6212"/>
                    </a:lnTo>
                    <a:lnTo>
                      <a:pt x="3108" y="6213"/>
                    </a:lnTo>
                    <a:lnTo>
                      <a:pt x="2980" y="6211"/>
                    </a:lnTo>
                    <a:lnTo>
                      <a:pt x="2852" y="6203"/>
                    </a:lnTo>
                    <a:lnTo>
                      <a:pt x="2727" y="6190"/>
                    </a:lnTo>
                    <a:lnTo>
                      <a:pt x="2603" y="6171"/>
                    </a:lnTo>
                    <a:lnTo>
                      <a:pt x="2481" y="6150"/>
                    </a:lnTo>
                    <a:lnTo>
                      <a:pt x="2361" y="6122"/>
                    </a:lnTo>
                    <a:lnTo>
                      <a:pt x="2242" y="6091"/>
                    </a:lnTo>
                    <a:lnTo>
                      <a:pt x="2125" y="6054"/>
                    </a:lnTo>
                    <a:lnTo>
                      <a:pt x="2010" y="6014"/>
                    </a:lnTo>
                    <a:lnTo>
                      <a:pt x="1898" y="5969"/>
                    </a:lnTo>
                    <a:lnTo>
                      <a:pt x="1788" y="5919"/>
                    </a:lnTo>
                    <a:lnTo>
                      <a:pt x="1680" y="5866"/>
                    </a:lnTo>
                    <a:lnTo>
                      <a:pt x="1574" y="5809"/>
                    </a:lnTo>
                    <a:lnTo>
                      <a:pt x="1471" y="5747"/>
                    </a:lnTo>
                    <a:lnTo>
                      <a:pt x="1371" y="5683"/>
                    </a:lnTo>
                    <a:lnTo>
                      <a:pt x="1273" y="5614"/>
                    </a:lnTo>
                    <a:lnTo>
                      <a:pt x="1177" y="5541"/>
                    </a:lnTo>
                    <a:lnTo>
                      <a:pt x="1085" y="5465"/>
                    </a:lnTo>
                    <a:lnTo>
                      <a:pt x="996" y="5386"/>
                    </a:lnTo>
                    <a:lnTo>
                      <a:pt x="911" y="5303"/>
                    </a:lnTo>
                    <a:lnTo>
                      <a:pt x="828" y="5216"/>
                    </a:lnTo>
                    <a:lnTo>
                      <a:pt x="749" y="5128"/>
                    </a:lnTo>
                    <a:lnTo>
                      <a:pt x="673" y="5037"/>
                    </a:lnTo>
                    <a:lnTo>
                      <a:pt x="600" y="4941"/>
                    </a:lnTo>
                    <a:lnTo>
                      <a:pt x="531" y="4843"/>
                    </a:lnTo>
                    <a:lnTo>
                      <a:pt x="467" y="4743"/>
                    </a:lnTo>
                    <a:lnTo>
                      <a:pt x="406" y="4640"/>
                    </a:lnTo>
                    <a:lnTo>
                      <a:pt x="348" y="4534"/>
                    </a:lnTo>
                    <a:lnTo>
                      <a:pt x="295" y="4426"/>
                    </a:lnTo>
                    <a:lnTo>
                      <a:pt x="245" y="4316"/>
                    </a:lnTo>
                    <a:lnTo>
                      <a:pt x="200" y="4204"/>
                    </a:lnTo>
                    <a:lnTo>
                      <a:pt x="159" y="4089"/>
                    </a:lnTo>
                    <a:lnTo>
                      <a:pt x="123" y="3972"/>
                    </a:lnTo>
                    <a:lnTo>
                      <a:pt x="91" y="3854"/>
                    </a:lnTo>
                    <a:lnTo>
                      <a:pt x="63" y="3733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200" y="1"/>
                    </a:lnTo>
                    <a:lnTo>
                      <a:pt x="3292" y="6"/>
                    </a:lnTo>
                    <a:lnTo>
                      <a:pt x="3384" y="13"/>
                    </a:lnTo>
                    <a:lnTo>
                      <a:pt x="3474" y="23"/>
                    </a:lnTo>
                    <a:lnTo>
                      <a:pt x="3564" y="36"/>
                    </a:lnTo>
                    <a:lnTo>
                      <a:pt x="3653" y="52"/>
                    </a:lnTo>
                    <a:lnTo>
                      <a:pt x="3741" y="70"/>
                    </a:lnTo>
                    <a:lnTo>
                      <a:pt x="3828" y="91"/>
                    </a:lnTo>
                    <a:close/>
                  </a:path>
                </a:pathLst>
              </a:custGeom>
              <a:solidFill>
                <a:srgbClr val="009b6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76" name="Freeform 98"/>
              <p:cNvSpPr/>
              <p:nvPr/>
            </p:nvSpPr>
            <p:spPr>
              <a:xfrm>
                <a:off x="3246120" y="3811680"/>
                <a:ext cx="2426760" cy="1618920"/>
              </a:xfrm>
              <a:custGeom>
                <a:avLst/>
                <a:gdLst>
                  <a:gd name="textAreaLeft" fmla="*/ 0 w 2426760"/>
                  <a:gd name="textAreaRight" fmla="*/ 2427120 w 2426760"/>
                  <a:gd name="textAreaTop" fmla="*/ 0 h 1618920"/>
                  <a:gd name="textAreaBottom" fmla="*/ 1619280 h 1618920"/>
                </a:gdLst>
                <a:ahLst/>
                <a:rect l="textAreaLeft" t="textAreaTop" r="textAreaRight" b="textAreaBottom"/>
                <a:pathLst>
                  <a:path w="4278" h="2856">
                    <a:moveTo>
                      <a:pt x="1288" y="2856"/>
                    </a:moveTo>
                    <a:lnTo>
                      <a:pt x="1160" y="2854"/>
                    </a:lnTo>
                    <a:lnTo>
                      <a:pt x="1032" y="2846"/>
                    </a:lnTo>
                    <a:lnTo>
                      <a:pt x="907" y="2833"/>
                    </a:lnTo>
                    <a:lnTo>
                      <a:pt x="783" y="2814"/>
                    </a:lnTo>
                    <a:lnTo>
                      <a:pt x="661" y="2793"/>
                    </a:lnTo>
                    <a:lnTo>
                      <a:pt x="541" y="2765"/>
                    </a:lnTo>
                    <a:lnTo>
                      <a:pt x="422" y="2734"/>
                    </a:lnTo>
                    <a:lnTo>
                      <a:pt x="305" y="2697"/>
                    </a:lnTo>
                    <a:lnTo>
                      <a:pt x="227" y="2670"/>
                    </a:lnTo>
                    <a:lnTo>
                      <a:pt x="151" y="2640"/>
                    </a:lnTo>
                    <a:lnTo>
                      <a:pt x="75" y="2609"/>
                    </a:lnTo>
                    <a:lnTo>
                      <a:pt x="0" y="2577"/>
                    </a:lnTo>
                    <a:lnTo>
                      <a:pt x="18" y="2585"/>
                    </a:lnTo>
                    <a:lnTo>
                      <a:pt x="38" y="2593"/>
                    </a:lnTo>
                    <a:lnTo>
                      <a:pt x="60" y="2602"/>
                    </a:lnTo>
                    <a:lnTo>
                      <a:pt x="83" y="2612"/>
                    </a:lnTo>
                    <a:lnTo>
                      <a:pt x="135" y="2630"/>
                    </a:lnTo>
                    <a:lnTo>
                      <a:pt x="191" y="2647"/>
                    </a:lnTo>
                    <a:lnTo>
                      <a:pt x="251" y="2664"/>
                    </a:lnTo>
                    <a:lnTo>
                      <a:pt x="311" y="2676"/>
                    </a:lnTo>
                    <a:lnTo>
                      <a:pt x="372" y="2684"/>
                    </a:lnTo>
                    <a:lnTo>
                      <a:pt x="401" y="2687"/>
                    </a:lnTo>
                    <a:lnTo>
                      <a:pt x="430" y="2687"/>
                    </a:lnTo>
                    <a:lnTo>
                      <a:pt x="459" y="2685"/>
                    </a:lnTo>
                    <a:lnTo>
                      <a:pt x="485" y="2682"/>
                    </a:lnTo>
                    <a:lnTo>
                      <a:pt x="512" y="2676"/>
                    </a:lnTo>
                    <a:lnTo>
                      <a:pt x="536" y="2668"/>
                    </a:lnTo>
                    <a:lnTo>
                      <a:pt x="558" y="2658"/>
                    </a:lnTo>
                    <a:lnTo>
                      <a:pt x="578" y="2645"/>
                    </a:lnTo>
                    <a:lnTo>
                      <a:pt x="598" y="2630"/>
                    </a:lnTo>
                    <a:lnTo>
                      <a:pt x="614" y="2611"/>
                    </a:lnTo>
                    <a:lnTo>
                      <a:pt x="628" y="2590"/>
                    </a:lnTo>
                    <a:lnTo>
                      <a:pt x="639" y="2564"/>
                    </a:lnTo>
                    <a:lnTo>
                      <a:pt x="649" y="2536"/>
                    </a:lnTo>
                    <a:lnTo>
                      <a:pt x="654" y="2503"/>
                    </a:lnTo>
                    <a:lnTo>
                      <a:pt x="657" y="2468"/>
                    </a:lnTo>
                    <a:lnTo>
                      <a:pt x="656" y="2429"/>
                    </a:lnTo>
                    <a:lnTo>
                      <a:pt x="650" y="2385"/>
                    </a:lnTo>
                    <a:lnTo>
                      <a:pt x="642" y="2336"/>
                    </a:lnTo>
                    <a:lnTo>
                      <a:pt x="637" y="2314"/>
                    </a:lnTo>
                    <a:lnTo>
                      <a:pt x="632" y="2295"/>
                    </a:lnTo>
                    <a:lnTo>
                      <a:pt x="629" y="2276"/>
                    </a:lnTo>
                    <a:lnTo>
                      <a:pt x="627" y="2261"/>
                    </a:lnTo>
                    <a:lnTo>
                      <a:pt x="623" y="2234"/>
                    </a:lnTo>
                    <a:lnTo>
                      <a:pt x="622" y="2212"/>
                    </a:lnTo>
                    <a:lnTo>
                      <a:pt x="623" y="2192"/>
                    </a:lnTo>
                    <a:lnTo>
                      <a:pt x="627" y="2173"/>
                    </a:lnTo>
                    <a:lnTo>
                      <a:pt x="635" y="2153"/>
                    </a:lnTo>
                    <a:lnTo>
                      <a:pt x="644" y="2130"/>
                    </a:lnTo>
                    <a:lnTo>
                      <a:pt x="668" y="2086"/>
                    </a:lnTo>
                    <a:lnTo>
                      <a:pt x="696" y="2047"/>
                    </a:lnTo>
                    <a:lnTo>
                      <a:pt x="728" y="2011"/>
                    </a:lnTo>
                    <a:lnTo>
                      <a:pt x="763" y="1978"/>
                    </a:lnTo>
                    <a:lnTo>
                      <a:pt x="799" y="1947"/>
                    </a:lnTo>
                    <a:lnTo>
                      <a:pt x="839" y="1918"/>
                    </a:lnTo>
                    <a:lnTo>
                      <a:pt x="919" y="1863"/>
                    </a:lnTo>
                    <a:lnTo>
                      <a:pt x="999" y="1806"/>
                    </a:lnTo>
                    <a:lnTo>
                      <a:pt x="1037" y="1776"/>
                    </a:lnTo>
                    <a:lnTo>
                      <a:pt x="1072" y="1744"/>
                    </a:lnTo>
                    <a:lnTo>
                      <a:pt x="1106" y="1710"/>
                    </a:lnTo>
                    <a:lnTo>
                      <a:pt x="1136" y="1673"/>
                    </a:lnTo>
                    <a:lnTo>
                      <a:pt x="1162" y="1630"/>
                    </a:lnTo>
                    <a:lnTo>
                      <a:pt x="1173" y="1608"/>
                    </a:lnTo>
                    <a:lnTo>
                      <a:pt x="1183" y="1584"/>
                    </a:lnTo>
                    <a:lnTo>
                      <a:pt x="1200" y="1539"/>
                    </a:lnTo>
                    <a:lnTo>
                      <a:pt x="1216" y="1499"/>
                    </a:lnTo>
                    <a:lnTo>
                      <a:pt x="1229" y="1462"/>
                    </a:lnTo>
                    <a:lnTo>
                      <a:pt x="1242" y="1430"/>
                    </a:lnTo>
                    <a:lnTo>
                      <a:pt x="1251" y="1400"/>
                    </a:lnTo>
                    <a:lnTo>
                      <a:pt x="1260" y="1372"/>
                    </a:lnTo>
                    <a:lnTo>
                      <a:pt x="1274" y="1320"/>
                    </a:lnTo>
                    <a:lnTo>
                      <a:pt x="1282" y="1267"/>
                    </a:lnTo>
                    <a:lnTo>
                      <a:pt x="1286" y="1240"/>
                    </a:lnTo>
                    <a:lnTo>
                      <a:pt x="1288" y="1210"/>
                    </a:lnTo>
                    <a:lnTo>
                      <a:pt x="1290" y="1176"/>
                    </a:lnTo>
                    <a:lnTo>
                      <a:pt x="1293" y="1139"/>
                    </a:lnTo>
                    <a:lnTo>
                      <a:pt x="1294" y="1099"/>
                    </a:lnTo>
                    <a:lnTo>
                      <a:pt x="1295" y="1053"/>
                    </a:lnTo>
                    <a:lnTo>
                      <a:pt x="1298" y="959"/>
                    </a:lnTo>
                    <a:lnTo>
                      <a:pt x="1303" y="911"/>
                    </a:lnTo>
                    <a:lnTo>
                      <a:pt x="1310" y="866"/>
                    </a:lnTo>
                    <a:lnTo>
                      <a:pt x="1314" y="846"/>
                    </a:lnTo>
                    <a:lnTo>
                      <a:pt x="1320" y="826"/>
                    </a:lnTo>
                    <a:lnTo>
                      <a:pt x="1327" y="809"/>
                    </a:lnTo>
                    <a:lnTo>
                      <a:pt x="1335" y="793"/>
                    </a:lnTo>
                    <a:lnTo>
                      <a:pt x="1345" y="778"/>
                    </a:lnTo>
                    <a:lnTo>
                      <a:pt x="1356" y="766"/>
                    </a:lnTo>
                    <a:lnTo>
                      <a:pt x="1369" y="757"/>
                    </a:lnTo>
                    <a:lnTo>
                      <a:pt x="1384" y="750"/>
                    </a:lnTo>
                    <a:lnTo>
                      <a:pt x="1401" y="744"/>
                    </a:lnTo>
                    <a:lnTo>
                      <a:pt x="1420" y="742"/>
                    </a:lnTo>
                    <a:lnTo>
                      <a:pt x="1439" y="741"/>
                    </a:lnTo>
                    <a:lnTo>
                      <a:pt x="1460" y="741"/>
                    </a:lnTo>
                    <a:lnTo>
                      <a:pt x="1501" y="745"/>
                    </a:lnTo>
                    <a:lnTo>
                      <a:pt x="1544" y="753"/>
                    </a:lnTo>
                    <a:lnTo>
                      <a:pt x="1628" y="777"/>
                    </a:lnTo>
                    <a:lnTo>
                      <a:pt x="1668" y="788"/>
                    </a:lnTo>
                    <a:lnTo>
                      <a:pt x="1706" y="797"/>
                    </a:lnTo>
                    <a:lnTo>
                      <a:pt x="1718" y="800"/>
                    </a:lnTo>
                    <a:lnTo>
                      <a:pt x="1731" y="802"/>
                    </a:lnTo>
                    <a:lnTo>
                      <a:pt x="1746" y="805"/>
                    </a:lnTo>
                    <a:lnTo>
                      <a:pt x="1765" y="809"/>
                    </a:lnTo>
                    <a:lnTo>
                      <a:pt x="1786" y="812"/>
                    </a:lnTo>
                    <a:lnTo>
                      <a:pt x="1807" y="817"/>
                    </a:lnTo>
                    <a:lnTo>
                      <a:pt x="1833" y="820"/>
                    </a:lnTo>
                    <a:lnTo>
                      <a:pt x="1859" y="825"/>
                    </a:lnTo>
                    <a:lnTo>
                      <a:pt x="1887" y="830"/>
                    </a:lnTo>
                    <a:lnTo>
                      <a:pt x="1918" y="834"/>
                    </a:lnTo>
                    <a:lnTo>
                      <a:pt x="1982" y="843"/>
                    </a:lnTo>
                    <a:lnTo>
                      <a:pt x="2055" y="851"/>
                    </a:lnTo>
                    <a:lnTo>
                      <a:pt x="2132" y="859"/>
                    </a:lnTo>
                    <a:lnTo>
                      <a:pt x="2216" y="868"/>
                    </a:lnTo>
                    <a:lnTo>
                      <a:pt x="2304" y="873"/>
                    </a:lnTo>
                    <a:lnTo>
                      <a:pt x="2396" y="878"/>
                    </a:lnTo>
                    <a:lnTo>
                      <a:pt x="2490" y="880"/>
                    </a:lnTo>
                    <a:lnTo>
                      <a:pt x="2590" y="880"/>
                    </a:lnTo>
                    <a:lnTo>
                      <a:pt x="2691" y="878"/>
                    </a:lnTo>
                    <a:lnTo>
                      <a:pt x="2793" y="873"/>
                    </a:lnTo>
                    <a:lnTo>
                      <a:pt x="2897" y="864"/>
                    </a:lnTo>
                    <a:lnTo>
                      <a:pt x="3002" y="853"/>
                    </a:lnTo>
                    <a:lnTo>
                      <a:pt x="3108" y="836"/>
                    </a:lnTo>
                    <a:lnTo>
                      <a:pt x="3213" y="816"/>
                    </a:lnTo>
                    <a:lnTo>
                      <a:pt x="3316" y="790"/>
                    </a:lnTo>
                    <a:lnTo>
                      <a:pt x="3418" y="760"/>
                    </a:lnTo>
                    <a:lnTo>
                      <a:pt x="3518" y="725"/>
                    </a:lnTo>
                    <a:lnTo>
                      <a:pt x="3568" y="704"/>
                    </a:lnTo>
                    <a:lnTo>
                      <a:pt x="3616" y="683"/>
                    </a:lnTo>
                    <a:lnTo>
                      <a:pt x="3663" y="660"/>
                    </a:lnTo>
                    <a:lnTo>
                      <a:pt x="3709" y="636"/>
                    </a:lnTo>
                    <a:lnTo>
                      <a:pt x="3755" y="609"/>
                    </a:lnTo>
                    <a:lnTo>
                      <a:pt x="3800" y="582"/>
                    </a:lnTo>
                    <a:lnTo>
                      <a:pt x="3844" y="553"/>
                    </a:lnTo>
                    <a:lnTo>
                      <a:pt x="3885" y="522"/>
                    </a:lnTo>
                    <a:lnTo>
                      <a:pt x="3927" y="490"/>
                    </a:lnTo>
                    <a:lnTo>
                      <a:pt x="3967" y="455"/>
                    </a:lnTo>
                    <a:lnTo>
                      <a:pt x="4005" y="418"/>
                    </a:lnTo>
                    <a:lnTo>
                      <a:pt x="4042" y="380"/>
                    </a:lnTo>
                    <a:lnTo>
                      <a:pt x="4078" y="340"/>
                    </a:lnTo>
                    <a:lnTo>
                      <a:pt x="4112" y="297"/>
                    </a:lnTo>
                    <a:lnTo>
                      <a:pt x="4145" y="253"/>
                    </a:lnTo>
                    <a:lnTo>
                      <a:pt x="4175" y="206"/>
                    </a:lnTo>
                    <a:lnTo>
                      <a:pt x="4203" y="158"/>
                    </a:lnTo>
                    <a:lnTo>
                      <a:pt x="4230" y="108"/>
                    </a:lnTo>
                    <a:lnTo>
                      <a:pt x="4255" y="55"/>
                    </a:lnTo>
                    <a:lnTo>
                      <a:pt x="4278" y="0"/>
                    </a:lnTo>
                    <a:lnTo>
                      <a:pt x="4271" y="75"/>
                    </a:lnTo>
                    <a:lnTo>
                      <a:pt x="4263" y="149"/>
                    </a:lnTo>
                    <a:lnTo>
                      <a:pt x="4253" y="222"/>
                    </a:lnTo>
                    <a:lnTo>
                      <a:pt x="4241" y="295"/>
                    </a:lnTo>
                    <a:lnTo>
                      <a:pt x="4229" y="368"/>
                    </a:lnTo>
                    <a:lnTo>
                      <a:pt x="4214" y="440"/>
                    </a:lnTo>
                    <a:lnTo>
                      <a:pt x="4196" y="510"/>
                    </a:lnTo>
                    <a:lnTo>
                      <a:pt x="4179" y="582"/>
                    </a:lnTo>
                    <a:lnTo>
                      <a:pt x="4160" y="651"/>
                    </a:lnTo>
                    <a:lnTo>
                      <a:pt x="4138" y="721"/>
                    </a:lnTo>
                    <a:lnTo>
                      <a:pt x="4116" y="789"/>
                    </a:lnTo>
                    <a:lnTo>
                      <a:pt x="4092" y="857"/>
                    </a:lnTo>
                    <a:lnTo>
                      <a:pt x="4066" y="924"/>
                    </a:lnTo>
                    <a:lnTo>
                      <a:pt x="4039" y="991"/>
                    </a:lnTo>
                    <a:lnTo>
                      <a:pt x="4010" y="1055"/>
                    </a:lnTo>
                    <a:lnTo>
                      <a:pt x="3980" y="1120"/>
                    </a:lnTo>
                    <a:lnTo>
                      <a:pt x="3949" y="1184"/>
                    </a:lnTo>
                    <a:lnTo>
                      <a:pt x="3917" y="1248"/>
                    </a:lnTo>
                    <a:lnTo>
                      <a:pt x="3847" y="1371"/>
                    </a:lnTo>
                    <a:lnTo>
                      <a:pt x="3773" y="1490"/>
                    </a:lnTo>
                    <a:lnTo>
                      <a:pt x="3693" y="1606"/>
                    </a:lnTo>
                    <a:lnTo>
                      <a:pt x="3609" y="1718"/>
                    </a:lnTo>
                    <a:lnTo>
                      <a:pt x="3519" y="1825"/>
                    </a:lnTo>
                    <a:lnTo>
                      <a:pt x="3426" y="1929"/>
                    </a:lnTo>
                    <a:lnTo>
                      <a:pt x="3328" y="2028"/>
                    </a:lnTo>
                    <a:lnTo>
                      <a:pt x="3225" y="2121"/>
                    </a:lnTo>
                    <a:lnTo>
                      <a:pt x="3118" y="2211"/>
                    </a:lnTo>
                    <a:lnTo>
                      <a:pt x="3008" y="2295"/>
                    </a:lnTo>
                    <a:lnTo>
                      <a:pt x="2894" y="2373"/>
                    </a:lnTo>
                    <a:lnTo>
                      <a:pt x="2835" y="2411"/>
                    </a:lnTo>
                    <a:lnTo>
                      <a:pt x="2776" y="2447"/>
                    </a:lnTo>
                    <a:lnTo>
                      <a:pt x="2715" y="2482"/>
                    </a:lnTo>
                    <a:lnTo>
                      <a:pt x="2654" y="2515"/>
                    </a:lnTo>
                    <a:lnTo>
                      <a:pt x="2593" y="2547"/>
                    </a:lnTo>
                    <a:lnTo>
                      <a:pt x="2530" y="2578"/>
                    </a:lnTo>
                    <a:lnTo>
                      <a:pt x="2466" y="2607"/>
                    </a:lnTo>
                    <a:lnTo>
                      <a:pt x="2402" y="2635"/>
                    </a:lnTo>
                    <a:lnTo>
                      <a:pt x="2337" y="2660"/>
                    </a:lnTo>
                    <a:lnTo>
                      <a:pt x="2272" y="2685"/>
                    </a:lnTo>
                    <a:lnTo>
                      <a:pt x="2205" y="2708"/>
                    </a:lnTo>
                    <a:lnTo>
                      <a:pt x="2138" y="2729"/>
                    </a:lnTo>
                    <a:lnTo>
                      <a:pt x="2070" y="2749"/>
                    </a:lnTo>
                    <a:lnTo>
                      <a:pt x="2002" y="2767"/>
                    </a:lnTo>
                    <a:lnTo>
                      <a:pt x="1933" y="2783"/>
                    </a:lnTo>
                    <a:lnTo>
                      <a:pt x="1864" y="2798"/>
                    </a:lnTo>
                    <a:lnTo>
                      <a:pt x="1794" y="2812"/>
                    </a:lnTo>
                    <a:lnTo>
                      <a:pt x="1722" y="2824"/>
                    </a:lnTo>
                    <a:lnTo>
                      <a:pt x="1652" y="2833"/>
                    </a:lnTo>
                    <a:lnTo>
                      <a:pt x="1579" y="2841"/>
                    </a:lnTo>
                    <a:lnTo>
                      <a:pt x="1508" y="2848"/>
                    </a:lnTo>
                    <a:lnTo>
                      <a:pt x="1434" y="2852"/>
                    </a:lnTo>
                    <a:lnTo>
                      <a:pt x="1362" y="2855"/>
                    </a:lnTo>
                    <a:lnTo>
                      <a:pt x="1288" y="2856"/>
                    </a:lnTo>
                    <a:close/>
                  </a:path>
                </a:pathLst>
              </a:custGeom>
              <a:solidFill>
                <a:srgbClr val="00936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77" name="Freeform 99"/>
              <p:cNvSpPr/>
              <p:nvPr/>
            </p:nvSpPr>
            <p:spPr>
              <a:xfrm>
                <a:off x="2213280" y="1906560"/>
                <a:ext cx="2078640" cy="2690280"/>
              </a:xfrm>
              <a:custGeom>
                <a:avLst/>
                <a:gdLst>
                  <a:gd name="textAreaLeft" fmla="*/ 0 w 2078640"/>
                  <a:gd name="textAreaRight" fmla="*/ 2079000 w 2078640"/>
                  <a:gd name="textAreaTop" fmla="*/ 0 h 2690280"/>
                  <a:gd name="textAreaBottom" fmla="*/ 2690640 h 2690280"/>
                </a:gdLst>
                <a:ahLst/>
                <a:rect l="textAreaLeft" t="textAreaTop" r="textAreaRight" b="textAreaBottom"/>
                <a:pathLst>
                  <a:path w="3664" h="4743">
                    <a:moveTo>
                      <a:pt x="3664" y="54"/>
                    </a:moveTo>
                    <a:lnTo>
                      <a:pt x="3577" y="44"/>
                    </a:lnTo>
                    <a:lnTo>
                      <a:pt x="3491" y="36"/>
                    </a:lnTo>
                    <a:lnTo>
                      <a:pt x="3410" y="32"/>
                    </a:lnTo>
                    <a:lnTo>
                      <a:pt x="3331" y="31"/>
                    </a:lnTo>
                    <a:lnTo>
                      <a:pt x="3255" y="33"/>
                    </a:lnTo>
                    <a:lnTo>
                      <a:pt x="3182" y="38"/>
                    </a:lnTo>
                    <a:lnTo>
                      <a:pt x="3110" y="47"/>
                    </a:lnTo>
                    <a:lnTo>
                      <a:pt x="3042" y="58"/>
                    </a:lnTo>
                    <a:lnTo>
                      <a:pt x="2978" y="71"/>
                    </a:lnTo>
                    <a:lnTo>
                      <a:pt x="2914" y="88"/>
                    </a:lnTo>
                    <a:lnTo>
                      <a:pt x="2854" y="107"/>
                    </a:lnTo>
                    <a:lnTo>
                      <a:pt x="2797" y="129"/>
                    </a:lnTo>
                    <a:lnTo>
                      <a:pt x="2742" y="153"/>
                    </a:lnTo>
                    <a:lnTo>
                      <a:pt x="2689" y="180"/>
                    </a:lnTo>
                    <a:lnTo>
                      <a:pt x="2638" y="209"/>
                    </a:lnTo>
                    <a:lnTo>
                      <a:pt x="2591" y="240"/>
                    </a:lnTo>
                    <a:lnTo>
                      <a:pt x="2545" y="273"/>
                    </a:lnTo>
                    <a:lnTo>
                      <a:pt x="2501" y="309"/>
                    </a:lnTo>
                    <a:lnTo>
                      <a:pt x="2459" y="347"/>
                    </a:lnTo>
                    <a:lnTo>
                      <a:pt x="2421" y="386"/>
                    </a:lnTo>
                    <a:lnTo>
                      <a:pt x="2385" y="427"/>
                    </a:lnTo>
                    <a:lnTo>
                      <a:pt x="2349" y="471"/>
                    </a:lnTo>
                    <a:lnTo>
                      <a:pt x="2317" y="516"/>
                    </a:lnTo>
                    <a:lnTo>
                      <a:pt x="2285" y="563"/>
                    </a:lnTo>
                    <a:lnTo>
                      <a:pt x="2257" y="612"/>
                    </a:lnTo>
                    <a:lnTo>
                      <a:pt x="2230" y="661"/>
                    </a:lnTo>
                    <a:lnTo>
                      <a:pt x="2205" y="712"/>
                    </a:lnTo>
                    <a:lnTo>
                      <a:pt x="2182" y="765"/>
                    </a:lnTo>
                    <a:lnTo>
                      <a:pt x="2161" y="819"/>
                    </a:lnTo>
                    <a:lnTo>
                      <a:pt x="2141" y="874"/>
                    </a:lnTo>
                    <a:lnTo>
                      <a:pt x="2123" y="931"/>
                    </a:lnTo>
                    <a:lnTo>
                      <a:pt x="2107" y="988"/>
                    </a:lnTo>
                    <a:lnTo>
                      <a:pt x="2093" y="1047"/>
                    </a:lnTo>
                    <a:lnTo>
                      <a:pt x="2079" y="1107"/>
                    </a:lnTo>
                    <a:lnTo>
                      <a:pt x="2069" y="1167"/>
                    </a:lnTo>
                    <a:lnTo>
                      <a:pt x="2059" y="1228"/>
                    </a:lnTo>
                    <a:lnTo>
                      <a:pt x="2044" y="1353"/>
                    </a:lnTo>
                    <a:lnTo>
                      <a:pt x="2033" y="1479"/>
                    </a:lnTo>
                    <a:lnTo>
                      <a:pt x="2029" y="1607"/>
                    </a:lnTo>
                    <a:lnTo>
                      <a:pt x="2030" y="1737"/>
                    </a:lnTo>
                    <a:lnTo>
                      <a:pt x="2034" y="1867"/>
                    </a:lnTo>
                    <a:lnTo>
                      <a:pt x="2044" y="1997"/>
                    </a:lnTo>
                    <a:lnTo>
                      <a:pt x="2056" y="2126"/>
                    </a:lnTo>
                    <a:lnTo>
                      <a:pt x="2073" y="2253"/>
                    </a:lnTo>
                    <a:lnTo>
                      <a:pt x="2093" y="2380"/>
                    </a:lnTo>
                    <a:lnTo>
                      <a:pt x="2115" y="2503"/>
                    </a:lnTo>
                    <a:lnTo>
                      <a:pt x="2140" y="2623"/>
                    </a:lnTo>
                    <a:lnTo>
                      <a:pt x="2168" y="2741"/>
                    </a:lnTo>
                    <a:lnTo>
                      <a:pt x="2197" y="2854"/>
                    </a:lnTo>
                    <a:lnTo>
                      <a:pt x="2228" y="2961"/>
                    </a:lnTo>
                    <a:lnTo>
                      <a:pt x="2246" y="3023"/>
                    </a:lnTo>
                    <a:lnTo>
                      <a:pt x="2262" y="3082"/>
                    </a:lnTo>
                    <a:lnTo>
                      <a:pt x="2276" y="3136"/>
                    </a:lnTo>
                    <a:lnTo>
                      <a:pt x="2288" y="3187"/>
                    </a:lnTo>
                    <a:lnTo>
                      <a:pt x="2291" y="3210"/>
                    </a:lnTo>
                    <a:lnTo>
                      <a:pt x="2294" y="3231"/>
                    </a:lnTo>
                    <a:lnTo>
                      <a:pt x="2295" y="3251"/>
                    </a:lnTo>
                    <a:lnTo>
                      <a:pt x="2295" y="3270"/>
                    </a:lnTo>
                    <a:lnTo>
                      <a:pt x="2292" y="3287"/>
                    </a:lnTo>
                    <a:lnTo>
                      <a:pt x="2283" y="3314"/>
                    </a:lnTo>
                    <a:lnTo>
                      <a:pt x="2275" y="3325"/>
                    </a:lnTo>
                    <a:lnTo>
                      <a:pt x="2264" y="3335"/>
                    </a:lnTo>
                    <a:lnTo>
                      <a:pt x="2250" y="3344"/>
                    </a:lnTo>
                    <a:lnTo>
                      <a:pt x="2216" y="3359"/>
                    </a:lnTo>
                    <a:lnTo>
                      <a:pt x="2182" y="3371"/>
                    </a:lnTo>
                    <a:lnTo>
                      <a:pt x="2150" y="3380"/>
                    </a:lnTo>
                    <a:lnTo>
                      <a:pt x="2113" y="3388"/>
                    </a:lnTo>
                    <a:lnTo>
                      <a:pt x="2077" y="3395"/>
                    </a:lnTo>
                    <a:lnTo>
                      <a:pt x="2003" y="3400"/>
                    </a:lnTo>
                    <a:lnTo>
                      <a:pt x="1931" y="3397"/>
                    </a:lnTo>
                    <a:lnTo>
                      <a:pt x="1857" y="3393"/>
                    </a:lnTo>
                    <a:lnTo>
                      <a:pt x="1783" y="3387"/>
                    </a:lnTo>
                    <a:lnTo>
                      <a:pt x="1711" y="3386"/>
                    </a:lnTo>
                    <a:lnTo>
                      <a:pt x="1674" y="3386"/>
                    </a:lnTo>
                    <a:lnTo>
                      <a:pt x="1637" y="3389"/>
                    </a:lnTo>
                    <a:lnTo>
                      <a:pt x="1601" y="3395"/>
                    </a:lnTo>
                    <a:lnTo>
                      <a:pt x="1564" y="3403"/>
                    </a:lnTo>
                    <a:lnTo>
                      <a:pt x="1507" y="3419"/>
                    </a:lnTo>
                    <a:lnTo>
                      <a:pt x="1450" y="3435"/>
                    </a:lnTo>
                    <a:lnTo>
                      <a:pt x="1393" y="3455"/>
                    </a:lnTo>
                    <a:lnTo>
                      <a:pt x="1336" y="3480"/>
                    </a:lnTo>
                    <a:lnTo>
                      <a:pt x="1306" y="3494"/>
                    </a:lnTo>
                    <a:lnTo>
                      <a:pt x="1278" y="3511"/>
                    </a:lnTo>
                    <a:lnTo>
                      <a:pt x="1246" y="3530"/>
                    </a:lnTo>
                    <a:lnTo>
                      <a:pt x="1215" y="3551"/>
                    </a:lnTo>
                    <a:lnTo>
                      <a:pt x="1184" y="3575"/>
                    </a:lnTo>
                    <a:lnTo>
                      <a:pt x="1151" y="3600"/>
                    </a:lnTo>
                    <a:lnTo>
                      <a:pt x="1117" y="3630"/>
                    </a:lnTo>
                    <a:lnTo>
                      <a:pt x="1082" y="3662"/>
                    </a:lnTo>
                    <a:lnTo>
                      <a:pt x="1071" y="3672"/>
                    </a:lnTo>
                    <a:lnTo>
                      <a:pt x="1060" y="3681"/>
                    </a:lnTo>
                    <a:lnTo>
                      <a:pt x="1034" y="3707"/>
                    </a:lnTo>
                    <a:lnTo>
                      <a:pt x="1013" y="3735"/>
                    </a:lnTo>
                    <a:lnTo>
                      <a:pt x="992" y="3766"/>
                    </a:lnTo>
                    <a:lnTo>
                      <a:pt x="972" y="3798"/>
                    </a:lnTo>
                    <a:lnTo>
                      <a:pt x="954" y="3831"/>
                    </a:lnTo>
                    <a:lnTo>
                      <a:pt x="935" y="3864"/>
                    </a:lnTo>
                    <a:lnTo>
                      <a:pt x="897" y="3928"/>
                    </a:lnTo>
                    <a:lnTo>
                      <a:pt x="877" y="3958"/>
                    </a:lnTo>
                    <a:lnTo>
                      <a:pt x="854" y="3986"/>
                    </a:lnTo>
                    <a:lnTo>
                      <a:pt x="828" y="4011"/>
                    </a:lnTo>
                    <a:lnTo>
                      <a:pt x="799" y="4033"/>
                    </a:lnTo>
                    <a:lnTo>
                      <a:pt x="766" y="4052"/>
                    </a:lnTo>
                    <a:lnTo>
                      <a:pt x="729" y="4064"/>
                    </a:lnTo>
                    <a:lnTo>
                      <a:pt x="710" y="4069"/>
                    </a:lnTo>
                    <a:lnTo>
                      <a:pt x="688" y="4072"/>
                    </a:lnTo>
                    <a:lnTo>
                      <a:pt x="665" y="4075"/>
                    </a:lnTo>
                    <a:lnTo>
                      <a:pt x="641" y="4075"/>
                    </a:lnTo>
                    <a:lnTo>
                      <a:pt x="605" y="4075"/>
                    </a:lnTo>
                    <a:lnTo>
                      <a:pt x="571" y="4076"/>
                    </a:lnTo>
                    <a:lnTo>
                      <a:pt x="539" y="4078"/>
                    </a:lnTo>
                    <a:lnTo>
                      <a:pt x="509" y="4083"/>
                    </a:lnTo>
                    <a:lnTo>
                      <a:pt x="482" y="4089"/>
                    </a:lnTo>
                    <a:lnTo>
                      <a:pt x="456" y="4094"/>
                    </a:lnTo>
                    <a:lnTo>
                      <a:pt x="432" y="4102"/>
                    </a:lnTo>
                    <a:lnTo>
                      <a:pt x="410" y="4113"/>
                    </a:lnTo>
                    <a:lnTo>
                      <a:pt x="389" y="4123"/>
                    </a:lnTo>
                    <a:lnTo>
                      <a:pt x="372" y="4136"/>
                    </a:lnTo>
                    <a:lnTo>
                      <a:pt x="356" y="4148"/>
                    </a:lnTo>
                    <a:lnTo>
                      <a:pt x="341" y="4163"/>
                    </a:lnTo>
                    <a:lnTo>
                      <a:pt x="330" y="4180"/>
                    </a:lnTo>
                    <a:lnTo>
                      <a:pt x="319" y="4198"/>
                    </a:lnTo>
                    <a:lnTo>
                      <a:pt x="310" y="4216"/>
                    </a:lnTo>
                    <a:lnTo>
                      <a:pt x="304" y="4237"/>
                    </a:lnTo>
                    <a:lnTo>
                      <a:pt x="300" y="4259"/>
                    </a:lnTo>
                    <a:lnTo>
                      <a:pt x="297" y="4281"/>
                    </a:lnTo>
                    <a:lnTo>
                      <a:pt x="296" y="4306"/>
                    </a:lnTo>
                    <a:lnTo>
                      <a:pt x="297" y="4332"/>
                    </a:lnTo>
                    <a:lnTo>
                      <a:pt x="301" y="4358"/>
                    </a:lnTo>
                    <a:lnTo>
                      <a:pt x="306" y="4387"/>
                    </a:lnTo>
                    <a:lnTo>
                      <a:pt x="313" y="4417"/>
                    </a:lnTo>
                    <a:lnTo>
                      <a:pt x="323" y="4447"/>
                    </a:lnTo>
                    <a:lnTo>
                      <a:pt x="334" y="4479"/>
                    </a:lnTo>
                    <a:lnTo>
                      <a:pt x="347" y="4514"/>
                    </a:lnTo>
                    <a:lnTo>
                      <a:pt x="362" y="4548"/>
                    </a:lnTo>
                    <a:lnTo>
                      <a:pt x="379" y="4585"/>
                    </a:lnTo>
                    <a:lnTo>
                      <a:pt x="397" y="4622"/>
                    </a:lnTo>
                    <a:lnTo>
                      <a:pt x="419" y="4661"/>
                    </a:lnTo>
                    <a:lnTo>
                      <a:pt x="441" y="4701"/>
                    </a:lnTo>
                    <a:lnTo>
                      <a:pt x="467" y="4743"/>
                    </a:lnTo>
                    <a:lnTo>
                      <a:pt x="406" y="4640"/>
                    </a:lnTo>
                    <a:lnTo>
                      <a:pt x="348" y="4534"/>
                    </a:lnTo>
                    <a:lnTo>
                      <a:pt x="295" y="4426"/>
                    </a:lnTo>
                    <a:lnTo>
                      <a:pt x="245" y="4316"/>
                    </a:lnTo>
                    <a:lnTo>
                      <a:pt x="200" y="4204"/>
                    </a:lnTo>
                    <a:lnTo>
                      <a:pt x="159" y="4089"/>
                    </a:lnTo>
                    <a:lnTo>
                      <a:pt x="123" y="3972"/>
                    </a:lnTo>
                    <a:lnTo>
                      <a:pt x="91" y="3854"/>
                    </a:lnTo>
                    <a:lnTo>
                      <a:pt x="63" y="3733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179" y="1"/>
                    </a:lnTo>
                    <a:lnTo>
                      <a:pt x="3250" y="4"/>
                    </a:lnTo>
                    <a:lnTo>
                      <a:pt x="3320" y="8"/>
                    </a:lnTo>
                    <a:lnTo>
                      <a:pt x="3390" y="14"/>
                    </a:lnTo>
                    <a:lnTo>
                      <a:pt x="3459" y="22"/>
                    </a:lnTo>
                    <a:lnTo>
                      <a:pt x="3528" y="31"/>
                    </a:lnTo>
                    <a:lnTo>
                      <a:pt x="3596" y="42"/>
                    </a:lnTo>
                    <a:lnTo>
                      <a:pt x="3664" y="54"/>
                    </a:lnTo>
                    <a:close/>
                  </a:path>
                </a:pathLst>
              </a:custGeom>
              <a:solidFill>
                <a:srgbClr val="00936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78" name="Freeform 100"/>
              <p:cNvSpPr/>
              <p:nvPr/>
            </p:nvSpPr>
            <p:spPr>
              <a:xfrm>
                <a:off x="3472920" y="3908160"/>
                <a:ext cx="2189880" cy="1522440"/>
              </a:xfrm>
              <a:custGeom>
                <a:avLst/>
                <a:gdLst>
                  <a:gd name="textAreaLeft" fmla="*/ 0 w 2189880"/>
                  <a:gd name="textAreaRight" fmla="*/ 2190240 w 2189880"/>
                  <a:gd name="textAreaTop" fmla="*/ 0 h 1522440"/>
                  <a:gd name="textAreaBottom" fmla="*/ 1522800 h 1522440"/>
                </a:gdLst>
                <a:ahLst/>
                <a:rect l="textAreaLeft" t="textAreaTop" r="textAreaRight" b="textAreaBottom"/>
                <a:pathLst>
                  <a:path w="3860" h="2684">
                    <a:moveTo>
                      <a:pt x="888" y="2684"/>
                    </a:moveTo>
                    <a:lnTo>
                      <a:pt x="760" y="2682"/>
                    </a:lnTo>
                    <a:lnTo>
                      <a:pt x="632" y="2674"/>
                    </a:lnTo>
                    <a:lnTo>
                      <a:pt x="507" y="2661"/>
                    </a:lnTo>
                    <a:lnTo>
                      <a:pt x="383" y="2642"/>
                    </a:lnTo>
                    <a:lnTo>
                      <a:pt x="285" y="2625"/>
                    </a:lnTo>
                    <a:lnTo>
                      <a:pt x="190" y="2604"/>
                    </a:lnTo>
                    <a:lnTo>
                      <a:pt x="94" y="2581"/>
                    </a:lnTo>
                    <a:lnTo>
                      <a:pt x="0" y="2555"/>
                    </a:lnTo>
                    <a:lnTo>
                      <a:pt x="38" y="2565"/>
                    </a:lnTo>
                    <a:lnTo>
                      <a:pt x="109" y="2581"/>
                    </a:lnTo>
                    <a:lnTo>
                      <a:pt x="143" y="2587"/>
                    </a:lnTo>
                    <a:lnTo>
                      <a:pt x="175" y="2592"/>
                    </a:lnTo>
                    <a:lnTo>
                      <a:pt x="206" y="2595"/>
                    </a:lnTo>
                    <a:lnTo>
                      <a:pt x="236" y="2598"/>
                    </a:lnTo>
                    <a:lnTo>
                      <a:pt x="291" y="2598"/>
                    </a:lnTo>
                    <a:lnTo>
                      <a:pt x="318" y="2595"/>
                    </a:lnTo>
                    <a:lnTo>
                      <a:pt x="342" y="2592"/>
                    </a:lnTo>
                    <a:lnTo>
                      <a:pt x="365" y="2587"/>
                    </a:lnTo>
                    <a:lnTo>
                      <a:pt x="406" y="2573"/>
                    </a:lnTo>
                    <a:lnTo>
                      <a:pt x="425" y="2564"/>
                    </a:lnTo>
                    <a:lnTo>
                      <a:pt x="442" y="2554"/>
                    </a:lnTo>
                    <a:lnTo>
                      <a:pt x="456" y="2545"/>
                    </a:lnTo>
                    <a:lnTo>
                      <a:pt x="469" y="2534"/>
                    </a:lnTo>
                    <a:lnTo>
                      <a:pt x="487" y="2518"/>
                    </a:lnTo>
                    <a:lnTo>
                      <a:pt x="504" y="2496"/>
                    </a:lnTo>
                    <a:lnTo>
                      <a:pt x="518" y="2475"/>
                    </a:lnTo>
                    <a:lnTo>
                      <a:pt x="523" y="2466"/>
                    </a:lnTo>
                    <a:lnTo>
                      <a:pt x="526" y="2458"/>
                    </a:lnTo>
                    <a:lnTo>
                      <a:pt x="537" y="2424"/>
                    </a:lnTo>
                    <a:lnTo>
                      <a:pt x="541" y="2390"/>
                    </a:lnTo>
                    <a:lnTo>
                      <a:pt x="543" y="2356"/>
                    </a:lnTo>
                    <a:lnTo>
                      <a:pt x="541" y="2321"/>
                    </a:lnTo>
                    <a:lnTo>
                      <a:pt x="537" y="2288"/>
                    </a:lnTo>
                    <a:lnTo>
                      <a:pt x="531" y="2253"/>
                    </a:lnTo>
                    <a:lnTo>
                      <a:pt x="516" y="2186"/>
                    </a:lnTo>
                    <a:lnTo>
                      <a:pt x="502" y="2118"/>
                    </a:lnTo>
                    <a:lnTo>
                      <a:pt x="496" y="2084"/>
                    </a:lnTo>
                    <a:lnTo>
                      <a:pt x="494" y="2050"/>
                    </a:lnTo>
                    <a:lnTo>
                      <a:pt x="494" y="2016"/>
                    </a:lnTo>
                    <a:lnTo>
                      <a:pt x="497" y="1981"/>
                    </a:lnTo>
                    <a:lnTo>
                      <a:pt x="507" y="1948"/>
                    </a:lnTo>
                    <a:lnTo>
                      <a:pt x="519" y="1913"/>
                    </a:lnTo>
                    <a:lnTo>
                      <a:pt x="540" y="1872"/>
                    </a:lnTo>
                    <a:lnTo>
                      <a:pt x="564" y="1831"/>
                    </a:lnTo>
                    <a:lnTo>
                      <a:pt x="590" y="1793"/>
                    </a:lnTo>
                    <a:lnTo>
                      <a:pt x="616" y="1755"/>
                    </a:lnTo>
                    <a:lnTo>
                      <a:pt x="674" y="1683"/>
                    </a:lnTo>
                    <a:lnTo>
                      <a:pt x="734" y="1613"/>
                    </a:lnTo>
                    <a:lnTo>
                      <a:pt x="792" y="1540"/>
                    </a:lnTo>
                    <a:lnTo>
                      <a:pt x="820" y="1503"/>
                    </a:lnTo>
                    <a:lnTo>
                      <a:pt x="846" y="1466"/>
                    </a:lnTo>
                    <a:lnTo>
                      <a:pt x="872" y="1427"/>
                    </a:lnTo>
                    <a:lnTo>
                      <a:pt x="895" y="1387"/>
                    </a:lnTo>
                    <a:lnTo>
                      <a:pt x="914" y="1344"/>
                    </a:lnTo>
                    <a:lnTo>
                      <a:pt x="932" y="1300"/>
                    </a:lnTo>
                    <a:lnTo>
                      <a:pt x="941" y="1273"/>
                    </a:lnTo>
                    <a:lnTo>
                      <a:pt x="957" y="1213"/>
                    </a:lnTo>
                    <a:lnTo>
                      <a:pt x="964" y="1185"/>
                    </a:lnTo>
                    <a:lnTo>
                      <a:pt x="974" y="1148"/>
                    </a:lnTo>
                    <a:lnTo>
                      <a:pt x="986" y="1114"/>
                    </a:lnTo>
                    <a:lnTo>
                      <a:pt x="1001" y="1081"/>
                    </a:lnTo>
                    <a:lnTo>
                      <a:pt x="1016" y="1053"/>
                    </a:lnTo>
                    <a:lnTo>
                      <a:pt x="1032" y="1025"/>
                    </a:lnTo>
                    <a:lnTo>
                      <a:pt x="1049" y="1001"/>
                    </a:lnTo>
                    <a:lnTo>
                      <a:pt x="1066" y="978"/>
                    </a:lnTo>
                    <a:lnTo>
                      <a:pt x="1084" y="958"/>
                    </a:lnTo>
                    <a:lnTo>
                      <a:pt x="1100" y="941"/>
                    </a:lnTo>
                    <a:lnTo>
                      <a:pt x="1116" y="925"/>
                    </a:lnTo>
                    <a:lnTo>
                      <a:pt x="1131" y="912"/>
                    </a:lnTo>
                    <a:lnTo>
                      <a:pt x="1144" y="902"/>
                    </a:lnTo>
                    <a:lnTo>
                      <a:pt x="1154" y="894"/>
                    </a:lnTo>
                    <a:lnTo>
                      <a:pt x="1162" y="888"/>
                    </a:lnTo>
                    <a:lnTo>
                      <a:pt x="1167" y="884"/>
                    </a:lnTo>
                    <a:lnTo>
                      <a:pt x="1169" y="883"/>
                    </a:lnTo>
                    <a:lnTo>
                      <a:pt x="1212" y="875"/>
                    </a:lnTo>
                    <a:lnTo>
                      <a:pt x="1258" y="871"/>
                    </a:lnTo>
                    <a:lnTo>
                      <a:pt x="1306" y="868"/>
                    </a:lnTo>
                    <a:lnTo>
                      <a:pt x="1354" y="867"/>
                    </a:lnTo>
                    <a:lnTo>
                      <a:pt x="1452" y="869"/>
                    </a:lnTo>
                    <a:lnTo>
                      <a:pt x="1498" y="872"/>
                    </a:lnTo>
                    <a:lnTo>
                      <a:pt x="1542" y="873"/>
                    </a:lnTo>
                    <a:lnTo>
                      <a:pt x="1721" y="875"/>
                    </a:lnTo>
                    <a:lnTo>
                      <a:pt x="1898" y="872"/>
                    </a:lnTo>
                    <a:lnTo>
                      <a:pt x="2072" y="863"/>
                    </a:lnTo>
                    <a:lnTo>
                      <a:pt x="2243" y="849"/>
                    </a:lnTo>
                    <a:lnTo>
                      <a:pt x="2325" y="840"/>
                    </a:lnTo>
                    <a:lnTo>
                      <a:pt x="2408" y="829"/>
                    </a:lnTo>
                    <a:lnTo>
                      <a:pt x="2490" y="816"/>
                    </a:lnTo>
                    <a:lnTo>
                      <a:pt x="2571" y="804"/>
                    </a:lnTo>
                    <a:lnTo>
                      <a:pt x="2650" y="789"/>
                    </a:lnTo>
                    <a:lnTo>
                      <a:pt x="2729" y="774"/>
                    </a:lnTo>
                    <a:lnTo>
                      <a:pt x="2806" y="757"/>
                    </a:lnTo>
                    <a:lnTo>
                      <a:pt x="2881" y="738"/>
                    </a:lnTo>
                    <a:lnTo>
                      <a:pt x="2931" y="725"/>
                    </a:lnTo>
                    <a:lnTo>
                      <a:pt x="2986" y="711"/>
                    </a:lnTo>
                    <a:lnTo>
                      <a:pt x="3044" y="693"/>
                    </a:lnTo>
                    <a:lnTo>
                      <a:pt x="3106" y="674"/>
                    </a:lnTo>
                    <a:lnTo>
                      <a:pt x="3171" y="649"/>
                    </a:lnTo>
                    <a:lnTo>
                      <a:pt x="3237" y="622"/>
                    </a:lnTo>
                    <a:lnTo>
                      <a:pt x="3305" y="590"/>
                    </a:lnTo>
                    <a:lnTo>
                      <a:pt x="3373" y="552"/>
                    </a:lnTo>
                    <a:lnTo>
                      <a:pt x="3441" y="509"/>
                    </a:lnTo>
                    <a:lnTo>
                      <a:pt x="3474" y="485"/>
                    </a:lnTo>
                    <a:lnTo>
                      <a:pt x="3507" y="459"/>
                    </a:lnTo>
                    <a:lnTo>
                      <a:pt x="3541" y="432"/>
                    </a:lnTo>
                    <a:lnTo>
                      <a:pt x="3574" y="403"/>
                    </a:lnTo>
                    <a:lnTo>
                      <a:pt x="3606" y="372"/>
                    </a:lnTo>
                    <a:lnTo>
                      <a:pt x="3637" y="338"/>
                    </a:lnTo>
                    <a:lnTo>
                      <a:pt x="3669" y="304"/>
                    </a:lnTo>
                    <a:lnTo>
                      <a:pt x="3699" y="267"/>
                    </a:lnTo>
                    <a:lnTo>
                      <a:pt x="3728" y="228"/>
                    </a:lnTo>
                    <a:lnTo>
                      <a:pt x="3757" y="187"/>
                    </a:lnTo>
                    <a:lnTo>
                      <a:pt x="3784" y="144"/>
                    </a:lnTo>
                    <a:lnTo>
                      <a:pt x="3810" y="99"/>
                    </a:lnTo>
                    <a:lnTo>
                      <a:pt x="3836" y="50"/>
                    </a:lnTo>
                    <a:lnTo>
                      <a:pt x="3860" y="0"/>
                    </a:lnTo>
                    <a:lnTo>
                      <a:pt x="3849" y="70"/>
                    </a:lnTo>
                    <a:lnTo>
                      <a:pt x="3838" y="140"/>
                    </a:lnTo>
                    <a:lnTo>
                      <a:pt x="3825" y="211"/>
                    </a:lnTo>
                    <a:lnTo>
                      <a:pt x="3810" y="280"/>
                    </a:lnTo>
                    <a:lnTo>
                      <a:pt x="3777" y="417"/>
                    </a:lnTo>
                    <a:lnTo>
                      <a:pt x="3738" y="550"/>
                    </a:lnTo>
                    <a:lnTo>
                      <a:pt x="3693" y="682"/>
                    </a:lnTo>
                    <a:lnTo>
                      <a:pt x="3642" y="811"/>
                    </a:lnTo>
                    <a:lnTo>
                      <a:pt x="3587" y="936"/>
                    </a:lnTo>
                    <a:lnTo>
                      <a:pt x="3526" y="1058"/>
                    </a:lnTo>
                    <a:lnTo>
                      <a:pt x="3459" y="1178"/>
                    </a:lnTo>
                    <a:lnTo>
                      <a:pt x="3389" y="1295"/>
                    </a:lnTo>
                    <a:lnTo>
                      <a:pt x="3313" y="1406"/>
                    </a:lnTo>
                    <a:lnTo>
                      <a:pt x="3233" y="1516"/>
                    </a:lnTo>
                    <a:lnTo>
                      <a:pt x="3148" y="1621"/>
                    </a:lnTo>
                    <a:lnTo>
                      <a:pt x="3059" y="1721"/>
                    </a:lnTo>
                    <a:lnTo>
                      <a:pt x="2966" y="1818"/>
                    </a:lnTo>
                    <a:lnTo>
                      <a:pt x="2869" y="1911"/>
                    </a:lnTo>
                    <a:lnTo>
                      <a:pt x="2768" y="1998"/>
                    </a:lnTo>
                    <a:lnTo>
                      <a:pt x="2663" y="2081"/>
                    </a:lnTo>
                    <a:lnTo>
                      <a:pt x="2555" y="2161"/>
                    </a:lnTo>
                    <a:lnTo>
                      <a:pt x="2443" y="2235"/>
                    </a:lnTo>
                    <a:lnTo>
                      <a:pt x="2328" y="2303"/>
                    </a:lnTo>
                    <a:lnTo>
                      <a:pt x="2210" y="2367"/>
                    </a:lnTo>
                    <a:lnTo>
                      <a:pt x="2089" y="2425"/>
                    </a:lnTo>
                    <a:lnTo>
                      <a:pt x="1965" y="2478"/>
                    </a:lnTo>
                    <a:lnTo>
                      <a:pt x="1838" y="2525"/>
                    </a:lnTo>
                    <a:lnTo>
                      <a:pt x="1709" y="2566"/>
                    </a:lnTo>
                    <a:lnTo>
                      <a:pt x="1644" y="2585"/>
                    </a:lnTo>
                    <a:lnTo>
                      <a:pt x="1577" y="2601"/>
                    </a:lnTo>
                    <a:lnTo>
                      <a:pt x="1511" y="2617"/>
                    </a:lnTo>
                    <a:lnTo>
                      <a:pt x="1443" y="2631"/>
                    </a:lnTo>
                    <a:lnTo>
                      <a:pt x="1375" y="2644"/>
                    </a:lnTo>
                    <a:lnTo>
                      <a:pt x="1307" y="2654"/>
                    </a:lnTo>
                    <a:lnTo>
                      <a:pt x="1238" y="2663"/>
                    </a:lnTo>
                    <a:lnTo>
                      <a:pt x="1169" y="2670"/>
                    </a:lnTo>
                    <a:lnTo>
                      <a:pt x="1100" y="2676"/>
                    </a:lnTo>
                    <a:lnTo>
                      <a:pt x="1030" y="2680"/>
                    </a:lnTo>
                    <a:lnTo>
                      <a:pt x="959" y="2683"/>
                    </a:lnTo>
                    <a:lnTo>
                      <a:pt x="888" y="2684"/>
                    </a:lnTo>
                    <a:close/>
                  </a:path>
                </a:pathLst>
              </a:custGeom>
              <a:solidFill>
                <a:srgbClr val="008c7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79" name="Freeform 101"/>
              <p:cNvSpPr/>
              <p:nvPr/>
            </p:nvSpPr>
            <p:spPr>
              <a:xfrm>
                <a:off x="2213280" y="1906560"/>
                <a:ext cx="1985400" cy="2476800"/>
              </a:xfrm>
              <a:custGeom>
                <a:avLst/>
                <a:gdLst>
                  <a:gd name="textAreaLeft" fmla="*/ 0 w 1985400"/>
                  <a:gd name="textAreaRight" fmla="*/ 1985760 w 1985400"/>
                  <a:gd name="textAreaTop" fmla="*/ 0 h 2476800"/>
                  <a:gd name="textAreaBottom" fmla="*/ 2477160 h 2476800"/>
                </a:gdLst>
                <a:ahLst/>
                <a:rect l="textAreaLeft" t="textAreaTop" r="textAreaRight" b="textAreaBottom"/>
                <a:pathLst>
                  <a:path w="3501" h="4365">
                    <a:moveTo>
                      <a:pt x="3501" y="27"/>
                    </a:moveTo>
                    <a:lnTo>
                      <a:pt x="3395" y="18"/>
                    </a:lnTo>
                    <a:lnTo>
                      <a:pt x="3292" y="16"/>
                    </a:lnTo>
                    <a:lnTo>
                      <a:pt x="3192" y="20"/>
                    </a:lnTo>
                    <a:lnTo>
                      <a:pt x="3095" y="28"/>
                    </a:lnTo>
                    <a:lnTo>
                      <a:pt x="3002" y="42"/>
                    </a:lnTo>
                    <a:lnTo>
                      <a:pt x="2911" y="60"/>
                    </a:lnTo>
                    <a:lnTo>
                      <a:pt x="2823" y="83"/>
                    </a:lnTo>
                    <a:lnTo>
                      <a:pt x="2739" y="112"/>
                    </a:lnTo>
                    <a:lnTo>
                      <a:pt x="2659" y="145"/>
                    </a:lnTo>
                    <a:lnTo>
                      <a:pt x="2581" y="184"/>
                    </a:lnTo>
                    <a:lnTo>
                      <a:pt x="2508" y="228"/>
                    </a:lnTo>
                    <a:lnTo>
                      <a:pt x="2439" y="277"/>
                    </a:lnTo>
                    <a:lnTo>
                      <a:pt x="2372" y="331"/>
                    </a:lnTo>
                    <a:lnTo>
                      <a:pt x="2310" y="388"/>
                    </a:lnTo>
                    <a:lnTo>
                      <a:pt x="2251" y="453"/>
                    </a:lnTo>
                    <a:lnTo>
                      <a:pt x="2196" y="521"/>
                    </a:lnTo>
                    <a:lnTo>
                      <a:pt x="2166" y="563"/>
                    </a:lnTo>
                    <a:lnTo>
                      <a:pt x="2138" y="607"/>
                    </a:lnTo>
                    <a:lnTo>
                      <a:pt x="2114" y="649"/>
                    </a:lnTo>
                    <a:lnTo>
                      <a:pt x="2103" y="667"/>
                    </a:lnTo>
                    <a:lnTo>
                      <a:pt x="2095" y="683"/>
                    </a:lnTo>
                    <a:lnTo>
                      <a:pt x="2070" y="737"/>
                    </a:lnTo>
                    <a:lnTo>
                      <a:pt x="2046" y="795"/>
                    </a:lnTo>
                    <a:lnTo>
                      <a:pt x="2024" y="854"/>
                    </a:lnTo>
                    <a:lnTo>
                      <a:pt x="2004" y="915"/>
                    </a:lnTo>
                    <a:lnTo>
                      <a:pt x="1987" y="978"/>
                    </a:lnTo>
                    <a:lnTo>
                      <a:pt x="1971" y="1043"/>
                    </a:lnTo>
                    <a:lnTo>
                      <a:pt x="1957" y="1109"/>
                    </a:lnTo>
                    <a:lnTo>
                      <a:pt x="1946" y="1176"/>
                    </a:lnTo>
                    <a:lnTo>
                      <a:pt x="1934" y="1245"/>
                    </a:lnTo>
                    <a:lnTo>
                      <a:pt x="1926" y="1316"/>
                    </a:lnTo>
                    <a:lnTo>
                      <a:pt x="1918" y="1387"/>
                    </a:lnTo>
                    <a:lnTo>
                      <a:pt x="1912" y="1460"/>
                    </a:lnTo>
                    <a:lnTo>
                      <a:pt x="1903" y="1607"/>
                    </a:lnTo>
                    <a:lnTo>
                      <a:pt x="1900" y="1756"/>
                    </a:lnTo>
                    <a:lnTo>
                      <a:pt x="1900" y="1906"/>
                    </a:lnTo>
                    <a:lnTo>
                      <a:pt x="1904" y="2055"/>
                    </a:lnTo>
                    <a:lnTo>
                      <a:pt x="1910" y="2203"/>
                    </a:lnTo>
                    <a:lnTo>
                      <a:pt x="1919" y="2349"/>
                    </a:lnTo>
                    <a:lnTo>
                      <a:pt x="1931" y="2492"/>
                    </a:lnTo>
                    <a:lnTo>
                      <a:pt x="1942" y="2630"/>
                    </a:lnTo>
                    <a:lnTo>
                      <a:pt x="1954" y="2763"/>
                    </a:lnTo>
                    <a:lnTo>
                      <a:pt x="1961" y="2826"/>
                    </a:lnTo>
                    <a:lnTo>
                      <a:pt x="1966" y="2888"/>
                    </a:lnTo>
                    <a:lnTo>
                      <a:pt x="1969" y="2915"/>
                    </a:lnTo>
                    <a:lnTo>
                      <a:pt x="1971" y="2940"/>
                    </a:lnTo>
                    <a:lnTo>
                      <a:pt x="1974" y="2985"/>
                    </a:lnTo>
                    <a:lnTo>
                      <a:pt x="1976" y="3025"/>
                    </a:lnTo>
                    <a:lnTo>
                      <a:pt x="1973" y="3060"/>
                    </a:lnTo>
                    <a:lnTo>
                      <a:pt x="1966" y="3091"/>
                    </a:lnTo>
                    <a:lnTo>
                      <a:pt x="1955" y="3120"/>
                    </a:lnTo>
                    <a:lnTo>
                      <a:pt x="1948" y="3132"/>
                    </a:lnTo>
                    <a:lnTo>
                      <a:pt x="1938" y="3145"/>
                    </a:lnTo>
                    <a:lnTo>
                      <a:pt x="1927" y="3157"/>
                    </a:lnTo>
                    <a:lnTo>
                      <a:pt x="1915" y="3168"/>
                    </a:lnTo>
                    <a:lnTo>
                      <a:pt x="1900" y="3180"/>
                    </a:lnTo>
                    <a:lnTo>
                      <a:pt x="1883" y="3190"/>
                    </a:lnTo>
                    <a:lnTo>
                      <a:pt x="1865" y="3202"/>
                    </a:lnTo>
                    <a:lnTo>
                      <a:pt x="1844" y="3212"/>
                    </a:lnTo>
                    <a:lnTo>
                      <a:pt x="1821" y="3222"/>
                    </a:lnTo>
                    <a:lnTo>
                      <a:pt x="1795" y="3234"/>
                    </a:lnTo>
                    <a:lnTo>
                      <a:pt x="1767" y="3245"/>
                    </a:lnTo>
                    <a:lnTo>
                      <a:pt x="1736" y="3257"/>
                    </a:lnTo>
                    <a:lnTo>
                      <a:pt x="1704" y="3268"/>
                    </a:lnTo>
                    <a:lnTo>
                      <a:pt x="1667" y="3281"/>
                    </a:lnTo>
                    <a:lnTo>
                      <a:pt x="1628" y="3294"/>
                    </a:lnTo>
                    <a:lnTo>
                      <a:pt x="1586" y="3308"/>
                    </a:lnTo>
                    <a:lnTo>
                      <a:pt x="1540" y="3322"/>
                    </a:lnTo>
                    <a:lnTo>
                      <a:pt x="1492" y="3337"/>
                    </a:lnTo>
                    <a:lnTo>
                      <a:pt x="1440" y="3354"/>
                    </a:lnTo>
                    <a:lnTo>
                      <a:pt x="1385" y="3371"/>
                    </a:lnTo>
                    <a:lnTo>
                      <a:pt x="1351" y="3382"/>
                    </a:lnTo>
                    <a:lnTo>
                      <a:pt x="1316" y="3399"/>
                    </a:lnTo>
                    <a:lnTo>
                      <a:pt x="1279" y="3418"/>
                    </a:lnTo>
                    <a:lnTo>
                      <a:pt x="1241" y="3440"/>
                    </a:lnTo>
                    <a:lnTo>
                      <a:pt x="1201" y="3464"/>
                    </a:lnTo>
                    <a:lnTo>
                      <a:pt x="1161" y="3491"/>
                    </a:lnTo>
                    <a:lnTo>
                      <a:pt x="1083" y="3547"/>
                    </a:lnTo>
                    <a:lnTo>
                      <a:pt x="1007" y="3605"/>
                    </a:lnTo>
                    <a:lnTo>
                      <a:pt x="971" y="3634"/>
                    </a:lnTo>
                    <a:lnTo>
                      <a:pt x="938" y="3661"/>
                    </a:lnTo>
                    <a:lnTo>
                      <a:pt x="905" y="3687"/>
                    </a:lnTo>
                    <a:lnTo>
                      <a:pt x="878" y="3711"/>
                    </a:lnTo>
                    <a:lnTo>
                      <a:pt x="852" y="3731"/>
                    </a:lnTo>
                    <a:lnTo>
                      <a:pt x="831" y="3750"/>
                    </a:lnTo>
                    <a:lnTo>
                      <a:pt x="814" y="3763"/>
                    </a:lnTo>
                    <a:lnTo>
                      <a:pt x="797" y="3774"/>
                    </a:lnTo>
                    <a:lnTo>
                      <a:pt x="764" y="3791"/>
                    </a:lnTo>
                    <a:lnTo>
                      <a:pt x="728" y="3803"/>
                    </a:lnTo>
                    <a:lnTo>
                      <a:pt x="691" y="3810"/>
                    </a:lnTo>
                    <a:lnTo>
                      <a:pt x="653" y="3813"/>
                    </a:lnTo>
                    <a:lnTo>
                      <a:pt x="615" y="3813"/>
                    </a:lnTo>
                    <a:lnTo>
                      <a:pt x="539" y="3811"/>
                    </a:lnTo>
                    <a:lnTo>
                      <a:pt x="462" y="3807"/>
                    </a:lnTo>
                    <a:lnTo>
                      <a:pt x="424" y="3809"/>
                    </a:lnTo>
                    <a:lnTo>
                      <a:pt x="386" y="3812"/>
                    </a:lnTo>
                    <a:lnTo>
                      <a:pt x="349" y="3820"/>
                    </a:lnTo>
                    <a:lnTo>
                      <a:pt x="313" y="3833"/>
                    </a:lnTo>
                    <a:lnTo>
                      <a:pt x="280" y="3850"/>
                    </a:lnTo>
                    <a:lnTo>
                      <a:pt x="263" y="3862"/>
                    </a:lnTo>
                    <a:lnTo>
                      <a:pt x="247" y="3875"/>
                    </a:lnTo>
                    <a:lnTo>
                      <a:pt x="241" y="3880"/>
                    </a:lnTo>
                    <a:lnTo>
                      <a:pt x="235" y="3888"/>
                    </a:lnTo>
                    <a:lnTo>
                      <a:pt x="227" y="3899"/>
                    </a:lnTo>
                    <a:lnTo>
                      <a:pt x="219" y="3912"/>
                    </a:lnTo>
                    <a:lnTo>
                      <a:pt x="210" y="3928"/>
                    </a:lnTo>
                    <a:lnTo>
                      <a:pt x="203" y="3948"/>
                    </a:lnTo>
                    <a:lnTo>
                      <a:pt x="196" y="3971"/>
                    </a:lnTo>
                    <a:lnTo>
                      <a:pt x="191" y="3998"/>
                    </a:lnTo>
                    <a:lnTo>
                      <a:pt x="188" y="4029"/>
                    </a:lnTo>
                    <a:lnTo>
                      <a:pt x="187" y="4063"/>
                    </a:lnTo>
                    <a:lnTo>
                      <a:pt x="190" y="4101"/>
                    </a:lnTo>
                    <a:lnTo>
                      <a:pt x="196" y="4145"/>
                    </a:lnTo>
                    <a:lnTo>
                      <a:pt x="206" y="4192"/>
                    </a:lnTo>
                    <a:lnTo>
                      <a:pt x="213" y="4218"/>
                    </a:lnTo>
                    <a:lnTo>
                      <a:pt x="221" y="4245"/>
                    </a:lnTo>
                    <a:lnTo>
                      <a:pt x="230" y="4273"/>
                    </a:lnTo>
                    <a:lnTo>
                      <a:pt x="241" y="4303"/>
                    </a:lnTo>
                    <a:lnTo>
                      <a:pt x="252" y="4333"/>
                    </a:lnTo>
                    <a:lnTo>
                      <a:pt x="266" y="4365"/>
                    </a:lnTo>
                    <a:lnTo>
                      <a:pt x="237" y="4297"/>
                    </a:lnTo>
                    <a:lnTo>
                      <a:pt x="210" y="4229"/>
                    </a:lnTo>
                    <a:lnTo>
                      <a:pt x="183" y="4159"/>
                    </a:lnTo>
                    <a:lnTo>
                      <a:pt x="159" y="4089"/>
                    </a:lnTo>
                    <a:lnTo>
                      <a:pt x="123" y="3972"/>
                    </a:lnTo>
                    <a:lnTo>
                      <a:pt x="91" y="3854"/>
                    </a:lnTo>
                    <a:lnTo>
                      <a:pt x="63" y="3733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207" y="1"/>
                    </a:lnTo>
                    <a:lnTo>
                      <a:pt x="3306" y="7"/>
                    </a:lnTo>
                    <a:lnTo>
                      <a:pt x="3404" y="15"/>
                    </a:lnTo>
                    <a:lnTo>
                      <a:pt x="3501" y="27"/>
                    </a:lnTo>
                    <a:close/>
                  </a:path>
                </a:pathLst>
              </a:custGeom>
              <a:solidFill>
                <a:srgbClr val="008c7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80" name="Freeform 102"/>
              <p:cNvSpPr/>
              <p:nvPr/>
            </p:nvSpPr>
            <p:spPr>
              <a:xfrm>
                <a:off x="3661560" y="4004640"/>
                <a:ext cx="1986480" cy="1425960"/>
              </a:xfrm>
              <a:custGeom>
                <a:avLst/>
                <a:gdLst>
                  <a:gd name="textAreaLeft" fmla="*/ 0 w 1986480"/>
                  <a:gd name="textAreaRight" fmla="*/ 1986840 w 1986480"/>
                  <a:gd name="textAreaTop" fmla="*/ 0 h 1425960"/>
                  <a:gd name="textAreaBottom" fmla="*/ 1426320 h 1425960"/>
                </a:gdLst>
                <a:ahLst/>
                <a:rect l="textAreaLeft" t="textAreaTop" r="textAreaRight" b="textAreaBottom"/>
                <a:pathLst>
                  <a:path w="3500" h="2515">
                    <a:moveTo>
                      <a:pt x="555" y="2515"/>
                    </a:moveTo>
                    <a:lnTo>
                      <a:pt x="427" y="2513"/>
                    </a:lnTo>
                    <a:lnTo>
                      <a:pt x="299" y="2505"/>
                    </a:lnTo>
                    <a:lnTo>
                      <a:pt x="174" y="2492"/>
                    </a:lnTo>
                    <a:lnTo>
                      <a:pt x="50" y="2473"/>
                    </a:lnTo>
                    <a:lnTo>
                      <a:pt x="25" y="2470"/>
                    </a:lnTo>
                    <a:lnTo>
                      <a:pt x="0" y="2465"/>
                    </a:lnTo>
                    <a:lnTo>
                      <a:pt x="38" y="2471"/>
                    </a:lnTo>
                    <a:lnTo>
                      <a:pt x="73" y="2476"/>
                    </a:lnTo>
                    <a:lnTo>
                      <a:pt x="107" y="2478"/>
                    </a:lnTo>
                    <a:lnTo>
                      <a:pt x="138" y="2479"/>
                    </a:lnTo>
                    <a:lnTo>
                      <a:pt x="168" y="2479"/>
                    </a:lnTo>
                    <a:lnTo>
                      <a:pt x="194" y="2478"/>
                    </a:lnTo>
                    <a:lnTo>
                      <a:pt x="220" y="2476"/>
                    </a:lnTo>
                    <a:lnTo>
                      <a:pt x="244" y="2472"/>
                    </a:lnTo>
                    <a:lnTo>
                      <a:pt x="266" y="2468"/>
                    </a:lnTo>
                    <a:lnTo>
                      <a:pt x="285" y="2463"/>
                    </a:lnTo>
                    <a:lnTo>
                      <a:pt x="304" y="2457"/>
                    </a:lnTo>
                    <a:lnTo>
                      <a:pt x="321" y="2450"/>
                    </a:lnTo>
                    <a:lnTo>
                      <a:pt x="350" y="2438"/>
                    </a:lnTo>
                    <a:lnTo>
                      <a:pt x="373" y="2423"/>
                    </a:lnTo>
                    <a:lnTo>
                      <a:pt x="399" y="2402"/>
                    </a:lnTo>
                    <a:lnTo>
                      <a:pt x="422" y="2381"/>
                    </a:lnTo>
                    <a:lnTo>
                      <a:pt x="441" y="2359"/>
                    </a:lnTo>
                    <a:lnTo>
                      <a:pt x="456" y="2336"/>
                    </a:lnTo>
                    <a:lnTo>
                      <a:pt x="467" y="2311"/>
                    </a:lnTo>
                    <a:lnTo>
                      <a:pt x="475" y="2285"/>
                    </a:lnTo>
                    <a:lnTo>
                      <a:pt x="480" y="2256"/>
                    </a:lnTo>
                    <a:lnTo>
                      <a:pt x="483" y="2226"/>
                    </a:lnTo>
                    <a:lnTo>
                      <a:pt x="482" y="2192"/>
                    </a:lnTo>
                    <a:lnTo>
                      <a:pt x="480" y="2157"/>
                    </a:lnTo>
                    <a:lnTo>
                      <a:pt x="474" y="2119"/>
                    </a:lnTo>
                    <a:lnTo>
                      <a:pt x="467" y="2077"/>
                    </a:lnTo>
                    <a:lnTo>
                      <a:pt x="459" y="2032"/>
                    </a:lnTo>
                    <a:lnTo>
                      <a:pt x="449" y="1983"/>
                    </a:lnTo>
                    <a:lnTo>
                      <a:pt x="436" y="1931"/>
                    </a:lnTo>
                    <a:lnTo>
                      <a:pt x="424" y="1874"/>
                    </a:lnTo>
                    <a:lnTo>
                      <a:pt x="418" y="1848"/>
                    </a:lnTo>
                    <a:lnTo>
                      <a:pt x="413" y="1824"/>
                    </a:lnTo>
                    <a:lnTo>
                      <a:pt x="410" y="1801"/>
                    </a:lnTo>
                    <a:lnTo>
                      <a:pt x="410" y="1778"/>
                    </a:lnTo>
                    <a:lnTo>
                      <a:pt x="412" y="1755"/>
                    </a:lnTo>
                    <a:lnTo>
                      <a:pt x="418" y="1729"/>
                    </a:lnTo>
                    <a:lnTo>
                      <a:pt x="427" y="1700"/>
                    </a:lnTo>
                    <a:lnTo>
                      <a:pt x="441" y="1668"/>
                    </a:lnTo>
                    <a:lnTo>
                      <a:pt x="450" y="1650"/>
                    </a:lnTo>
                    <a:lnTo>
                      <a:pt x="460" y="1630"/>
                    </a:lnTo>
                    <a:lnTo>
                      <a:pt x="472" y="1609"/>
                    </a:lnTo>
                    <a:lnTo>
                      <a:pt x="485" y="1586"/>
                    </a:lnTo>
                    <a:lnTo>
                      <a:pt x="498" y="1562"/>
                    </a:lnTo>
                    <a:lnTo>
                      <a:pt x="515" y="1536"/>
                    </a:lnTo>
                    <a:lnTo>
                      <a:pt x="532" y="1507"/>
                    </a:lnTo>
                    <a:lnTo>
                      <a:pt x="551" y="1476"/>
                    </a:lnTo>
                    <a:lnTo>
                      <a:pt x="572" y="1442"/>
                    </a:lnTo>
                    <a:lnTo>
                      <a:pt x="595" y="1407"/>
                    </a:lnTo>
                    <a:lnTo>
                      <a:pt x="619" y="1369"/>
                    </a:lnTo>
                    <a:lnTo>
                      <a:pt x="646" y="1327"/>
                    </a:lnTo>
                    <a:lnTo>
                      <a:pt x="675" y="1283"/>
                    </a:lnTo>
                    <a:lnTo>
                      <a:pt x="705" y="1236"/>
                    </a:lnTo>
                    <a:lnTo>
                      <a:pt x="738" y="1185"/>
                    </a:lnTo>
                    <a:lnTo>
                      <a:pt x="773" y="1131"/>
                    </a:lnTo>
                    <a:lnTo>
                      <a:pt x="792" y="1103"/>
                    </a:lnTo>
                    <a:lnTo>
                      <a:pt x="813" y="1076"/>
                    </a:lnTo>
                    <a:lnTo>
                      <a:pt x="835" y="1053"/>
                    </a:lnTo>
                    <a:lnTo>
                      <a:pt x="858" y="1033"/>
                    </a:lnTo>
                    <a:lnTo>
                      <a:pt x="883" y="1015"/>
                    </a:lnTo>
                    <a:lnTo>
                      <a:pt x="910" y="1000"/>
                    </a:lnTo>
                    <a:lnTo>
                      <a:pt x="940" y="986"/>
                    </a:lnTo>
                    <a:lnTo>
                      <a:pt x="971" y="975"/>
                    </a:lnTo>
                    <a:lnTo>
                      <a:pt x="1005" y="963"/>
                    </a:lnTo>
                    <a:lnTo>
                      <a:pt x="1043" y="954"/>
                    </a:lnTo>
                    <a:lnTo>
                      <a:pt x="1086" y="946"/>
                    </a:lnTo>
                    <a:lnTo>
                      <a:pt x="1131" y="938"/>
                    </a:lnTo>
                    <a:lnTo>
                      <a:pt x="1182" y="931"/>
                    </a:lnTo>
                    <a:lnTo>
                      <a:pt x="1236" y="923"/>
                    </a:lnTo>
                    <a:lnTo>
                      <a:pt x="1296" y="916"/>
                    </a:lnTo>
                    <a:lnTo>
                      <a:pt x="1360" y="908"/>
                    </a:lnTo>
                    <a:lnTo>
                      <a:pt x="1497" y="891"/>
                    </a:lnTo>
                    <a:lnTo>
                      <a:pt x="1628" y="873"/>
                    </a:lnTo>
                    <a:lnTo>
                      <a:pt x="1754" y="855"/>
                    </a:lnTo>
                    <a:lnTo>
                      <a:pt x="1873" y="836"/>
                    </a:lnTo>
                    <a:lnTo>
                      <a:pt x="1986" y="817"/>
                    </a:lnTo>
                    <a:lnTo>
                      <a:pt x="2093" y="797"/>
                    </a:lnTo>
                    <a:lnTo>
                      <a:pt x="2195" y="778"/>
                    </a:lnTo>
                    <a:lnTo>
                      <a:pt x="2292" y="757"/>
                    </a:lnTo>
                    <a:lnTo>
                      <a:pt x="2383" y="735"/>
                    </a:lnTo>
                    <a:lnTo>
                      <a:pt x="2469" y="713"/>
                    </a:lnTo>
                    <a:lnTo>
                      <a:pt x="2551" y="691"/>
                    </a:lnTo>
                    <a:lnTo>
                      <a:pt x="2628" y="667"/>
                    </a:lnTo>
                    <a:lnTo>
                      <a:pt x="2701" y="643"/>
                    </a:lnTo>
                    <a:lnTo>
                      <a:pt x="2769" y="619"/>
                    </a:lnTo>
                    <a:lnTo>
                      <a:pt x="2833" y="592"/>
                    </a:lnTo>
                    <a:lnTo>
                      <a:pt x="2894" y="566"/>
                    </a:lnTo>
                    <a:lnTo>
                      <a:pt x="2952" y="538"/>
                    </a:lnTo>
                    <a:lnTo>
                      <a:pt x="3005" y="510"/>
                    </a:lnTo>
                    <a:lnTo>
                      <a:pt x="3056" y="480"/>
                    </a:lnTo>
                    <a:lnTo>
                      <a:pt x="3103" y="450"/>
                    </a:lnTo>
                    <a:lnTo>
                      <a:pt x="3148" y="419"/>
                    </a:lnTo>
                    <a:lnTo>
                      <a:pt x="3189" y="387"/>
                    </a:lnTo>
                    <a:lnTo>
                      <a:pt x="3228" y="354"/>
                    </a:lnTo>
                    <a:lnTo>
                      <a:pt x="3265" y="319"/>
                    </a:lnTo>
                    <a:lnTo>
                      <a:pt x="3300" y="283"/>
                    </a:lnTo>
                    <a:lnTo>
                      <a:pt x="3333" y="247"/>
                    </a:lnTo>
                    <a:lnTo>
                      <a:pt x="3364" y="209"/>
                    </a:lnTo>
                    <a:lnTo>
                      <a:pt x="3394" y="169"/>
                    </a:lnTo>
                    <a:lnTo>
                      <a:pt x="3422" y="129"/>
                    </a:lnTo>
                    <a:lnTo>
                      <a:pt x="3450" y="88"/>
                    </a:lnTo>
                    <a:lnTo>
                      <a:pt x="3500" y="0"/>
                    </a:lnTo>
                    <a:lnTo>
                      <a:pt x="3473" y="134"/>
                    </a:lnTo>
                    <a:lnTo>
                      <a:pt x="3439" y="264"/>
                    </a:lnTo>
                    <a:lnTo>
                      <a:pt x="3401" y="393"/>
                    </a:lnTo>
                    <a:lnTo>
                      <a:pt x="3357" y="520"/>
                    </a:lnTo>
                    <a:lnTo>
                      <a:pt x="3308" y="643"/>
                    </a:lnTo>
                    <a:lnTo>
                      <a:pt x="3255" y="764"/>
                    </a:lnTo>
                    <a:lnTo>
                      <a:pt x="3196" y="883"/>
                    </a:lnTo>
                    <a:lnTo>
                      <a:pt x="3133" y="997"/>
                    </a:lnTo>
                    <a:lnTo>
                      <a:pt x="3065" y="1109"/>
                    </a:lnTo>
                    <a:lnTo>
                      <a:pt x="2993" y="1218"/>
                    </a:lnTo>
                    <a:lnTo>
                      <a:pt x="2916" y="1324"/>
                    </a:lnTo>
                    <a:lnTo>
                      <a:pt x="2836" y="1425"/>
                    </a:lnTo>
                    <a:lnTo>
                      <a:pt x="2752" y="1523"/>
                    </a:lnTo>
                    <a:lnTo>
                      <a:pt x="2663" y="1617"/>
                    </a:lnTo>
                    <a:lnTo>
                      <a:pt x="2571" y="1708"/>
                    </a:lnTo>
                    <a:lnTo>
                      <a:pt x="2475" y="1795"/>
                    </a:lnTo>
                    <a:lnTo>
                      <a:pt x="2376" y="1877"/>
                    </a:lnTo>
                    <a:lnTo>
                      <a:pt x="2274" y="1955"/>
                    </a:lnTo>
                    <a:lnTo>
                      <a:pt x="2168" y="2028"/>
                    </a:lnTo>
                    <a:lnTo>
                      <a:pt x="2058" y="2097"/>
                    </a:lnTo>
                    <a:lnTo>
                      <a:pt x="1946" y="2161"/>
                    </a:lnTo>
                    <a:lnTo>
                      <a:pt x="1831" y="2220"/>
                    </a:lnTo>
                    <a:lnTo>
                      <a:pt x="1714" y="2274"/>
                    </a:lnTo>
                    <a:lnTo>
                      <a:pt x="1594" y="2324"/>
                    </a:lnTo>
                    <a:lnTo>
                      <a:pt x="1471" y="2367"/>
                    </a:lnTo>
                    <a:lnTo>
                      <a:pt x="1346" y="2405"/>
                    </a:lnTo>
                    <a:lnTo>
                      <a:pt x="1220" y="2439"/>
                    </a:lnTo>
                    <a:lnTo>
                      <a:pt x="1089" y="2465"/>
                    </a:lnTo>
                    <a:lnTo>
                      <a:pt x="959" y="2487"/>
                    </a:lnTo>
                    <a:lnTo>
                      <a:pt x="826" y="2502"/>
                    </a:lnTo>
                    <a:lnTo>
                      <a:pt x="691" y="2511"/>
                    </a:lnTo>
                    <a:lnTo>
                      <a:pt x="623" y="2514"/>
                    </a:lnTo>
                    <a:lnTo>
                      <a:pt x="555" y="2515"/>
                    </a:lnTo>
                    <a:close/>
                  </a:path>
                </a:pathLst>
              </a:custGeom>
              <a:solidFill>
                <a:srgbClr val="00857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81" name="Freeform 103"/>
              <p:cNvSpPr/>
              <p:nvPr/>
            </p:nvSpPr>
            <p:spPr>
              <a:xfrm>
                <a:off x="2213280" y="1906560"/>
                <a:ext cx="1891440" cy="2294280"/>
              </a:xfrm>
              <a:custGeom>
                <a:avLst/>
                <a:gdLst>
                  <a:gd name="textAreaLeft" fmla="*/ 0 w 1891440"/>
                  <a:gd name="textAreaRight" fmla="*/ 1891800 w 1891440"/>
                  <a:gd name="textAreaTop" fmla="*/ 0 h 2294280"/>
                  <a:gd name="textAreaBottom" fmla="*/ 2294640 h 2294280"/>
                </a:gdLst>
                <a:ahLst/>
                <a:rect l="textAreaLeft" t="textAreaTop" r="textAreaRight" b="textAreaBottom"/>
                <a:pathLst>
                  <a:path w="3335" h="4045">
                    <a:moveTo>
                      <a:pt x="3335" y="9"/>
                    </a:moveTo>
                    <a:lnTo>
                      <a:pt x="3269" y="7"/>
                    </a:lnTo>
                    <a:lnTo>
                      <a:pt x="3207" y="7"/>
                    </a:lnTo>
                    <a:lnTo>
                      <a:pt x="3146" y="8"/>
                    </a:lnTo>
                    <a:lnTo>
                      <a:pt x="3086" y="12"/>
                    </a:lnTo>
                    <a:lnTo>
                      <a:pt x="3030" y="16"/>
                    </a:lnTo>
                    <a:lnTo>
                      <a:pt x="2974" y="23"/>
                    </a:lnTo>
                    <a:lnTo>
                      <a:pt x="2920" y="31"/>
                    </a:lnTo>
                    <a:lnTo>
                      <a:pt x="2868" y="40"/>
                    </a:lnTo>
                    <a:lnTo>
                      <a:pt x="2819" y="52"/>
                    </a:lnTo>
                    <a:lnTo>
                      <a:pt x="2770" y="65"/>
                    </a:lnTo>
                    <a:lnTo>
                      <a:pt x="2724" y="78"/>
                    </a:lnTo>
                    <a:lnTo>
                      <a:pt x="2679" y="92"/>
                    </a:lnTo>
                    <a:lnTo>
                      <a:pt x="2637" y="108"/>
                    </a:lnTo>
                    <a:lnTo>
                      <a:pt x="2596" y="124"/>
                    </a:lnTo>
                    <a:lnTo>
                      <a:pt x="2556" y="143"/>
                    </a:lnTo>
                    <a:lnTo>
                      <a:pt x="2519" y="160"/>
                    </a:lnTo>
                    <a:lnTo>
                      <a:pt x="2482" y="180"/>
                    </a:lnTo>
                    <a:lnTo>
                      <a:pt x="2448" y="199"/>
                    </a:lnTo>
                    <a:lnTo>
                      <a:pt x="2383" y="240"/>
                    </a:lnTo>
                    <a:lnTo>
                      <a:pt x="2325" y="281"/>
                    </a:lnTo>
                    <a:lnTo>
                      <a:pt x="2273" y="324"/>
                    </a:lnTo>
                    <a:lnTo>
                      <a:pt x="2226" y="365"/>
                    </a:lnTo>
                    <a:lnTo>
                      <a:pt x="2184" y="407"/>
                    </a:lnTo>
                    <a:lnTo>
                      <a:pt x="2148" y="447"/>
                    </a:lnTo>
                    <a:lnTo>
                      <a:pt x="2117" y="484"/>
                    </a:lnTo>
                    <a:lnTo>
                      <a:pt x="2093" y="515"/>
                    </a:lnTo>
                    <a:lnTo>
                      <a:pt x="2071" y="545"/>
                    </a:lnTo>
                    <a:lnTo>
                      <a:pt x="2053" y="573"/>
                    </a:lnTo>
                    <a:lnTo>
                      <a:pt x="2037" y="598"/>
                    </a:lnTo>
                    <a:lnTo>
                      <a:pt x="2022" y="621"/>
                    </a:lnTo>
                    <a:lnTo>
                      <a:pt x="2009" y="643"/>
                    </a:lnTo>
                    <a:lnTo>
                      <a:pt x="1986" y="683"/>
                    </a:lnTo>
                    <a:lnTo>
                      <a:pt x="1964" y="727"/>
                    </a:lnTo>
                    <a:lnTo>
                      <a:pt x="1942" y="773"/>
                    </a:lnTo>
                    <a:lnTo>
                      <a:pt x="1923" y="823"/>
                    </a:lnTo>
                    <a:lnTo>
                      <a:pt x="1904" y="876"/>
                    </a:lnTo>
                    <a:lnTo>
                      <a:pt x="1887" y="930"/>
                    </a:lnTo>
                    <a:lnTo>
                      <a:pt x="1871" y="987"/>
                    </a:lnTo>
                    <a:lnTo>
                      <a:pt x="1856" y="1047"/>
                    </a:lnTo>
                    <a:lnTo>
                      <a:pt x="1841" y="1108"/>
                    </a:lnTo>
                    <a:lnTo>
                      <a:pt x="1828" y="1172"/>
                    </a:lnTo>
                    <a:lnTo>
                      <a:pt x="1817" y="1236"/>
                    </a:lnTo>
                    <a:lnTo>
                      <a:pt x="1796" y="1370"/>
                    </a:lnTo>
                    <a:lnTo>
                      <a:pt x="1777" y="1506"/>
                    </a:lnTo>
                    <a:lnTo>
                      <a:pt x="1764" y="1644"/>
                    </a:lnTo>
                    <a:lnTo>
                      <a:pt x="1752" y="1782"/>
                    </a:lnTo>
                    <a:lnTo>
                      <a:pt x="1743" y="1918"/>
                    </a:lnTo>
                    <a:lnTo>
                      <a:pt x="1735" y="2052"/>
                    </a:lnTo>
                    <a:lnTo>
                      <a:pt x="1730" y="2179"/>
                    </a:lnTo>
                    <a:lnTo>
                      <a:pt x="1728" y="2241"/>
                    </a:lnTo>
                    <a:lnTo>
                      <a:pt x="1727" y="2299"/>
                    </a:lnTo>
                    <a:lnTo>
                      <a:pt x="1726" y="2357"/>
                    </a:lnTo>
                    <a:lnTo>
                      <a:pt x="1724" y="2411"/>
                    </a:lnTo>
                    <a:lnTo>
                      <a:pt x="1723" y="2464"/>
                    </a:lnTo>
                    <a:lnTo>
                      <a:pt x="1722" y="2513"/>
                    </a:lnTo>
                    <a:lnTo>
                      <a:pt x="1721" y="2560"/>
                    </a:lnTo>
                    <a:lnTo>
                      <a:pt x="1721" y="2602"/>
                    </a:lnTo>
                    <a:lnTo>
                      <a:pt x="1720" y="2683"/>
                    </a:lnTo>
                    <a:lnTo>
                      <a:pt x="1718" y="2761"/>
                    </a:lnTo>
                    <a:lnTo>
                      <a:pt x="1713" y="2836"/>
                    </a:lnTo>
                    <a:lnTo>
                      <a:pt x="1709" y="2872"/>
                    </a:lnTo>
                    <a:lnTo>
                      <a:pt x="1706" y="2907"/>
                    </a:lnTo>
                    <a:lnTo>
                      <a:pt x="1700" y="2939"/>
                    </a:lnTo>
                    <a:lnTo>
                      <a:pt x="1693" y="2969"/>
                    </a:lnTo>
                    <a:lnTo>
                      <a:pt x="1685" y="2998"/>
                    </a:lnTo>
                    <a:lnTo>
                      <a:pt x="1675" y="3024"/>
                    </a:lnTo>
                    <a:lnTo>
                      <a:pt x="1663" y="3048"/>
                    </a:lnTo>
                    <a:lnTo>
                      <a:pt x="1650" y="3070"/>
                    </a:lnTo>
                    <a:lnTo>
                      <a:pt x="1635" y="3090"/>
                    </a:lnTo>
                    <a:lnTo>
                      <a:pt x="1617" y="3106"/>
                    </a:lnTo>
                    <a:lnTo>
                      <a:pt x="1599" y="3121"/>
                    </a:lnTo>
                    <a:lnTo>
                      <a:pt x="1579" y="3136"/>
                    </a:lnTo>
                    <a:lnTo>
                      <a:pt x="1559" y="3152"/>
                    </a:lnTo>
                    <a:lnTo>
                      <a:pt x="1536" y="3169"/>
                    </a:lnTo>
                    <a:lnTo>
                      <a:pt x="1487" y="3206"/>
                    </a:lnTo>
                    <a:lnTo>
                      <a:pt x="1432" y="3244"/>
                    </a:lnTo>
                    <a:lnTo>
                      <a:pt x="1373" y="3283"/>
                    </a:lnTo>
                    <a:lnTo>
                      <a:pt x="1310" y="3322"/>
                    </a:lnTo>
                    <a:lnTo>
                      <a:pt x="1243" y="3361"/>
                    </a:lnTo>
                    <a:lnTo>
                      <a:pt x="1173" y="3399"/>
                    </a:lnTo>
                    <a:lnTo>
                      <a:pt x="1100" y="3433"/>
                    </a:lnTo>
                    <a:lnTo>
                      <a:pt x="1025" y="3465"/>
                    </a:lnTo>
                    <a:lnTo>
                      <a:pt x="949" y="3492"/>
                    </a:lnTo>
                    <a:lnTo>
                      <a:pt x="872" y="3515"/>
                    </a:lnTo>
                    <a:lnTo>
                      <a:pt x="795" y="3532"/>
                    </a:lnTo>
                    <a:lnTo>
                      <a:pt x="756" y="3538"/>
                    </a:lnTo>
                    <a:lnTo>
                      <a:pt x="717" y="3543"/>
                    </a:lnTo>
                    <a:lnTo>
                      <a:pt x="679" y="3545"/>
                    </a:lnTo>
                    <a:lnTo>
                      <a:pt x="639" y="3546"/>
                    </a:lnTo>
                    <a:lnTo>
                      <a:pt x="601" y="3544"/>
                    </a:lnTo>
                    <a:lnTo>
                      <a:pt x="563" y="3540"/>
                    </a:lnTo>
                    <a:lnTo>
                      <a:pt x="529" y="3536"/>
                    </a:lnTo>
                    <a:lnTo>
                      <a:pt x="495" y="3533"/>
                    </a:lnTo>
                    <a:lnTo>
                      <a:pt x="463" y="3532"/>
                    </a:lnTo>
                    <a:lnTo>
                      <a:pt x="432" y="3532"/>
                    </a:lnTo>
                    <a:lnTo>
                      <a:pt x="402" y="3533"/>
                    </a:lnTo>
                    <a:lnTo>
                      <a:pt x="374" y="3536"/>
                    </a:lnTo>
                    <a:lnTo>
                      <a:pt x="348" y="3540"/>
                    </a:lnTo>
                    <a:lnTo>
                      <a:pt x="323" y="3546"/>
                    </a:lnTo>
                    <a:lnTo>
                      <a:pt x="298" y="3552"/>
                    </a:lnTo>
                    <a:lnTo>
                      <a:pt x="275" y="3560"/>
                    </a:lnTo>
                    <a:lnTo>
                      <a:pt x="255" y="3569"/>
                    </a:lnTo>
                    <a:lnTo>
                      <a:pt x="235" y="3579"/>
                    </a:lnTo>
                    <a:lnTo>
                      <a:pt x="217" y="3592"/>
                    </a:lnTo>
                    <a:lnTo>
                      <a:pt x="199" y="3605"/>
                    </a:lnTo>
                    <a:lnTo>
                      <a:pt x="184" y="3619"/>
                    </a:lnTo>
                    <a:lnTo>
                      <a:pt x="169" y="3635"/>
                    </a:lnTo>
                    <a:lnTo>
                      <a:pt x="157" y="3651"/>
                    </a:lnTo>
                    <a:lnTo>
                      <a:pt x="146" y="3669"/>
                    </a:lnTo>
                    <a:lnTo>
                      <a:pt x="136" y="3689"/>
                    </a:lnTo>
                    <a:lnTo>
                      <a:pt x="128" y="3708"/>
                    </a:lnTo>
                    <a:lnTo>
                      <a:pt x="121" y="3730"/>
                    </a:lnTo>
                    <a:lnTo>
                      <a:pt x="116" y="3753"/>
                    </a:lnTo>
                    <a:lnTo>
                      <a:pt x="112" y="3778"/>
                    </a:lnTo>
                    <a:lnTo>
                      <a:pt x="109" y="3803"/>
                    </a:lnTo>
                    <a:lnTo>
                      <a:pt x="108" y="3828"/>
                    </a:lnTo>
                    <a:lnTo>
                      <a:pt x="109" y="3856"/>
                    </a:lnTo>
                    <a:lnTo>
                      <a:pt x="112" y="3885"/>
                    </a:lnTo>
                    <a:lnTo>
                      <a:pt x="115" y="3915"/>
                    </a:lnTo>
                    <a:lnTo>
                      <a:pt x="120" y="3946"/>
                    </a:lnTo>
                    <a:lnTo>
                      <a:pt x="127" y="3978"/>
                    </a:lnTo>
                    <a:lnTo>
                      <a:pt x="135" y="4010"/>
                    </a:lnTo>
                    <a:lnTo>
                      <a:pt x="145" y="4045"/>
                    </a:lnTo>
                    <a:lnTo>
                      <a:pt x="113" y="3939"/>
                    </a:lnTo>
                    <a:lnTo>
                      <a:pt x="85" y="3831"/>
                    </a:lnTo>
                    <a:lnTo>
                      <a:pt x="61" y="3721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lnTo>
                      <a:pt x="3222" y="2"/>
                    </a:lnTo>
                    <a:lnTo>
                      <a:pt x="3335" y="9"/>
                    </a:lnTo>
                    <a:close/>
                  </a:path>
                </a:pathLst>
              </a:custGeom>
              <a:solidFill>
                <a:srgbClr val="00857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82" name="Freeform 104"/>
              <p:cNvSpPr/>
              <p:nvPr/>
            </p:nvSpPr>
            <p:spPr>
              <a:xfrm>
                <a:off x="2213280" y="1906560"/>
                <a:ext cx="1762920" cy="2127240"/>
              </a:xfrm>
              <a:custGeom>
                <a:avLst/>
                <a:gdLst>
                  <a:gd name="textAreaLeft" fmla="*/ 0 w 1762920"/>
                  <a:gd name="textAreaRight" fmla="*/ 1763280 w 1762920"/>
                  <a:gd name="textAreaTop" fmla="*/ 0 h 2127240"/>
                  <a:gd name="textAreaBottom" fmla="*/ 2127600 h 2127240"/>
                </a:gdLst>
                <a:ahLst/>
                <a:rect l="textAreaLeft" t="textAreaTop" r="textAreaRight" b="textAreaBottom"/>
                <a:pathLst>
                  <a:path w="3108" h="3750">
                    <a:moveTo>
                      <a:pt x="3108" y="0"/>
                    </a:moveTo>
                    <a:lnTo>
                      <a:pt x="3048" y="2"/>
                    </a:lnTo>
                    <a:lnTo>
                      <a:pt x="2990" y="7"/>
                    </a:lnTo>
                    <a:lnTo>
                      <a:pt x="2934" y="12"/>
                    </a:lnTo>
                    <a:lnTo>
                      <a:pt x="2880" y="18"/>
                    </a:lnTo>
                    <a:lnTo>
                      <a:pt x="2827" y="25"/>
                    </a:lnTo>
                    <a:lnTo>
                      <a:pt x="2776" y="35"/>
                    </a:lnTo>
                    <a:lnTo>
                      <a:pt x="2727" y="44"/>
                    </a:lnTo>
                    <a:lnTo>
                      <a:pt x="2678" y="55"/>
                    </a:lnTo>
                    <a:lnTo>
                      <a:pt x="2631" y="67"/>
                    </a:lnTo>
                    <a:lnTo>
                      <a:pt x="2586" y="81"/>
                    </a:lnTo>
                    <a:lnTo>
                      <a:pt x="2542" y="95"/>
                    </a:lnTo>
                    <a:lnTo>
                      <a:pt x="2500" y="110"/>
                    </a:lnTo>
                    <a:lnTo>
                      <a:pt x="2458" y="127"/>
                    </a:lnTo>
                    <a:lnTo>
                      <a:pt x="2419" y="144"/>
                    </a:lnTo>
                    <a:lnTo>
                      <a:pt x="2381" y="164"/>
                    </a:lnTo>
                    <a:lnTo>
                      <a:pt x="2344" y="183"/>
                    </a:lnTo>
                    <a:lnTo>
                      <a:pt x="2274" y="226"/>
                    </a:lnTo>
                    <a:lnTo>
                      <a:pt x="2208" y="273"/>
                    </a:lnTo>
                    <a:lnTo>
                      <a:pt x="2147" y="325"/>
                    </a:lnTo>
                    <a:lnTo>
                      <a:pt x="2091" y="381"/>
                    </a:lnTo>
                    <a:lnTo>
                      <a:pt x="2039" y="441"/>
                    </a:lnTo>
                    <a:lnTo>
                      <a:pt x="1991" y="506"/>
                    </a:lnTo>
                    <a:lnTo>
                      <a:pt x="1947" y="575"/>
                    </a:lnTo>
                    <a:lnTo>
                      <a:pt x="1905" y="648"/>
                    </a:lnTo>
                    <a:lnTo>
                      <a:pt x="1867" y="724"/>
                    </a:lnTo>
                    <a:lnTo>
                      <a:pt x="1833" y="804"/>
                    </a:lnTo>
                    <a:lnTo>
                      <a:pt x="1802" y="889"/>
                    </a:lnTo>
                    <a:lnTo>
                      <a:pt x="1772" y="977"/>
                    </a:lnTo>
                    <a:lnTo>
                      <a:pt x="1745" y="1070"/>
                    </a:lnTo>
                    <a:lnTo>
                      <a:pt x="1720" y="1166"/>
                    </a:lnTo>
                    <a:lnTo>
                      <a:pt x="1697" y="1266"/>
                    </a:lnTo>
                    <a:lnTo>
                      <a:pt x="1675" y="1370"/>
                    </a:lnTo>
                    <a:lnTo>
                      <a:pt x="1655" y="1477"/>
                    </a:lnTo>
                    <a:lnTo>
                      <a:pt x="1637" y="1588"/>
                    </a:lnTo>
                    <a:lnTo>
                      <a:pt x="1618" y="1702"/>
                    </a:lnTo>
                    <a:lnTo>
                      <a:pt x="1602" y="1820"/>
                    </a:lnTo>
                    <a:lnTo>
                      <a:pt x="1585" y="1941"/>
                    </a:lnTo>
                    <a:lnTo>
                      <a:pt x="1569" y="2066"/>
                    </a:lnTo>
                    <a:lnTo>
                      <a:pt x="1553" y="2195"/>
                    </a:lnTo>
                    <a:lnTo>
                      <a:pt x="1537" y="2326"/>
                    </a:lnTo>
                    <a:lnTo>
                      <a:pt x="1532" y="2361"/>
                    </a:lnTo>
                    <a:lnTo>
                      <a:pt x="1527" y="2394"/>
                    </a:lnTo>
                    <a:lnTo>
                      <a:pt x="1521" y="2441"/>
                    </a:lnTo>
                    <a:lnTo>
                      <a:pt x="1514" y="2487"/>
                    </a:lnTo>
                    <a:lnTo>
                      <a:pt x="1506" y="2531"/>
                    </a:lnTo>
                    <a:lnTo>
                      <a:pt x="1496" y="2574"/>
                    </a:lnTo>
                    <a:lnTo>
                      <a:pt x="1487" y="2614"/>
                    </a:lnTo>
                    <a:lnTo>
                      <a:pt x="1478" y="2653"/>
                    </a:lnTo>
                    <a:lnTo>
                      <a:pt x="1457" y="2728"/>
                    </a:lnTo>
                    <a:lnTo>
                      <a:pt x="1434" y="2797"/>
                    </a:lnTo>
                    <a:lnTo>
                      <a:pt x="1409" y="2861"/>
                    </a:lnTo>
                    <a:lnTo>
                      <a:pt x="1383" y="2918"/>
                    </a:lnTo>
                    <a:lnTo>
                      <a:pt x="1356" y="2972"/>
                    </a:lnTo>
                    <a:lnTo>
                      <a:pt x="1326" y="3021"/>
                    </a:lnTo>
                    <a:lnTo>
                      <a:pt x="1296" y="3063"/>
                    </a:lnTo>
                    <a:lnTo>
                      <a:pt x="1265" y="3104"/>
                    </a:lnTo>
                    <a:lnTo>
                      <a:pt x="1233" y="3138"/>
                    </a:lnTo>
                    <a:lnTo>
                      <a:pt x="1200" y="3169"/>
                    </a:lnTo>
                    <a:lnTo>
                      <a:pt x="1167" y="3197"/>
                    </a:lnTo>
                    <a:lnTo>
                      <a:pt x="1132" y="3221"/>
                    </a:lnTo>
                    <a:lnTo>
                      <a:pt x="1099" y="3242"/>
                    </a:lnTo>
                    <a:lnTo>
                      <a:pt x="1064" y="3260"/>
                    </a:lnTo>
                    <a:lnTo>
                      <a:pt x="1030" y="3274"/>
                    </a:lnTo>
                    <a:lnTo>
                      <a:pt x="996" y="3287"/>
                    </a:lnTo>
                    <a:lnTo>
                      <a:pt x="963" y="3296"/>
                    </a:lnTo>
                    <a:lnTo>
                      <a:pt x="930" y="3304"/>
                    </a:lnTo>
                    <a:lnTo>
                      <a:pt x="896" y="3310"/>
                    </a:lnTo>
                    <a:lnTo>
                      <a:pt x="864" y="3313"/>
                    </a:lnTo>
                    <a:lnTo>
                      <a:pt x="833" y="3316"/>
                    </a:lnTo>
                    <a:lnTo>
                      <a:pt x="774" y="3316"/>
                    </a:lnTo>
                    <a:lnTo>
                      <a:pt x="746" y="3314"/>
                    </a:lnTo>
                    <a:lnTo>
                      <a:pt x="721" y="3312"/>
                    </a:lnTo>
                    <a:lnTo>
                      <a:pt x="697" y="3310"/>
                    </a:lnTo>
                    <a:lnTo>
                      <a:pt x="674" y="3306"/>
                    </a:lnTo>
                    <a:lnTo>
                      <a:pt x="653" y="3303"/>
                    </a:lnTo>
                    <a:lnTo>
                      <a:pt x="635" y="3301"/>
                    </a:lnTo>
                    <a:lnTo>
                      <a:pt x="574" y="3291"/>
                    </a:lnTo>
                    <a:lnTo>
                      <a:pt x="514" y="3286"/>
                    </a:lnTo>
                    <a:lnTo>
                      <a:pt x="454" y="3281"/>
                    </a:lnTo>
                    <a:lnTo>
                      <a:pt x="397" y="3281"/>
                    </a:lnTo>
                    <a:lnTo>
                      <a:pt x="342" y="3284"/>
                    </a:lnTo>
                    <a:lnTo>
                      <a:pt x="290" y="3293"/>
                    </a:lnTo>
                    <a:lnTo>
                      <a:pt x="266" y="3298"/>
                    </a:lnTo>
                    <a:lnTo>
                      <a:pt x="242" y="3305"/>
                    </a:lnTo>
                    <a:lnTo>
                      <a:pt x="220" y="3313"/>
                    </a:lnTo>
                    <a:lnTo>
                      <a:pt x="198" y="3324"/>
                    </a:lnTo>
                    <a:lnTo>
                      <a:pt x="179" y="3335"/>
                    </a:lnTo>
                    <a:lnTo>
                      <a:pt x="159" y="3349"/>
                    </a:lnTo>
                    <a:lnTo>
                      <a:pt x="142" y="3364"/>
                    </a:lnTo>
                    <a:lnTo>
                      <a:pt x="126" y="3381"/>
                    </a:lnTo>
                    <a:lnTo>
                      <a:pt x="111" y="3400"/>
                    </a:lnTo>
                    <a:lnTo>
                      <a:pt x="97" y="3420"/>
                    </a:lnTo>
                    <a:lnTo>
                      <a:pt x="85" y="3442"/>
                    </a:lnTo>
                    <a:lnTo>
                      <a:pt x="76" y="3468"/>
                    </a:lnTo>
                    <a:lnTo>
                      <a:pt x="68" y="3494"/>
                    </a:lnTo>
                    <a:lnTo>
                      <a:pt x="61" y="3524"/>
                    </a:lnTo>
                    <a:lnTo>
                      <a:pt x="57" y="3555"/>
                    </a:lnTo>
                    <a:lnTo>
                      <a:pt x="54" y="3589"/>
                    </a:lnTo>
                    <a:lnTo>
                      <a:pt x="54" y="3625"/>
                    </a:lnTo>
                    <a:lnTo>
                      <a:pt x="57" y="3665"/>
                    </a:lnTo>
                    <a:lnTo>
                      <a:pt x="60" y="3706"/>
                    </a:lnTo>
                    <a:lnTo>
                      <a:pt x="67" y="3750"/>
                    </a:lnTo>
                    <a:lnTo>
                      <a:pt x="53" y="3681"/>
                    </a:lnTo>
                    <a:lnTo>
                      <a:pt x="42" y="3610"/>
                    </a:lnTo>
                    <a:lnTo>
                      <a:pt x="24" y="3487"/>
                    </a:lnTo>
                    <a:lnTo>
                      <a:pt x="10" y="3362"/>
                    </a:lnTo>
                    <a:lnTo>
                      <a:pt x="2" y="3234"/>
                    </a:lnTo>
                    <a:lnTo>
                      <a:pt x="0" y="3106"/>
                    </a:lnTo>
                    <a:lnTo>
                      <a:pt x="2" y="2978"/>
                    </a:lnTo>
                    <a:lnTo>
                      <a:pt x="10" y="2852"/>
                    </a:lnTo>
                    <a:lnTo>
                      <a:pt x="24" y="2727"/>
                    </a:lnTo>
                    <a:lnTo>
                      <a:pt x="42" y="2602"/>
                    </a:lnTo>
                    <a:lnTo>
                      <a:pt x="63" y="2480"/>
                    </a:lnTo>
                    <a:lnTo>
                      <a:pt x="91" y="2361"/>
                    </a:lnTo>
                    <a:lnTo>
                      <a:pt x="123" y="2241"/>
                    </a:lnTo>
                    <a:lnTo>
                      <a:pt x="159" y="2124"/>
                    </a:lnTo>
                    <a:lnTo>
                      <a:pt x="200" y="2009"/>
                    </a:lnTo>
                    <a:lnTo>
                      <a:pt x="245" y="1897"/>
                    </a:lnTo>
                    <a:lnTo>
                      <a:pt x="295" y="1787"/>
                    </a:lnTo>
                    <a:lnTo>
                      <a:pt x="348" y="1680"/>
                    </a:lnTo>
                    <a:lnTo>
                      <a:pt x="406" y="1574"/>
                    </a:lnTo>
                    <a:lnTo>
                      <a:pt x="467" y="1471"/>
                    </a:lnTo>
                    <a:lnTo>
                      <a:pt x="531" y="1370"/>
                    </a:lnTo>
                    <a:lnTo>
                      <a:pt x="600" y="1272"/>
                    </a:lnTo>
                    <a:lnTo>
                      <a:pt x="673" y="1177"/>
                    </a:lnTo>
                    <a:lnTo>
                      <a:pt x="749" y="1085"/>
                    </a:lnTo>
                    <a:lnTo>
                      <a:pt x="828" y="997"/>
                    </a:lnTo>
                    <a:lnTo>
                      <a:pt x="910" y="910"/>
                    </a:lnTo>
                    <a:lnTo>
                      <a:pt x="996" y="828"/>
                    </a:lnTo>
                    <a:lnTo>
                      <a:pt x="1085" y="749"/>
                    </a:lnTo>
                    <a:lnTo>
                      <a:pt x="1177" y="673"/>
                    </a:lnTo>
                    <a:lnTo>
                      <a:pt x="1273" y="600"/>
                    </a:lnTo>
                    <a:lnTo>
                      <a:pt x="1371" y="531"/>
                    </a:lnTo>
                    <a:lnTo>
                      <a:pt x="1471" y="465"/>
                    </a:lnTo>
                    <a:lnTo>
                      <a:pt x="1574" y="404"/>
                    </a:lnTo>
                    <a:lnTo>
                      <a:pt x="1680" y="347"/>
                    </a:lnTo>
                    <a:lnTo>
                      <a:pt x="1788" y="294"/>
                    </a:lnTo>
                    <a:lnTo>
                      <a:pt x="1898" y="244"/>
                    </a:lnTo>
                    <a:lnTo>
                      <a:pt x="2010" y="199"/>
                    </a:lnTo>
                    <a:lnTo>
                      <a:pt x="2125" y="159"/>
                    </a:lnTo>
                    <a:lnTo>
                      <a:pt x="2242" y="122"/>
                    </a:lnTo>
                    <a:lnTo>
                      <a:pt x="2360" y="91"/>
                    </a:lnTo>
                    <a:lnTo>
                      <a:pt x="2481" y="63"/>
                    </a:lnTo>
                    <a:lnTo>
                      <a:pt x="2603" y="42"/>
                    </a:lnTo>
                    <a:lnTo>
                      <a:pt x="2727" y="23"/>
                    </a:lnTo>
                    <a:lnTo>
                      <a:pt x="2852" y="10"/>
                    </a:lnTo>
                    <a:lnTo>
                      <a:pt x="2980" y="2"/>
                    </a:lnTo>
                    <a:lnTo>
                      <a:pt x="3108" y="0"/>
                    </a:lnTo>
                    <a:close/>
                  </a:path>
                </a:pathLst>
              </a:custGeom>
              <a:solidFill>
                <a:srgbClr val="007e8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83" name="Freeform 105"/>
              <p:cNvSpPr/>
              <p:nvPr/>
            </p:nvSpPr>
            <p:spPr>
              <a:xfrm>
                <a:off x="3836160" y="4101120"/>
                <a:ext cx="1790280" cy="1329480"/>
              </a:xfrm>
              <a:custGeom>
                <a:avLst/>
                <a:gdLst>
                  <a:gd name="textAreaLeft" fmla="*/ 0 w 1790280"/>
                  <a:gd name="textAreaRight" fmla="*/ 1790640 w 1790280"/>
                  <a:gd name="textAreaTop" fmla="*/ 0 h 1329480"/>
                  <a:gd name="textAreaBottom" fmla="*/ 1329840 h 1329480"/>
                </a:gdLst>
                <a:ahLst/>
                <a:rect l="textAreaLeft" t="textAreaTop" r="textAreaRight" b="textAreaBottom"/>
                <a:pathLst>
                  <a:path w="3157" h="2346">
                    <a:moveTo>
                      <a:pt x="249" y="2346"/>
                    </a:moveTo>
                    <a:lnTo>
                      <a:pt x="123" y="2344"/>
                    </a:lnTo>
                    <a:lnTo>
                      <a:pt x="0" y="2336"/>
                    </a:lnTo>
                    <a:lnTo>
                      <a:pt x="48" y="2338"/>
                    </a:lnTo>
                    <a:lnTo>
                      <a:pt x="93" y="2338"/>
                    </a:lnTo>
                    <a:lnTo>
                      <a:pt x="134" y="2334"/>
                    </a:lnTo>
                    <a:lnTo>
                      <a:pt x="171" y="2330"/>
                    </a:lnTo>
                    <a:lnTo>
                      <a:pt x="204" y="2323"/>
                    </a:lnTo>
                    <a:lnTo>
                      <a:pt x="234" y="2314"/>
                    </a:lnTo>
                    <a:lnTo>
                      <a:pt x="262" y="2303"/>
                    </a:lnTo>
                    <a:lnTo>
                      <a:pt x="286" y="2291"/>
                    </a:lnTo>
                    <a:lnTo>
                      <a:pt x="308" y="2278"/>
                    </a:lnTo>
                    <a:lnTo>
                      <a:pt x="326" y="2263"/>
                    </a:lnTo>
                    <a:lnTo>
                      <a:pt x="343" y="2248"/>
                    </a:lnTo>
                    <a:lnTo>
                      <a:pt x="358" y="2232"/>
                    </a:lnTo>
                    <a:lnTo>
                      <a:pt x="383" y="2198"/>
                    </a:lnTo>
                    <a:lnTo>
                      <a:pt x="402" y="2165"/>
                    </a:lnTo>
                    <a:lnTo>
                      <a:pt x="411" y="2141"/>
                    </a:lnTo>
                    <a:lnTo>
                      <a:pt x="422" y="2097"/>
                    </a:lnTo>
                    <a:lnTo>
                      <a:pt x="427" y="2052"/>
                    </a:lnTo>
                    <a:lnTo>
                      <a:pt x="430" y="2008"/>
                    </a:lnTo>
                    <a:lnTo>
                      <a:pt x="427" y="1965"/>
                    </a:lnTo>
                    <a:lnTo>
                      <a:pt x="423" y="1920"/>
                    </a:lnTo>
                    <a:lnTo>
                      <a:pt x="417" y="1876"/>
                    </a:lnTo>
                    <a:lnTo>
                      <a:pt x="402" y="1788"/>
                    </a:lnTo>
                    <a:lnTo>
                      <a:pt x="387" y="1700"/>
                    </a:lnTo>
                    <a:lnTo>
                      <a:pt x="383" y="1656"/>
                    </a:lnTo>
                    <a:lnTo>
                      <a:pt x="379" y="1612"/>
                    </a:lnTo>
                    <a:lnTo>
                      <a:pt x="380" y="1568"/>
                    </a:lnTo>
                    <a:lnTo>
                      <a:pt x="385" y="1523"/>
                    </a:lnTo>
                    <a:lnTo>
                      <a:pt x="394" y="1480"/>
                    </a:lnTo>
                    <a:lnTo>
                      <a:pt x="409" y="1436"/>
                    </a:lnTo>
                    <a:lnTo>
                      <a:pt x="410" y="1434"/>
                    </a:lnTo>
                    <a:lnTo>
                      <a:pt x="411" y="1430"/>
                    </a:lnTo>
                    <a:lnTo>
                      <a:pt x="416" y="1419"/>
                    </a:lnTo>
                    <a:lnTo>
                      <a:pt x="424" y="1402"/>
                    </a:lnTo>
                    <a:lnTo>
                      <a:pt x="436" y="1382"/>
                    </a:lnTo>
                    <a:lnTo>
                      <a:pt x="449" y="1356"/>
                    </a:lnTo>
                    <a:lnTo>
                      <a:pt x="468" y="1328"/>
                    </a:lnTo>
                    <a:lnTo>
                      <a:pt x="488" y="1298"/>
                    </a:lnTo>
                    <a:lnTo>
                      <a:pt x="514" y="1265"/>
                    </a:lnTo>
                    <a:lnTo>
                      <a:pt x="543" y="1231"/>
                    </a:lnTo>
                    <a:lnTo>
                      <a:pt x="575" y="1197"/>
                    </a:lnTo>
                    <a:lnTo>
                      <a:pt x="611" y="1163"/>
                    </a:lnTo>
                    <a:lnTo>
                      <a:pt x="652" y="1129"/>
                    </a:lnTo>
                    <a:lnTo>
                      <a:pt x="697" y="1098"/>
                    </a:lnTo>
                    <a:lnTo>
                      <a:pt x="745" y="1068"/>
                    </a:lnTo>
                    <a:lnTo>
                      <a:pt x="800" y="1042"/>
                    </a:lnTo>
                    <a:lnTo>
                      <a:pt x="858" y="1019"/>
                    </a:lnTo>
                    <a:lnTo>
                      <a:pt x="964" y="983"/>
                    </a:lnTo>
                    <a:lnTo>
                      <a:pt x="1071" y="951"/>
                    </a:lnTo>
                    <a:lnTo>
                      <a:pt x="1180" y="921"/>
                    </a:lnTo>
                    <a:lnTo>
                      <a:pt x="1288" y="892"/>
                    </a:lnTo>
                    <a:lnTo>
                      <a:pt x="1504" y="838"/>
                    </a:lnTo>
                    <a:lnTo>
                      <a:pt x="1722" y="785"/>
                    </a:lnTo>
                    <a:lnTo>
                      <a:pt x="1940" y="730"/>
                    </a:lnTo>
                    <a:lnTo>
                      <a:pt x="2048" y="701"/>
                    </a:lnTo>
                    <a:lnTo>
                      <a:pt x="2155" y="669"/>
                    </a:lnTo>
                    <a:lnTo>
                      <a:pt x="2261" y="635"/>
                    </a:lnTo>
                    <a:lnTo>
                      <a:pt x="2367" y="598"/>
                    </a:lnTo>
                    <a:lnTo>
                      <a:pt x="2472" y="559"/>
                    </a:lnTo>
                    <a:lnTo>
                      <a:pt x="2576" y="515"/>
                    </a:lnTo>
                    <a:lnTo>
                      <a:pt x="2621" y="495"/>
                    </a:lnTo>
                    <a:lnTo>
                      <a:pt x="2664" y="472"/>
                    </a:lnTo>
                    <a:lnTo>
                      <a:pt x="2707" y="449"/>
                    </a:lnTo>
                    <a:lnTo>
                      <a:pt x="2749" y="423"/>
                    </a:lnTo>
                    <a:lnTo>
                      <a:pt x="2789" y="396"/>
                    </a:lnTo>
                    <a:lnTo>
                      <a:pt x="2828" y="367"/>
                    </a:lnTo>
                    <a:lnTo>
                      <a:pt x="2867" y="337"/>
                    </a:lnTo>
                    <a:lnTo>
                      <a:pt x="2904" y="306"/>
                    </a:lnTo>
                    <a:lnTo>
                      <a:pt x="2940" y="272"/>
                    </a:lnTo>
                    <a:lnTo>
                      <a:pt x="2974" y="239"/>
                    </a:lnTo>
                    <a:lnTo>
                      <a:pt x="3008" y="202"/>
                    </a:lnTo>
                    <a:lnTo>
                      <a:pt x="3040" y="165"/>
                    </a:lnTo>
                    <a:lnTo>
                      <a:pt x="3071" y="126"/>
                    </a:lnTo>
                    <a:lnTo>
                      <a:pt x="3101" y="86"/>
                    </a:lnTo>
                    <a:lnTo>
                      <a:pt x="3130" y="44"/>
                    </a:lnTo>
                    <a:lnTo>
                      <a:pt x="3157" y="0"/>
                    </a:lnTo>
                    <a:lnTo>
                      <a:pt x="3124" y="126"/>
                    </a:lnTo>
                    <a:lnTo>
                      <a:pt x="3086" y="249"/>
                    </a:lnTo>
                    <a:lnTo>
                      <a:pt x="3043" y="370"/>
                    </a:lnTo>
                    <a:lnTo>
                      <a:pt x="2996" y="488"/>
                    </a:lnTo>
                    <a:lnTo>
                      <a:pt x="2944" y="604"/>
                    </a:lnTo>
                    <a:lnTo>
                      <a:pt x="2888" y="717"/>
                    </a:lnTo>
                    <a:lnTo>
                      <a:pt x="2827" y="828"/>
                    </a:lnTo>
                    <a:lnTo>
                      <a:pt x="2762" y="936"/>
                    </a:lnTo>
                    <a:lnTo>
                      <a:pt x="2693" y="1041"/>
                    </a:lnTo>
                    <a:lnTo>
                      <a:pt x="2621" y="1142"/>
                    </a:lnTo>
                    <a:lnTo>
                      <a:pt x="2543" y="1240"/>
                    </a:lnTo>
                    <a:lnTo>
                      <a:pt x="2463" y="1334"/>
                    </a:lnTo>
                    <a:lnTo>
                      <a:pt x="2379" y="1427"/>
                    </a:lnTo>
                    <a:lnTo>
                      <a:pt x="2291" y="1514"/>
                    </a:lnTo>
                    <a:lnTo>
                      <a:pt x="2201" y="1598"/>
                    </a:lnTo>
                    <a:lnTo>
                      <a:pt x="2107" y="1679"/>
                    </a:lnTo>
                    <a:lnTo>
                      <a:pt x="2009" y="1755"/>
                    </a:lnTo>
                    <a:lnTo>
                      <a:pt x="1909" y="1828"/>
                    </a:lnTo>
                    <a:lnTo>
                      <a:pt x="1805" y="1895"/>
                    </a:lnTo>
                    <a:lnTo>
                      <a:pt x="1699" y="1959"/>
                    </a:lnTo>
                    <a:lnTo>
                      <a:pt x="1591" y="2019"/>
                    </a:lnTo>
                    <a:lnTo>
                      <a:pt x="1479" y="2073"/>
                    </a:lnTo>
                    <a:lnTo>
                      <a:pt x="1365" y="2124"/>
                    </a:lnTo>
                    <a:lnTo>
                      <a:pt x="1249" y="2169"/>
                    </a:lnTo>
                    <a:lnTo>
                      <a:pt x="1131" y="2210"/>
                    </a:lnTo>
                    <a:lnTo>
                      <a:pt x="1010" y="2245"/>
                    </a:lnTo>
                    <a:lnTo>
                      <a:pt x="888" y="2276"/>
                    </a:lnTo>
                    <a:lnTo>
                      <a:pt x="764" y="2301"/>
                    </a:lnTo>
                    <a:lnTo>
                      <a:pt x="637" y="2321"/>
                    </a:lnTo>
                    <a:lnTo>
                      <a:pt x="509" y="2334"/>
                    </a:lnTo>
                    <a:lnTo>
                      <a:pt x="380" y="2342"/>
                    </a:lnTo>
                    <a:lnTo>
                      <a:pt x="249" y="2346"/>
                    </a:lnTo>
                    <a:close/>
                  </a:path>
                </a:pathLst>
              </a:custGeom>
              <a:solidFill>
                <a:srgbClr val="007e8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84" name="Freeform 106"/>
              <p:cNvSpPr/>
              <p:nvPr/>
            </p:nvSpPr>
            <p:spPr>
              <a:xfrm>
                <a:off x="2213280" y="1908720"/>
                <a:ext cx="1672200" cy="1962720"/>
              </a:xfrm>
              <a:custGeom>
                <a:avLst/>
                <a:gdLst>
                  <a:gd name="textAreaLeft" fmla="*/ 0 w 1672200"/>
                  <a:gd name="textAreaRight" fmla="*/ 1672560 w 1672200"/>
                  <a:gd name="textAreaTop" fmla="*/ 0 h 1962720"/>
                  <a:gd name="textAreaBottom" fmla="*/ 1963080 h 1962720"/>
                </a:gdLst>
                <a:ahLst/>
                <a:rect l="textAreaLeft" t="textAreaTop" r="textAreaRight" b="textAreaBottom"/>
                <a:pathLst>
                  <a:path w="2948" h="3458">
                    <a:moveTo>
                      <a:pt x="1381" y="2119"/>
                    </a:moveTo>
                    <a:lnTo>
                      <a:pt x="1358" y="2225"/>
                    </a:lnTo>
                    <a:lnTo>
                      <a:pt x="1333" y="2326"/>
                    </a:lnTo>
                    <a:lnTo>
                      <a:pt x="1307" y="2422"/>
                    </a:lnTo>
                    <a:lnTo>
                      <a:pt x="1280" y="2512"/>
                    </a:lnTo>
                    <a:lnTo>
                      <a:pt x="1265" y="2556"/>
                    </a:lnTo>
                    <a:lnTo>
                      <a:pt x="1249" y="2597"/>
                    </a:lnTo>
                    <a:lnTo>
                      <a:pt x="1233" y="2638"/>
                    </a:lnTo>
                    <a:lnTo>
                      <a:pt x="1215" y="2677"/>
                    </a:lnTo>
                    <a:lnTo>
                      <a:pt x="1197" y="2714"/>
                    </a:lnTo>
                    <a:lnTo>
                      <a:pt x="1177" y="2748"/>
                    </a:lnTo>
                    <a:lnTo>
                      <a:pt x="1157" y="2782"/>
                    </a:lnTo>
                    <a:lnTo>
                      <a:pt x="1135" y="2814"/>
                    </a:lnTo>
                    <a:lnTo>
                      <a:pt x="1112" y="2843"/>
                    </a:lnTo>
                    <a:lnTo>
                      <a:pt x="1087" y="2872"/>
                    </a:lnTo>
                    <a:lnTo>
                      <a:pt x="1062" y="2897"/>
                    </a:lnTo>
                    <a:lnTo>
                      <a:pt x="1034" y="2921"/>
                    </a:lnTo>
                    <a:lnTo>
                      <a:pt x="1005" y="2943"/>
                    </a:lnTo>
                    <a:lnTo>
                      <a:pt x="975" y="2963"/>
                    </a:lnTo>
                    <a:lnTo>
                      <a:pt x="942" y="2980"/>
                    </a:lnTo>
                    <a:lnTo>
                      <a:pt x="908" y="2995"/>
                    </a:lnTo>
                    <a:lnTo>
                      <a:pt x="871" y="3008"/>
                    </a:lnTo>
                    <a:lnTo>
                      <a:pt x="833" y="3018"/>
                    </a:lnTo>
                    <a:lnTo>
                      <a:pt x="793" y="3026"/>
                    </a:lnTo>
                    <a:lnTo>
                      <a:pt x="750" y="3032"/>
                    </a:lnTo>
                    <a:lnTo>
                      <a:pt x="705" y="3035"/>
                    </a:lnTo>
                    <a:lnTo>
                      <a:pt x="658" y="3035"/>
                    </a:lnTo>
                    <a:lnTo>
                      <a:pt x="608" y="3033"/>
                    </a:lnTo>
                    <a:lnTo>
                      <a:pt x="556" y="3028"/>
                    </a:lnTo>
                    <a:lnTo>
                      <a:pt x="512" y="3024"/>
                    </a:lnTo>
                    <a:lnTo>
                      <a:pt x="468" y="3021"/>
                    </a:lnTo>
                    <a:lnTo>
                      <a:pt x="427" y="3020"/>
                    </a:lnTo>
                    <a:lnTo>
                      <a:pt x="389" y="3020"/>
                    </a:lnTo>
                    <a:lnTo>
                      <a:pt x="354" y="3023"/>
                    </a:lnTo>
                    <a:lnTo>
                      <a:pt x="320" y="3027"/>
                    </a:lnTo>
                    <a:lnTo>
                      <a:pt x="289" y="3032"/>
                    </a:lnTo>
                    <a:lnTo>
                      <a:pt x="260" y="3039"/>
                    </a:lnTo>
                    <a:lnTo>
                      <a:pt x="234" y="3047"/>
                    </a:lnTo>
                    <a:lnTo>
                      <a:pt x="209" y="3056"/>
                    </a:lnTo>
                    <a:lnTo>
                      <a:pt x="186" y="3066"/>
                    </a:lnTo>
                    <a:lnTo>
                      <a:pt x="165" y="3078"/>
                    </a:lnTo>
                    <a:lnTo>
                      <a:pt x="145" y="3091"/>
                    </a:lnTo>
                    <a:lnTo>
                      <a:pt x="127" y="3104"/>
                    </a:lnTo>
                    <a:lnTo>
                      <a:pt x="112" y="3119"/>
                    </a:lnTo>
                    <a:lnTo>
                      <a:pt x="97" y="3135"/>
                    </a:lnTo>
                    <a:lnTo>
                      <a:pt x="84" y="3152"/>
                    </a:lnTo>
                    <a:lnTo>
                      <a:pt x="73" y="3169"/>
                    </a:lnTo>
                    <a:lnTo>
                      <a:pt x="53" y="3206"/>
                    </a:lnTo>
                    <a:lnTo>
                      <a:pt x="39" y="3245"/>
                    </a:lnTo>
                    <a:lnTo>
                      <a:pt x="29" y="3285"/>
                    </a:lnTo>
                    <a:lnTo>
                      <a:pt x="23" y="3328"/>
                    </a:lnTo>
                    <a:lnTo>
                      <a:pt x="20" y="3372"/>
                    </a:lnTo>
                    <a:lnTo>
                      <a:pt x="20" y="3414"/>
                    </a:lnTo>
                    <a:lnTo>
                      <a:pt x="21" y="3458"/>
                    </a:lnTo>
                    <a:lnTo>
                      <a:pt x="13" y="3370"/>
                    </a:lnTo>
                    <a:lnTo>
                      <a:pt x="6" y="3282"/>
                    </a:lnTo>
                    <a:lnTo>
                      <a:pt x="1" y="3192"/>
                    </a:lnTo>
                    <a:lnTo>
                      <a:pt x="0" y="3101"/>
                    </a:lnTo>
                    <a:lnTo>
                      <a:pt x="2" y="2973"/>
                    </a:lnTo>
                    <a:lnTo>
                      <a:pt x="10" y="2847"/>
                    </a:lnTo>
                    <a:lnTo>
                      <a:pt x="24" y="2722"/>
                    </a:lnTo>
                    <a:lnTo>
                      <a:pt x="42" y="2597"/>
                    </a:lnTo>
                    <a:lnTo>
                      <a:pt x="63" y="2475"/>
                    </a:lnTo>
                    <a:lnTo>
                      <a:pt x="91" y="2356"/>
                    </a:lnTo>
                    <a:lnTo>
                      <a:pt x="123" y="2236"/>
                    </a:lnTo>
                    <a:lnTo>
                      <a:pt x="159" y="2119"/>
                    </a:lnTo>
                    <a:lnTo>
                      <a:pt x="200" y="2004"/>
                    </a:lnTo>
                    <a:lnTo>
                      <a:pt x="245" y="1892"/>
                    </a:lnTo>
                    <a:lnTo>
                      <a:pt x="295" y="1782"/>
                    </a:lnTo>
                    <a:lnTo>
                      <a:pt x="348" y="1675"/>
                    </a:lnTo>
                    <a:lnTo>
                      <a:pt x="406" y="1569"/>
                    </a:lnTo>
                    <a:lnTo>
                      <a:pt x="467" y="1466"/>
                    </a:lnTo>
                    <a:lnTo>
                      <a:pt x="531" y="1365"/>
                    </a:lnTo>
                    <a:lnTo>
                      <a:pt x="600" y="1267"/>
                    </a:lnTo>
                    <a:lnTo>
                      <a:pt x="673" y="1172"/>
                    </a:lnTo>
                    <a:lnTo>
                      <a:pt x="749" y="1080"/>
                    </a:lnTo>
                    <a:lnTo>
                      <a:pt x="828" y="992"/>
                    </a:lnTo>
                    <a:lnTo>
                      <a:pt x="910" y="905"/>
                    </a:lnTo>
                    <a:lnTo>
                      <a:pt x="996" y="823"/>
                    </a:lnTo>
                    <a:lnTo>
                      <a:pt x="1085" y="744"/>
                    </a:lnTo>
                    <a:lnTo>
                      <a:pt x="1177" y="668"/>
                    </a:lnTo>
                    <a:lnTo>
                      <a:pt x="1273" y="595"/>
                    </a:lnTo>
                    <a:lnTo>
                      <a:pt x="1371" y="526"/>
                    </a:lnTo>
                    <a:lnTo>
                      <a:pt x="1471" y="460"/>
                    </a:lnTo>
                    <a:lnTo>
                      <a:pt x="1574" y="399"/>
                    </a:lnTo>
                    <a:lnTo>
                      <a:pt x="1680" y="342"/>
                    </a:lnTo>
                    <a:lnTo>
                      <a:pt x="1788" y="289"/>
                    </a:lnTo>
                    <a:lnTo>
                      <a:pt x="1898" y="239"/>
                    </a:lnTo>
                    <a:lnTo>
                      <a:pt x="2010" y="194"/>
                    </a:lnTo>
                    <a:lnTo>
                      <a:pt x="2125" y="154"/>
                    </a:lnTo>
                    <a:lnTo>
                      <a:pt x="2242" y="117"/>
                    </a:lnTo>
                    <a:lnTo>
                      <a:pt x="2360" y="86"/>
                    </a:lnTo>
                    <a:lnTo>
                      <a:pt x="2481" y="58"/>
                    </a:lnTo>
                    <a:lnTo>
                      <a:pt x="2603" y="37"/>
                    </a:lnTo>
                    <a:lnTo>
                      <a:pt x="2689" y="24"/>
                    </a:lnTo>
                    <a:lnTo>
                      <a:pt x="2774" y="13"/>
                    </a:lnTo>
                    <a:lnTo>
                      <a:pt x="2860" y="5"/>
                    </a:lnTo>
                    <a:lnTo>
                      <a:pt x="2948" y="0"/>
                    </a:lnTo>
                    <a:lnTo>
                      <a:pt x="2896" y="3"/>
                    </a:lnTo>
                    <a:lnTo>
                      <a:pt x="2845" y="8"/>
                    </a:lnTo>
                    <a:lnTo>
                      <a:pt x="2749" y="18"/>
                    </a:lnTo>
                    <a:lnTo>
                      <a:pt x="2658" y="32"/>
                    </a:lnTo>
                    <a:lnTo>
                      <a:pt x="2571" y="49"/>
                    </a:lnTo>
                    <a:lnTo>
                      <a:pt x="2490" y="70"/>
                    </a:lnTo>
                    <a:lnTo>
                      <a:pt x="2414" y="94"/>
                    </a:lnTo>
                    <a:lnTo>
                      <a:pt x="2342" y="123"/>
                    </a:lnTo>
                    <a:lnTo>
                      <a:pt x="2275" y="154"/>
                    </a:lnTo>
                    <a:lnTo>
                      <a:pt x="2211" y="189"/>
                    </a:lnTo>
                    <a:lnTo>
                      <a:pt x="2152" y="227"/>
                    </a:lnTo>
                    <a:lnTo>
                      <a:pt x="2095" y="269"/>
                    </a:lnTo>
                    <a:lnTo>
                      <a:pt x="2042" y="315"/>
                    </a:lnTo>
                    <a:lnTo>
                      <a:pt x="1994" y="365"/>
                    </a:lnTo>
                    <a:lnTo>
                      <a:pt x="1947" y="419"/>
                    </a:lnTo>
                    <a:lnTo>
                      <a:pt x="1903" y="477"/>
                    </a:lnTo>
                    <a:lnTo>
                      <a:pt x="1863" y="539"/>
                    </a:lnTo>
                    <a:lnTo>
                      <a:pt x="1824" y="604"/>
                    </a:lnTo>
                    <a:lnTo>
                      <a:pt x="1788" y="675"/>
                    </a:lnTo>
                    <a:lnTo>
                      <a:pt x="1753" y="748"/>
                    </a:lnTo>
                    <a:lnTo>
                      <a:pt x="1720" y="827"/>
                    </a:lnTo>
                    <a:lnTo>
                      <a:pt x="1689" y="910"/>
                    </a:lnTo>
                    <a:lnTo>
                      <a:pt x="1659" y="996"/>
                    </a:lnTo>
                    <a:lnTo>
                      <a:pt x="1630" y="1088"/>
                    </a:lnTo>
                    <a:lnTo>
                      <a:pt x="1601" y="1184"/>
                    </a:lnTo>
                    <a:lnTo>
                      <a:pt x="1574" y="1284"/>
                    </a:lnTo>
                    <a:lnTo>
                      <a:pt x="1547" y="1389"/>
                    </a:lnTo>
                    <a:lnTo>
                      <a:pt x="1521" y="1500"/>
                    </a:lnTo>
                    <a:lnTo>
                      <a:pt x="1493" y="1614"/>
                    </a:lnTo>
                    <a:lnTo>
                      <a:pt x="1466" y="1732"/>
                    </a:lnTo>
                    <a:lnTo>
                      <a:pt x="1439" y="1857"/>
                    </a:lnTo>
                    <a:lnTo>
                      <a:pt x="1410" y="1986"/>
                    </a:lnTo>
                    <a:lnTo>
                      <a:pt x="1381" y="2119"/>
                    </a:lnTo>
                    <a:close/>
                  </a:path>
                </a:pathLst>
              </a:custGeom>
              <a:solidFill>
                <a:srgbClr val="007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85" name="Freeform 107"/>
              <p:cNvSpPr/>
              <p:nvPr/>
            </p:nvSpPr>
            <p:spPr>
              <a:xfrm>
                <a:off x="2213280" y="1921320"/>
                <a:ext cx="1537200" cy="1788120"/>
              </a:xfrm>
              <a:custGeom>
                <a:avLst/>
                <a:gdLst>
                  <a:gd name="textAreaLeft" fmla="*/ 0 w 1537200"/>
                  <a:gd name="textAreaRight" fmla="*/ 1537560 w 1537200"/>
                  <a:gd name="textAreaTop" fmla="*/ 0 h 1788120"/>
                  <a:gd name="textAreaBottom" fmla="*/ 1788480 h 1788120"/>
                </a:gdLst>
                <a:ahLst/>
                <a:rect l="textAreaLeft" t="textAreaTop" r="textAreaRight" b="textAreaBottom"/>
                <a:pathLst>
                  <a:path w="2709" h="3152">
                    <a:moveTo>
                      <a:pt x="1250" y="1905"/>
                    </a:moveTo>
                    <a:lnTo>
                      <a:pt x="1220" y="2003"/>
                    </a:lnTo>
                    <a:lnTo>
                      <a:pt x="1190" y="2095"/>
                    </a:lnTo>
                    <a:lnTo>
                      <a:pt x="1159" y="2182"/>
                    </a:lnTo>
                    <a:lnTo>
                      <a:pt x="1125" y="2263"/>
                    </a:lnTo>
                    <a:lnTo>
                      <a:pt x="1092" y="2339"/>
                    </a:lnTo>
                    <a:lnTo>
                      <a:pt x="1056" y="2408"/>
                    </a:lnTo>
                    <a:lnTo>
                      <a:pt x="1038" y="2440"/>
                    </a:lnTo>
                    <a:lnTo>
                      <a:pt x="1018" y="2471"/>
                    </a:lnTo>
                    <a:lnTo>
                      <a:pt x="998" y="2501"/>
                    </a:lnTo>
                    <a:lnTo>
                      <a:pt x="978" y="2529"/>
                    </a:lnTo>
                    <a:lnTo>
                      <a:pt x="934" y="2580"/>
                    </a:lnTo>
                    <a:lnTo>
                      <a:pt x="911" y="2603"/>
                    </a:lnTo>
                    <a:lnTo>
                      <a:pt x="888" y="2624"/>
                    </a:lnTo>
                    <a:lnTo>
                      <a:pt x="864" y="2643"/>
                    </a:lnTo>
                    <a:lnTo>
                      <a:pt x="837" y="2662"/>
                    </a:lnTo>
                    <a:lnTo>
                      <a:pt x="812" y="2678"/>
                    </a:lnTo>
                    <a:lnTo>
                      <a:pt x="785" y="2693"/>
                    </a:lnTo>
                    <a:lnTo>
                      <a:pt x="756" y="2705"/>
                    </a:lnTo>
                    <a:lnTo>
                      <a:pt x="727" y="2717"/>
                    </a:lnTo>
                    <a:lnTo>
                      <a:pt x="697" y="2726"/>
                    </a:lnTo>
                    <a:lnTo>
                      <a:pt x="665" y="2734"/>
                    </a:lnTo>
                    <a:lnTo>
                      <a:pt x="632" y="2740"/>
                    </a:lnTo>
                    <a:lnTo>
                      <a:pt x="598" y="2745"/>
                    </a:lnTo>
                    <a:lnTo>
                      <a:pt x="563" y="2747"/>
                    </a:lnTo>
                    <a:lnTo>
                      <a:pt x="526" y="2747"/>
                    </a:lnTo>
                    <a:lnTo>
                      <a:pt x="468" y="2747"/>
                    </a:lnTo>
                    <a:lnTo>
                      <a:pt x="412" y="2749"/>
                    </a:lnTo>
                    <a:lnTo>
                      <a:pt x="359" y="2753"/>
                    </a:lnTo>
                    <a:lnTo>
                      <a:pt x="310" y="2759"/>
                    </a:lnTo>
                    <a:lnTo>
                      <a:pt x="265" y="2770"/>
                    </a:lnTo>
                    <a:lnTo>
                      <a:pt x="222" y="2783"/>
                    </a:lnTo>
                    <a:lnTo>
                      <a:pt x="183" y="2799"/>
                    </a:lnTo>
                    <a:lnTo>
                      <a:pt x="149" y="2818"/>
                    </a:lnTo>
                    <a:lnTo>
                      <a:pt x="116" y="2842"/>
                    </a:lnTo>
                    <a:lnTo>
                      <a:pt x="89" y="2871"/>
                    </a:lnTo>
                    <a:lnTo>
                      <a:pt x="65" y="2905"/>
                    </a:lnTo>
                    <a:lnTo>
                      <a:pt x="44" y="2943"/>
                    </a:lnTo>
                    <a:lnTo>
                      <a:pt x="35" y="2965"/>
                    </a:lnTo>
                    <a:lnTo>
                      <a:pt x="28" y="2986"/>
                    </a:lnTo>
                    <a:lnTo>
                      <a:pt x="21" y="3011"/>
                    </a:lnTo>
                    <a:lnTo>
                      <a:pt x="15" y="3036"/>
                    </a:lnTo>
                    <a:lnTo>
                      <a:pt x="9" y="3062"/>
                    </a:lnTo>
                    <a:lnTo>
                      <a:pt x="6" y="3091"/>
                    </a:lnTo>
                    <a:lnTo>
                      <a:pt x="4" y="3121"/>
                    </a:lnTo>
                    <a:lnTo>
                      <a:pt x="1" y="3152"/>
                    </a:lnTo>
                    <a:lnTo>
                      <a:pt x="1" y="3117"/>
                    </a:lnTo>
                    <a:lnTo>
                      <a:pt x="0" y="3081"/>
                    </a:lnTo>
                    <a:lnTo>
                      <a:pt x="2" y="2953"/>
                    </a:lnTo>
                    <a:lnTo>
                      <a:pt x="10" y="2827"/>
                    </a:lnTo>
                    <a:lnTo>
                      <a:pt x="24" y="2702"/>
                    </a:lnTo>
                    <a:lnTo>
                      <a:pt x="42" y="2577"/>
                    </a:lnTo>
                    <a:lnTo>
                      <a:pt x="63" y="2455"/>
                    </a:lnTo>
                    <a:lnTo>
                      <a:pt x="91" y="2336"/>
                    </a:lnTo>
                    <a:lnTo>
                      <a:pt x="123" y="2216"/>
                    </a:lnTo>
                    <a:lnTo>
                      <a:pt x="159" y="2099"/>
                    </a:lnTo>
                    <a:lnTo>
                      <a:pt x="200" y="1984"/>
                    </a:lnTo>
                    <a:lnTo>
                      <a:pt x="245" y="1872"/>
                    </a:lnTo>
                    <a:lnTo>
                      <a:pt x="295" y="1762"/>
                    </a:lnTo>
                    <a:lnTo>
                      <a:pt x="348" y="1655"/>
                    </a:lnTo>
                    <a:lnTo>
                      <a:pt x="406" y="1549"/>
                    </a:lnTo>
                    <a:lnTo>
                      <a:pt x="467" y="1446"/>
                    </a:lnTo>
                    <a:lnTo>
                      <a:pt x="531" y="1345"/>
                    </a:lnTo>
                    <a:lnTo>
                      <a:pt x="600" y="1247"/>
                    </a:lnTo>
                    <a:lnTo>
                      <a:pt x="673" y="1152"/>
                    </a:lnTo>
                    <a:lnTo>
                      <a:pt x="749" y="1060"/>
                    </a:lnTo>
                    <a:lnTo>
                      <a:pt x="828" y="972"/>
                    </a:lnTo>
                    <a:lnTo>
                      <a:pt x="910" y="885"/>
                    </a:lnTo>
                    <a:lnTo>
                      <a:pt x="996" y="803"/>
                    </a:lnTo>
                    <a:lnTo>
                      <a:pt x="1085" y="724"/>
                    </a:lnTo>
                    <a:lnTo>
                      <a:pt x="1177" y="648"/>
                    </a:lnTo>
                    <a:lnTo>
                      <a:pt x="1273" y="575"/>
                    </a:lnTo>
                    <a:lnTo>
                      <a:pt x="1371" y="506"/>
                    </a:lnTo>
                    <a:lnTo>
                      <a:pt x="1471" y="440"/>
                    </a:lnTo>
                    <a:lnTo>
                      <a:pt x="1574" y="379"/>
                    </a:lnTo>
                    <a:lnTo>
                      <a:pt x="1680" y="322"/>
                    </a:lnTo>
                    <a:lnTo>
                      <a:pt x="1788" y="269"/>
                    </a:lnTo>
                    <a:lnTo>
                      <a:pt x="1898" y="219"/>
                    </a:lnTo>
                    <a:lnTo>
                      <a:pt x="2010" y="174"/>
                    </a:lnTo>
                    <a:lnTo>
                      <a:pt x="2125" y="134"/>
                    </a:lnTo>
                    <a:lnTo>
                      <a:pt x="2242" y="97"/>
                    </a:lnTo>
                    <a:lnTo>
                      <a:pt x="2360" y="66"/>
                    </a:lnTo>
                    <a:lnTo>
                      <a:pt x="2481" y="38"/>
                    </a:lnTo>
                    <a:lnTo>
                      <a:pt x="2603" y="17"/>
                    </a:lnTo>
                    <a:lnTo>
                      <a:pt x="2709" y="0"/>
                    </a:lnTo>
                    <a:lnTo>
                      <a:pt x="2624" y="13"/>
                    </a:lnTo>
                    <a:lnTo>
                      <a:pt x="2543" y="27"/>
                    </a:lnTo>
                    <a:lnTo>
                      <a:pt x="2467" y="44"/>
                    </a:lnTo>
                    <a:lnTo>
                      <a:pt x="2395" y="63"/>
                    </a:lnTo>
                    <a:lnTo>
                      <a:pt x="2327" y="83"/>
                    </a:lnTo>
                    <a:lnTo>
                      <a:pt x="2262" y="105"/>
                    </a:lnTo>
                    <a:lnTo>
                      <a:pt x="2201" y="131"/>
                    </a:lnTo>
                    <a:lnTo>
                      <a:pt x="2144" y="158"/>
                    </a:lnTo>
                    <a:lnTo>
                      <a:pt x="2090" y="189"/>
                    </a:lnTo>
                    <a:lnTo>
                      <a:pt x="2038" y="223"/>
                    </a:lnTo>
                    <a:lnTo>
                      <a:pt x="1989" y="258"/>
                    </a:lnTo>
                    <a:lnTo>
                      <a:pt x="1943" y="298"/>
                    </a:lnTo>
                    <a:lnTo>
                      <a:pt x="1900" y="340"/>
                    </a:lnTo>
                    <a:lnTo>
                      <a:pt x="1858" y="386"/>
                    </a:lnTo>
                    <a:lnTo>
                      <a:pt x="1819" y="435"/>
                    </a:lnTo>
                    <a:lnTo>
                      <a:pt x="1781" y="488"/>
                    </a:lnTo>
                    <a:lnTo>
                      <a:pt x="1744" y="543"/>
                    </a:lnTo>
                    <a:lnTo>
                      <a:pt x="1709" y="603"/>
                    </a:lnTo>
                    <a:lnTo>
                      <a:pt x="1676" y="667"/>
                    </a:lnTo>
                    <a:lnTo>
                      <a:pt x="1643" y="735"/>
                    </a:lnTo>
                    <a:lnTo>
                      <a:pt x="1610" y="807"/>
                    </a:lnTo>
                    <a:lnTo>
                      <a:pt x="1579" y="883"/>
                    </a:lnTo>
                    <a:lnTo>
                      <a:pt x="1548" y="963"/>
                    </a:lnTo>
                    <a:lnTo>
                      <a:pt x="1517" y="1049"/>
                    </a:lnTo>
                    <a:lnTo>
                      <a:pt x="1486" y="1137"/>
                    </a:lnTo>
                    <a:lnTo>
                      <a:pt x="1455" y="1232"/>
                    </a:lnTo>
                    <a:lnTo>
                      <a:pt x="1423" y="1331"/>
                    </a:lnTo>
                    <a:lnTo>
                      <a:pt x="1390" y="1436"/>
                    </a:lnTo>
                    <a:lnTo>
                      <a:pt x="1357" y="1545"/>
                    </a:lnTo>
                    <a:lnTo>
                      <a:pt x="1322" y="1659"/>
                    </a:lnTo>
                    <a:lnTo>
                      <a:pt x="1287" y="1779"/>
                    </a:lnTo>
                    <a:lnTo>
                      <a:pt x="1250" y="1905"/>
                    </a:lnTo>
                    <a:close/>
                  </a:path>
                </a:pathLst>
              </a:custGeom>
              <a:solidFill>
                <a:srgbClr val="00708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86" name="Freeform 108"/>
              <p:cNvSpPr/>
              <p:nvPr/>
            </p:nvSpPr>
            <p:spPr>
              <a:xfrm>
                <a:off x="2217960" y="1944000"/>
                <a:ext cx="1395360" cy="1597320"/>
              </a:xfrm>
              <a:custGeom>
                <a:avLst/>
                <a:gdLst>
                  <a:gd name="textAreaLeft" fmla="*/ 0 w 1395360"/>
                  <a:gd name="textAreaRight" fmla="*/ 1395720 w 1395360"/>
                  <a:gd name="textAreaTop" fmla="*/ 0 h 1597320"/>
                  <a:gd name="textAreaBottom" fmla="*/ 1597680 h 1597320"/>
                </a:gdLst>
                <a:ahLst/>
                <a:rect l="textAreaLeft" t="textAreaTop" r="textAreaRight" b="textAreaBottom"/>
                <a:pathLst>
                  <a:path w="2459" h="2815">
                    <a:moveTo>
                      <a:pt x="1130" y="1674"/>
                    </a:moveTo>
                    <a:lnTo>
                      <a:pt x="1109" y="1730"/>
                    </a:lnTo>
                    <a:lnTo>
                      <a:pt x="1089" y="1783"/>
                    </a:lnTo>
                    <a:lnTo>
                      <a:pt x="1068" y="1834"/>
                    </a:lnTo>
                    <a:lnTo>
                      <a:pt x="1047" y="1882"/>
                    </a:lnTo>
                    <a:lnTo>
                      <a:pt x="1026" y="1928"/>
                    </a:lnTo>
                    <a:lnTo>
                      <a:pt x="1007" y="1971"/>
                    </a:lnTo>
                    <a:lnTo>
                      <a:pt x="986" y="2011"/>
                    </a:lnTo>
                    <a:lnTo>
                      <a:pt x="967" y="2050"/>
                    </a:lnTo>
                    <a:lnTo>
                      <a:pt x="947" y="2086"/>
                    </a:lnTo>
                    <a:lnTo>
                      <a:pt x="926" y="2120"/>
                    </a:lnTo>
                    <a:lnTo>
                      <a:pt x="907" y="2152"/>
                    </a:lnTo>
                    <a:lnTo>
                      <a:pt x="886" y="2182"/>
                    </a:lnTo>
                    <a:lnTo>
                      <a:pt x="866" y="2208"/>
                    </a:lnTo>
                    <a:lnTo>
                      <a:pt x="846" y="2235"/>
                    </a:lnTo>
                    <a:lnTo>
                      <a:pt x="826" y="2258"/>
                    </a:lnTo>
                    <a:lnTo>
                      <a:pt x="805" y="2281"/>
                    </a:lnTo>
                    <a:lnTo>
                      <a:pt x="764" y="2319"/>
                    </a:lnTo>
                    <a:lnTo>
                      <a:pt x="722" y="2351"/>
                    </a:lnTo>
                    <a:lnTo>
                      <a:pt x="680" y="2379"/>
                    </a:lnTo>
                    <a:lnTo>
                      <a:pt x="636" y="2400"/>
                    </a:lnTo>
                    <a:lnTo>
                      <a:pt x="591" y="2417"/>
                    </a:lnTo>
                    <a:lnTo>
                      <a:pt x="545" y="2429"/>
                    </a:lnTo>
                    <a:lnTo>
                      <a:pt x="497" y="2439"/>
                    </a:lnTo>
                    <a:lnTo>
                      <a:pt x="447" y="2444"/>
                    </a:lnTo>
                    <a:lnTo>
                      <a:pt x="400" y="2449"/>
                    </a:lnTo>
                    <a:lnTo>
                      <a:pt x="355" y="2456"/>
                    </a:lnTo>
                    <a:lnTo>
                      <a:pt x="312" y="2464"/>
                    </a:lnTo>
                    <a:lnTo>
                      <a:pt x="273" y="2473"/>
                    </a:lnTo>
                    <a:lnTo>
                      <a:pt x="236" y="2485"/>
                    </a:lnTo>
                    <a:lnTo>
                      <a:pt x="202" y="2499"/>
                    </a:lnTo>
                    <a:lnTo>
                      <a:pt x="169" y="2515"/>
                    </a:lnTo>
                    <a:lnTo>
                      <a:pt x="141" y="2534"/>
                    </a:lnTo>
                    <a:lnTo>
                      <a:pt x="114" y="2556"/>
                    </a:lnTo>
                    <a:lnTo>
                      <a:pt x="90" y="2582"/>
                    </a:lnTo>
                    <a:lnTo>
                      <a:pt x="69" y="2610"/>
                    </a:lnTo>
                    <a:lnTo>
                      <a:pt x="50" y="2643"/>
                    </a:lnTo>
                    <a:lnTo>
                      <a:pt x="34" y="2679"/>
                    </a:lnTo>
                    <a:lnTo>
                      <a:pt x="20" y="2720"/>
                    </a:lnTo>
                    <a:lnTo>
                      <a:pt x="8" y="2766"/>
                    </a:lnTo>
                    <a:lnTo>
                      <a:pt x="0" y="2815"/>
                    </a:lnTo>
                    <a:lnTo>
                      <a:pt x="6" y="2745"/>
                    </a:lnTo>
                    <a:lnTo>
                      <a:pt x="14" y="2675"/>
                    </a:lnTo>
                    <a:lnTo>
                      <a:pt x="34" y="2535"/>
                    </a:lnTo>
                    <a:lnTo>
                      <a:pt x="55" y="2413"/>
                    </a:lnTo>
                    <a:lnTo>
                      <a:pt x="83" y="2294"/>
                    </a:lnTo>
                    <a:lnTo>
                      <a:pt x="115" y="2174"/>
                    </a:lnTo>
                    <a:lnTo>
                      <a:pt x="151" y="2057"/>
                    </a:lnTo>
                    <a:lnTo>
                      <a:pt x="192" y="1942"/>
                    </a:lnTo>
                    <a:lnTo>
                      <a:pt x="237" y="1830"/>
                    </a:lnTo>
                    <a:lnTo>
                      <a:pt x="287" y="1720"/>
                    </a:lnTo>
                    <a:lnTo>
                      <a:pt x="340" y="1613"/>
                    </a:lnTo>
                    <a:lnTo>
                      <a:pt x="398" y="1507"/>
                    </a:lnTo>
                    <a:lnTo>
                      <a:pt x="459" y="1404"/>
                    </a:lnTo>
                    <a:lnTo>
                      <a:pt x="523" y="1303"/>
                    </a:lnTo>
                    <a:lnTo>
                      <a:pt x="592" y="1205"/>
                    </a:lnTo>
                    <a:lnTo>
                      <a:pt x="665" y="1110"/>
                    </a:lnTo>
                    <a:lnTo>
                      <a:pt x="741" y="1018"/>
                    </a:lnTo>
                    <a:lnTo>
                      <a:pt x="820" y="930"/>
                    </a:lnTo>
                    <a:lnTo>
                      <a:pt x="902" y="843"/>
                    </a:lnTo>
                    <a:lnTo>
                      <a:pt x="988" y="761"/>
                    </a:lnTo>
                    <a:lnTo>
                      <a:pt x="1077" y="682"/>
                    </a:lnTo>
                    <a:lnTo>
                      <a:pt x="1169" y="606"/>
                    </a:lnTo>
                    <a:lnTo>
                      <a:pt x="1265" y="533"/>
                    </a:lnTo>
                    <a:lnTo>
                      <a:pt x="1363" y="464"/>
                    </a:lnTo>
                    <a:lnTo>
                      <a:pt x="1463" y="398"/>
                    </a:lnTo>
                    <a:lnTo>
                      <a:pt x="1566" y="337"/>
                    </a:lnTo>
                    <a:lnTo>
                      <a:pt x="1672" y="280"/>
                    </a:lnTo>
                    <a:lnTo>
                      <a:pt x="1780" y="227"/>
                    </a:lnTo>
                    <a:lnTo>
                      <a:pt x="1890" y="177"/>
                    </a:lnTo>
                    <a:lnTo>
                      <a:pt x="2002" y="132"/>
                    </a:lnTo>
                    <a:lnTo>
                      <a:pt x="2117" y="92"/>
                    </a:lnTo>
                    <a:lnTo>
                      <a:pt x="2201" y="66"/>
                    </a:lnTo>
                    <a:lnTo>
                      <a:pt x="2287" y="41"/>
                    </a:lnTo>
                    <a:lnTo>
                      <a:pt x="2373" y="19"/>
                    </a:lnTo>
                    <a:lnTo>
                      <a:pt x="2459" y="0"/>
                    </a:lnTo>
                    <a:lnTo>
                      <a:pt x="2388" y="16"/>
                    </a:lnTo>
                    <a:lnTo>
                      <a:pt x="2321" y="33"/>
                    </a:lnTo>
                    <a:lnTo>
                      <a:pt x="2257" y="52"/>
                    </a:lnTo>
                    <a:lnTo>
                      <a:pt x="2197" y="71"/>
                    </a:lnTo>
                    <a:lnTo>
                      <a:pt x="2139" y="92"/>
                    </a:lnTo>
                    <a:lnTo>
                      <a:pt x="2085" y="114"/>
                    </a:lnTo>
                    <a:lnTo>
                      <a:pt x="2034" y="138"/>
                    </a:lnTo>
                    <a:lnTo>
                      <a:pt x="1985" y="163"/>
                    </a:lnTo>
                    <a:lnTo>
                      <a:pt x="1939" y="190"/>
                    </a:lnTo>
                    <a:lnTo>
                      <a:pt x="1895" y="220"/>
                    </a:lnTo>
                    <a:lnTo>
                      <a:pt x="1854" y="251"/>
                    </a:lnTo>
                    <a:lnTo>
                      <a:pt x="1813" y="284"/>
                    </a:lnTo>
                    <a:lnTo>
                      <a:pt x="1775" y="321"/>
                    </a:lnTo>
                    <a:lnTo>
                      <a:pt x="1738" y="359"/>
                    </a:lnTo>
                    <a:lnTo>
                      <a:pt x="1703" y="402"/>
                    </a:lnTo>
                    <a:lnTo>
                      <a:pt x="1669" y="446"/>
                    </a:lnTo>
                    <a:lnTo>
                      <a:pt x="1636" y="493"/>
                    </a:lnTo>
                    <a:lnTo>
                      <a:pt x="1604" y="544"/>
                    </a:lnTo>
                    <a:lnTo>
                      <a:pt x="1571" y="598"/>
                    </a:lnTo>
                    <a:lnTo>
                      <a:pt x="1540" y="655"/>
                    </a:lnTo>
                    <a:lnTo>
                      <a:pt x="1509" y="718"/>
                    </a:lnTo>
                    <a:lnTo>
                      <a:pt x="1478" y="782"/>
                    </a:lnTo>
                    <a:lnTo>
                      <a:pt x="1447" y="851"/>
                    </a:lnTo>
                    <a:lnTo>
                      <a:pt x="1416" y="924"/>
                    </a:lnTo>
                    <a:lnTo>
                      <a:pt x="1384" y="1001"/>
                    </a:lnTo>
                    <a:lnTo>
                      <a:pt x="1350" y="1083"/>
                    </a:lnTo>
                    <a:lnTo>
                      <a:pt x="1317" y="1169"/>
                    </a:lnTo>
                    <a:lnTo>
                      <a:pt x="1282" y="1260"/>
                    </a:lnTo>
                    <a:lnTo>
                      <a:pt x="1246" y="1356"/>
                    </a:lnTo>
                    <a:lnTo>
                      <a:pt x="1210" y="1457"/>
                    </a:lnTo>
                    <a:lnTo>
                      <a:pt x="1170" y="1563"/>
                    </a:lnTo>
                    <a:lnTo>
                      <a:pt x="1130" y="1674"/>
                    </a:lnTo>
                    <a:close/>
                  </a:path>
                </a:pathLst>
              </a:custGeom>
              <a:solidFill>
                <a:srgbClr val="00699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87" name="Freeform 109"/>
              <p:cNvSpPr/>
              <p:nvPr/>
            </p:nvSpPr>
            <p:spPr>
              <a:xfrm>
                <a:off x="2238480" y="1981440"/>
                <a:ext cx="1228680" cy="1388520"/>
              </a:xfrm>
              <a:custGeom>
                <a:avLst/>
                <a:gdLst>
                  <a:gd name="textAreaLeft" fmla="*/ 0 w 1228680"/>
                  <a:gd name="textAreaRight" fmla="*/ 1229040 w 1228680"/>
                  <a:gd name="textAreaTop" fmla="*/ 0 h 1388520"/>
                  <a:gd name="textAreaBottom" fmla="*/ 1388880 h 1388520"/>
                </a:gdLst>
                <a:ahLst/>
                <a:rect l="textAreaLeft" t="textAreaTop" r="textAreaRight" b="textAreaBottom"/>
                <a:pathLst>
                  <a:path w="2166" h="2448">
                    <a:moveTo>
                      <a:pt x="968" y="1488"/>
                    </a:moveTo>
                    <a:lnTo>
                      <a:pt x="943" y="1538"/>
                    </a:lnTo>
                    <a:lnTo>
                      <a:pt x="920" y="1587"/>
                    </a:lnTo>
                    <a:lnTo>
                      <a:pt x="897" y="1633"/>
                    </a:lnTo>
                    <a:lnTo>
                      <a:pt x="874" y="1675"/>
                    </a:lnTo>
                    <a:lnTo>
                      <a:pt x="852" y="1715"/>
                    </a:lnTo>
                    <a:lnTo>
                      <a:pt x="831" y="1753"/>
                    </a:lnTo>
                    <a:lnTo>
                      <a:pt x="809" y="1787"/>
                    </a:lnTo>
                    <a:lnTo>
                      <a:pt x="788" y="1819"/>
                    </a:lnTo>
                    <a:lnTo>
                      <a:pt x="766" y="1849"/>
                    </a:lnTo>
                    <a:lnTo>
                      <a:pt x="745" y="1877"/>
                    </a:lnTo>
                    <a:lnTo>
                      <a:pt x="726" y="1902"/>
                    </a:lnTo>
                    <a:lnTo>
                      <a:pt x="705" y="1927"/>
                    </a:lnTo>
                    <a:lnTo>
                      <a:pt x="685" y="1948"/>
                    </a:lnTo>
                    <a:lnTo>
                      <a:pt x="666" y="1968"/>
                    </a:lnTo>
                    <a:lnTo>
                      <a:pt x="627" y="2004"/>
                    </a:lnTo>
                    <a:lnTo>
                      <a:pt x="589" y="2033"/>
                    </a:lnTo>
                    <a:lnTo>
                      <a:pt x="552" y="2056"/>
                    </a:lnTo>
                    <a:lnTo>
                      <a:pt x="515" y="2075"/>
                    </a:lnTo>
                    <a:lnTo>
                      <a:pt x="478" y="2090"/>
                    </a:lnTo>
                    <a:lnTo>
                      <a:pt x="441" y="2102"/>
                    </a:lnTo>
                    <a:lnTo>
                      <a:pt x="405" y="2111"/>
                    </a:lnTo>
                    <a:lnTo>
                      <a:pt x="333" y="2127"/>
                    </a:lnTo>
                    <a:lnTo>
                      <a:pt x="289" y="2137"/>
                    </a:lnTo>
                    <a:lnTo>
                      <a:pt x="250" y="2150"/>
                    </a:lnTo>
                    <a:lnTo>
                      <a:pt x="214" y="2164"/>
                    </a:lnTo>
                    <a:lnTo>
                      <a:pt x="183" y="2180"/>
                    </a:lnTo>
                    <a:lnTo>
                      <a:pt x="154" y="2197"/>
                    </a:lnTo>
                    <a:lnTo>
                      <a:pt x="129" y="2216"/>
                    </a:lnTo>
                    <a:lnTo>
                      <a:pt x="106" y="2236"/>
                    </a:lnTo>
                    <a:lnTo>
                      <a:pt x="86" y="2257"/>
                    </a:lnTo>
                    <a:lnTo>
                      <a:pt x="69" y="2279"/>
                    </a:lnTo>
                    <a:lnTo>
                      <a:pt x="54" y="2302"/>
                    </a:lnTo>
                    <a:lnTo>
                      <a:pt x="41" y="2325"/>
                    </a:lnTo>
                    <a:lnTo>
                      <a:pt x="30" y="2349"/>
                    </a:lnTo>
                    <a:lnTo>
                      <a:pt x="13" y="2399"/>
                    </a:lnTo>
                    <a:lnTo>
                      <a:pt x="0" y="2448"/>
                    </a:lnTo>
                    <a:lnTo>
                      <a:pt x="22" y="2332"/>
                    </a:lnTo>
                    <a:lnTo>
                      <a:pt x="48" y="2218"/>
                    </a:lnTo>
                    <a:lnTo>
                      <a:pt x="79" y="2105"/>
                    </a:lnTo>
                    <a:lnTo>
                      <a:pt x="114" y="1993"/>
                    </a:lnTo>
                    <a:lnTo>
                      <a:pt x="155" y="1878"/>
                    </a:lnTo>
                    <a:lnTo>
                      <a:pt x="200" y="1766"/>
                    </a:lnTo>
                    <a:lnTo>
                      <a:pt x="250" y="1656"/>
                    </a:lnTo>
                    <a:lnTo>
                      <a:pt x="303" y="1549"/>
                    </a:lnTo>
                    <a:lnTo>
                      <a:pt x="361" y="1443"/>
                    </a:lnTo>
                    <a:lnTo>
                      <a:pt x="422" y="1340"/>
                    </a:lnTo>
                    <a:lnTo>
                      <a:pt x="486" y="1239"/>
                    </a:lnTo>
                    <a:lnTo>
                      <a:pt x="555" y="1141"/>
                    </a:lnTo>
                    <a:lnTo>
                      <a:pt x="628" y="1046"/>
                    </a:lnTo>
                    <a:lnTo>
                      <a:pt x="704" y="954"/>
                    </a:lnTo>
                    <a:lnTo>
                      <a:pt x="783" y="866"/>
                    </a:lnTo>
                    <a:lnTo>
                      <a:pt x="865" y="779"/>
                    </a:lnTo>
                    <a:lnTo>
                      <a:pt x="951" y="697"/>
                    </a:lnTo>
                    <a:lnTo>
                      <a:pt x="1040" y="618"/>
                    </a:lnTo>
                    <a:lnTo>
                      <a:pt x="1132" y="542"/>
                    </a:lnTo>
                    <a:lnTo>
                      <a:pt x="1228" y="469"/>
                    </a:lnTo>
                    <a:lnTo>
                      <a:pt x="1326" y="400"/>
                    </a:lnTo>
                    <a:lnTo>
                      <a:pt x="1426" y="334"/>
                    </a:lnTo>
                    <a:lnTo>
                      <a:pt x="1529" y="273"/>
                    </a:lnTo>
                    <a:lnTo>
                      <a:pt x="1635" y="216"/>
                    </a:lnTo>
                    <a:lnTo>
                      <a:pt x="1743" y="163"/>
                    </a:lnTo>
                    <a:lnTo>
                      <a:pt x="1853" y="113"/>
                    </a:lnTo>
                    <a:lnTo>
                      <a:pt x="1965" y="68"/>
                    </a:lnTo>
                    <a:lnTo>
                      <a:pt x="2080" y="28"/>
                    </a:lnTo>
                    <a:lnTo>
                      <a:pt x="2166" y="0"/>
                    </a:lnTo>
                    <a:lnTo>
                      <a:pt x="2111" y="18"/>
                    </a:lnTo>
                    <a:lnTo>
                      <a:pt x="2058" y="37"/>
                    </a:lnTo>
                    <a:lnTo>
                      <a:pt x="2007" y="58"/>
                    </a:lnTo>
                    <a:lnTo>
                      <a:pt x="1956" y="81"/>
                    </a:lnTo>
                    <a:lnTo>
                      <a:pt x="1908" y="104"/>
                    </a:lnTo>
                    <a:lnTo>
                      <a:pt x="1860" y="129"/>
                    </a:lnTo>
                    <a:lnTo>
                      <a:pt x="1814" y="156"/>
                    </a:lnTo>
                    <a:lnTo>
                      <a:pt x="1769" y="185"/>
                    </a:lnTo>
                    <a:lnTo>
                      <a:pt x="1726" y="215"/>
                    </a:lnTo>
                    <a:lnTo>
                      <a:pt x="1684" y="246"/>
                    </a:lnTo>
                    <a:lnTo>
                      <a:pt x="1643" y="279"/>
                    </a:lnTo>
                    <a:lnTo>
                      <a:pt x="1603" y="314"/>
                    </a:lnTo>
                    <a:lnTo>
                      <a:pt x="1565" y="351"/>
                    </a:lnTo>
                    <a:lnTo>
                      <a:pt x="1529" y="389"/>
                    </a:lnTo>
                    <a:lnTo>
                      <a:pt x="1493" y="428"/>
                    </a:lnTo>
                    <a:lnTo>
                      <a:pt x="1458" y="469"/>
                    </a:lnTo>
                    <a:lnTo>
                      <a:pt x="1436" y="497"/>
                    </a:lnTo>
                    <a:lnTo>
                      <a:pt x="1427" y="511"/>
                    </a:lnTo>
                    <a:lnTo>
                      <a:pt x="1416" y="529"/>
                    </a:lnTo>
                    <a:lnTo>
                      <a:pt x="1403" y="550"/>
                    </a:lnTo>
                    <a:lnTo>
                      <a:pt x="1396" y="563"/>
                    </a:lnTo>
                    <a:lnTo>
                      <a:pt x="1389" y="578"/>
                    </a:lnTo>
                    <a:lnTo>
                      <a:pt x="1380" y="594"/>
                    </a:lnTo>
                    <a:lnTo>
                      <a:pt x="1371" y="611"/>
                    </a:lnTo>
                    <a:lnTo>
                      <a:pt x="1362" y="632"/>
                    </a:lnTo>
                    <a:lnTo>
                      <a:pt x="1350" y="655"/>
                    </a:lnTo>
                    <a:lnTo>
                      <a:pt x="1338" y="680"/>
                    </a:lnTo>
                    <a:lnTo>
                      <a:pt x="1325" y="708"/>
                    </a:lnTo>
                    <a:lnTo>
                      <a:pt x="1311" y="739"/>
                    </a:lnTo>
                    <a:lnTo>
                      <a:pt x="1295" y="772"/>
                    </a:lnTo>
                    <a:lnTo>
                      <a:pt x="1277" y="809"/>
                    </a:lnTo>
                    <a:lnTo>
                      <a:pt x="1259" y="849"/>
                    </a:lnTo>
                    <a:lnTo>
                      <a:pt x="1238" y="894"/>
                    </a:lnTo>
                    <a:lnTo>
                      <a:pt x="1216" y="943"/>
                    </a:lnTo>
                    <a:lnTo>
                      <a:pt x="1192" y="995"/>
                    </a:lnTo>
                    <a:lnTo>
                      <a:pt x="1167" y="1051"/>
                    </a:lnTo>
                    <a:lnTo>
                      <a:pt x="1139" y="1111"/>
                    </a:lnTo>
                    <a:lnTo>
                      <a:pt x="1109" y="1177"/>
                    </a:lnTo>
                    <a:lnTo>
                      <a:pt x="1077" y="1247"/>
                    </a:lnTo>
                    <a:lnTo>
                      <a:pt x="1042" y="1322"/>
                    </a:lnTo>
                    <a:lnTo>
                      <a:pt x="1007" y="1402"/>
                    </a:lnTo>
                    <a:lnTo>
                      <a:pt x="968" y="1488"/>
                    </a:lnTo>
                    <a:close/>
                  </a:path>
                </a:pathLst>
              </a:custGeom>
              <a:solidFill>
                <a:srgbClr val="00619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88" name="Freeform 110"/>
              <p:cNvSpPr/>
              <p:nvPr/>
            </p:nvSpPr>
            <p:spPr>
              <a:xfrm>
                <a:off x="2281680" y="2037960"/>
                <a:ext cx="1026720" cy="1144800"/>
              </a:xfrm>
              <a:custGeom>
                <a:avLst/>
                <a:gdLst>
                  <a:gd name="textAreaLeft" fmla="*/ 0 w 1026720"/>
                  <a:gd name="textAreaRight" fmla="*/ 1027080 w 1026720"/>
                  <a:gd name="textAreaTop" fmla="*/ 0 h 1144800"/>
                  <a:gd name="textAreaBottom" fmla="*/ 1145160 h 1144800"/>
                </a:gdLst>
                <a:ahLst/>
                <a:rect l="textAreaLeft" t="textAreaTop" r="textAreaRight" b="textAreaBottom"/>
                <a:pathLst>
                  <a:path w="1811" h="2018">
                    <a:moveTo>
                      <a:pt x="772" y="1268"/>
                    </a:moveTo>
                    <a:lnTo>
                      <a:pt x="752" y="1303"/>
                    </a:lnTo>
                    <a:lnTo>
                      <a:pt x="732" y="1336"/>
                    </a:lnTo>
                    <a:lnTo>
                      <a:pt x="714" y="1367"/>
                    </a:lnTo>
                    <a:lnTo>
                      <a:pt x="696" y="1397"/>
                    </a:lnTo>
                    <a:lnTo>
                      <a:pt x="677" y="1425"/>
                    </a:lnTo>
                    <a:lnTo>
                      <a:pt x="659" y="1451"/>
                    </a:lnTo>
                    <a:lnTo>
                      <a:pt x="624" y="1498"/>
                    </a:lnTo>
                    <a:lnTo>
                      <a:pt x="592" y="1540"/>
                    </a:lnTo>
                    <a:lnTo>
                      <a:pt x="560" y="1576"/>
                    </a:lnTo>
                    <a:lnTo>
                      <a:pt x="530" y="1607"/>
                    </a:lnTo>
                    <a:lnTo>
                      <a:pt x="501" y="1633"/>
                    </a:lnTo>
                    <a:lnTo>
                      <a:pt x="473" y="1655"/>
                    </a:lnTo>
                    <a:lnTo>
                      <a:pt x="446" y="1674"/>
                    </a:lnTo>
                    <a:lnTo>
                      <a:pt x="420" y="1690"/>
                    </a:lnTo>
                    <a:lnTo>
                      <a:pt x="396" y="1702"/>
                    </a:lnTo>
                    <a:lnTo>
                      <a:pt x="372" y="1714"/>
                    </a:lnTo>
                    <a:lnTo>
                      <a:pt x="349" y="1723"/>
                    </a:lnTo>
                    <a:lnTo>
                      <a:pt x="305" y="1738"/>
                    </a:lnTo>
                    <a:lnTo>
                      <a:pt x="250" y="1758"/>
                    </a:lnTo>
                    <a:lnTo>
                      <a:pt x="200" y="1779"/>
                    </a:lnTo>
                    <a:lnTo>
                      <a:pt x="157" y="1803"/>
                    </a:lnTo>
                    <a:lnTo>
                      <a:pt x="137" y="1816"/>
                    </a:lnTo>
                    <a:lnTo>
                      <a:pt x="119" y="1830"/>
                    </a:lnTo>
                    <a:lnTo>
                      <a:pt x="100" y="1846"/>
                    </a:lnTo>
                    <a:lnTo>
                      <a:pt x="84" y="1865"/>
                    </a:lnTo>
                    <a:lnTo>
                      <a:pt x="68" y="1884"/>
                    </a:lnTo>
                    <a:lnTo>
                      <a:pt x="53" y="1905"/>
                    </a:lnTo>
                    <a:lnTo>
                      <a:pt x="39" y="1929"/>
                    </a:lnTo>
                    <a:lnTo>
                      <a:pt x="25" y="1956"/>
                    </a:lnTo>
                    <a:lnTo>
                      <a:pt x="13" y="1986"/>
                    </a:lnTo>
                    <a:lnTo>
                      <a:pt x="0" y="2018"/>
                    </a:lnTo>
                    <a:lnTo>
                      <a:pt x="39" y="1892"/>
                    </a:lnTo>
                    <a:lnTo>
                      <a:pt x="80" y="1777"/>
                    </a:lnTo>
                    <a:lnTo>
                      <a:pt x="125" y="1665"/>
                    </a:lnTo>
                    <a:lnTo>
                      <a:pt x="175" y="1555"/>
                    </a:lnTo>
                    <a:lnTo>
                      <a:pt x="228" y="1448"/>
                    </a:lnTo>
                    <a:lnTo>
                      <a:pt x="286" y="1342"/>
                    </a:lnTo>
                    <a:lnTo>
                      <a:pt x="347" y="1239"/>
                    </a:lnTo>
                    <a:lnTo>
                      <a:pt x="411" y="1138"/>
                    </a:lnTo>
                    <a:lnTo>
                      <a:pt x="480" y="1040"/>
                    </a:lnTo>
                    <a:lnTo>
                      <a:pt x="553" y="945"/>
                    </a:lnTo>
                    <a:lnTo>
                      <a:pt x="629" y="853"/>
                    </a:lnTo>
                    <a:lnTo>
                      <a:pt x="708" y="765"/>
                    </a:lnTo>
                    <a:lnTo>
                      <a:pt x="790" y="678"/>
                    </a:lnTo>
                    <a:lnTo>
                      <a:pt x="876" y="596"/>
                    </a:lnTo>
                    <a:lnTo>
                      <a:pt x="965" y="517"/>
                    </a:lnTo>
                    <a:lnTo>
                      <a:pt x="1057" y="441"/>
                    </a:lnTo>
                    <a:lnTo>
                      <a:pt x="1153" y="368"/>
                    </a:lnTo>
                    <a:lnTo>
                      <a:pt x="1251" y="299"/>
                    </a:lnTo>
                    <a:lnTo>
                      <a:pt x="1351" y="233"/>
                    </a:lnTo>
                    <a:lnTo>
                      <a:pt x="1454" y="172"/>
                    </a:lnTo>
                    <a:lnTo>
                      <a:pt x="1560" y="115"/>
                    </a:lnTo>
                    <a:lnTo>
                      <a:pt x="1684" y="55"/>
                    </a:lnTo>
                    <a:lnTo>
                      <a:pt x="1746" y="26"/>
                    </a:lnTo>
                    <a:lnTo>
                      <a:pt x="1811" y="0"/>
                    </a:lnTo>
                    <a:lnTo>
                      <a:pt x="1791" y="8"/>
                    </a:lnTo>
                    <a:lnTo>
                      <a:pt x="1767" y="18"/>
                    </a:lnTo>
                    <a:lnTo>
                      <a:pt x="1740" y="31"/>
                    </a:lnTo>
                    <a:lnTo>
                      <a:pt x="1712" y="45"/>
                    </a:lnTo>
                    <a:lnTo>
                      <a:pt x="1679" y="62"/>
                    </a:lnTo>
                    <a:lnTo>
                      <a:pt x="1645" y="80"/>
                    </a:lnTo>
                    <a:lnTo>
                      <a:pt x="1609" y="101"/>
                    </a:lnTo>
                    <a:lnTo>
                      <a:pt x="1571" y="124"/>
                    </a:lnTo>
                    <a:lnTo>
                      <a:pt x="1532" y="149"/>
                    </a:lnTo>
                    <a:lnTo>
                      <a:pt x="1492" y="178"/>
                    </a:lnTo>
                    <a:lnTo>
                      <a:pt x="1450" y="209"/>
                    </a:lnTo>
                    <a:lnTo>
                      <a:pt x="1410" y="243"/>
                    </a:lnTo>
                    <a:lnTo>
                      <a:pt x="1368" y="280"/>
                    </a:lnTo>
                    <a:lnTo>
                      <a:pt x="1327" y="319"/>
                    </a:lnTo>
                    <a:lnTo>
                      <a:pt x="1287" y="363"/>
                    </a:lnTo>
                    <a:lnTo>
                      <a:pt x="1246" y="409"/>
                    </a:lnTo>
                    <a:lnTo>
                      <a:pt x="1208" y="458"/>
                    </a:lnTo>
                    <a:lnTo>
                      <a:pt x="1171" y="508"/>
                    </a:lnTo>
                    <a:lnTo>
                      <a:pt x="1138" y="560"/>
                    </a:lnTo>
                    <a:lnTo>
                      <a:pt x="1106" y="611"/>
                    </a:lnTo>
                    <a:lnTo>
                      <a:pt x="1045" y="718"/>
                    </a:lnTo>
                    <a:lnTo>
                      <a:pt x="989" y="828"/>
                    </a:lnTo>
                    <a:lnTo>
                      <a:pt x="935" y="939"/>
                    </a:lnTo>
                    <a:lnTo>
                      <a:pt x="829" y="1160"/>
                    </a:lnTo>
                    <a:lnTo>
                      <a:pt x="772" y="1268"/>
                    </a:lnTo>
                    <a:close/>
                  </a:path>
                </a:pathLst>
              </a:custGeom>
              <a:solidFill>
                <a:srgbClr val="005aa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89" name="Freeform 111"/>
              <p:cNvSpPr/>
              <p:nvPr/>
            </p:nvSpPr>
            <p:spPr>
              <a:xfrm>
                <a:off x="2361960" y="2130120"/>
                <a:ext cx="755280" cy="830160"/>
              </a:xfrm>
              <a:custGeom>
                <a:avLst/>
                <a:gdLst>
                  <a:gd name="textAreaLeft" fmla="*/ 0 w 755280"/>
                  <a:gd name="textAreaRight" fmla="*/ 755640 w 755280"/>
                  <a:gd name="textAreaTop" fmla="*/ 0 h 830160"/>
                  <a:gd name="textAreaBottom" fmla="*/ 830520 h 830160"/>
                </a:gdLst>
                <a:ahLst/>
                <a:rect l="textAreaLeft" t="textAreaTop" r="textAreaRight" b="textAreaBottom"/>
                <a:pathLst>
                  <a:path w="1331" h="1464">
                    <a:moveTo>
                      <a:pt x="541" y="933"/>
                    </a:moveTo>
                    <a:lnTo>
                      <a:pt x="511" y="977"/>
                    </a:lnTo>
                    <a:lnTo>
                      <a:pt x="483" y="1015"/>
                    </a:lnTo>
                    <a:lnTo>
                      <a:pt x="457" y="1050"/>
                    </a:lnTo>
                    <a:lnTo>
                      <a:pt x="433" y="1081"/>
                    </a:lnTo>
                    <a:lnTo>
                      <a:pt x="410" y="1108"/>
                    </a:lnTo>
                    <a:lnTo>
                      <a:pt x="387" y="1132"/>
                    </a:lnTo>
                    <a:lnTo>
                      <a:pt x="366" y="1153"/>
                    </a:lnTo>
                    <a:lnTo>
                      <a:pt x="345" y="1172"/>
                    </a:lnTo>
                    <a:lnTo>
                      <a:pt x="324" y="1189"/>
                    </a:lnTo>
                    <a:lnTo>
                      <a:pt x="305" y="1204"/>
                    </a:lnTo>
                    <a:lnTo>
                      <a:pt x="264" y="1229"/>
                    </a:lnTo>
                    <a:lnTo>
                      <a:pt x="223" y="1252"/>
                    </a:lnTo>
                    <a:lnTo>
                      <a:pt x="177" y="1275"/>
                    </a:lnTo>
                    <a:lnTo>
                      <a:pt x="140" y="1296"/>
                    </a:lnTo>
                    <a:lnTo>
                      <a:pt x="108" y="1319"/>
                    </a:lnTo>
                    <a:lnTo>
                      <a:pt x="81" y="1344"/>
                    </a:lnTo>
                    <a:lnTo>
                      <a:pt x="58" y="1370"/>
                    </a:lnTo>
                    <a:lnTo>
                      <a:pt x="40" y="1395"/>
                    </a:lnTo>
                    <a:lnTo>
                      <a:pt x="24" y="1420"/>
                    </a:lnTo>
                    <a:lnTo>
                      <a:pt x="10" y="1444"/>
                    </a:lnTo>
                    <a:lnTo>
                      <a:pt x="0" y="1464"/>
                    </a:lnTo>
                    <a:lnTo>
                      <a:pt x="41" y="1373"/>
                    </a:lnTo>
                    <a:lnTo>
                      <a:pt x="86" y="1286"/>
                    </a:lnTo>
                    <a:lnTo>
                      <a:pt x="144" y="1180"/>
                    </a:lnTo>
                    <a:lnTo>
                      <a:pt x="205" y="1077"/>
                    </a:lnTo>
                    <a:lnTo>
                      <a:pt x="269" y="976"/>
                    </a:lnTo>
                    <a:lnTo>
                      <a:pt x="338" y="878"/>
                    </a:lnTo>
                    <a:lnTo>
                      <a:pt x="411" y="783"/>
                    </a:lnTo>
                    <a:lnTo>
                      <a:pt x="487" y="691"/>
                    </a:lnTo>
                    <a:lnTo>
                      <a:pt x="566" y="603"/>
                    </a:lnTo>
                    <a:lnTo>
                      <a:pt x="648" y="516"/>
                    </a:lnTo>
                    <a:lnTo>
                      <a:pt x="734" y="434"/>
                    </a:lnTo>
                    <a:lnTo>
                      <a:pt x="823" y="355"/>
                    </a:lnTo>
                    <a:lnTo>
                      <a:pt x="915" y="279"/>
                    </a:lnTo>
                    <a:lnTo>
                      <a:pt x="1011" y="206"/>
                    </a:lnTo>
                    <a:lnTo>
                      <a:pt x="1088" y="151"/>
                    </a:lnTo>
                    <a:lnTo>
                      <a:pt x="1168" y="98"/>
                    </a:lnTo>
                    <a:lnTo>
                      <a:pt x="1248" y="48"/>
                    </a:lnTo>
                    <a:lnTo>
                      <a:pt x="1331" y="0"/>
                    </a:lnTo>
                    <a:lnTo>
                      <a:pt x="1317" y="8"/>
                    </a:lnTo>
                    <a:lnTo>
                      <a:pt x="1301" y="17"/>
                    </a:lnTo>
                    <a:lnTo>
                      <a:pt x="1284" y="28"/>
                    </a:lnTo>
                    <a:lnTo>
                      <a:pt x="1263" y="40"/>
                    </a:lnTo>
                    <a:lnTo>
                      <a:pt x="1241" y="55"/>
                    </a:lnTo>
                    <a:lnTo>
                      <a:pt x="1218" y="70"/>
                    </a:lnTo>
                    <a:lnTo>
                      <a:pt x="1193" y="89"/>
                    </a:lnTo>
                    <a:lnTo>
                      <a:pt x="1166" y="107"/>
                    </a:lnTo>
                    <a:lnTo>
                      <a:pt x="1139" y="129"/>
                    </a:lnTo>
                    <a:lnTo>
                      <a:pt x="1110" y="152"/>
                    </a:lnTo>
                    <a:lnTo>
                      <a:pt x="1080" y="176"/>
                    </a:lnTo>
                    <a:lnTo>
                      <a:pt x="1050" y="204"/>
                    </a:lnTo>
                    <a:lnTo>
                      <a:pt x="1020" y="233"/>
                    </a:lnTo>
                    <a:lnTo>
                      <a:pt x="989" y="264"/>
                    </a:lnTo>
                    <a:lnTo>
                      <a:pt x="958" y="296"/>
                    </a:lnTo>
                    <a:lnTo>
                      <a:pt x="927" y="332"/>
                    </a:lnTo>
                    <a:lnTo>
                      <a:pt x="872" y="402"/>
                    </a:lnTo>
                    <a:lnTo>
                      <a:pt x="820" y="476"/>
                    </a:lnTo>
                    <a:lnTo>
                      <a:pt x="771" y="551"/>
                    </a:lnTo>
                    <a:lnTo>
                      <a:pt x="725" y="628"/>
                    </a:lnTo>
                    <a:lnTo>
                      <a:pt x="635" y="782"/>
                    </a:lnTo>
                    <a:lnTo>
                      <a:pt x="589" y="858"/>
                    </a:lnTo>
                    <a:lnTo>
                      <a:pt x="541" y="933"/>
                    </a:lnTo>
                    <a:close/>
                  </a:path>
                </a:pathLst>
              </a:custGeom>
              <a:solidFill>
                <a:srgbClr val="0053a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90" name="Freeform 112"/>
              <p:cNvSpPr/>
              <p:nvPr/>
            </p:nvSpPr>
            <p:spPr>
              <a:xfrm>
                <a:off x="3937320" y="2136960"/>
                <a:ext cx="1568880" cy="1562400"/>
              </a:xfrm>
              <a:custGeom>
                <a:avLst/>
                <a:gdLst>
                  <a:gd name="textAreaLeft" fmla="*/ 0 w 1568880"/>
                  <a:gd name="textAreaRight" fmla="*/ 1569240 w 1568880"/>
                  <a:gd name="textAreaTop" fmla="*/ 0 h 1562400"/>
                  <a:gd name="textAreaBottom" fmla="*/ 1562760 h 1562400"/>
                </a:gdLst>
                <a:ahLst/>
                <a:rect l="textAreaLeft" t="textAreaTop" r="textAreaRight" b="textAreaBottom"/>
                <a:pathLst>
                  <a:path w="2766" h="2754">
                    <a:moveTo>
                      <a:pt x="2489" y="921"/>
                    </a:moveTo>
                    <a:lnTo>
                      <a:pt x="2523" y="975"/>
                    </a:lnTo>
                    <a:lnTo>
                      <a:pt x="2555" y="1031"/>
                    </a:lnTo>
                    <a:lnTo>
                      <a:pt x="2584" y="1084"/>
                    </a:lnTo>
                    <a:lnTo>
                      <a:pt x="2611" y="1138"/>
                    </a:lnTo>
                    <a:lnTo>
                      <a:pt x="2636" y="1191"/>
                    </a:lnTo>
                    <a:lnTo>
                      <a:pt x="2658" y="1244"/>
                    </a:lnTo>
                    <a:lnTo>
                      <a:pt x="2678" y="1296"/>
                    </a:lnTo>
                    <a:lnTo>
                      <a:pt x="2696" y="1347"/>
                    </a:lnTo>
                    <a:lnTo>
                      <a:pt x="2711" y="1398"/>
                    </a:lnTo>
                    <a:lnTo>
                      <a:pt x="2725" y="1449"/>
                    </a:lnTo>
                    <a:lnTo>
                      <a:pt x="2737" y="1498"/>
                    </a:lnTo>
                    <a:lnTo>
                      <a:pt x="2747" y="1548"/>
                    </a:lnTo>
                    <a:lnTo>
                      <a:pt x="2754" y="1596"/>
                    </a:lnTo>
                    <a:lnTo>
                      <a:pt x="2761" y="1644"/>
                    </a:lnTo>
                    <a:lnTo>
                      <a:pt x="2764" y="1690"/>
                    </a:lnTo>
                    <a:lnTo>
                      <a:pt x="2766" y="1736"/>
                    </a:lnTo>
                    <a:lnTo>
                      <a:pt x="2766" y="1779"/>
                    </a:lnTo>
                    <a:lnTo>
                      <a:pt x="2765" y="1823"/>
                    </a:lnTo>
                    <a:lnTo>
                      <a:pt x="2763" y="1866"/>
                    </a:lnTo>
                    <a:lnTo>
                      <a:pt x="2758" y="1907"/>
                    </a:lnTo>
                    <a:lnTo>
                      <a:pt x="2753" y="1948"/>
                    </a:lnTo>
                    <a:lnTo>
                      <a:pt x="2745" y="1987"/>
                    </a:lnTo>
                    <a:lnTo>
                      <a:pt x="2737" y="2025"/>
                    </a:lnTo>
                    <a:lnTo>
                      <a:pt x="2726" y="2062"/>
                    </a:lnTo>
                    <a:lnTo>
                      <a:pt x="2715" y="2097"/>
                    </a:lnTo>
                    <a:lnTo>
                      <a:pt x="2702" y="2131"/>
                    </a:lnTo>
                    <a:lnTo>
                      <a:pt x="2687" y="2164"/>
                    </a:lnTo>
                    <a:lnTo>
                      <a:pt x="2672" y="2195"/>
                    </a:lnTo>
                    <a:lnTo>
                      <a:pt x="2656" y="2225"/>
                    </a:lnTo>
                    <a:lnTo>
                      <a:pt x="2639" y="2253"/>
                    </a:lnTo>
                    <a:lnTo>
                      <a:pt x="2620" y="2279"/>
                    </a:lnTo>
                    <a:lnTo>
                      <a:pt x="2601" y="2305"/>
                    </a:lnTo>
                    <a:lnTo>
                      <a:pt x="2567" y="2342"/>
                    </a:lnTo>
                    <a:lnTo>
                      <a:pt x="2530" y="2377"/>
                    </a:lnTo>
                    <a:lnTo>
                      <a:pt x="2489" y="2411"/>
                    </a:lnTo>
                    <a:lnTo>
                      <a:pt x="2445" y="2442"/>
                    </a:lnTo>
                    <a:lnTo>
                      <a:pt x="2397" y="2472"/>
                    </a:lnTo>
                    <a:lnTo>
                      <a:pt x="2347" y="2499"/>
                    </a:lnTo>
                    <a:lnTo>
                      <a:pt x="2294" y="2526"/>
                    </a:lnTo>
                    <a:lnTo>
                      <a:pt x="2239" y="2550"/>
                    </a:lnTo>
                    <a:lnTo>
                      <a:pt x="2182" y="2573"/>
                    </a:lnTo>
                    <a:lnTo>
                      <a:pt x="2124" y="2595"/>
                    </a:lnTo>
                    <a:lnTo>
                      <a:pt x="2064" y="2615"/>
                    </a:lnTo>
                    <a:lnTo>
                      <a:pt x="2003" y="2633"/>
                    </a:lnTo>
                    <a:lnTo>
                      <a:pt x="1878" y="2665"/>
                    </a:lnTo>
                    <a:lnTo>
                      <a:pt x="1753" y="2693"/>
                    </a:lnTo>
                    <a:lnTo>
                      <a:pt x="1630" y="2715"/>
                    </a:lnTo>
                    <a:lnTo>
                      <a:pt x="1509" y="2731"/>
                    </a:lnTo>
                    <a:lnTo>
                      <a:pt x="1451" y="2738"/>
                    </a:lnTo>
                    <a:lnTo>
                      <a:pt x="1395" y="2743"/>
                    </a:lnTo>
                    <a:lnTo>
                      <a:pt x="1339" y="2747"/>
                    </a:lnTo>
                    <a:lnTo>
                      <a:pt x="1287" y="2751"/>
                    </a:lnTo>
                    <a:lnTo>
                      <a:pt x="1238" y="2753"/>
                    </a:lnTo>
                    <a:lnTo>
                      <a:pt x="1192" y="2754"/>
                    </a:lnTo>
                    <a:lnTo>
                      <a:pt x="1109" y="2754"/>
                    </a:lnTo>
                    <a:lnTo>
                      <a:pt x="1072" y="2753"/>
                    </a:lnTo>
                    <a:lnTo>
                      <a:pt x="1040" y="2751"/>
                    </a:lnTo>
                    <a:lnTo>
                      <a:pt x="1012" y="2747"/>
                    </a:lnTo>
                    <a:lnTo>
                      <a:pt x="989" y="2744"/>
                    </a:lnTo>
                    <a:lnTo>
                      <a:pt x="926" y="2730"/>
                    </a:lnTo>
                    <a:lnTo>
                      <a:pt x="865" y="2714"/>
                    </a:lnTo>
                    <a:lnTo>
                      <a:pt x="807" y="2694"/>
                    </a:lnTo>
                    <a:lnTo>
                      <a:pt x="751" y="2673"/>
                    </a:lnTo>
                    <a:lnTo>
                      <a:pt x="698" y="2650"/>
                    </a:lnTo>
                    <a:lnTo>
                      <a:pt x="647" y="2625"/>
                    </a:lnTo>
                    <a:lnTo>
                      <a:pt x="597" y="2599"/>
                    </a:lnTo>
                    <a:lnTo>
                      <a:pt x="551" y="2570"/>
                    </a:lnTo>
                    <a:lnTo>
                      <a:pt x="506" y="2540"/>
                    </a:lnTo>
                    <a:lnTo>
                      <a:pt x="465" y="2509"/>
                    </a:lnTo>
                    <a:lnTo>
                      <a:pt x="425" y="2476"/>
                    </a:lnTo>
                    <a:lnTo>
                      <a:pt x="387" y="2443"/>
                    </a:lnTo>
                    <a:lnTo>
                      <a:pt x="351" y="2410"/>
                    </a:lnTo>
                    <a:lnTo>
                      <a:pt x="318" y="2375"/>
                    </a:lnTo>
                    <a:lnTo>
                      <a:pt x="286" y="2340"/>
                    </a:lnTo>
                    <a:lnTo>
                      <a:pt x="257" y="2306"/>
                    </a:lnTo>
                    <a:lnTo>
                      <a:pt x="229" y="2270"/>
                    </a:lnTo>
                    <a:lnTo>
                      <a:pt x="202" y="2236"/>
                    </a:lnTo>
                    <a:lnTo>
                      <a:pt x="178" y="2201"/>
                    </a:lnTo>
                    <a:lnTo>
                      <a:pt x="156" y="2167"/>
                    </a:lnTo>
                    <a:lnTo>
                      <a:pt x="136" y="2133"/>
                    </a:lnTo>
                    <a:lnTo>
                      <a:pt x="117" y="2101"/>
                    </a:lnTo>
                    <a:lnTo>
                      <a:pt x="100" y="2069"/>
                    </a:lnTo>
                    <a:lnTo>
                      <a:pt x="84" y="2038"/>
                    </a:lnTo>
                    <a:lnTo>
                      <a:pt x="70" y="2009"/>
                    </a:lnTo>
                    <a:lnTo>
                      <a:pt x="58" y="1980"/>
                    </a:lnTo>
                    <a:lnTo>
                      <a:pt x="48" y="1953"/>
                    </a:lnTo>
                    <a:lnTo>
                      <a:pt x="39" y="1929"/>
                    </a:lnTo>
                    <a:lnTo>
                      <a:pt x="31" y="1906"/>
                    </a:lnTo>
                    <a:lnTo>
                      <a:pt x="24" y="1887"/>
                    </a:lnTo>
                    <a:lnTo>
                      <a:pt x="19" y="1868"/>
                    </a:lnTo>
                    <a:lnTo>
                      <a:pt x="16" y="1852"/>
                    </a:lnTo>
                    <a:lnTo>
                      <a:pt x="10" y="1815"/>
                    </a:lnTo>
                    <a:lnTo>
                      <a:pt x="5" y="1775"/>
                    </a:lnTo>
                    <a:lnTo>
                      <a:pt x="2" y="1731"/>
                    </a:lnTo>
                    <a:lnTo>
                      <a:pt x="0" y="1684"/>
                    </a:lnTo>
                    <a:lnTo>
                      <a:pt x="0" y="1633"/>
                    </a:lnTo>
                    <a:lnTo>
                      <a:pt x="1" y="1580"/>
                    </a:lnTo>
                    <a:lnTo>
                      <a:pt x="3" y="1525"/>
                    </a:lnTo>
                    <a:lnTo>
                      <a:pt x="7" y="1468"/>
                    </a:lnTo>
                    <a:lnTo>
                      <a:pt x="11" y="1408"/>
                    </a:lnTo>
                    <a:lnTo>
                      <a:pt x="18" y="1347"/>
                    </a:lnTo>
                    <a:lnTo>
                      <a:pt x="26" y="1285"/>
                    </a:lnTo>
                    <a:lnTo>
                      <a:pt x="35" y="1222"/>
                    </a:lnTo>
                    <a:lnTo>
                      <a:pt x="57" y="1093"/>
                    </a:lnTo>
                    <a:lnTo>
                      <a:pt x="84" y="964"/>
                    </a:lnTo>
                    <a:lnTo>
                      <a:pt x="116" y="835"/>
                    </a:lnTo>
                    <a:lnTo>
                      <a:pt x="154" y="710"/>
                    </a:lnTo>
                    <a:lnTo>
                      <a:pt x="174" y="649"/>
                    </a:lnTo>
                    <a:lnTo>
                      <a:pt x="195" y="591"/>
                    </a:lnTo>
                    <a:lnTo>
                      <a:pt x="218" y="534"/>
                    </a:lnTo>
                    <a:lnTo>
                      <a:pt x="243" y="479"/>
                    </a:lnTo>
                    <a:lnTo>
                      <a:pt x="268" y="427"/>
                    </a:lnTo>
                    <a:lnTo>
                      <a:pt x="295" y="377"/>
                    </a:lnTo>
                    <a:lnTo>
                      <a:pt x="322" y="331"/>
                    </a:lnTo>
                    <a:lnTo>
                      <a:pt x="351" y="288"/>
                    </a:lnTo>
                    <a:lnTo>
                      <a:pt x="381" y="248"/>
                    </a:lnTo>
                    <a:lnTo>
                      <a:pt x="411" y="213"/>
                    </a:lnTo>
                    <a:lnTo>
                      <a:pt x="443" y="182"/>
                    </a:lnTo>
                    <a:lnTo>
                      <a:pt x="477" y="154"/>
                    </a:lnTo>
                    <a:lnTo>
                      <a:pt x="527" y="119"/>
                    </a:lnTo>
                    <a:lnTo>
                      <a:pt x="580" y="89"/>
                    </a:lnTo>
                    <a:lnTo>
                      <a:pt x="635" y="64"/>
                    </a:lnTo>
                    <a:lnTo>
                      <a:pt x="693" y="43"/>
                    </a:lnTo>
                    <a:lnTo>
                      <a:pt x="753" y="26"/>
                    </a:lnTo>
                    <a:lnTo>
                      <a:pt x="814" y="13"/>
                    </a:lnTo>
                    <a:lnTo>
                      <a:pt x="877" y="5"/>
                    </a:lnTo>
                    <a:lnTo>
                      <a:pt x="942" y="0"/>
                    </a:lnTo>
                    <a:lnTo>
                      <a:pt x="1008" y="0"/>
                    </a:lnTo>
                    <a:lnTo>
                      <a:pt x="1074" y="2"/>
                    </a:lnTo>
                    <a:lnTo>
                      <a:pt x="1142" y="9"/>
                    </a:lnTo>
                    <a:lnTo>
                      <a:pt x="1210" y="20"/>
                    </a:lnTo>
                    <a:lnTo>
                      <a:pt x="1279" y="34"/>
                    </a:lnTo>
                    <a:lnTo>
                      <a:pt x="1350" y="53"/>
                    </a:lnTo>
                    <a:lnTo>
                      <a:pt x="1420" y="73"/>
                    </a:lnTo>
                    <a:lnTo>
                      <a:pt x="1490" y="99"/>
                    </a:lnTo>
                    <a:lnTo>
                      <a:pt x="1559" y="127"/>
                    </a:lnTo>
                    <a:lnTo>
                      <a:pt x="1630" y="159"/>
                    </a:lnTo>
                    <a:lnTo>
                      <a:pt x="1699" y="194"/>
                    </a:lnTo>
                    <a:lnTo>
                      <a:pt x="1768" y="232"/>
                    </a:lnTo>
                    <a:lnTo>
                      <a:pt x="1836" y="274"/>
                    </a:lnTo>
                    <a:lnTo>
                      <a:pt x="1903" y="319"/>
                    </a:lnTo>
                    <a:lnTo>
                      <a:pt x="1969" y="366"/>
                    </a:lnTo>
                    <a:lnTo>
                      <a:pt x="2034" y="417"/>
                    </a:lnTo>
                    <a:lnTo>
                      <a:pt x="2097" y="471"/>
                    </a:lnTo>
                    <a:lnTo>
                      <a:pt x="2159" y="527"/>
                    </a:lnTo>
                    <a:lnTo>
                      <a:pt x="2219" y="586"/>
                    </a:lnTo>
                    <a:lnTo>
                      <a:pt x="2278" y="648"/>
                    </a:lnTo>
                    <a:lnTo>
                      <a:pt x="2335" y="713"/>
                    </a:lnTo>
                    <a:lnTo>
                      <a:pt x="2389" y="779"/>
                    </a:lnTo>
                    <a:lnTo>
                      <a:pt x="2439" y="849"/>
                    </a:lnTo>
                    <a:lnTo>
                      <a:pt x="2489" y="921"/>
                    </a:lnTo>
                    <a:close/>
                  </a:path>
                </a:pathLst>
              </a:custGeom>
              <a:solidFill>
                <a:srgbClr val="00d42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91" name="Freeform 113"/>
              <p:cNvSpPr/>
              <p:nvPr/>
            </p:nvSpPr>
            <p:spPr>
              <a:xfrm>
                <a:off x="2476800" y="3867480"/>
                <a:ext cx="1441800" cy="1395360"/>
              </a:xfrm>
              <a:custGeom>
                <a:avLst/>
                <a:gdLst>
                  <a:gd name="textAreaLeft" fmla="*/ 0 w 1441800"/>
                  <a:gd name="textAreaRight" fmla="*/ 1442160 w 1441800"/>
                  <a:gd name="textAreaTop" fmla="*/ 0 h 1395360"/>
                  <a:gd name="textAreaBottom" fmla="*/ 1395720 h 1395360"/>
                </a:gdLst>
                <a:ahLst/>
                <a:rect l="textAreaLeft" t="textAreaTop" r="textAreaRight" b="textAreaBottom"/>
                <a:pathLst>
                  <a:path w="2543" h="2461">
                    <a:moveTo>
                      <a:pt x="2541" y="1198"/>
                    </a:moveTo>
                    <a:lnTo>
                      <a:pt x="2539" y="1235"/>
                    </a:lnTo>
                    <a:lnTo>
                      <a:pt x="2536" y="1270"/>
                    </a:lnTo>
                    <a:lnTo>
                      <a:pt x="2531" y="1302"/>
                    </a:lnTo>
                    <a:lnTo>
                      <a:pt x="2525" y="1332"/>
                    </a:lnTo>
                    <a:lnTo>
                      <a:pt x="2519" y="1361"/>
                    </a:lnTo>
                    <a:lnTo>
                      <a:pt x="2513" y="1386"/>
                    </a:lnTo>
                    <a:lnTo>
                      <a:pt x="2506" y="1410"/>
                    </a:lnTo>
                    <a:lnTo>
                      <a:pt x="2498" y="1432"/>
                    </a:lnTo>
                    <a:lnTo>
                      <a:pt x="2490" y="1452"/>
                    </a:lnTo>
                    <a:lnTo>
                      <a:pt x="2483" y="1470"/>
                    </a:lnTo>
                    <a:lnTo>
                      <a:pt x="2475" y="1486"/>
                    </a:lnTo>
                    <a:lnTo>
                      <a:pt x="2467" y="1500"/>
                    </a:lnTo>
                    <a:lnTo>
                      <a:pt x="2460" y="1513"/>
                    </a:lnTo>
                    <a:lnTo>
                      <a:pt x="2453" y="1523"/>
                    </a:lnTo>
                    <a:lnTo>
                      <a:pt x="2447" y="1532"/>
                    </a:lnTo>
                    <a:lnTo>
                      <a:pt x="2441" y="1539"/>
                    </a:lnTo>
                    <a:lnTo>
                      <a:pt x="2412" y="1576"/>
                    </a:lnTo>
                    <a:lnTo>
                      <a:pt x="2380" y="1615"/>
                    </a:lnTo>
                    <a:lnTo>
                      <a:pt x="2343" y="1657"/>
                    </a:lnTo>
                    <a:lnTo>
                      <a:pt x="2301" y="1697"/>
                    </a:lnTo>
                    <a:lnTo>
                      <a:pt x="2276" y="1718"/>
                    </a:lnTo>
                    <a:lnTo>
                      <a:pt x="2251" y="1739"/>
                    </a:lnTo>
                    <a:lnTo>
                      <a:pt x="2225" y="1758"/>
                    </a:lnTo>
                    <a:lnTo>
                      <a:pt x="2196" y="1777"/>
                    </a:lnTo>
                    <a:lnTo>
                      <a:pt x="2165" y="1796"/>
                    </a:lnTo>
                    <a:lnTo>
                      <a:pt x="2131" y="1813"/>
                    </a:lnTo>
                    <a:lnTo>
                      <a:pt x="2096" y="1831"/>
                    </a:lnTo>
                    <a:lnTo>
                      <a:pt x="2058" y="1847"/>
                    </a:lnTo>
                    <a:lnTo>
                      <a:pt x="2012" y="1863"/>
                    </a:lnTo>
                    <a:lnTo>
                      <a:pt x="1965" y="1877"/>
                    </a:lnTo>
                    <a:lnTo>
                      <a:pt x="1918" y="1891"/>
                    </a:lnTo>
                    <a:lnTo>
                      <a:pt x="1871" y="1903"/>
                    </a:lnTo>
                    <a:lnTo>
                      <a:pt x="1825" y="1918"/>
                    </a:lnTo>
                    <a:lnTo>
                      <a:pt x="1780" y="1937"/>
                    </a:lnTo>
                    <a:lnTo>
                      <a:pt x="1736" y="1959"/>
                    </a:lnTo>
                    <a:lnTo>
                      <a:pt x="1715" y="1971"/>
                    </a:lnTo>
                    <a:lnTo>
                      <a:pt x="1695" y="1986"/>
                    </a:lnTo>
                    <a:lnTo>
                      <a:pt x="1681" y="1998"/>
                    </a:lnTo>
                    <a:lnTo>
                      <a:pt x="1669" y="2009"/>
                    </a:lnTo>
                    <a:lnTo>
                      <a:pt x="1660" y="2022"/>
                    </a:lnTo>
                    <a:lnTo>
                      <a:pt x="1652" y="2035"/>
                    </a:lnTo>
                    <a:lnTo>
                      <a:pt x="1642" y="2060"/>
                    </a:lnTo>
                    <a:lnTo>
                      <a:pt x="1637" y="2085"/>
                    </a:lnTo>
                    <a:lnTo>
                      <a:pt x="1637" y="2113"/>
                    </a:lnTo>
                    <a:lnTo>
                      <a:pt x="1642" y="2139"/>
                    </a:lnTo>
                    <a:lnTo>
                      <a:pt x="1657" y="2196"/>
                    </a:lnTo>
                    <a:lnTo>
                      <a:pt x="1673" y="2251"/>
                    </a:lnTo>
                    <a:lnTo>
                      <a:pt x="1680" y="2279"/>
                    </a:lnTo>
                    <a:lnTo>
                      <a:pt x="1683" y="2306"/>
                    </a:lnTo>
                    <a:lnTo>
                      <a:pt x="1682" y="2334"/>
                    </a:lnTo>
                    <a:lnTo>
                      <a:pt x="1677" y="2359"/>
                    </a:lnTo>
                    <a:lnTo>
                      <a:pt x="1672" y="2373"/>
                    </a:lnTo>
                    <a:lnTo>
                      <a:pt x="1665" y="2386"/>
                    </a:lnTo>
                    <a:lnTo>
                      <a:pt x="1657" y="2397"/>
                    </a:lnTo>
                    <a:lnTo>
                      <a:pt x="1646" y="2410"/>
                    </a:lnTo>
                    <a:lnTo>
                      <a:pt x="1631" y="2424"/>
                    </a:lnTo>
                    <a:lnTo>
                      <a:pt x="1613" y="2437"/>
                    </a:lnTo>
                    <a:lnTo>
                      <a:pt x="1593" y="2446"/>
                    </a:lnTo>
                    <a:lnTo>
                      <a:pt x="1574" y="2453"/>
                    </a:lnTo>
                    <a:lnTo>
                      <a:pt x="1546" y="2459"/>
                    </a:lnTo>
                    <a:lnTo>
                      <a:pt x="1517" y="2461"/>
                    </a:lnTo>
                    <a:lnTo>
                      <a:pt x="1486" y="2461"/>
                    </a:lnTo>
                    <a:lnTo>
                      <a:pt x="1454" y="2460"/>
                    </a:lnTo>
                    <a:lnTo>
                      <a:pt x="1421" y="2455"/>
                    </a:lnTo>
                    <a:lnTo>
                      <a:pt x="1386" y="2448"/>
                    </a:lnTo>
                    <a:lnTo>
                      <a:pt x="1350" y="2440"/>
                    </a:lnTo>
                    <a:lnTo>
                      <a:pt x="1313" y="2429"/>
                    </a:lnTo>
                    <a:lnTo>
                      <a:pt x="1275" y="2416"/>
                    </a:lnTo>
                    <a:lnTo>
                      <a:pt x="1237" y="2401"/>
                    </a:lnTo>
                    <a:lnTo>
                      <a:pt x="1198" y="2385"/>
                    </a:lnTo>
                    <a:lnTo>
                      <a:pt x="1158" y="2366"/>
                    </a:lnTo>
                    <a:lnTo>
                      <a:pt x="1075" y="2325"/>
                    </a:lnTo>
                    <a:lnTo>
                      <a:pt x="992" y="2277"/>
                    </a:lnTo>
                    <a:lnTo>
                      <a:pt x="908" y="2224"/>
                    </a:lnTo>
                    <a:lnTo>
                      <a:pt x="823" y="2165"/>
                    </a:lnTo>
                    <a:lnTo>
                      <a:pt x="739" y="2103"/>
                    </a:lnTo>
                    <a:lnTo>
                      <a:pt x="656" y="2036"/>
                    </a:lnTo>
                    <a:lnTo>
                      <a:pt x="575" y="1967"/>
                    </a:lnTo>
                    <a:lnTo>
                      <a:pt x="498" y="1895"/>
                    </a:lnTo>
                    <a:lnTo>
                      <a:pt x="424" y="1823"/>
                    </a:lnTo>
                    <a:lnTo>
                      <a:pt x="354" y="1748"/>
                    </a:lnTo>
                    <a:lnTo>
                      <a:pt x="323" y="1713"/>
                    </a:lnTo>
                    <a:lnTo>
                      <a:pt x="292" y="1676"/>
                    </a:lnTo>
                    <a:lnTo>
                      <a:pt x="228" y="1598"/>
                    </a:lnTo>
                    <a:lnTo>
                      <a:pt x="167" y="1515"/>
                    </a:lnTo>
                    <a:lnTo>
                      <a:pt x="140" y="1471"/>
                    </a:lnTo>
                    <a:lnTo>
                      <a:pt x="113" y="1429"/>
                    </a:lnTo>
                    <a:lnTo>
                      <a:pt x="88" y="1384"/>
                    </a:lnTo>
                    <a:lnTo>
                      <a:pt x="66" y="1340"/>
                    </a:lnTo>
                    <a:lnTo>
                      <a:pt x="46" y="1295"/>
                    </a:lnTo>
                    <a:lnTo>
                      <a:pt x="29" y="1251"/>
                    </a:lnTo>
                    <a:lnTo>
                      <a:pt x="16" y="1207"/>
                    </a:lnTo>
                    <a:lnTo>
                      <a:pt x="7" y="1164"/>
                    </a:lnTo>
                    <a:lnTo>
                      <a:pt x="1" y="1121"/>
                    </a:lnTo>
                    <a:lnTo>
                      <a:pt x="0" y="1078"/>
                    </a:lnTo>
                    <a:lnTo>
                      <a:pt x="1" y="1061"/>
                    </a:lnTo>
                    <a:lnTo>
                      <a:pt x="5" y="1045"/>
                    </a:lnTo>
                    <a:lnTo>
                      <a:pt x="8" y="1031"/>
                    </a:lnTo>
                    <a:lnTo>
                      <a:pt x="14" y="1020"/>
                    </a:lnTo>
                    <a:lnTo>
                      <a:pt x="21" y="1008"/>
                    </a:lnTo>
                    <a:lnTo>
                      <a:pt x="29" y="999"/>
                    </a:lnTo>
                    <a:lnTo>
                      <a:pt x="48" y="984"/>
                    </a:lnTo>
                    <a:lnTo>
                      <a:pt x="69" y="974"/>
                    </a:lnTo>
                    <a:lnTo>
                      <a:pt x="95" y="967"/>
                    </a:lnTo>
                    <a:lnTo>
                      <a:pt x="122" y="962"/>
                    </a:lnTo>
                    <a:lnTo>
                      <a:pt x="152" y="960"/>
                    </a:lnTo>
                    <a:lnTo>
                      <a:pt x="182" y="959"/>
                    </a:lnTo>
                    <a:lnTo>
                      <a:pt x="213" y="957"/>
                    </a:lnTo>
                    <a:lnTo>
                      <a:pt x="276" y="954"/>
                    </a:lnTo>
                    <a:lnTo>
                      <a:pt x="306" y="949"/>
                    </a:lnTo>
                    <a:lnTo>
                      <a:pt x="333" y="942"/>
                    </a:lnTo>
                    <a:lnTo>
                      <a:pt x="359" y="931"/>
                    </a:lnTo>
                    <a:lnTo>
                      <a:pt x="380" y="916"/>
                    </a:lnTo>
                    <a:lnTo>
                      <a:pt x="382" y="915"/>
                    </a:lnTo>
                    <a:lnTo>
                      <a:pt x="384" y="913"/>
                    </a:lnTo>
                    <a:lnTo>
                      <a:pt x="386" y="908"/>
                    </a:lnTo>
                    <a:lnTo>
                      <a:pt x="391" y="902"/>
                    </a:lnTo>
                    <a:lnTo>
                      <a:pt x="397" y="895"/>
                    </a:lnTo>
                    <a:lnTo>
                      <a:pt x="402" y="886"/>
                    </a:lnTo>
                    <a:lnTo>
                      <a:pt x="408" y="876"/>
                    </a:lnTo>
                    <a:lnTo>
                      <a:pt x="415" y="863"/>
                    </a:lnTo>
                    <a:lnTo>
                      <a:pt x="422" y="849"/>
                    </a:lnTo>
                    <a:lnTo>
                      <a:pt x="428" y="833"/>
                    </a:lnTo>
                    <a:lnTo>
                      <a:pt x="435" y="815"/>
                    </a:lnTo>
                    <a:lnTo>
                      <a:pt x="439" y="795"/>
                    </a:lnTo>
                    <a:lnTo>
                      <a:pt x="445" y="774"/>
                    </a:lnTo>
                    <a:lnTo>
                      <a:pt x="452" y="726"/>
                    </a:lnTo>
                    <a:lnTo>
                      <a:pt x="453" y="698"/>
                    </a:lnTo>
                    <a:lnTo>
                      <a:pt x="453" y="692"/>
                    </a:lnTo>
                    <a:lnTo>
                      <a:pt x="454" y="681"/>
                    </a:lnTo>
                    <a:lnTo>
                      <a:pt x="456" y="665"/>
                    </a:lnTo>
                    <a:lnTo>
                      <a:pt x="460" y="643"/>
                    </a:lnTo>
                    <a:lnTo>
                      <a:pt x="464" y="616"/>
                    </a:lnTo>
                    <a:lnTo>
                      <a:pt x="473" y="585"/>
                    </a:lnTo>
                    <a:lnTo>
                      <a:pt x="483" y="551"/>
                    </a:lnTo>
                    <a:lnTo>
                      <a:pt x="497" y="514"/>
                    </a:lnTo>
                    <a:lnTo>
                      <a:pt x="514" y="474"/>
                    </a:lnTo>
                    <a:lnTo>
                      <a:pt x="535" y="431"/>
                    </a:lnTo>
                    <a:lnTo>
                      <a:pt x="560" y="387"/>
                    </a:lnTo>
                    <a:lnTo>
                      <a:pt x="590" y="341"/>
                    </a:lnTo>
                    <a:lnTo>
                      <a:pt x="626" y="295"/>
                    </a:lnTo>
                    <a:lnTo>
                      <a:pt x="666" y="248"/>
                    </a:lnTo>
                    <a:lnTo>
                      <a:pt x="713" y="201"/>
                    </a:lnTo>
                    <a:lnTo>
                      <a:pt x="739" y="178"/>
                    </a:lnTo>
                    <a:lnTo>
                      <a:pt x="766" y="154"/>
                    </a:lnTo>
                    <a:lnTo>
                      <a:pt x="814" y="120"/>
                    </a:lnTo>
                    <a:lnTo>
                      <a:pt x="863" y="90"/>
                    </a:lnTo>
                    <a:lnTo>
                      <a:pt x="914" y="66"/>
                    </a:lnTo>
                    <a:lnTo>
                      <a:pt x="966" y="45"/>
                    </a:lnTo>
                    <a:lnTo>
                      <a:pt x="1019" y="30"/>
                    </a:lnTo>
                    <a:lnTo>
                      <a:pt x="1070" y="17"/>
                    </a:lnTo>
                    <a:lnTo>
                      <a:pt x="1122" y="9"/>
                    </a:lnTo>
                    <a:lnTo>
                      <a:pt x="1174" y="4"/>
                    </a:lnTo>
                    <a:lnTo>
                      <a:pt x="1224" y="0"/>
                    </a:lnTo>
                    <a:lnTo>
                      <a:pt x="1316" y="0"/>
                    </a:lnTo>
                    <a:lnTo>
                      <a:pt x="1357" y="2"/>
                    </a:lnTo>
                    <a:lnTo>
                      <a:pt x="1396" y="6"/>
                    </a:lnTo>
                    <a:lnTo>
                      <a:pt x="1431" y="9"/>
                    </a:lnTo>
                    <a:lnTo>
                      <a:pt x="1461" y="13"/>
                    </a:lnTo>
                    <a:lnTo>
                      <a:pt x="1485" y="16"/>
                    </a:lnTo>
                    <a:lnTo>
                      <a:pt x="1498" y="19"/>
                    </a:lnTo>
                    <a:lnTo>
                      <a:pt x="1516" y="21"/>
                    </a:lnTo>
                    <a:lnTo>
                      <a:pt x="1538" y="24"/>
                    </a:lnTo>
                    <a:lnTo>
                      <a:pt x="1565" y="30"/>
                    </a:lnTo>
                    <a:lnTo>
                      <a:pt x="1595" y="36"/>
                    </a:lnTo>
                    <a:lnTo>
                      <a:pt x="1628" y="44"/>
                    </a:lnTo>
                    <a:lnTo>
                      <a:pt x="1665" y="53"/>
                    </a:lnTo>
                    <a:lnTo>
                      <a:pt x="1704" y="65"/>
                    </a:lnTo>
                    <a:lnTo>
                      <a:pt x="1745" y="78"/>
                    </a:lnTo>
                    <a:lnTo>
                      <a:pt x="1789" y="93"/>
                    </a:lnTo>
                    <a:lnTo>
                      <a:pt x="1834" y="111"/>
                    </a:lnTo>
                    <a:lnTo>
                      <a:pt x="1880" y="130"/>
                    </a:lnTo>
                    <a:lnTo>
                      <a:pt x="1929" y="152"/>
                    </a:lnTo>
                    <a:lnTo>
                      <a:pt x="1976" y="176"/>
                    </a:lnTo>
                    <a:lnTo>
                      <a:pt x="2024" y="204"/>
                    </a:lnTo>
                    <a:lnTo>
                      <a:pt x="2073" y="234"/>
                    </a:lnTo>
                    <a:lnTo>
                      <a:pt x="2120" y="267"/>
                    </a:lnTo>
                    <a:lnTo>
                      <a:pt x="2167" y="303"/>
                    </a:lnTo>
                    <a:lnTo>
                      <a:pt x="2213" y="342"/>
                    </a:lnTo>
                    <a:lnTo>
                      <a:pt x="2257" y="385"/>
                    </a:lnTo>
                    <a:lnTo>
                      <a:pt x="2299" y="430"/>
                    </a:lnTo>
                    <a:lnTo>
                      <a:pt x="2339" y="479"/>
                    </a:lnTo>
                    <a:lnTo>
                      <a:pt x="2377" y="532"/>
                    </a:lnTo>
                    <a:lnTo>
                      <a:pt x="2411" y="590"/>
                    </a:lnTo>
                    <a:lnTo>
                      <a:pt x="2442" y="651"/>
                    </a:lnTo>
                    <a:lnTo>
                      <a:pt x="2470" y="716"/>
                    </a:lnTo>
                    <a:lnTo>
                      <a:pt x="2494" y="785"/>
                    </a:lnTo>
                    <a:lnTo>
                      <a:pt x="2514" y="858"/>
                    </a:lnTo>
                    <a:lnTo>
                      <a:pt x="2529" y="937"/>
                    </a:lnTo>
                    <a:lnTo>
                      <a:pt x="2534" y="977"/>
                    </a:lnTo>
                    <a:lnTo>
                      <a:pt x="2538" y="1019"/>
                    </a:lnTo>
                    <a:lnTo>
                      <a:pt x="2541" y="1062"/>
                    </a:lnTo>
                    <a:lnTo>
                      <a:pt x="2543" y="1106"/>
                    </a:lnTo>
                    <a:lnTo>
                      <a:pt x="2543" y="1151"/>
                    </a:lnTo>
                    <a:lnTo>
                      <a:pt x="2541" y="1198"/>
                    </a:lnTo>
                    <a:close/>
                  </a:path>
                </a:pathLst>
              </a:custGeom>
              <a:solidFill>
                <a:srgbClr val="009b6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92" name="Freeform 114"/>
              <p:cNvSpPr/>
              <p:nvPr/>
            </p:nvSpPr>
            <p:spPr>
              <a:xfrm>
                <a:off x="3985920" y="4197600"/>
                <a:ext cx="1614600" cy="1233000"/>
              </a:xfrm>
              <a:custGeom>
                <a:avLst/>
                <a:gdLst>
                  <a:gd name="textAreaLeft" fmla="*/ 0 w 1614600"/>
                  <a:gd name="textAreaRight" fmla="*/ 1614960 w 1614600"/>
                  <a:gd name="textAreaTop" fmla="*/ 0 h 1233000"/>
                  <a:gd name="textAreaBottom" fmla="*/ 1233360 h 1233000"/>
                </a:gdLst>
                <a:ahLst/>
                <a:rect l="textAreaLeft" t="textAreaTop" r="textAreaRight" b="textAreaBottom"/>
                <a:pathLst>
                  <a:path w="2846" h="2175">
                    <a:moveTo>
                      <a:pt x="0" y="2175"/>
                    </a:moveTo>
                    <a:lnTo>
                      <a:pt x="44" y="2174"/>
                    </a:lnTo>
                    <a:lnTo>
                      <a:pt x="85" y="2171"/>
                    </a:lnTo>
                    <a:lnTo>
                      <a:pt x="126" y="2166"/>
                    </a:lnTo>
                    <a:lnTo>
                      <a:pt x="164" y="2159"/>
                    </a:lnTo>
                    <a:lnTo>
                      <a:pt x="199" y="2148"/>
                    </a:lnTo>
                    <a:lnTo>
                      <a:pt x="234" y="2133"/>
                    </a:lnTo>
                    <a:lnTo>
                      <a:pt x="268" y="2116"/>
                    </a:lnTo>
                    <a:lnTo>
                      <a:pt x="302" y="2093"/>
                    </a:lnTo>
                    <a:lnTo>
                      <a:pt x="312" y="2084"/>
                    </a:lnTo>
                    <a:lnTo>
                      <a:pt x="324" y="2074"/>
                    </a:lnTo>
                    <a:lnTo>
                      <a:pt x="335" y="2062"/>
                    </a:lnTo>
                    <a:lnTo>
                      <a:pt x="347" y="2047"/>
                    </a:lnTo>
                    <a:lnTo>
                      <a:pt x="358" y="2031"/>
                    </a:lnTo>
                    <a:lnTo>
                      <a:pt x="369" y="2014"/>
                    </a:lnTo>
                    <a:lnTo>
                      <a:pt x="379" y="1993"/>
                    </a:lnTo>
                    <a:lnTo>
                      <a:pt x="388" y="1970"/>
                    </a:lnTo>
                    <a:lnTo>
                      <a:pt x="396" y="1945"/>
                    </a:lnTo>
                    <a:lnTo>
                      <a:pt x="403" y="1917"/>
                    </a:lnTo>
                    <a:lnTo>
                      <a:pt x="409" y="1887"/>
                    </a:lnTo>
                    <a:lnTo>
                      <a:pt x="412" y="1854"/>
                    </a:lnTo>
                    <a:lnTo>
                      <a:pt x="414" y="1818"/>
                    </a:lnTo>
                    <a:lnTo>
                      <a:pt x="412" y="1779"/>
                    </a:lnTo>
                    <a:lnTo>
                      <a:pt x="409" y="1736"/>
                    </a:lnTo>
                    <a:lnTo>
                      <a:pt x="402" y="1691"/>
                    </a:lnTo>
                    <a:lnTo>
                      <a:pt x="396" y="1651"/>
                    </a:lnTo>
                    <a:lnTo>
                      <a:pt x="392" y="1609"/>
                    </a:lnTo>
                    <a:lnTo>
                      <a:pt x="391" y="1568"/>
                    </a:lnTo>
                    <a:lnTo>
                      <a:pt x="392" y="1525"/>
                    </a:lnTo>
                    <a:lnTo>
                      <a:pt x="397" y="1483"/>
                    </a:lnTo>
                    <a:lnTo>
                      <a:pt x="405" y="1439"/>
                    </a:lnTo>
                    <a:lnTo>
                      <a:pt x="419" y="1396"/>
                    </a:lnTo>
                    <a:lnTo>
                      <a:pt x="438" y="1352"/>
                    </a:lnTo>
                    <a:lnTo>
                      <a:pt x="463" y="1309"/>
                    </a:lnTo>
                    <a:lnTo>
                      <a:pt x="493" y="1266"/>
                    </a:lnTo>
                    <a:lnTo>
                      <a:pt x="510" y="1244"/>
                    </a:lnTo>
                    <a:lnTo>
                      <a:pt x="530" y="1222"/>
                    </a:lnTo>
                    <a:lnTo>
                      <a:pt x="552" y="1200"/>
                    </a:lnTo>
                    <a:lnTo>
                      <a:pt x="575" y="1180"/>
                    </a:lnTo>
                    <a:lnTo>
                      <a:pt x="600" y="1158"/>
                    </a:lnTo>
                    <a:lnTo>
                      <a:pt x="627" y="1137"/>
                    </a:lnTo>
                    <a:lnTo>
                      <a:pt x="657" y="1115"/>
                    </a:lnTo>
                    <a:lnTo>
                      <a:pt x="688" y="1094"/>
                    </a:lnTo>
                    <a:lnTo>
                      <a:pt x="721" y="1074"/>
                    </a:lnTo>
                    <a:lnTo>
                      <a:pt x="757" y="1053"/>
                    </a:lnTo>
                    <a:lnTo>
                      <a:pt x="796" y="1032"/>
                    </a:lnTo>
                    <a:lnTo>
                      <a:pt x="836" y="1011"/>
                    </a:lnTo>
                    <a:lnTo>
                      <a:pt x="928" y="969"/>
                    </a:lnTo>
                    <a:lnTo>
                      <a:pt x="1022" y="928"/>
                    </a:lnTo>
                    <a:lnTo>
                      <a:pt x="1116" y="890"/>
                    </a:lnTo>
                    <a:lnTo>
                      <a:pt x="1211" y="856"/>
                    </a:lnTo>
                    <a:lnTo>
                      <a:pt x="1402" y="789"/>
                    </a:lnTo>
                    <a:lnTo>
                      <a:pt x="1595" y="726"/>
                    </a:lnTo>
                    <a:lnTo>
                      <a:pt x="1788" y="661"/>
                    </a:lnTo>
                    <a:lnTo>
                      <a:pt x="1979" y="594"/>
                    </a:lnTo>
                    <a:lnTo>
                      <a:pt x="2073" y="557"/>
                    </a:lnTo>
                    <a:lnTo>
                      <a:pt x="2167" y="519"/>
                    </a:lnTo>
                    <a:lnTo>
                      <a:pt x="2260" y="478"/>
                    </a:lnTo>
                    <a:lnTo>
                      <a:pt x="2351" y="434"/>
                    </a:lnTo>
                    <a:lnTo>
                      <a:pt x="2403" y="407"/>
                    </a:lnTo>
                    <a:lnTo>
                      <a:pt x="2452" y="378"/>
                    </a:lnTo>
                    <a:lnTo>
                      <a:pt x="2497" y="349"/>
                    </a:lnTo>
                    <a:lnTo>
                      <a:pt x="2540" y="319"/>
                    </a:lnTo>
                    <a:lnTo>
                      <a:pt x="2580" y="289"/>
                    </a:lnTo>
                    <a:lnTo>
                      <a:pt x="2616" y="258"/>
                    </a:lnTo>
                    <a:lnTo>
                      <a:pt x="2651" y="228"/>
                    </a:lnTo>
                    <a:lnTo>
                      <a:pt x="2682" y="198"/>
                    </a:lnTo>
                    <a:lnTo>
                      <a:pt x="2709" y="169"/>
                    </a:lnTo>
                    <a:lnTo>
                      <a:pt x="2736" y="140"/>
                    </a:lnTo>
                    <a:lnTo>
                      <a:pt x="2759" y="114"/>
                    </a:lnTo>
                    <a:lnTo>
                      <a:pt x="2781" y="87"/>
                    </a:lnTo>
                    <a:lnTo>
                      <a:pt x="2800" y="63"/>
                    </a:lnTo>
                    <a:lnTo>
                      <a:pt x="2818" y="40"/>
                    </a:lnTo>
                    <a:lnTo>
                      <a:pt x="2833" y="18"/>
                    </a:lnTo>
                    <a:lnTo>
                      <a:pt x="2846" y="0"/>
                    </a:lnTo>
                    <a:lnTo>
                      <a:pt x="2808" y="116"/>
                    </a:lnTo>
                    <a:lnTo>
                      <a:pt x="2767" y="231"/>
                    </a:lnTo>
                    <a:lnTo>
                      <a:pt x="2720" y="343"/>
                    </a:lnTo>
                    <a:lnTo>
                      <a:pt x="2670" y="454"/>
                    </a:lnTo>
                    <a:lnTo>
                      <a:pt x="2615" y="561"/>
                    </a:lnTo>
                    <a:lnTo>
                      <a:pt x="2557" y="666"/>
                    </a:lnTo>
                    <a:lnTo>
                      <a:pt x="2495" y="768"/>
                    </a:lnTo>
                    <a:lnTo>
                      <a:pt x="2429" y="869"/>
                    </a:lnTo>
                    <a:lnTo>
                      <a:pt x="2360" y="965"/>
                    </a:lnTo>
                    <a:lnTo>
                      <a:pt x="2287" y="1059"/>
                    </a:lnTo>
                    <a:lnTo>
                      <a:pt x="2211" y="1150"/>
                    </a:lnTo>
                    <a:lnTo>
                      <a:pt x="2131" y="1238"/>
                    </a:lnTo>
                    <a:lnTo>
                      <a:pt x="2048" y="1322"/>
                    </a:lnTo>
                    <a:lnTo>
                      <a:pt x="1963" y="1403"/>
                    </a:lnTo>
                    <a:lnTo>
                      <a:pt x="1873" y="1481"/>
                    </a:lnTo>
                    <a:lnTo>
                      <a:pt x="1782" y="1555"/>
                    </a:lnTo>
                    <a:lnTo>
                      <a:pt x="1688" y="1625"/>
                    </a:lnTo>
                    <a:lnTo>
                      <a:pt x="1590" y="1692"/>
                    </a:lnTo>
                    <a:lnTo>
                      <a:pt x="1489" y="1756"/>
                    </a:lnTo>
                    <a:lnTo>
                      <a:pt x="1388" y="1814"/>
                    </a:lnTo>
                    <a:lnTo>
                      <a:pt x="1283" y="1870"/>
                    </a:lnTo>
                    <a:lnTo>
                      <a:pt x="1176" y="1920"/>
                    </a:lnTo>
                    <a:lnTo>
                      <a:pt x="1067" y="1966"/>
                    </a:lnTo>
                    <a:lnTo>
                      <a:pt x="955" y="2008"/>
                    </a:lnTo>
                    <a:lnTo>
                      <a:pt x="842" y="2046"/>
                    </a:lnTo>
                    <a:lnTo>
                      <a:pt x="727" y="2079"/>
                    </a:lnTo>
                    <a:lnTo>
                      <a:pt x="609" y="2107"/>
                    </a:lnTo>
                    <a:lnTo>
                      <a:pt x="491" y="2131"/>
                    </a:lnTo>
                    <a:lnTo>
                      <a:pt x="370" y="2150"/>
                    </a:lnTo>
                    <a:lnTo>
                      <a:pt x="248" y="2163"/>
                    </a:lnTo>
                    <a:lnTo>
                      <a:pt x="124" y="2171"/>
                    </a:lnTo>
                    <a:lnTo>
                      <a:pt x="0" y="2175"/>
                    </a:lnTo>
                    <a:close/>
                  </a:path>
                </a:pathLst>
              </a:custGeom>
              <a:solidFill>
                <a:srgbClr val="00778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93" name="Freeform 115"/>
              <p:cNvSpPr/>
              <p:nvPr/>
            </p:nvSpPr>
            <p:spPr>
              <a:xfrm>
                <a:off x="3954240" y="2177640"/>
                <a:ext cx="1510200" cy="1495440"/>
              </a:xfrm>
              <a:custGeom>
                <a:avLst/>
                <a:gdLst>
                  <a:gd name="textAreaLeft" fmla="*/ 0 w 1510200"/>
                  <a:gd name="textAreaRight" fmla="*/ 1510560 w 1510200"/>
                  <a:gd name="textAreaTop" fmla="*/ 0 h 1495440"/>
                  <a:gd name="textAreaBottom" fmla="*/ 1495800 h 1495440"/>
                </a:gdLst>
                <a:ahLst/>
                <a:rect l="textAreaLeft" t="textAreaTop" r="textAreaRight" b="textAreaBottom"/>
                <a:pathLst>
                  <a:path w="2661" h="2636">
                    <a:moveTo>
                      <a:pt x="2442" y="907"/>
                    </a:moveTo>
                    <a:lnTo>
                      <a:pt x="2490" y="993"/>
                    </a:lnTo>
                    <a:lnTo>
                      <a:pt x="2533" y="1078"/>
                    </a:lnTo>
                    <a:lnTo>
                      <a:pt x="2568" y="1165"/>
                    </a:lnTo>
                    <a:lnTo>
                      <a:pt x="2598" y="1250"/>
                    </a:lnTo>
                    <a:lnTo>
                      <a:pt x="2623" y="1335"/>
                    </a:lnTo>
                    <a:lnTo>
                      <a:pt x="2641" y="1418"/>
                    </a:lnTo>
                    <a:lnTo>
                      <a:pt x="2654" y="1501"/>
                    </a:lnTo>
                    <a:lnTo>
                      <a:pt x="2659" y="1582"/>
                    </a:lnTo>
                    <a:lnTo>
                      <a:pt x="2661" y="1621"/>
                    </a:lnTo>
                    <a:lnTo>
                      <a:pt x="2661" y="1660"/>
                    </a:lnTo>
                    <a:lnTo>
                      <a:pt x="2658" y="1698"/>
                    </a:lnTo>
                    <a:lnTo>
                      <a:pt x="2654" y="1736"/>
                    </a:lnTo>
                    <a:lnTo>
                      <a:pt x="2649" y="1773"/>
                    </a:lnTo>
                    <a:lnTo>
                      <a:pt x="2642" y="1809"/>
                    </a:lnTo>
                    <a:lnTo>
                      <a:pt x="2634" y="1845"/>
                    </a:lnTo>
                    <a:lnTo>
                      <a:pt x="2624" y="1879"/>
                    </a:lnTo>
                    <a:lnTo>
                      <a:pt x="2612" y="1914"/>
                    </a:lnTo>
                    <a:lnTo>
                      <a:pt x="2600" y="1946"/>
                    </a:lnTo>
                    <a:lnTo>
                      <a:pt x="2586" y="1978"/>
                    </a:lnTo>
                    <a:lnTo>
                      <a:pt x="2570" y="2010"/>
                    </a:lnTo>
                    <a:lnTo>
                      <a:pt x="2552" y="2040"/>
                    </a:lnTo>
                    <a:lnTo>
                      <a:pt x="2533" y="2069"/>
                    </a:lnTo>
                    <a:lnTo>
                      <a:pt x="2512" y="2098"/>
                    </a:lnTo>
                    <a:lnTo>
                      <a:pt x="2490" y="2124"/>
                    </a:lnTo>
                    <a:lnTo>
                      <a:pt x="2469" y="2146"/>
                    </a:lnTo>
                    <a:lnTo>
                      <a:pt x="2445" y="2169"/>
                    </a:lnTo>
                    <a:lnTo>
                      <a:pt x="2418" y="2192"/>
                    </a:lnTo>
                    <a:lnTo>
                      <a:pt x="2385" y="2217"/>
                    </a:lnTo>
                    <a:lnTo>
                      <a:pt x="2352" y="2240"/>
                    </a:lnTo>
                    <a:lnTo>
                      <a:pt x="2314" y="2264"/>
                    </a:lnTo>
                    <a:lnTo>
                      <a:pt x="2275" y="2288"/>
                    </a:lnTo>
                    <a:lnTo>
                      <a:pt x="2232" y="2312"/>
                    </a:lnTo>
                    <a:lnTo>
                      <a:pt x="2187" y="2336"/>
                    </a:lnTo>
                    <a:lnTo>
                      <a:pt x="2140" y="2359"/>
                    </a:lnTo>
                    <a:lnTo>
                      <a:pt x="2090" y="2384"/>
                    </a:lnTo>
                    <a:lnTo>
                      <a:pt x="2040" y="2407"/>
                    </a:lnTo>
                    <a:lnTo>
                      <a:pt x="1934" y="2451"/>
                    </a:lnTo>
                    <a:lnTo>
                      <a:pt x="1823" y="2492"/>
                    </a:lnTo>
                    <a:lnTo>
                      <a:pt x="1710" y="2530"/>
                    </a:lnTo>
                    <a:lnTo>
                      <a:pt x="1594" y="2563"/>
                    </a:lnTo>
                    <a:lnTo>
                      <a:pt x="1479" y="2591"/>
                    </a:lnTo>
                    <a:lnTo>
                      <a:pt x="1422" y="2603"/>
                    </a:lnTo>
                    <a:lnTo>
                      <a:pt x="1366" y="2613"/>
                    </a:lnTo>
                    <a:lnTo>
                      <a:pt x="1309" y="2621"/>
                    </a:lnTo>
                    <a:lnTo>
                      <a:pt x="1255" y="2628"/>
                    </a:lnTo>
                    <a:lnTo>
                      <a:pt x="1201" y="2633"/>
                    </a:lnTo>
                    <a:lnTo>
                      <a:pt x="1149" y="2636"/>
                    </a:lnTo>
                    <a:lnTo>
                      <a:pt x="1099" y="2636"/>
                    </a:lnTo>
                    <a:lnTo>
                      <a:pt x="1050" y="2635"/>
                    </a:lnTo>
                    <a:lnTo>
                      <a:pt x="1003" y="2630"/>
                    </a:lnTo>
                    <a:lnTo>
                      <a:pt x="958" y="2624"/>
                    </a:lnTo>
                    <a:lnTo>
                      <a:pt x="901" y="2613"/>
                    </a:lnTo>
                    <a:lnTo>
                      <a:pt x="845" y="2599"/>
                    </a:lnTo>
                    <a:lnTo>
                      <a:pt x="792" y="2583"/>
                    </a:lnTo>
                    <a:lnTo>
                      <a:pt x="740" y="2565"/>
                    </a:lnTo>
                    <a:lnTo>
                      <a:pt x="691" y="2544"/>
                    </a:lnTo>
                    <a:lnTo>
                      <a:pt x="642" y="2522"/>
                    </a:lnTo>
                    <a:lnTo>
                      <a:pt x="598" y="2498"/>
                    </a:lnTo>
                    <a:lnTo>
                      <a:pt x="553" y="2471"/>
                    </a:lnTo>
                    <a:lnTo>
                      <a:pt x="511" y="2444"/>
                    </a:lnTo>
                    <a:lnTo>
                      <a:pt x="471" y="2415"/>
                    </a:lnTo>
                    <a:lnTo>
                      <a:pt x="432" y="2385"/>
                    </a:lnTo>
                    <a:lnTo>
                      <a:pt x="395" y="2353"/>
                    </a:lnTo>
                    <a:lnTo>
                      <a:pt x="360" y="2320"/>
                    </a:lnTo>
                    <a:lnTo>
                      <a:pt x="327" y="2288"/>
                    </a:lnTo>
                    <a:lnTo>
                      <a:pt x="295" y="2254"/>
                    </a:lnTo>
                    <a:lnTo>
                      <a:pt x="237" y="2184"/>
                    </a:lnTo>
                    <a:lnTo>
                      <a:pt x="211" y="2150"/>
                    </a:lnTo>
                    <a:lnTo>
                      <a:pt x="163" y="2080"/>
                    </a:lnTo>
                    <a:lnTo>
                      <a:pt x="141" y="2045"/>
                    </a:lnTo>
                    <a:lnTo>
                      <a:pt x="122" y="2010"/>
                    </a:lnTo>
                    <a:lnTo>
                      <a:pt x="105" y="1976"/>
                    </a:lnTo>
                    <a:lnTo>
                      <a:pt x="87" y="1942"/>
                    </a:lnTo>
                    <a:lnTo>
                      <a:pt x="73" y="1909"/>
                    </a:lnTo>
                    <a:lnTo>
                      <a:pt x="60" y="1878"/>
                    </a:lnTo>
                    <a:lnTo>
                      <a:pt x="48" y="1847"/>
                    </a:lnTo>
                    <a:lnTo>
                      <a:pt x="38" y="1817"/>
                    </a:lnTo>
                    <a:lnTo>
                      <a:pt x="22" y="1762"/>
                    </a:lnTo>
                    <a:lnTo>
                      <a:pt x="17" y="1736"/>
                    </a:lnTo>
                    <a:lnTo>
                      <a:pt x="12" y="1713"/>
                    </a:lnTo>
                    <a:lnTo>
                      <a:pt x="7" y="1668"/>
                    </a:lnTo>
                    <a:lnTo>
                      <a:pt x="3" y="1625"/>
                    </a:lnTo>
                    <a:lnTo>
                      <a:pt x="1" y="1583"/>
                    </a:lnTo>
                    <a:lnTo>
                      <a:pt x="0" y="1543"/>
                    </a:lnTo>
                    <a:lnTo>
                      <a:pt x="0" y="1505"/>
                    </a:lnTo>
                    <a:lnTo>
                      <a:pt x="2" y="1468"/>
                    </a:lnTo>
                    <a:lnTo>
                      <a:pt x="4" y="1432"/>
                    </a:lnTo>
                    <a:lnTo>
                      <a:pt x="9" y="1399"/>
                    </a:lnTo>
                    <a:lnTo>
                      <a:pt x="14" y="1368"/>
                    </a:lnTo>
                    <a:lnTo>
                      <a:pt x="18" y="1338"/>
                    </a:lnTo>
                    <a:lnTo>
                      <a:pt x="24" y="1310"/>
                    </a:lnTo>
                    <a:lnTo>
                      <a:pt x="30" y="1284"/>
                    </a:lnTo>
                    <a:lnTo>
                      <a:pt x="37" y="1260"/>
                    </a:lnTo>
                    <a:lnTo>
                      <a:pt x="42" y="1239"/>
                    </a:lnTo>
                    <a:lnTo>
                      <a:pt x="49" y="1219"/>
                    </a:lnTo>
                    <a:lnTo>
                      <a:pt x="55" y="1202"/>
                    </a:lnTo>
                    <a:lnTo>
                      <a:pt x="86" y="1116"/>
                    </a:lnTo>
                    <a:lnTo>
                      <a:pt x="115" y="1037"/>
                    </a:lnTo>
                    <a:lnTo>
                      <a:pt x="143" y="962"/>
                    </a:lnTo>
                    <a:lnTo>
                      <a:pt x="168" y="892"/>
                    </a:lnTo>
                    <a:lnTo>
                      <a:pt x="192" y="827"/>
                    </a:lnTo>
                    <a:lnTo>
                      <a:pt x="215" y="766"/>
                    </a:lnTo>
                    <a:lnTo>
                      <a:pt x="236" y="710"/>
                    </a:lnTo>
                    <a:lnTo>
                      <a:pt x="257" y="658"/>
                    </a:lnTo>
                    <a:lnTo>
                      <a:pt x="275" y="610"/>
                    </a:lnTo>
                    <a:lnTo>
                      <a:pt x="293" y="565"/>
                    </a:lnTo>
                    <a:lnTo>
                      <a:pt x="310" y="523"/>
                    </a:lnTo>
                    <a:lnTo>
                      <a:pt x="326" y="485"/>
                    </a:lnTo>
                    <a:lnTo>
                      <a:pt x="341" y="451"/>
                    </a:lnTo>
                    <a:lnTo>
                      <a:pt x="355" y="418"/>
                    </a:lnTo>
                    <a:lnTo>
                      <a:pt x="368" y="390"/>
                    </a:lnTo>
                    <a:lnTo>
                      <a:pt x="381" y="363"/>
                    </a:lnTo>
                    <a:lnTo>
                      <a:pt x="394" y="339"/>
                    </a:lnTo>
                    <a:lnTo>
                      <a:pt x="406" y="317"/>
                    </a:lnTo>
                    <a:lnTo>
                      <a:pt x="418" y="297"/>
                    </a:lnTo>
                    <a:lnTo>
                      <a:pt x="429" y="279"/>
                    </a:lnTo>
                    <a:lnTo>
                      <a:pt x="452" y="248"/>
                    </a:lnTo>
                    <a:lnTo>
                      <a:pt x="475" y="221"/>
                    </a:lnTo>
                    <a:lnTo>
                      <a:pt x="501" y="198"/>
                    </a:lnTo>
                    <a:lnTo>
                      <a:pt x="526" y="176"/>
                    </a:lnTo>
                    <a:lnTo>
                      <a:pt x="555" y="156"/>
                    </a:lnTo>
                    <a:lnTo>
                      <a:pt x="586" y="134"/>
                    </a:lnTo>
                    <a:lnTo>
                      <a:pt x="634" y="103"/>
                    </a:lnTo>
                    <a:lnTo>
                      <a:pt x="685" y="76"/>
                    </a:lnTo>
                    <a:lnTo>
                      <a:pt x="738" y="53"/>
                    </a:lnTo>
                    <a:lnTo>
                      <a:pt x="792" y="35"/>
                    </a:lnTo>
                    <a:lnTo>
                      <a:pt x="849" y="21"/>
                    </a:lnTo>
                    <a:lnTo>
                      <a:pt x="906" y="11"/>
                    </a:lnTo>
                    <a:lnTo>
                      <a:pt x="966" y="4"/>
                    </a:lnTo>
                    <a:lnTo>
                      <a:pt x="1026" y="0"/>
                    </a:lnTo>
                    <a:lnTo>
                      <a:pt x="1088" y="1"/>
                    </a:lnTo>
                    <a:lnTo>
                      <a:pt x="1150" y="6"/>
                    </a:lnTo>
                    <a:lnTo>
                      <a:pt x="1214" y="14"/>
                    </a:lnTo>
                    <a:lnTo>
                      <a:pt x="1277" y="25"/>
                    </a:lnTo>
                    <a:lnTo>
                      <a:pt x="1342" y="40"/>
                    </a:lnTo>
                    <a:lnTo>
                      <a:pt x="1406" y="60"/>
                    </a:lnTo>
                    <a:lnTo>
                      <a:pt x="1471" y="82"/>
                    </a:lnTo>
                    <a:lnTo>
                      <a:pt x="1535" y="107"/>
                    </a:lnTo>
                    <a:lnTo>
                      <a:pt x="1600" y="135"/>
                    </a:lnTo>
                    <a:lnTo>
                      <a:pt x="1664" y="167"/>
                    </a:lnTo>
                    <a:lnTo>
                      <a:pt x="1728" y="202"/>
                    </a:lnTo>
                    <a:lnTo>
                      <a:pt x="1791" y="240"/>
                    </a:lnTo>
                    <a:lnTo>
                      <a:pt x="1853" y="280"/>
                    </a:lnTo>
                    <a:lnTo>
                      <a:pt x="1914" y="324"/>
                    </a:lnTo>
                    <a:lnTo>
                      <a:pt x="1975" y="371"/>
                    </a:lnTo>
                    <a:lnTo>
                      <a:pt x="2034" y="419"/>
                    </a:lnTo>
                    <a:lnTo>
                      <a:pt x="2092" y="472"/>
                    </a:lnTo>
                    <a:lnTo>
                      <a:pt x="2147" y="527"/>
                    </a:lnTo>
                    <a:lnTo>
                      <a:pt x="2202" y="584"/>
                    </a:lnTo>
                    <a:lnTo>
                      <a:pt x="2254" y="644"/>
                    </a:lnTo>
                    <a:lnTo>
                      <a:pt x="2305" y="706"/>
                    </a:lnTo>
                    <a:lnTo>
                      <a:pt x="2353" y="771"/>
                    </a:lnTo>
                    <a:lnTo>
                      <a:pt x="2398" y="838"/>
                    </a:lnTo>
                    <a:lnTo>
                      <a:pt x="2442" y="907"/>
                    </a:lnTo>
                    <a:close/>
                  </a:path>
                </a:pathLst>
              </a:custGeom>
              <a:solidFill>
                <a:srgbClr val="00db2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94" name="Freeform 116"/>
              <p:cNvSpPr/>
              <p:nvPr/>
            </p:nvSpPr>
            <p:spPr>
              <a:xfrm>
                <a:off x="3978000" y="2230920"/>
                <a:ext cx="1433880" cy="1421640"/>
              </a:xfrm>
              <a:custGeom>
                <a:avLst/>
                <a:gdLst>
                  <a:gd name="textAreaLeft" fmla="*/ 0 w 1433880"/>
                  <a:gd name="textAreaRight" fmla="*/ 1434240 w 1433880"/>
                  <a:gd name="textAreaTop" fmla="*/ 0 h 1421640"/>
                  <a:gd name="textAreaBottom" fmla="*/ 1422000 h 1421640"/>
                </a:gdLst>
                <a:ahLst/>
                <a:rect l="textAreaLeft" t="textAreaTop" r="textAreaRight" b="textAreaBottom"/>
                <a:pathLst>
                  <a:path w="2527" h="2504">
                    <a:moveTo>
                      <a:pt x="2369" y="868"/>
                    </a:moveTo>
                    <a:lnTo>
                      <a:pt x="2395" y="920"/>
                    </a:lnTo>
                    <a:lnTo>
                      <a:pt x="2419" y="972"/>
                    </a:lnTo>
                    <a:lnTo>
                      <a:pt x="2441" y="1021"/>
                    </a:lnTo>
                    <a:lnTo>
                      <a:pt x="2460" y="1070"/>
                    </a:lnTo>
                    <a:lnTo>
                      <a:pt x="2476" y="1118"/>
                    </a:lnTo>
                    <a:lnTo>
                      <a:pt x="2489" y="1164"/>
                    </a:lnTo>
                    <a:lnTo>
                      <a:pt x="2501" y="1210"/>
                    </a:lnTo>
                    <a:lnTo>
                      <a:pt x="2510" y="1254"/>
                    </a:lnTo>
                    <a:lnTo>
                      <a:pt x="2517" y="1297"/>
                    </a:lnTo>
                    <a:lnTo>
                      <a:pt x="2523" y="1339"/>
                    </a:lnTo>
                    <a:lnTo>
                      <a:pt x="2526" y="1380"/>
                    </a:lnTo>
                    <a:lnTo>
                      <a:pt x="2527" y="1419"/>
                    </a:lnTo>
                    <a:lnTo>
                      <a:pt x="2527" y="1457"/>
                    </a:lnTo>
                    <a:lnTo>
                      <a:pt x="2526" y="1493"/>
                    </a:lnTo>
                    <a:lnTo>
                      <a:pt x="2524" y="1528"/>
                    </a:lnTo>
                    <a:lnTo>
                      <a:pt x="2521" y="1562"/>
                    </a:lnTo>
                    <a:lnTo>
                      <a:pt x="2515" y="1594"/>
                    </a:lnTo>
                    <a:lnTo>
                      <a:pt x="2509" y="1625"/>
                    </a:lnTo>
                    <a:lnTo>
                      <a:pt x="2501" y="1655"/>
                    </a:lnTo>
                    <a:lnTo>
                      <a:pt x="2494" y="1684"/>
                    </a:lnTo>
                    <a:lnTo>
                      <a:pt x="2485" y="1710"/>
                    </a:lnTo>
                    <a:lnTo>
                      <a:pt x="2476" y="1736"/>
                    </a:lnTo>
                    <a:lnTo>
                      <a:pt x="2456" y="1782"/>
                    </a:lnTo>
                    <a:lnTo>
                      <a:pt x="2434" y="1821"/>
                    </a:lnTo>
                    <a:lnTo>
                      <a:pt x="2413" y="1854"/>
                    </a:lnTo>
                    <a:lnTo>
                      <a:pt x="2403" y="1868"/>
                    </a:lnTo>
                    <a:lnTo>
                      <a:pt x="2393" y="1881"/>
                    </a:lnTo>
                    <a:lnTo>
                      <a:pt x="2383" y="1892"/>
                    </a:lnTo>
                    <a:lnTo>
                      <a:pt x="2374" y="1902"/>
                    </a:lnTo>
                    <a:lnTo>
                      <a:pt x="2350" y="1923"/>
                    </a:lnTo>
                    <a:lnTo>
                      <a:pt x="2325" y="1945"/>
                    </a:lnTo>
                    <a:lnTo>
                      <a:pt x="2295" y="1967"/>
                    </a:lnTo>
                    <a:lnTo>
                      <a:pt x="2264" y="1990"/>
                    </a:lnTo>
                    <a:lnTo>
                      <a:pt x="2230" y="2013"/>
                    </a:lnTo>
                    <a:lnTo>
                      <a:pt x="2195" y="2036"/>
                    </a:lnTo>
                    <a:lnTo>
                      <a:pt x="2120" y="2084"/>
                    </a:lnTo>
                    <a:lnTo>
                      <a:pt x="2040" y="2130"/>
                    </a:lnTo>
                    <a:lnTo>
                      <a:pt x="1956" y="2177"/>
                    </a:lnTo>
                    <a:lnTo>
                      <a:pt x="1873" y="2222"/>
                    </a:lnTo>
                    <a:lnTo>
                      <a:pt x="1789" y="2264"/>
                    </a:lnTo>
                    <a:lnTo>
                      <a:pt x="1710" y="2305"/>
                    </a:lnTo>
                    <a:lnTo>
                      <a:pt x="1670" y="2323"/>
                    </a:lnTo>
                    <a:lnTo>
                      <a:pt x="1634" y="2342"/>
                    </a:lnTo>
                    <a:lnTo>
                      <a:pt x="1598" y="2359"/>
                    </a:lnTo>
                    <a:lnTo>
                      <a:pt x="1563" y="2375"/>
                    </a:lnTo>
                    <a:lnTo>
                      <a:pt x="1532" y="2390"/>
                    </a:lnTo>
                    <a:lnTo>
                      <a:pt x="1502" y="2404"/>
                    </a:lnTo>
                    <a:lnTo>
                      <a:pt x="1476" y="2417"/>
                    </a:lnTo>
                    <a:lnTo>
                      <a:pt x="1452" y="2427"/>
                    </a:lnTo>
                    <a:lnTo>
                      <a:pt x="1430" y="2437"/>
                    </a:lnTo>
                    <a:lnTo>
                      <a:pt x="1412" y="2445"/>
                    </a:lnTo>
                    <a:lnTo>
                      <a:pt x="1397" y="2451"/>
                    </a:lnTo>
                    <a:lnTo>
                      <a:pt x="1386" y="2456"/>
                    </a:lnTo>
                    <a:lnTo>
                      <a:pt x="1379" y="2459"/>
                    </a:lnTo>
                    <a:lnTo>
                      <a:pt x="1377" y="2460"/>
                    </a:lnTo>
                    <a:lnTo>
                      <a:pt x="1349" y="2468"/>
                    </a:lnTo>
                    <a:lnTo>
                      <a:pt x="1319" y="2476"/>
                    </a:lnTo>
                    <a:lnTo>
                      <a:pt x="1287" y="2485"/>
                    </a:lnTo>
                    <a:lnTo>
                      <a:pt x="1253" y="2490"/>
                    </a:lnTo>
                    <a:lnTo>
                      <a:pt x="1218" y="2496"/>
                    </a:lnTo>
                    <a:lnTo>
                      <a:pt x="1180" y="2501"/>
                    </a:lnTo>
                    <a:lnTo>
                      <a:pt x="1141" y="2503"/>
                    </a:lnTo>
                    <a:lnTo>
                      <a:pt x="1100" y="2504"/>
                    </a:lnTo>
                    <a:lnTo>
                      <a:pt x="1058" y="2504"/>
                    </a:lnTo>
                    <a:lnTo>
                      <a:pt x="1013" y="2502"/>
                    </a:lnTo>
                    <a:lnTo>
                      <a:pt x="968" y="2497"/>
                    </a:lnTo>
                    <a:lnTo>
                      <a:pt x="921" y="2490"/>
                    </a:lnTo>
                    <a:lnTo>
                      <a:pt x="871" y="2481"/>
                    </a:lnTo>
                    <a:lnTo>
                      <a:pt x="822" y="2468"/>
                    </a:lnTo>
                    <a:lnTo>
                      <a:pt x="770" y="2455"/>
                    </a:lnTo>
                    <a:lnTo>
                      <a:pt x="717" y="2436"/>
                    </a:lnTo>
                    <a:lnTo>
                      <a:pt x="648" y="2408"/>
                    </a:lnTo>
                    <a:lnTo>
                      <a:pt x="580" y="2375"/>
                    </a:lnTo>
                    <a:lnTo>
                      <a:pt x="513" y="2337"/>
                    </a:lnTo>
                    <a:lnTo>
                      <a:pt x="448" y="2293"/>
                    </a:lnTo>
                    <a:lnTo>
                      <a:pt x="385" y="2245"/>
                    </a:lnTo>
                    <a:lnTo>
                      <a:pt x="325" y="2192"/>
                    </a:lnTo>
                    <a:lnTo>
                      <a:pt x="269" y="2134"/>
                    </a:lnTo>
                    <a:lnTo>
                      <a:pt x="216" y="2072"/>
                    </a:lnTo>
                    <a:lnTo>
                      <a:pt x="167" y="2005"/>
                    </a:lnTo>
                    <a:lnTo>
                      <a:pt x="144" y="1970"/>
                    </a:lnTo>
                    <a:lnTo>
                      <a:pt x="123" y="1934"/>
                    </a:lnTo>
                    <a:lnTo>
                      <a:pt x="104" y="1897"/>
                    </a:lnTo>
                    <a:lnTo>
                      <a:pt x="85" y="1858"/>
                    </a:lnTo>
                    <a:lnTo>
                      <a:pt x="69" y="1819"/>
                    </a:lnTo>
                    <a:lnTo>
                      <a:pt x="54" y="1778"/>
                    </a:lnTo>
                    <a:lnTo>
                      <a:pt x="41" y="1737"/>
                    </a:lnTo>
                    <a:lnTo>
                      <a:pt x="29" y="1695"/>
                    </a:lnTo>
                    <a:lnTo>
                      <a:pt x="20" y="1652"/>
                    </a:lnTo>
                    <a:lnTo>
                      <a:pt x="12" y="1608"/>
                    </a:lnTo>
                    <a:lnTo>
                      <a:pt x="6" y="1562"/>
                    </a:lnTo>
                    <a:lnTo>
                      <a:pt x="1" y="1516"/>
                    </a:lnTo>
                    <a:lnTo>
                      <a:pt x="0" y="1470"/>
                    </a:lnTo>
                    <a:lnTo>
                      <a:pt x="0" y="1421"/>
                    </a:lnTo>
                    <a:lnTo>
                      <a:pt x="0" y="1412"/>
                    </a:lnTo>
                    <a:lnTo>
                      <a:pt x="1" y="1404"/>
                    </a:lnTo>
                    <a:lnTo>
                      <a:pt x="3" y="1392"/>
                    </a:lnTo>
                    <a:lnTo>
                      <a:pt x="4" y="1377"/>
                    </a:lnTo>
                    <a:lnTo>
                      <a:pt x="6" y="1361"/>
                    </a:lnTo>
                    <a:lnTo>
                      <a:pt x="8" y="1343"/>
                    </a:lnTo>
                    <a:lnTo>
                      <a:pt x="12" y="1322"/>
                    </a:lnTo>
                    <a:lnTo>
                      <a:pt x="16" y="1300"/>
                    </a:lnTo>
                    <a:lnTo>
                      <a:pt x="21" y="1276"/>
                    </a:lnTo>
                    <a:lnTo>
                      <a:pt x="28" y="1251"/>
                    </a:lnTo>
                    <a:lnTo>
                      <a:pt x="35" y="1223"/>
                    </a:lnTo>
                    <a:lnTo>
                      <a:pt x="44" y="1195"/>
                    </a:lnTo>
                    <a:lnTo>
                      <a:pt x="54" y="1167"/>
                    </a:lnTo>
                    <a:lnTo>
                      <a:pt x="66" y="1137"/>
                    </a:lnTo>
                    <a:lnTo>
                      <a:pt x="79" y="1107"/>
                    </a:lnTo>
                    <a:lnTo>
                      <a:pt x="105" y="1046"/>
                    </a:lnTo>
                    <a:lnTo>
                      <a:pt x="133" y="986"/>
                    </a:lnTo>
                    <a:lnTo>
                      <a:pt x="499" y="306"/>
                    </a:lnTo>
                    <a:lnTo>
                      <a:pt x="504" y="297"/>
                    </a:lnTo>
                    <a:lnTo>
                      <a:pt x="510" y="286"/>
                    </a:lnTo>
                    <a:lnTo>
                      <a:pt x="519" y="274"/>
                    </a:lnTo>
                    <a:lnTo>
                      <a:pt x="529" y="260"/>
                    </a:lnTo>
                    <a:lnTo>
                      <a:pt x="540" y="244"/>
                    </a:lnTo>
                    <a:lnTo>
                      <a:pt x="553" y="228"/>
                    </a:lnTo>
                    <a:lnTo>
                      <a:pt x="568" y="210"/>
                    </a:lnTo>
                    <a:lnTo>
                      <a:pt x="585" y="192"/>
                    </a:lnTo>
                    <a:lnTo>
                      <a:pt x="604" y="174"/>
                    </a:lnTo>
                    <a:lnTo>
                      <a:pt x="623" y="155"/>
                    </a:lnTo>
                    <a:lnTo>
                      <a:pt x="645" y="138"/>
                    </a:lnTo>
                    <a:lnTo>
                      <a:pt x="669" y="119"/>
                    </a:lnTo>
                    <a:lnTo>
                      <a:pt x="695" y="102"/>
                    </a:lnTo>
                    <a:lnTo>
                      <a:pt x="722" y="86"/>
                    </a:lnTo>
                    <a:lnTo>
                      <a:pt x="752" y="70"/>
                    </a:lnTo>
                    <a:lnTo>
                      <a:pt x="783" y="56"/>
                    </a:lnTo>
                    <a:lnTo>
                      <a:pt x="831" y="39"/>
                    </a:lnTo>
                    <a:lnTo>
                      <a:pt x="880" y="24"/>
                    </a:lnTo>
                    <a:lnTo>
                      <a:pt x="930" y="13"/>
                    </a:lnTo>
                    <a:lnTo>
                      <a:pt x="980" y="5"/>
                    </a:lnTo>
                    <a:lnTo>
                      <a:pt x="1033" y="1"/>
                    </a:lnTo>
                    <a:lnTo>
                      <a:pt x="1085" y="0"/>
                    </a:lnTo>
                    <a:lnTo>
                      <a:pt x="1139" y="1"/>
                    </a:lnTo>
                    <a:lnTo>
                      <a:pt x="1194" y="5"/>
                    </a:lnTo>
                    <a:lnTo>
                      <a:pt x="1248" y="13"/>
                    </a:lnTo>
                    <a:lnTo>
                      <a:pt x="1303" y="24"/>
                    </a:lnTo>
                    <a:lnTo>
                      <a:pt x="1358" y="36"/>
                    </a:lnTo>
                    <a:lnTo>
                      <a:pt x="1414" y="53"/>
                    </a:lnTo>
                    <a:lnTo>
                      <a:pt x="1469" y="72"/>
                    </a:lnTo>
                    <a:lnTo>
                      <a:pt x="1524" y="93"/>
                    </a:lnTo>
                    <a:lnTo>
                      <a:pt x="1579" y="117"/>
                    </a:lnTo>
                    <a:lnTo>
                      <a:pt x="1634" y="145"/>
                    </a:lnTo>
                    <a:lnTo>
                      <a:pt x="1688" y="174"/>
                    </a:lnTo>
                    <a:lnTo>
                      <a:pt x="1742" y="205"/>
                    </a:lnTo>
                    <a:lnTo>
                      <a:pt x="1795" y="239"/>
                    </a:lnTo>
                    <a:lnTo>
                      <a:pt x="1847" y="275"/>
                    </a:lnTo>
                    <a:lnTo>
                      <a:pt x="1899" y="314"/>
                    </a:lnTo>
                    <a:lnTo>
                      <a:pt x="1948" y="354"/>
                    </a:lnTo>
                    <a:lnTo>
                      <a:pt x="1998" y="397"/>
                    </a:lnTo>
                    <a:lnTo>
                      <a:pt x="2045" y="442"/>
                    </a:lnTo>
                    <a:lnTo>
                      <a:pt x="2092" y="489"/>
                    </a:lnTo>
                    <a:lnTo>
                      <a:pt x="2137" y="538"/>
                    </a:lnTo>
                    <a:lnTo>
                      <a:pt x="2180" y="588"/>
                    </a:lnTo>
                    <a:lnTo>
                      <a:pt x="2222" y="641"/>
                    </a:lnTo>
                    <a:lnTo>
                      <a:pt x="2261" y="695"/>
                    </a:lnTo>
                    <a:lnTo>
                      <a:pt x="2299" y="751"/>
                    </a:lnTo>
                    <a:lnTo>
                      <a:pt x="2335" y="809"/>
                    </a:lnTo>
                    <a:lnTo>
                      <a:pt x="2369" y="868"/>
                    </a:lnTo>
                    <a:close/>
                  </a:path>
                </a:pathLst>
              </a:custGeom>
              <a:solidFill>
                <a:srgbClr val="00e21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95" name="Freeform 117"/>
              <p:cNvSpPr/>
              <p:nvPr/>
            </p:nvSpPr>
            <p:spPr>
              <a:xfrm>
                <a:off x="4193640" y="4297320"/>
                <a:ext cx="1373760" cy="1119600"/>
              </a:xfrm>
              <a:custGeom>
                <a:avLst/>
                <a:gdLst>
                  <a:gd name="textAreaLeft" fmla="*/ 0 w 1373760"/>
                  <a:gd name="textAreaRight" fmla="*/ 1374120 w 1373760"/>
                  <a:gd name="textAreaTop" fmla="*/ 0 h 1119600"/>
                  <a:gd name="textAreaBottom" fmla="*/ 1119960 h 1119600"/>
                </a:gdLst>
                <a:ahLst/>
                <a:rect l="textAreaLeft" t="textAreaTop" r="textAreaRight" b="textAreaBottom"/>
                <a:pathLst>
                  <a:path w="2422" h="1975">
                    <a:moveTo>
                      <a:pt x="0" y="1975"/>
                    </a:moveTo>
                    <a:lnTo>
                      <a:pt x="13" y="1972"/>
                    </a:lnTo>
                    <a:lnTo>
                      <a:pt x="30" y="1968"/>
                    </a:lnTo>
                    <a:lnTo>
                      <a:pt x="50" y="1962"/>
                    </a:lnTo>
                    <a:lnTo>
                      <a:pt x="73" y="1955"/>
                    </a:lnTo>
                    <a:lnTo>
                      <a:pt x="97" y="1945"/>
                    </a:lnTo>
                    <a:lnTo>
                      <a:pt x="122" y="1933"/>
                    </a:lnTo>
                    <a:lnTo>
                      <a:pt x="148" y="1918"/>
                    </a:lnTo>
                    <a:lnTo>
                      <a:pt x="172" y="1901"/>
                    </a:lnTo>
                    <a:lnTo>
                      <a:pt x="193" y="1882"/>
                    </a:lnTo>
                    <a:lnTo>
                      <a:pt x="211" y="1863"/>
                    </a:lnTo>
                    <a:lnTo>
                      <a:pt x="227" y="1842"/>
                    </a:lnTo>
                    <a:lnTo>
                      <a:pt x="242" y="1821"/>
                    </a:lnTo>
                    <a:lnTo>
                      <a:pt x="254" y="1799"/>
                    </a:lnTo>
                    <a:lnTo>
                      <a:pt x="264" y="1778"/>
                    </a:lnTo>
                    <a:lnTo>
                      <a:pt x="279" y="1731"/>
                    </a:lnTo>
                    <a:lnTo>
                      <a:pt x="288" y="1685"/>
                    </a:lnTo>
                    <a:lnTo>
                      <a:pt x="293" y="1639"/>
                    </a:lnTo>
                    <a:lnTo>
                      <a:pt x="294" y="1594"/>
                    </a:lnTo>
                    <a:lnTo>
                      <a:pt x="293" y="1552"/>
                    </a:lnTo>
                    <a:lnTo>
                      <a:pt x="292" y="1532"/>
                    </a:lnTo>
                    <a:lnTo>
                      <a:pt x="292" y="1484"/>
                    </a:lnTo>
                    <a:lnTo>
                      <a:pt x="294" y="1456"/>
                    </a:lnTo>
                    <a:lnTo>
                      <a:pt x="299" y="1426"/>
                    </a:lnTo>
                    <a:lnTo>
                      <a:pt x="306" y="1394"/>
                    </a:lnTo>
                    <a:lnTo>
                      <a:pt x="316" y="1359"/>
                    </a:lnTo>
                    <a:lnTo>
                      <a:pt x="330" y="1324"/>
                    </a:lnTo>
                    <a:lnTo>
                      <a:pt x="348" y="1286"/>
                    </a:lnTo>
                    <a:lnTo>
                      <a:pt x="371" y="1246"/>
                    </a:lnTo>
                    <a:lnTo>
                      <a:pt x="401" y="1205"/>
                    </a:lnTo>
                    <a:lnTo>
                      <a:pt x="436" y="1164"/>
                    </a:lnTo>
                    <a:lnTo>
                      <a:pt x="456" y="1143"/>
                    </a:lnTo>
                    <a:lnTo>
                      <a:pt x="478" y="1121"/>
                    </a:lnTo>
                    <a:lnTo>
                      <a:pt x="503" y="1100"/>
                    </a:lnTo>
                    <a:lnTo>
                      <a:pt x="528" y="1078"/>
                    </a:lnTo>
                    <a:lnTo>
                      <a:pt x="556" y="1056"/>
                    </a:lnTo>
                    <a:lnTo>
                      <a:pt x="585" y="1035"/>
                    </a:lnTo>
                    <a:lnTo>
                      <a:pt x="617" y="1013"/>
                    </a:lnTo>
                    <a:lnTo>
                      <a:pt x="651" y="991"/>
                    </a:lnTo>
                    <a:lnTo>
                      <a:pt x="705" y="958"/>
                    </a:lnTo>
                    <a:lnTo>
                      <a:pt x="761" y="927"/>
                    </a:lnTo>
                    <a:lnTo>
                      <a:pt x="873" y="869"/>
                    </a:lnTo>
                    <a:lnTo>
                      <a:pt x="989" y="816"/>
                    </a:lnTo>
                    <a:lnTo>
                      <a:pt x="1106" y="766"/>
                    </a:lnTo>
                    <a:lnTo>
                      <a:pt x="1345" y="673"/>
                    </a:lnTo>
                    <a:lnTo>
                      <a:pt x="1583" y="578"/>
                    </a:lnTo>
                    <a:lnTo>
                      <a:pt x="1699" y="528"/>
                    </a:lnTo>
                    <a:lnTo>
                      <a:pt x="1815" y="473"/>
                    </a:lnTo>
                    <a:lnTo>
                      <a:pt x="1871" y="445"/>
                    </a:lnTo>
                    <a:lnTo>
                      <a:pt x="1927" y="415"/>
                    </a:lnTo>
                    <a:lnTo>
                      <a:pt x="1982" y="382"/>
                    </a:lnTo>
                    <a:lnTo>
                      <a:pt x="2036" y="349"/>
                    </a:lnTo>
                    <a:lnTo>
                      <a:pt x="2089" y="313"/>
                    </a:lnTo>
                    <a:lnTo>
                      <a:pt x="2141" y="275"/>
                    </a:lnTo>
                    <a:lnTo>
                      <a:pt x="2190" y="236"/>
                    </a:lnTo>
                    <a:lnTo>
                      <a:pt x="2240" y="195"/>
                    </a:lnTo>
                    <a:lnTo>
                      <a:pt x="2288" y="150"/>
                    </a:lnTo>
                    <a:lnTo>
                      <a:pt x="2334" y="103"/>
                    </a:lnTo>
                    <a:lnTo>
                      <a:pt x="2379" y="53"/>
                    </a:lnTo>
                    <a:lnTo>
                      <a:pt x="2422" y="0"/>
                    </a:lnTo>
                    <a:lnTo>
                      <a:pt x="2384" y="98"/>
                    </a:lnTo>
                    <a:lnTo>
                      <a:pt x="2343" y="194"/>
                    </a:lnTo>
                    <a:lnTo>
                      <a:pt x="2298" y="288"/>
                    </a:lnTo>
                    <a:lnTo>
                      <a:pt x="2252" y="380"/>
                    </a:lnTo>
                    <a:lnTo>
                      <a:pt x="2203" y="471"/>
                    </a:lnTo>
                    <a:lnTo>
                      <a:pt x="2150" y="560"/>
                    </a:lnTo>
                    <a:lnTo>
                      <a:pt x="2094" y="646"/>
                    </a:lnTo>
                    <a:lnTo>
                      <a:pt x="2037" y="732"/>
                    </a:lnTo>
                    <a:lnTo>
                      <a:pt x="1976" y="813"/>
                    </a:lnTo>
                    <a:lnTo>
                      <a:pt x="1912" y="894"/>
                    </a:lnTo>
                    <a:lnTo>
                      <a:pt x="1847" y="972"/>
                    </a:lnTo>
                    <a:lnTo>
                      <a:pt x="1779" y="1048"/>
                    </a:lnTo>
                    <a:lnTo>
                      <a:pt x="1707" y="1121"/>
                    </a:lnTo>
                    <a:lnTo>
                      <a:pt x="1635" y="1192"/>
                    </a:lnTo>
                    <a:lnTo>
                      <a:pt x="1560" y="1260"/>
                    </a:lnTo>
                    <a:lnTo>
                      <a:pt x="1483" y="1326"/>
                    </a:lnTo>
                    <a:lnTo>
                      <a:pt x="1403" y="1389"/>
                    </a:lnTo>
                    <a:lnTo>
                      <a:pt x="1322" y="1450"/>
                    </a:lnTo>
                    <a:lnTo>
                      <a:pt x="1239" y="1508"/>
                    </a:lnTo>
                    <a:lnTo>
                      <a:pt x="1153" y="1562"/>
                    </a:lnTo>
                    <a:lnTo>
                      <a:pt x="1066" y="1614"/>
                    </a:lnTo>
                    <a:lnTo>
                      <a:pt x="976" y="1664"/>
                    </a:lnTo>
                    <a:lnTo>
                      <a:pt x="886" y="1710"/>
                    </a:lnTo>
                    <a:lnTo>
                      <a:pt x="793" y="1752"/>
                    </a:lnTo>
                    <a:lnTo>
                      <a:pt x="700" y="1791"/>
                    </a:lnTo>
                    <a:lnTo>
                      <a:pt x="604" y="1828"/>
                    </a:lnTo>
                    <a:lnTo>
                      <a:pt x="506" y="1862"/>
                    </a:lnTo>
                    <a:lnTo>
                      <a:pt x="408" y="1890"/>
                    </a:lnTo>
                    <a:lnTo>
                      <a:pt x="308" y="1917"/>
                    </a:lnTo>
                    <a:lnTo>
                      <a:pt x="207" y="1940"/>
                    </a:lnTo>
                    <a:lnTo>
                      <a:pt x="104" y="1958"/>
                    </a:lnTo>
                    <a:lnTo>
                      <a:pt x="0" y="1975"/>
                    </a:lnTo>
                    <a:close/>
                  </a:path>
                </a:pathLst>
              </a:custGeom>
              <a:solidFill>
                <a:srgbClr val="00708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96" name="Freeform 118"/>
              <p:cNvSpPr/>
              <p:nvPr/>
            </p:nvSpPr>
            <p:spPr>
              <a:xfrm>
                <a:off x="4000680" y="2293560"/>
                <a:ext cx="1350000" cy="1335240"/>
              </a:xfrm>
              <a:custGeom>
                <a:avLst/>
                <a:gdLst>
                  <a:gd name="textAreaLeft" fmla="*/ 0 w 1350000"/>
                  <a:gd name="textAreaRight" fmla="*/ 1350360 w 1350000"/>
                  <a:gd name="textAreaTop" fmla="*/ 0 h 1335240"/>
                  <a:gd name="textAreaBottom" fmla="*/ 1335600 h 1335240"/>
                </a:gdLst>
                <a:ahLst/>
                <a:rect l="textAreaLeft" t="textAreaTop" r="textAreaRight" b="textAreaBottom"/>
                <a:pathLst>
                  <a:path w="2378" h="2355">
                    <a:moveTo>
                      <a:pt x="2245" y="759"/>
                    </a:moveTo>
                    <a:lnTo>
                      <a:pt x="2263" y="795"/>
                    </a:lnTo>
                    <a:lnTo>
                      <a:pt x="2283" y="838"/>
                    </a:lnTo>
                    <a:lnTo>
                      <a:pt x="2302" y="884"/>
                    </a:lnTo>
                    <a:lnTo>
                      <a:pt x="2322" y="936"/>
                    </a:lnTo>
                    <a:lnTo>
                      <a:pt x="2339" y="991"/>
                    </a:lnTo>
                    <a:lnTo>
                      <a:pt x="2355" y="1051"/>
                    </a:lnTo>
                    <a:lnTo>
                      <a:pt x="2367" y="1112"/>
                    </a:lnTo>
                    <a:lnTo>
                      <a:pt x="2375" y="1176"/>
                    </a:lnTo>
                    <a:lnTo>
                      <a:pt x="2378" y="1242"/>
                    </a:lnTo>
                    <a:lnTo>
                      <a:pt x="2376" y="1310"/>
                    </a:lnTo>
                    <a:lnTo>
                      <a:pt x="2367" y="1377"/>
                    </a:lnTo>
                    <a:lnTo>
                      <a:pt x="2359" y="1411"/>
                    </a:lnTo>
                    <a:lnTo>
                      <a:pt x="2349" y="1445"/>
                    </a:lnTo>
                    <a:lnTo>
                      <a:pt x="2338" y="1479"/>
                    </a:lnTo>
                    <a:lnTo>
                      <a:pt x="2324" y="1513"/>
                    </a:lnTo>
                    <a:lnTo>
                      <a:pt x="2307" y="1545"/>
                    </a:lnTo>
                    <a:lnTo>
                      <a:pt x="2288" y="1578"/>
                    </a:lnTo>
                    <a:lnTo>
                      <a:pt x="2268" y="1611"/>
                    </a:lnTo>
                    <a:lnTo>
                      <a:pt x="2243" y="1643"/>
                    </a:lnTo>
                    <a:lnTo>
                      <a:pt x="2217" y="1674"/>
                    </a:lnTo>
                    <a:lnTo>
                      <a:pt x="2187" y="1705"/>
                    </a:lnTo>
                    <a:lnTo>
                      <a:pt x="1542" y="2206"/>
                    </a:lnTo>
                    <a:lnTo>
                      <a:pt x="1509" y="2227"/>
                    </a:lnTo>
                    <a:lnTo>
                      <a:pt x="1470" y="2247"/>
                    </a:lnTo>
                    <a:lnTo>
                      <a:pt x="1431" y="2264"/>
                    </a:lnTo>
                    <a:lnTo>
                      <a:pt x="1396" y="2279"/>
                    </a:lnTo>
                    <a:lnTo>
                      <a:pt x="1328" y="2303"/>
                    </a:lnTo>
                    <a:lnTo>
                      <a:pt x="1263" y="2321"/>
                    </a:lnTo>
                    <a:lnTo>
                      <a:pt x="1202" y="2336"/>
                    </a:lnTo>
                    <a:lnTo>
                      <a:pt x="1143" y="2346"/>
                    </a:lnTo>
                    <a:lnTo>
                      <a:pt x="1087" y="2352"/>
                    </a:lnTo>
                    <a:lnTo>
                      <a:pt x="1034" y="2355"/>
                    </a:lnTo>
                    <a:lnTo>
                      <a:pt x="984" y="2355"/>
                    </a:lnTo>
                    <a:lnTo>
                      <a:pt x="937" y="2352"/>
                    </a:lnTo>
                    <a:lnTo>
                      <a:pt x="893" y="2348"/>
                    </a:lnTo>
                    <a:lnTo>
                      <a:pt x="853" y="2341"/>
                    </a:lnTo>
                    <a:lnTo>
                      <a:pt x="815" y="2334"/>
                    </a:lnTo>
                    <a:lnTo>
                      <a:pt x="782" y="2325"/>
                    </a:lnTo>
                    <a:lnTo>
                      <a:pt x="751" y="2316"/>
                    </a:lnTo>
                    <a:lnTo>
                      <a:pt x="722" y="2306"/>
                    </a:lnTo>
                    <a:lnTo>
                      <a:pt x="698" y="2298"/>
                    </a:lnTo>
                    <a:lnTo>
                      <a:pt x="676" y="2290"/>
                    </a:lnTo>
                    <a:lnTo>
                      <a:pt x="632" y="2273"/>
                    </a:lnTo>
                    <a:lnTo>
                      <a:pt x="590" y="2255"/>
                    </a:lnTo>
                    <a:lnTo>
                      <a:pt x="550" y="2235"/>
                    </a:lnTo>
                    <a:lnTo>
                      <a:pt x="511" y="2213"/>
                    </a:lnTo>
                    <a:lnTo>
                      <a:pt x="473" y="2190"/>
                    </a:lnTo>
                    <a:lnTo>
                      <a:pt x="437" y="2166"/>
                    </a:lnTo>
                    <a:lnTo>
                      <a:pt x="402" y="2141"/>
                    </a:lnTo>
                    <a:lnTo>
                      <a:pt x="368" y="2114"/>
                    </a:lnTo>
                    <a:lnTo>
                      <a:pt x="306" y="2059"/>
                    </a:lnTo>
                    <a:lnTo>
                      <a:pt x="277" y="2029"/>
                    </a:lnTo>
                    <a:lnTo>
                      <a:pt x="249" y="1999"/>
                    </a:lnTo>
                    <a:lnTo>
                      <a:pt x="223" y="1968"/>
                    </a:lnTo>
                    <a:lnTo>
                      <a:pt x="199" y="1935"/>
                    </a:lnTo>
                    <a:lnTo>
                      <a:pt x="154" y="1870"/>
                    </a:lnTo>
                    <a:lnTo>
                      <a:pt x="115" y="1802"/>
                    </a:lnTo>
                    <a:lnTo>
                      <a:pt x="81" y="1732"/>
                    </a:lnTo>
                    <a:lnTo>
                      <a:pt x="54" y="1661"/>
                    </a:lnTo>
                    <a:lnTo>
                      <a:pt x="31" y="1591"/>
                    </a:lnTo>
                    <a:lnTo>
                      <a:pt x="14" y="1520"/>
                    </a:lnTo>
                    <a:lnTo>
                      <a:pt x="4" y="1449"/>
                    </a:lnTo>
                    <a:lnTo>
                      <a:pt x="0" y="1380"/>
                    </a:lnTo>
                    <a:lnTo>
                      <a:pt x="1" y="1312"/>
                    </a:lnTo>
                    <a:lnTo>
                      <a:pt x="1" y="1309"/>
                    </a:lnTo>
                    <a:lnTo>
                      <a:pt x="2" y="1302"/>
                    </a:lnTo>
                    <a:lnTo>
                      <a:pt x="4" y="1289"/>
                    </a:lnTo>
                    <a:lnTo>
                      <a:pt x="6" y="1273"/>
                    </a:lnTo>
                    <a:lnTo>
                      <a:pt x="10" y="1252"/>
                    </a:lnTo>
                    <a:lnTo>
                      <a:pt x="14" y="1228"/>
                    </a:lnTo>
                    <a:lnTo>
                      <a:pt x="21" y="1202"/>
                    </a:lnTo>
                    <a:lnTo>
                      <a:pt x="28" y="1172"/>
                    </a:lnTo>
                    <a:lnTo>
                      <a:pt x="38" y="1139"/>
                    </a:lnTo>
                    <a:lnTo>
                      <a:pt x="49" y="1106"/>
                    </a:lnTo>
                    <a:lnTo>
                      <a:pt x="62" y="1069"/>
                    </a:lnTo>
                    <a:lnTo>
                      <a:pt x="77" y="1032"/>
                    </a:lnTo>
                    <a:lnTo>
                      <a:pt x="94" y="994"/>
                    </a:lnTo>
                    <a:lnTo>
                      <a:pt x="114" y="955"/>
                    </a:lnTo>
                    <a:lnTo>
                      <a:pt x="135" y="916"/>
                    </a:lnTo>
                    <a:lnTo>
                      <a:pt x="160" y="877"/>
                    </a:lnTo>
                    <a:lnTo>
                      <a:pt x="173" y="857"/>
                    </a:lnTo>
                    <a:lnTo>
                      <a:pt x="190" y="835"/>
                    </a:lnTo>
                    <a:lnTo>
                      <a:pt x="206" y="815"/>
                    </a:lnTo>
                    <a:lnTo>
                      <a:pt x="214" y="804"/>
                    </a:lnTo>
                    <a:lnTo>
                      <a:pt x="221" y="795"/>
                    </a:lnTo>
                    <a:lnTo>
                      <a:pt x="254" y="755"/>
                    </a:lnTo>
                    <a:lnTo>
                      <a:pt x="289" y="715"/>
                    </a:lnTo>
                    <a:lnTo>
                      <a:pt x="361" y="641"/>
                    </a:lnTo>
                    <a:lnTo>
                      <a:pt x="397" y="604"/>
                    </a:lnTo>
                    <a:lnTo>
                      <a:pt x="433" y="565"/>
                    </a:lnTo>
                    <a:lnTo>
                      <a:pt x="465" y="524"/>
                    </a:lnTo>
                    <a:lnTo>
                      <a:pt x="495" y="482"/>
                    </a:lnTo>
                    <a:lnTo>
                      <a:pt x="541" y="406"/>
                    </a:lnTo>
                    <a:lnTo>
                      <a:pt x="587" y="328"/>
                    </a:lnTo>
                    <a:lnTo>
                      <a:pt x="634" y="254"/>
                    </a:lnTo>
                    <a:lnTo>
                      <a:pt x="660" y="217"/>
                    </a:lnTo>
                    <a:lnTo>
                      <a:pt x="687" y="181"/>
                    </a:lnTo>
                    <a:lnTo>
                      <a:pt x="706" y="160"/>
                    </a:lnTo>
                    <a:lnTo>
                      <a:pt x="725" y="142"/>
                    </a:lnTo>
                    <a:lnTo>
                      <a:pt x="746" y="124"/>
                    </a:lnTo>
                    <a:lnTo>
                      <a:pt x="766" y="110"/>
                    </a:lnTo>
                    <a:lnTo>
                      <a:pt x="783" y="97"/>
                    </a:lnTo>
                    <a:lnTo>
                      <a:pt x="797" y="86"/>
                    </a:lnTo>
                    <a:lnTo>
                      <a:pt x="807" y="81"/>
                    </a:lnTo>
                    <a:lnTo>
                      <a:pt x="809" y="78"/>
                    </a:lnTo>
                    <a:lnTo>
                      <a:pt x="810" y="78"/>
                    </a:lnTo>
                    <a:lnTo>
                      <a:pt x="851" y="58"/>
                    </a:lnTo>
                    <a:lnTo>
                      <a:pt x="893" y="40"/>
                    </a:lnTo>
                    <a:lnTo>
                      <a:pt x="937" y="25"/>
                    </a:lnTo>
                    <a:lnTo>
                      <a:pt x="981" y="15"/>
                    </a:lnTo>
                    <a:lnTo>
                      <a:pt x="1027" y="7"/>
                    </a:lnTo>
                    <a:lnTo>
                      <a:pt x="1074" y="2"/>
                    </a:lnTo>
                    <a:lnTo>
                      <a:pt x="1121" y="0"/>
                    </a:lnTo>
                    <a:lnTo>
                      <a:pt x="1170" y="1"/>
                    </a:lnTo>
                    <a:lnTo>
                      <a:pt x="1219" y="5"/>
                    </a:lnTo>
                    <a:lnTo>
                      <a:pt x="1269" y="12"/>
                    </a:lnTo>
                    <a:lnTo>
                      <a:pt x="1318" y="21"/>
                    </a:lnTo>
                    <a:lnTo>
                      <a:pt x="1369" y="33"/>
                    </a:lnTo>
                    <a:lnTo>
                      <a:pt x="1419" y="48"/>
                    </a:lnTo>
                    <a:lnTo>
                      <a:pt x="1469" y="66"/>
                    </a:lnTo>
                    <a:lnTo>
                      <a:pt x="1520" y="85"/>
                    </a:lnTo>
                    <a:lnTo>
                      <a:pt x="1570" y="108"/>
                    </a:lnTo>
                    <a:lnTo>
                      <a:pt x="1619" y="134"/>
                    </a:lnTo>
                    <a:lnTo>
                      <a:pt x="1669" y="160"/>
                    </a:lnTo>
                    <a:lnTo>
                      <a:pt x="1718" y="190"/>
                    </a:lnTo>
                    <a:lnTo>
                      <a:pt x="1765" y="222"/>
                    </a:lnTo>
                    <a:lnTo>
                      <a:pt x="1813" y="256"/>
                    </a:lnTo>
                    <a:lnTo>
                      <a:pt x="1859" y="293"/>
                    </a:lnTo>
                    <a:lnTo>
                      <a:pt x="1905" y="331"/>
                    </a:lnTo>
                    <a:lnTo>
                      <a:pt x="1949" y="371"/>
                    </a:lnTo>
                    <a:lnTo>
                      <a:pt x="1991" y="414"/>
                    </a:lnTo>
                    <a:lnTo>
                      <a:pt x="2033" y="457"/>
                    </a:lnTo>
                    <a:lnTo>
                      <a:pt x="2073" y="503"/>
                    </a:lnTo>
                    <a:lnTo>
                      <a:pt x="2111" y="551"/>
                    </a:lnTo>
                    <a:lnTo>
                      <a:pt x="2147" y="600"/>
                    </a:lnTo>
                    <a:lnTo>
                      <a:pt x="2181" y="652"/>
                    </a:lnTo>
                    <a:lnTo>
                      <a:pt x="2215" y="705"/>
                    </a:lnTo>
                    <a:lnTo>
                      <a:pt x="2245" y="759"/>
                    </a:lnTo>
                    <a:close/>
                  </a:path>
                </a:pathLst>
              </a:custGeom>
              <a:solidFill>
                <a:srgbClr val="00e91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97" name="Freeform 119"/>
              <p:cNvSpPr/>
              <p:nvPr/>
            </p:nvSpPr>
            <p:spPr>
              <a:xfrm>
                <a:off x="2634480" y="3899160"/>
                <a:ext cx="1257120" cy="1230840"/>
              </a:xfrm>
              <a:custGeom>
                <a:avLst/>
                <a:gdLst>
                  <a:gd name="textAreaLeft" fmla="*/ 0 w 1257120"/>
                  <a:gd name="textAreaRight" fmla="*/ 1257480 w 1257120"/>
                  <a:gd name="textAreaTop" fmla="*/ 0 h 1230840"/>
                  <a:gd name="textAreaBottom" fmla="*/ 1231200 h 1230840"/>
                </a:gdLst>
                <a:ahLst/>
                <a:rect l="textAreaLeft" t="textAreaTop" r="textAreaRight" b="textAreaBottom"/>
                <a:pathLst>
                  <a:path w="2216" h="2171">
                    <a:moveTo>
                      <a:pt x="2215" y="1143"/>
                    </a:moveTo>
                    <a:lnTo>
                      <a:pt x="2210" y="1196"/>
                    </a:lnTo>
                    <a:lnTo>
                      <a:pt x="2205" y="1224"/>
                    </a:lnTo>
                    <a:lnTo>
                      <a:pt x="2199" y="1253"/>
                    </a:lnTo>
                    <a:lnTo>
                      <a:pt x="2191" y="1283"/>
                    </a:lnTo>
                    <a:lnTo>
                      <a:pt x="2182" y="1313"/>
                    </a:lnTo>
                    <a:lnTo>
                      <a:pt x="2170" y="1343"/>
                    </a:lnTo>
                    <a:lnTo>
                      <a:pt x="2157" y="1374"/>
                    </a:lnTo>
                    <a:lnTo>
                      <a:pt x="2142" y="1404"/>
                    </a:lnTo>
                    <a:lnTo>
                      <a:pt x="2125" y="1435"/>
                    </a:lnTo>
                    <a:lnTo>
                      <a:pt x="2107" y="1465"/>
                    </a:lnTo>
                    <a:lnTo>
                      <a:pt x="2085" y="1495"/>
                    </a:lnTo>
                    <a:lnTo>
                      <a:pt x="2062" y="1523"/>
                    </a:lnTo>
                    <a:lnTo>
                      <a:pt x="2038" y="1552"/>
                    </a:lnTo>
                    <a:lnTo>
                      <a:pt x="2010" y="1580"/>
                    </a:lnTo>
                    <a:lnTo>
                      <a:pt x="1980" y="1607"/>
                    </a:lnTo>
                    <a:lnTo>
                      <a:pt x="1948" y="1633"/>
                    </a:lnTo>
                    <a:lnTo>
                      <a:pt x="1913" y="1657"/>
                    </a:lnTo>
                    <a:lnTo>
                      <a:pt x="1876" y="1680"/>
                    </a:lnTo>
                    <a:lnTo>
                      <a:pt x="1837" y="1702"/>
                    </a:lnTo>
                    <a:lnTo>
                      <a:pt x="1795" y="1722"/>
                    </a:lnTo>
                    <a:lnTo>
                      <a:pt x="1750" y="1740"/>
                    </a:lnTo>
                    <a:lnTo>
                      <a:pt x="1702" y="1756"/>
                    </a:lnTo>
                    <a:lnTo>
                      <a:pt x="1652" y="1770"/>
                    </a:lnTo>
                    <a:lnTo>
                      <a:pt x="1598" y="1781"/>
                    </a:lnTo>
                    <a:lnTo>
                      <a:pt x="1542" y="1790"/>
                    </a:lnTo>
                    <a:lnTo>
                      <a:pt x="1482" y="1796"/>
                    </a:lnTo>
                    <a:lnTo>
                      <a:pt x="1420" y="1800"/>
                    </a:lnTo>
                    <a:lnTo>
                      <a:pt x="1355" y="1801"/>
                    </a:lnTo>
                    <a:lnTo>
                      <a:pt x="1287" y="1799"/>
                    </a:lnTo>
                    <a:lnTo>
                      <a:pt x="1214" y="1794"/>
                    </a:lnTo>
                    <a:lnTo>
                      <a:pt x="1139" y="1785"/>
                    </a:lnTo>
                    <a:lnTo>
                      <a:pt x="1110" y="1780"/>
                    </a:lnTo>
                    <a:lnTo>
                      <a:pt x="1080" y="1773"/>
                    </a:lnTo>
                    <a:lnTo>
                      <a:pt x="1015" y="1762"/>
                    </a:lnTo>
                    <a:lnTo>
                      <a:pt x="982" y="1758"/>
                    </a:lnTo>
                    <a:lnTo>
                      <a:pt x="951" y="1758"/>
                    </a:lnTo>
                    <a:lnTo>
                      <a:pt x="938" y="1761"/>
                    </a:lnTo>
                    <a:lnTo>
                      <a:pt x="924" y="1764"/>
                    </a:lnTo>
                    <a:lnTo>
                      <a:pt x="911" y="1769"/>
                    </a:lnTo>
                    <a:lnTo>
                      <a:pt x="900" y="1776"/>
                    </a:lnTo>
                    <a:lnTo>
                      <a:pt x="895" y="1780"/>
                    </a:lnTo>
                    <a:lnTo>
                      <a:pt x="893" y="1786"/>
                    </a:lnTo>
                    <a:lnTo>
                      <a:pt x="890" y="1794"/>
                    </a:lnTo>
                    <a:lnTo>
                      <a:pt x="890" y="1803"/>
                    </a:lnTo>
                    <a:lnTo>
                      <a:pt x="893" y="1824"/>
                    </a:lnTo>
                    <a:lnTo>
                      <a:pt x="898" y="1847"/>
                    </a:lnTo>
                    <a:lnTo>
                      <a:pt x="914" y="1894"/>
                    </a:lnTo>
                    <a:lnTo>
                      <a:pt x="923" y="1915"/>
                    </a:lnTo>
                    <a:lnTo>
                      <a:pt x="929" y="1931"/>
                    </a:lnTo>
                    <a:lnTo>
                      <a:pt x="942" y="1963"/>
                    </a:lnTo>
                    <a:lnTo>
                      <a:pt x="953" y="1993"/>
                    </a:lnTo>
                    <a:lnTo>
                      <a:pt x="959" y="2020"/>
                    </a:lnTo>
                    <a:lnTo>
                      <a:pt x="964" y="2044"/>
                    </a:lnTo>
                    <a:lnTo>
                      <a:pt x="966" y="2066"/>
                    </a:lnTo>
                    <a:lnTo>
                      <a:pt x="966" y="2086"/>
                    </a:lnTo>
                    <a:lnTo>
                      <a:pt x="964" y="2103"/>
                    </a:lnTo>
                    <a:lnTo>
                      <a:pt x="961" y="2117"/>
                    </a:lnTo>
                    <a:lnTo>
                      <a:pt x="955" y="2129"/>
                    </a:lnTo>
                    <a:lnTo>
                      <a:pt x="947" y="2141"/>
                    </a:lnTo>
                    <a:lnTo>
                      <a:pt x="938" y="2149"/>
                    </a:lnTo>
                    <a:lnTo>
                      <a:pt x="928" y="2156"/>
                    </a:lnTo>
                    <a:lnTo>
                      <a:pt x="917" y="2162"/>
                    </a:lnTo>
                    <a:lnTo>
                      <a:pt x="904" y="2166"/>
                    </a:lnTo>
                    <a:lnTo>
                      <a:pt x="878" y="2171"/>
                    </a:lnTo>
                    <a:lnTo>
                      <a:pt x="849" y="2171"/>
                    </a:lnTo>
                    <a:lnTo>
                      <a:pt x="820" y="2167"/>
                    </a:lnTo>
                    <a:lnTo>
                      <a:pt x="791" y="2163"/>
                    </a:lnTo>
                    <a:lnTo>
                      <a:pt x="765" y="2156"/>
                    </a:lnTo>
                    <a:lnTo>
                      <a:pt x="742" y="2149"/>
                    </a:lnTo>
                    <a:lnTo>
                      <a:pt x="724" y="2143"/>
                    </a:lnTo>
                    <a:lnTo>
                      <a:pt x="718" y="2140"/>
                    </a:lnTo>
                    <a:lnTo>
                      <a:pt x="712" y="2139"/>
                    </a:lnTo>
                    <a:lnTo>
                      <a:pt x="708" y="2136"/>
                    </a:lnTo>
                    <a:lnTo>
                      <a:pt x="707" y="2136"/>
                    </a:lnTo>
                    <a:lnTo>
                      <a:pt x="628" y="2097"/>
                    </a:lnTo>
                    <a:lnTo>
                      <a:pt x="552" y="2053"/>
                    </a:lnTo>
                    <a:lnTo>
                      <a:pt x="479" y="2005"/>
                    </a:lnTo>
                    <a:lnTo>
                      <a:pt x="410" y="1954"/>
                    </a:lnTo>
                    <a:lnTo>
                      <a:pt x="345" y="1901"/>
                    </a:lnTo>
                    <a:lnTo>
                      <a:pt x="287" y="1846"/>
                    </a:lnTo>
                    <a:lnTo>
                      <a:pt x="231" y="1790"/>
                    </a:lnTo>
                    <a:lnTo>
                      <a:pt x="182" y="1734"/>
                    </a:lnTo>
                    <a:lnTo>
                      <a:pt x="137" y="1679"/>
                    </a:lnTo>
                    <a:lnTo>
                      <a:pt x="99" y="1625"/>
                    </a:lnTo>
                    <a:lnTo>
                      <a:pt x="82" y="1598"/>
                    </a:lnTo>
                    <a:lnTo>
                      <a:pt x="66" y="1573"/>
                    </a:lnTo>
                    <a:lnTo>
                      <a:pt x="52" y="1548"/>
                    </a:lnTo>
                    <a:lnTo>
                      <a:pt x="39" y="1525"/>
                    </a:lnTo>
                    <a:lnTo>
                      <a:pt x="29" y="1502"/>
                    </a:lnTo>
                    <a:lnTo>
                      <a:pt x="19" y="1480"/>
                    </a:lnTo>
                    <a:lnTo>
                      <a:pt x="13" y="1459"/>
                    </a:lnTo>
                    <a:lnTo>
                      <a:pt x="7" y="1439"/>
                    </a:lnTo>
                    <a:lnTo>
                      <a:pt x="2" y="1421"/>
                    </a:lnTo>
                    <a:lnTo>
                      <a:pt x="1" y="1404"/>
                    </a:lnTo>
                    <a:lnTo>
                      <a:pt x="0" y="1389"/>
                    </a:lnTo>
                    <a:lnTo>
                      <a:pt x="2" y="1375"/>
                    </a:lnTo>
                    <a:lnTo>
                      <a:pt x="6" y="1362"/>
                    </a:lnTo>
                    <a:lnTo>
                      <a:pt x="9" y="1351"/>
                    </a:lnTo>
                    <a:lnTo>
                      <a:pt x="19" y="1332"/>
                    </a:lnTo>
                    <a:lnTo>
                      <a:pt x="33" y="1319"/>
                    </a:lnTo>
                    <a:lnTo>
                      <a:pt x="48" y="1310"/>
                    </a:lnTo>
                    <a:lnTo>
                      <a:pt x="66" y="1306"/>
                    </a:lnTo>
                    <a:lnTo>
                      <a:pt x="85" y="1303"/>
                    </a:lnTo>
                    <a:lnTo>
                      <a:pt x="107" y="1303"/>
                    </a:lnTo>
                    <a:lnTo>
                      <a:pt x="129" y="1307"/>
                    </a:lnTo>
                    <a:lnTo>
                      <a:pt x="175" y="1315"/>
                    </a:lnTo>
                    <a:lnTo>
                      <a:pt x="222" y="1324"/>
                    </a:lnTo>
                    <a:lnTo>
                      <a:pt x="245" y="1329"/>
                    </a:lnTo>
                    <a:lnTo>
                      <a:pt x="267" y="1330"/>
                    </a:lnTo>
                    <a:lnTo>
                      <a:pt x="289" y="1330"/>
                    </a:lnTo>
                    <a:lnTo>
                      <a:pt x="309" y="1328"/>
                    </a:lnTo>
                    <a:lnTo>
                      <a:pt x="310" y="1326"/>
                    </a:lnTo>
                    <a:lnTo>
                      <a:pt x="312" y="1325"/>
                    </a:lnTo>
                    <a:lnTo>
                      <a:pt x="320" y="1317"/>
                    </a:lnTo>
                    <a:lnTo>
                      <a:pt x="332" y="1306"/>
                    </a:lnTo>
                    <a:lnTo>
                      <a:pt x="343" y="1291"/>
                    </a:lnTo>
                    <a:lnTo>
                      <a:pt x="354" y="1272"/>
                    </a:lnTo>
                    <a:lnTo>
                      <a:pt x="360" y="1252"/>
                    </a:lnTo>
                    <a:lnTo>
                      <a:pt x="363" y="1228"/>
                    </a:lnTo>
                    <a:lnTo>
                      <a:pt x="360" y="1216"/>
                    </a:lnTo>
                    <a:lnTo>
                      <a:pt x="357" y="1203"/>
                    </a:lnTo>
                    <a:lnTo>
                      <a:pt x="340" y="1154"/>
                    </a:lnTo>
                    <a:lnTo>
                      <a:pt x="324" y="1104"/>
                    </a:lnTo>
                    <a:lnTo>
                      <a:pt x="310" y="1057"/>
                    </a:lnTo>
                    <a:lnTo>
                      <a:pt x="298" y="1011"/>
                    </a:lnTo>
                    <a:lnTo>
                      <a:pt x="288" y="967"/>
                    </a:lnTo>
                    <a:lnTo>
                      <a:pt x="279" y="923"/>
                    </a:lnTo>
                    <a:lnTo>
                      <a:pt x="271" y="882"/>
                    </a:lnTo>
                    <a:lnTo>
                      <a:pt x="265" y="841"/>
                    </a:lnTo>
                    <a:lnTo>
                      <a:pt x="260" y="801"/>
                    </a:lnTo>
                    <a:lnTo>
                      <a:pt x="258" y="763"/>
                    </a:lnTo>
                    <a:lnTo>
                      <a:pt x="256" y="726"/>
                    </a:lnTo>
                    <a:lnTo>
                      <a:pt x="256" y="690"/>
                    </a:lnTo>
                    <a:lnTo>
                      <a:pt x="258" y="623"/>
                    </a:lnTo>
                    <a:lnTo>
                      <a:pt x="265" y="559"/>
                    </a:lnTo>
                    <a:lnTo>
                      <a:pt x="276" y="500"/>
                    </a:lnTo>
                    <a:lnTo>
                      <a:pt x="292" y="446"/>
                    </a:lnTo>
                    <a:lnTo>
                      <a:pt x="311" y="396"/>
                    </a:lnTo>
                    <a:lnTo>
                      <a:pt x="333" y="348"/>
                    </a:lnTo>
                    <a:lnTo>
                      <a:pt x="357" y="306"/>
                    </a:lnTo>
                    <a:lnTo>
                      <a:pt x="385" y="267"/>
                    </a:lnTo>
                    <a:lnTo>
                      <a:pt x="413" y="231"/>
                    </a:lnTo>
                    <a:lnTo>
                      <a:pt x="443" y="199"/>
                    </a:lnTo>
                    <a:lnTo>
                      <a:pt x="476" y="170"/>
                    </a:lnTo>
                    <a:lnTo>
                      <a:pt x="508" y="143"/>
                    </a:lnTo>
                    <a:lnTo>
                      <a:pt x="540" y="120"/>
                    </a:lnTo>
                    <a:lnTo>
                      <a:pt x="574" y="99"/>
                    </a:lnTo>
                    <a:lnTo>
                      <a:pt x="606" y="82"/>
                    </a:lnTo>
                    <a:lnTo>
                      <a:pt x="637" y="66"/>
                    </a:lnTo>
                    <a:lnTo>
                      <a:pt x="668" y="52"/>
                    </a:lnTo>
                    <a:lnTo>
                      <a:pt x="697" y="42"/>
                    </a:lnTo>
                    <a:lnTo>
                      <a:pt x="724" y="32"/>
                    </a:lnTo>
                    <a:lnTo>
                      <a:pt x="749" y="25"/>
                    </a:lnTo>
                    <a:lnTo>
                      <a:pt x="772" y="18"/>
                    </a:lnTo>
                    <a:lnTo>
                      <a:pt x="790" y="13"/>
                    </a:lnTo>
                    <a:lnTo>
                      <a:pt x="806" y="10"/>
                    </a:lnTo>
                    <a:lnTo>
                      <a:pt x="818" y="8"/>
                    </a:lnTo>
                    <a:lnTo>
                      <a:pt x="826" y="6"/>
                    </a:lnTo>
                    <a:lnTo>
                      <a:pt x="829" y="6"/>
                    </a:lnTo>
                    <a:lnTo>
                      <a:pt x="908" y="0"/>
                    </a:lnTo>
                    <a:lnTo>
                      <a:pt x="984" y="0"/>
                    </a:lnTo>
                    <a:lnTo>
                      <a:pt x="1058" y="4"/>
                    </a:lnTo>
                    <a:lnTo>
                      <a:pt x="1131" y="11"/>
                    </a:lnTo>
                    <a:lnTo>
                      <a:pt x="1202" y="22"/>
                    </a:lnTo>
                    <a:lnTo>
                      <a:pt x="1272" y="37"/>
                    </a:lnTo>
                    <a:lnTo>
                      <a:pt x="1338" y="56"/>
                    </a:lnTo>
                    <a:lnTo>
                      <a:pt x="1404" y="78"/>
                    </a:lnTo>
                    <a:lnTo>
                      <a:pt x="1467" y="103"/>
                    </a:lnTo>
                    <a:lnTo>
                      <a:pt x="1528" y="131"/>
                    </a:lnTo>
                    <a:lnTo>
                      <a:pt x="1587" y="162"/>
                    </a:lnTo>
                    <a:lnTo>
                      <a:pt x="1644" y="195"/>
                    </a:lnTo>
                    <a:lnTo>
                      <a:pt x="1698" y="231"/>
                    </a:lnTo>
                    <a:lnTo>
                      <a:pt x="1751" y="269"/>
                    </a:lnTo>
                    <a:lnTo>
                      <a:pt x="1800" y="309"/>
                    </a:lnTo>
                    <a:lnTo>
                      <a:pt x="1848" y="352"/>
                    </a:lnTo>
                    <a:lnTo>
                      <a:pt x="1891" y="396"/>
                    </a:lnTo>
                    <a:lnTo>
                      <a:pt x="1934" y="442"/>
                    </a:lnTo>
                    <a:lnTo>
                      <a:pt x="1973" y="488"/>
                    </a:lnTo>
                    <a:lnTo>
                      <a:pt x="2010" y="536"/>
                    </a:lnTo>
                    <a:lnTo>
                      <a:pt x="2043" y="586"/>
                    </a:lnTo>
                    <a:lnTo>
                      <a:pt x="2074" y="635"/>
                    </a:lnTo>
                    <a:lnTo>
                      <a:pt x="2102" y="686"/>
                    </a:lnTo>
                    <a:lnTo>
                      <a:pt x="2127" y="738"/>
                    </a:lnTo>
                    <a:lnTo>
                      <a:pt x="2149" y="788"/>
                    </a:lnTo>
                    <a:lnTo>
                      <a:pt x="2169" y="840"/>
                    </a:lnTo>
                    <a:lnTo>
                      <a:pt x="2185" y="892"/>
                    </a:lnTo>
                    <a:lnTo>
                      <a:pt x="2198" y="944"/>
                    </a:lnTo>
                    <a:lnTo>
                      <a:pt x="2207" y="995"/>
                    </a:lnTo>
                    <a:lnTo>
                      <a:pt x="2213" y="1045"/>
                    </a:lnTo>
                    <a:lnTo>
                      <a:pt x="2216" y="1095"/>
                    </a:lnTo>
                    <a:lnTo>
                      <a:pt x="2215" y="1143"/>
                    </a:lnTo>
                    <a:close/>
                  </a:path>
                </a:pathLst>
              </a:custGeom>
              <a:solidFill>
                <a:srgbClr val="00a25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98" name="Freeform 120"/>
              <p:cNvSpPr/>
              <p:nvPr/>
            </p:nvSpPr>
            <p:spPr>
              <a:xfrm>
                <a:off x="4025520" y="2370600"/>
                <a:ext cx="1249200" cy="1239840"/>
              </a:xfrm>
              <a:custGeom>
                <a:avLst/>
                <a:gdLst>
                  <a:gd name="textAreaLeft" fmla="*/ 0 w 1249200"/>
                  <a:gd name="textAreaRight" fmla="*/ 1249560 w 1249200"/>
                  <a:gd name="textAreaTop" fmla="*/ 0 h 1239840"/>
                  <a:gd name="textAreaBottom" fmla="*/ 1240200 h 1239840"/>
                </a:gdLst>
                <a:ahLst/>
                <a:rect l="textAreaLeft" t="textAreaTop" r="textAreaRight" b="textAreaBottom"/>
                <a:pathLst>
                  <a:path w="2203" h="2185">
                    <a:moveTo>
                      <a:pt x="2122" y="682"/>
                    </a:moveTo>
                    <a:lnTo>
                      <a:pt x="2144" y="734"/>
                    </a:lnTo>
                    <a:lnTo>
                      <a:pt x="2161" y="782"/>
                    </a:lnTo>
                    <a:lnTo>
                      <a:pt x="2175" y="829"/>
                    </a:lnTo>
                    <a:lnTo>
                      <a:pt x="2185" y="874"/>
                    </a:lnTo>
                    <a:lnTo>
                      <a:pt x="2193" y="916"/>
                    </a:lnTo>
                    <a:lnTo>
                      <a:pt x="2198" y="956"/>
                    </a:lnTo>
                    <a:lnTo>
                      <a:pt x="2201" y="992"/>
                    </a:lnTo>
                    <a:lnTo>
                      <a:pt x="2203" y="1026"/>
                    </a:lnTo>
                    <a:lnTo>
                      <a:pt x="2201" y="1056"/>
                    </a:lnTo>
                    <a:lnTo>
                      <a:pt x="2199" y="1084"/>
                    </a:lnTo>
                    <a:lnTo>
                      <a:pt x="2197" y="1108"/>
                    </a:lnTo>
                    <a:lnTo>
                      <a:pt x="2193" y="1129"/>
                    </a:lnTo>
                    <a:lnTo>
                      <a:pt x="2190" y="1146"/>
                    </a:lnTo>
                    <a:lnTo>
                      <a:pt x="2186" y="1160"/>
                    </a:lnTo>
                    <a:lnTo>
                      <a:pt x="2184" y="1170"/>
                    </a:lnTo>
                    <a:lnTo>
                      <a:pt x="2182" y="1176"/>
                    </a:lnTo>
                    <a:lnTo>
                      <a:pt x="2175" y="1195"/>
                    </a:lnTo>
                    <a:lnTo>
                      <a:pt x="2166" y="1217"/>
                    </a:lnTo>
                    <a:lnTo>
                      <a:pt x="2143" y="1263"/>
                    </a:lnTo>
                    <a:lnTo>
                      <a:pt x="2131" y="1285"/>
                    </a:lnTo>
                    <a:lnTo>
                      <a:pt x="2118" y="1305"/>
                    </a:lnTo>
                    <a:lnTo>
                      <a:pt x="2108" y="1324"/>
                    </a:lnTo>
                    <a:lnTo>
                      <a:pt x="2098" y="1337"/>
                    </a:lnTo>
                    <a:lnTo>
                      <a:pt x="1766" y="1715"/>
                    </a:lnTo>
                    <a:lnTo>
                      <a:pt x="1742" y="1741"/>
                    </a:lnTo>
                    <a:lnTo>
                      <a:pt x="1719" y="1767"/>
                    </a:lnTo>
                    <a:lnTo>
                      <a:pt x="1677" y="1822"/>
                    </a:lnTo>
                    <a:lnTo>
                      <a:pt x="1634" y="1878"/>
                    </a:lnTo>
                    <a:lnTo>
                      <a:pt x="1609" y="1903"/>
                    </a:lnTo>
                    <a:lnTo>
                      <a:pt x="1583" y="1926"/>
                    </a:lnTo>
                    <a:lnTo>
                      <a:pt x="1549" y="1954"/>
                    </a:lnTo>
                    <a:lnTo>
                      <a:pt x="1519" y="1977"/>
                    </a:lnTo>
                    <a:lnTo>
                      <a:pt x="1492" y="1999"/>
                    </a:lnTo>
                    <a:lnTo>
                      <a:pt x="1468" y="2017"/>
                    </a:lnTo>
                    <a:lnTo>
                      <a:pt x="1447" y="2033"/>
                    </a:lnTo>
                    <a:lnTo>
                      <a:pt x="1426" y="2048"/>
                    </a:lnTo>
                    <a:lnTo>
                      <a:pt x="1409" y="2061"/>
                    </a:lnTo>
                    <a:lnTo>
                      <a:pt x="1390" y="2071"/>
                    </a:lnTo>
                    <a:lnTo>
                      <a:pt x="1357" y="2091"/>
                    </a:lnTo>
                    <a:lnTo>
                      <a:pt x="1321" y="2108"/>
                    </a:lnTo>
                    <a:lnTo>
                      <a:pt x="1302" y="2116"/>
                    </a:lnTo>
                    <a:lnTo>
                      <a:pt x="1280" y="2124"/>
                    </a:lnTo>
                    <a:lnTo>
                      <a:pt x="1256" y="2134"/>
                    </a:lnTo>
                    <a:lnTo>
                      <a:pt x="1229" y="2143"/>
                    </a:lnTo>
                    <a:lnTo>
                      <a:pt x="1208" y="2150"/>
                    </a:lnTo>
                    <a:lnTo>
                      <a:pt x="1185" y="2157"/>
                    </a:lnTo>
                    <a:lnTo>
                      <a:pt x="1160" y="2163"/>
                    </a:lnTo>
                    <a:lnTo>
                      <a:pt x="1132" y="2169"/>
                    </a:lnTo>
                    <a:lnTo>
                      <a:pt x="1103" y="2175"/>
                    </a:lnTo>
                    <a:lnTo>
                      <a:pt x="1069" y="2180"/>
                    </a:lnTo>
                    <a:lnTo>
                      <a:pt x="1035" y="2183"/>
                    </a:lnTo>
                    <a:lnTo>
                      <a:pt x="998" y="2184"/>
                    </a:lnTo>
                    <a:lnTo>
                      <a:pt x="959" y="2185"/>
                    </a:lnTo>
                    <a:lnTo>
                      <a:pt x="918" y="2183"/>
                    </a:lnTo>
                    <a:lnTo>
                      <a:pt x="876" y="2180"/>
                    </a:lnTo>
                    <a:lnTo>
                      <a:pt x="831" y="2174"/>
                    </a:lnTo>
                    <a:lnTo>
                      <a:pt x="783" y="2166"/>
                    </a:lnTo>
                    <a:lnTo>
                      <a:pt x="735" y="2154"/>
                    </a:lnTo>
                    <a:lnTo>
                      <a:pt x="686" y="2139"/>
                    </a:lnTo>
                    <a:lnTo>
                      <a:pt x="634" y="2122"/>
                    </a:lnTo>
                    <a:lnTo>
                      <a:pt x="609" y="2113"/>
                    </a:lnTo>
                    <a:lnTo>
                      <a:pt x="584" y="2101"/>
                    </a:lnTo>
                    <a:lnTo>
                      <a:pt x="558" y="2089"/>
                    </a:lnTo>
                    <a:lnTo>
                      <a:pt x="530" y="2076"/>
                    </a:lnTo>
                    <a:lnTo>
                      <a:pt x="474" y="2044"/>
                    </a:lnTo>
                    <a:lnTo>
                      <a:pt x="417" y="2007"/>
                    </a:lnTo>
                    <a:lnTo>
                      <a:pt x="358" y="1963"/>
                    </a:lnTo>
                    <a:lnTo>
                      <a:pt x="302" y="1915"/>
                    </a:lnTo>
                    <a:lnTo>
                      <a:pt x="247" y="1861"/>
                    </a:lnTo>
                    <a:lnTo>
                      <a:pt x="194" y="1801"/>
                    </a:lnTo>
                    <a:lnTo>
                      <a:pt x="169" y="1768"/>
                    </a:lnTo>
                    <a:lnTo>
                      <a:pt x="145" y="1734"/>
                    </a:lnTo>
                    <a:lnTo>
                      <a:pt x="123" y="1699"/>
                    </a:lnTo>
                    <a:lnTo>
                      <a:pt x="103" y="1662"/>
                    </a:lnTo>
                    <a:lnTo>
                      <a:pt x="83" y="1624"/>
                    </a:lnTo>
                    <a:lnTo>
                      <a:pt x="65" y="1585"/>
                    </a:lnTo>
                    <a:lnTo>
                      <a:pt x="49" y="1545"/>
                    </a:lnTo>
                    <a:lnTo>
                      <a:pt x="35" y="1502"/>
                    </a:lnTo>
                    <a:lnTo>
                      <a:pt x="23" y="1458"/>
                    </a:lnTo>
                    <a:lnTo>
                      <a:pt x="14" y="1414"/>
                    </a:lnTo>
                    <a:lnTo>
                      <a:pt x="6" y="1366"/>
                    </a:lnTo>
                    <a:lnTo>
                      <a:pt x="1" y="1319"/>
                    </a:lnTo>
                    <a:lnTo>
                      <a:pt x="0" y="1270"/>
                    </a:lnTo>
                    <a:lnTo>
                      <a:pt x="0" y="1218"/>
                    </a:lnTo>
                    <a:lnTo>
                      <a:pt x="4" y="1166"/>
                    </a:lnTo>
                    <a:lnTo>
                      <a:pt x="11" y="1112"/>
                    </a:lnTo>
                    <a:lnTo>
                      <a:pt x="21" y="1060"/>
                    </a:lnTo>
                    <a:lnTo>
                      <a:pt x="34" y="1010"/>
                    </a:lnTo>
                    <a:lnTo>
                      <a:pt x="51" y="962"/>
                    </a:lnTo>
                    <a:lnTo>
                      <a:pt x="70" y="915"/>
                    </a:lnTo>
                    <a:lnTo>
                      <a:pt x="93" y="869"/>
                    </a:lnTo>
                    <a:lnTo>
                      <a:pt x="120" y="825"/>
                    </a:lnTo>
                    <a:lnTo>
                      <a:pt x="151" y="782"/>
                    </a:lnTo>
                    <a:lnTo>
                      <a:pt x="184" y="742"/>
                    </a:lnTo>
                    <a:lnTo>
                      <a:pt x="232" y="692"/>
                    </a:lnTo>
                    <a:lnTo>
                      <a:pt x="281" y="647"/>
                    </a:lnTo>
                    <a:lnTo>
                      <a:pt x="334" y="605"/>
                    </a:lnTo>
                    <a:lnTo>
                      <a:pt x="388" y="564"/>
                    </a:lnTo>
                    <a:lnTo>
                      <a:pt x="498" y="485"/>
                    </a:lnTo>
                    <a:lnTo>
                      <a:pt x="551" y="444"/>
                    </a:lnTo>
                    <a:lnTo>
                      <a:pt x="603" y="400"/>
                    </a:lnTo>
                    <a:lnTo>
                      <a:pt x="636" y="367"/>
                    </a:lnTo>
                    <a:lnTo>
                      <a:pt x="667" y="333"/>
                    </a:lnTo>
                    <a:lnTo>
                      <a:pt x="725" y="260"/>
                    </a:lnTo>
                    <a:lnTo>
                      <a:pt x="783" y="188"/>
                    </a:lnTo>
                    <a:lnTo>
                      <a:pt x="815" y="153"/>
                    </a:lnTo>
                    <a:lnTo>
                      <a:pt x="848" y="121"/>
                    </a:lnTo>
                    <a:lnTo>
                      <a:pt x="870" y="103"/>
                    </a:lnTo>
                    <a:lnTo>
                      <a:pt x="895" y="84"/>
                    </a:lnTo>
                    <a:lnTo>
                      <a:pt x="921" y="67"/>
                    </a:lnTo>
                    <a:lnTo>
                      <a:pt x="946" y="53"/>
                    </a:lnTo>
                    <a:lnTo>
                      <a:pt x="980" y="37"/>
                    </a:lnTo>
                    <a:lnTo>
                      <a:pt x="1016" y="24"/>
                    </a:lnTo>
                    <a:lnTo>
                      <a:pt x="1052" y="14"/>
                    </a:lnTo>
                    <a:lnTo>
                      <a:pt x="1090" y="7"/>
                    </a:lnTo>
                    <a:lnTo>
                      <a:pt x="1129" y="2"/>
                    </a:lnTo>
                    <a:lnTo>
                      <a:pt x="1168" y="0"/>
                    </a:lnTo>
                    <a:lnTo>
                      <a:pt x="1208" y="1"/>
                    </a:lnTo>
                    <a:lnTo>
                      <a:pt x="1249" y="3"/>
                    </a:lnTo>
                    <a:lnTo>
                      <a:pt x="1290" y="9"/>
                    </a:lnTo>
                    <a:lnTo>
                      <a:pt x="1333" y="17"/>
                    </a:lnTo>
                    <a:lnTo>
                      <a:pt x="1374" y="28"/>
                    </a:lnTo>
                    <a:lnTo>
                      <a:pt x="1417" y="40"/>
                    </a:lnTo>
                    <a:lnTo>
                      <a:pt x="1458" y="55"/>
                    </a:lnTo>
                    <a:lnTo>
                      <a:pt x="1501" y="73"/>
                    </a:lnTo>
                    <a:lnTo>
                      <a:pt x="1543" y="91"/>
                    </a:lnTo>
                    <a:lnTo>
                      <a:pt x="1584" y="113"/>
                    </a:lnTo>
                    <a:lnTo>
                      <a:pt x="1625" y="136"/>
                    </a:lnTo>
                    <a:lnTo>
                      <a:pt x="1667" y="161"/>
                    </a:lnTo>
                    <a:lnTo>
                      <a:pt x="1706" y="188"/>
                    </a:lnTo>
                    <a:lnTo>
                      <a:pt x="1746" y="217"/>
                    </a:lnTo>
                    <a:lnTo>
                      <a:pt x="1784" y="248"/>
                    </a:lnTo>
                    <a:lnTo>
                      <a:pt x="1822" y="280"/>
                    </a:lnTo>
                    <a:lnTo>
                      <a:pt x="1859" y="313"/>
                    </a:lnTo>
                    <a:lnTo>
                      <a:pt x="1894" y="349"/>
                    </a:lnTo>
                    <a:lnTo>
                      <a:pt x="1928" y="386"/>
                    </a:lnTo>
                    <a:lnTo>
                      <a:pt x="1961" y="424"/>
                    </a:lnTo>
                    <a:lnTo>
                      <a:pt x="1992" y="464"/>
                    </a:lnTo>
                    <a:lnTo>
                      <a:pt x="2022" y="506"/>
                    </a:lnTo>
                    <a:lnTo>
                      <a:pt x="2049" y="547"/>
                    </a:lnTo>
                    <a:lnTo>
                      <a:pt x="2076" y="591"/>
                    </a:lnTo>
                    <a:lnTo>
                      <a:pt x="2100" y="636"/>
                    </a:lnTo>
                    <a:lnTo>
                      <a:pt x="2122" y="682"/>
                    </a:lnTo>
                    <a:close/>
                  </a:path>
                </a:pathLst>
              </a:custGeom>
              <a:solidFill>
                <a:srgbClr val="00f00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599" name="Freeform 121"/>
              <p:cNvSpPr/>
              <p:nvPr/>
            </p:nvSpPr>
            <p:spPr>
              <a:xfrm>
                <a:off x="4372920" y="4400640"/>
                <a:ext cx="1152720" cy="982440"/>
              </a:xfrm>
              <a:custGeom>
                <a:avLst/>
                <a:gdLst>
                  <a:gd name="textAreaLeft" fmla="*/ 0 w 1152720"/>
                  <a:gd name="textAreaRight" fmla="*/ 1153080 w 1152720"/>
                  <a:gd name="textAreaTop" fmla="*/ 0 h 982440"/>
                  <a:gd name="textAreaBottom" fmla="*/ 982800 h 982440"/>
                </a:gdLst>
                <a:ahLst/>
                <a:rect l="textAreaLeft" t="textAreaTop" r="textAreaRight" b="textAreaBottom"/>
                <a:pathLst>
                  <a:path w="2032" h="1732">
                    <a:moveTo>
                      <a:pt x="0" y="1732"/>
                    </a:moveTo>
                    <a:lnTo>
                      <a:pt x="16" y="1725"/>
                    </a:lnTo>
                    <a:lnTo>
                      <a:pt x="31" y="1718"/>
                    </a:lnTo>
                    <a:lnTo>
                      <a:pt x="58" y="1704"/>
                    </a:lnTo>
                    <a:lnTo>
                      <a:pt x="70" y="1696"/>
                    </a:lnTo>
                    <a:lnTo>
                      <a:pt x="85" y="1686"/>
                    </a:lnTo>
                    <a:lnTo>
                      <a:pt x="101" y="1673"/>
                    </a:lnTo>
                    <a:lnTo>
                      <a:pt x="120" y="1658"/>
                    </a:lnTo>
                    <a:lnTo>
                      <a:pt x="132" y="1646"/>
                    </a:lnTo>
                    <a:lnTo>
                      <a:pt x="149" y="1629"/>
                    </a:lnTo>
                    <a:lnTo>
                      <a:pt x="166" y="1606"/>
                    </a:lnTo>
                    <a:lnTo>
                      <a:pt x="183" y="1576"/>
                    </a:lnTo>
                    <a:lnTo>
                      <a:pt x="191" y="1559"/>
                    </a:lnTo>
                    <a:lnTo>
                      <a:pt x="199" y="1540"/>
                    </a:lnTo>
                    <a:lnTo>
                      <a:pt x="206" y="1520"/>
                    </a:lnTo>
                    <a:lnTo>
                      <a:pt x="213" y="1498"/>
                    </a:lnTo>
                    <a:lnTo>
                      <a:pt x="219" y="1474"/>
                    </a:lnTo>
                    <a:lnTo>
                      <a:pt x="223" y="1447"/>
                    </a:lnTo>
                    <a:lnTo>
                      <a:pt x="227" y="1419"/>
                    </a:lnTo>
                    <a:lnTo>
                      <a:pt x="229" y="1390"/>
                    </a:lnTo>
                    <a:lnTo>
                      <a:pt x="230" y="1372"/>
                    </a:lnTo>
                    <a:lnTo>
                      <a:pt x="233" y="1354"/>
                    </a:lnTo>
                    <a:lnTo>
                      <a:pt x="235" y="1332"/>
                    </a:lnTo>
                    <a:lnTo>
                      <a:pt x="238" y="1309"/>
                    </a:lnTo>
                    <a:lnTo>
                      <a:pt x="245" y="1285"/>
                    </a:lnTo>
                    <a:lnTo>
                      <a:pt x="253" y="1258"/>
                    </a:lnTo>
                    <a:lnTo>
                      <a:pt x="264" y="1229"/>
                    </a:lnTo>
                    <a:lnTo>
                      <a:pt x="278" y="1199"/>
                    </a:lnTo>
                    <a:lnTo>
                      <a:pt x="296" y="1168"/>
                    </a:lnTo>
                    <a:lnTo>
                      <a:pt x="317" y="1135"/>
                    </a:lnTo>
                    <a:lnTo>
                      <a:pt x="343" y="1100"/>
                    </a:lnTo>
                    <a:lnTo>
                      <a:pt x="374" y="1063"/>
                    </a:lnTo>
                    <a:lnTo>
                      <a:pt x="411" y="1027"/>
                    </a:lnTo>
                    <a:lnTo>
                      <a:pt x="453" y="987"/>
                    </a:lnTo>
                    <a:lnTo>
                      <a:pt x="501" y="948"/>
                    </a:lnTo>
                    <a:lnTo>
                      <a:pt x="528" y="928"/>
                    </a:lnTo>
                    <a:lnTo>
                      <a:pt x="556" y="907"/>
                    </a:lnTo>
                    <a:lnTo>
                      <a:pt x="646" y="847"/>
                    </a:lnTo>
                    <a:lnTo>
                      <a:pt x="739" y="790"/>
                    </a:lnTo>
                    <a:lnTo>
                      <a:pt x="834" y="737"/>
                    </a:lnTo>
                    <a:lnTo>
                      <a:pt x="930" y="688"/>
                    </a:lnTo>
                    <a:lnTo>
                      <a:pt x="1125" y="592"/>
                    </a:lnTo>
                    <a:lnTo>
                      <a:pt x="1321" y="498"/>
                    </a:lnTo>
                    <a:lnTo>
                      <a:pt x="1418" y="448"/>
                    </a:lnTo>
                    <a:lnTo>
                      <a:pt x="1514" y="398"/>
                    </a:lnTo>
                    <a:lnTo>
                      <a:pt x="1608" y="343"/>
                    </a:lnTo>
                    <a:lnTo>
                      <a:pt x="1699" y="286"/>
                    </a:lnTo>
                    <a:lnTo>
                      <a:pt x="1788" y="224"/>
                    </a:lnTo>
                    <a:lnTo>
                      <a:pt x="1830" y="190"/>
                    </a:lnTo>
                    <a:lnTo>
                      <a:pt x="1873" y="156"/>
                    </a:lnTo>
                    <a:lnTo>
                      <a:pt x="1914" y="119"/>
                    </a:lnTo>
                    <a:lnTo>
                      <a:pt x="1955" y="81"/>
                    </a:lnTo>
                    <a:lnTo>
                      <a:pt x="1994" y="42"/>
                    </a:lnTo>
                    <a:lnTo>
                      <a:pt x="2032" y="0"/>
                    </a:lnTo>
                    <a:lnTo>
                      <a:pt x="1995" y="80"/>
                    </a:lnTo>
                    <a:lnTo>
                      <a:pt x="1957" y="159"/>
                    </a:lnTo>
                    <a:lnTo>
                      <a:pt x="1916" y="236"/>
                    </a:lnTo>
                    <a:lnTo>
                      <a:pt x="1873" y="312"/>
                    </a:lnTo>
                    <a:lnTo>
                      <a:pt x="1828" y="387"/>
                    </a:lnTo>
                    <a:lnTo>
                      <a:pt x="1781" y="460"/>
                    </a:lnTo>
                    <a:lnTo>
                      <a:pt x="1732" y="531"/>
                    </a:lnTo>
                    <a:lnTo>
                      <a:pt x="1682" y="602"/>
                    </a:lnTo>
                    <a:lnTo>
                      <a:pt x="1630" y="671"/>
                    </a:lnTo>
                    <a:lnTo>
                      <a:pt x="1575" y="737"/>
                    </a:lnTo>
                    <a:lnTo>
                      <a:pt x="1519" y="803"/>
                    </a:lnTo>
                    <a:lnTo>
                      <a:pt x="1462" y="866"/>
                    </a:lnTo>
                    <a:lnTo>
                      <a:pt x="1402" y="929"/>
                    </a:lnTo>
                    <a:lnTo>
                      <a:pt x="1341" y="989"/>
                    </a:lnTo>
                    <a:lnTo>
                      <a:pt x="1277" y="1047"/>
                    </a:lnTo>
                    <a:lnTo>
                      <a:pt x="1213" y="1105"/>
                    </a:lnTo>
                    <a:lnTo>
                      <a:pt x="1147" y="1159"/>
                    </a:lnTo>
                    <a:lnTo>
                      <a:pt x="1080" y="1212"/>
                    </a:lnTo>
                    <a:lnTo>
                      <a:pt x="1011" y="1263"/>
                    </a:lnTo>
                    <a:lnTo>
                      <a:pt x="941" y="1312"/>
                    </a:lnTo>
                    <a:lnTo>
                      <a:pt x="870" y="1360"/>
                    </a:lnTo>
                    <a:lnTo>
                      <a:pt x="796" y="1404"/>
                    </a:lnTo>
                    <a:lnTo>
                      <a:pt x="722" y="1447"/>
                    </a:lnTo>
                    <a:lnTo>
                      <a:pt x="646" y="1487"/>
                    </a:lnTo>
                    <a:lnTo>
                      <a:pt x="569" y="1527"/>
                    </a:lnTo>
                    <a:lnTo>
                      <a:pt x="491" y="1562"/>
                    </a:lnTo>
                    <a:lnTo>
                      <a:pt x="412" y="1597"/>
                    </a:lnTo>
                    <a:lnTo>
                      <a:pt x="332" y="1628"/>
                    </a:lnTo>
                    <a:lnTo>
                      <a:pt x="250" y="1658"/>
                    </a:lnTo>
                    <a:lnTo>
                      <a:pt x="168" y="1684"/>
                    </a:lnTo>
                    <a:lnTo>
                      <a:pt x="84" y="1710"/>
                    </a:lnTo>
                    <a:lnTo>
                      <a:pt x="0" y="1732"/>
                    </a:lnTo>
                    <a:close/>
                  </a:path>
                </a:pathLst>
              </a:custGeom>
              <a:solidFill>
                <a:srgbClr val="00699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00" name="Freeform 122"/>
              <p:cNvSpPr/>
              <p:nvPr/>
            </p:nvSpPr>
            <p:spPr>
              <a:xfrm>
                <a:off x="4040280" y="2479680"/>
                <a:ext cx="1124280" cy="1112760"/>
              </a:xfrm>
              <a:custGeom>
                <a:avLst/>
                <a:gdLst>
                  <a:gd name="textAreaLeft" fmla="*/ 0 w 1124280"/>
                  <a:gd name="textAreaRight" fmla="*/ 1124640 w 1124280"/>
                  <a:gd name="textAreaTop" fmla="*/ 0 h 1112760"/>
                  <a:gd name="textAreaBottom" fmla="*/ 1113120 h 1112760"/>
                </a:gdLst>
                <a:ahLst/>
                <a:rect l="textAreaLeft" t="textAreaTop" r="textAreaRight" b="textAreaBottom"/>
                <a:pathLst>
                  <a:path w="1981" h="1961">
                    <a:moveTo>
                      <a:pt x="1953" y="549"/>
                    </a:moveTo>
                    <a:lnTo>
                      <a:pt x="1956" y="556"/>
                    </a:lnTo>
                    <a:lnTo>
                      <a:pt x="1959" y="566"/>
                    </a:lnTo>
                    <a:lnTo>
                      <a:pt x="1961" y="578"/>
                    </a:lnTo>
                    <a:lnTo>
                      <a:pt x="1965" y="593"/>
                    </a:lnTo>
                    <a:lnTo>
                      <a:pt x="1970" y="609"/>
                    </a:lnTo>
                    <a:lnTo>
                      <a:pt x="1973" y="627"/>
                    </a:lnTo>
                    <a:lnTo>
                      <a:pt x="1979" y="667"/>
                    </a:lnTo>
                    <a:lnTo>
                      <a:pt x="1981" y="712"/>
                    </a:lnTo>
                    <a:lnTo>
                      <a:pt x="1980" y="761"/>
                    </a:lnTo>
                    <a:lnTo>
                      <a:pt x="1973" y="809"/>
                    </a:lnTo>
                    <a:lnTo>
                      <a:pt x="1967" y="833"/>
                    </a:lnTo>
                    <a:lnTo>
                      <a:pt x="1959" y="856"/>
                    </a:lnTo>
                    <a:lnTo>
                      <a:pt x="1944" y="889"/>
                    </a:lnTo>
                    <a:lnTo>
                      <a:pt x="1929" y="920"/>
                    </a:lnTo>
                    <a:lnTo>
                      <a:pt x="1913" y="950"/>
                    </a:lnTo>
                    <a:lnTo>
                      <a:pt x="1896" y="980"/>
                    </a:lnTo>
                    <a:lnTo>
                      <a:pt x="1859" y="1037"/>
                    </a:lnTo>
                    <a:lnTo>
                      <a:pt x="1821" y="1094"/>
                    </a:lnTo>
                    <a:lnTo>
                      <a:pt x="1804" y="1124"/>
                    </a:lnTo>
                    <a:lnTo>
                      <a:pt x="1788" y="1154"/>
                    </a:lnTo>
                    <a:lnTo>
                      <a:pt x="1768" y="1198"/>
                    </a:lnTo>
                    <a:lnTo>
                      <a:pt x="1751" y="1246"/>
                    </a:lnTo>
                    <a:lnTo>
                      <a:pt x="1718" y="1339"/>
                    </a:lnTo>
                    <a:lnTo>
                      <a:pt x="1685" y="1432"/>
                    </a:lnTo>
                    <a:lnTo>
                      <a:pt x="1665" y="1478"/>
                    </a:lnTo>
                    <a:lnTo>
                      <a:pt x="1644" y="1523"/>
                    </a:lnTo>
                    <a:lnTo>
                      <a:pt x="1621" y="1564"/>
                    </a:lnTo>
                    <a:lnTo>
                      <a:pt x="1596" y="1601"/>
                    </a:lnTo>
                    <a:lnTo>
                      <a:pt x="1572" y="1634"/>
                    </a:lnTo>
                    <a:lnTo>
                      <a:pt x="1549" y="1663"/>
                    </a:lnTo>
                    <a:lnTo>
                      <a:pt x="1528" y="1688"/>
                    </a:lnTo>
                    <a:lnTo>
                      <a:pt x="1510" y="1708"/>
                    </a:lnTo>
                    <a:lnTo>
                      <a:pt x="1495" y="1724"/>
                    </a:lnTo>
                    <a:lnTo>
                      <a:pt x="1489" y="1730"/>
                    </a:lnTo>
                    <a:lnTo>
                      <a:pt x="1485" y="1734"/>
                    </a:lnTo>
                    <a:lnTo>
                      <a:pt x="1445" y="1770"/>
                    </a:lnTo>
                    <a:lnTo>
                      <a:pt x="1406" y="1801"/>
                    </a:lnTo>
                    <a:lnTo>
                      <a:pt x="1366" y="1830"/>
                    </a:lnTo>
                    <a:lnTo>
                      <a:pt x="1327" y="1855"/>
                    </a:lnTo>
                    <a:lnTo>
                      <a:pt x="1286" y="1877"/>
                    </a:lnTo>
                    <a:lnTo>
                      <a:pt x="1247" y="1895"/>
                    </a:lnTo>
                    <a:lnTo>
                      <a:pt x="1207" y="1913"/>
                    </a:lnTo>
                    <a:lnTo>
                      <a:pt x="1168" y="1925"/>
                    </a:lnTo>
                    <a:lnTo>
                      <a:pt x="1129" y="1937"/>
                    </a:lnTo>
                    <a:lnTo>
                      <a:pt x="1091" y="1946"/>
                    </a:lnTo>
                    <a:lnTo>
                      <a:pt x="1053" y="1952"/>
                    </a:lnTo>
                    <a:lnTo>
                      <a:pt x="1016" y="1958"/>
                    </a:lnTo>
                    <a:lnTo>
                      <a:pt x="979" y="1960"/>
                    </a:lnTo>
                    <a:lnTo>
                      <a:pt x="944" y="1961"/>
                    </a:lnTo>
                    <a:lnTo>
                      <a:pt x="909" y="1961"/>
                    </a:lnTo>
                    <a:lnTo>
                      <a:pt x="875" y="1959"/>
                    </a:lnTo>
                    <a:lnTo>
                      <a:pt x="812" y="1952"/>
                    </a:lnTo>
                    <a:lnTo>
                      <a:pt x="782" y="1947"/>
                    </a:lnTo>
                    <a:lnTo>
                      <a:pt x="754" y="1942"/>
                    </a:lnTo>
                    <a:lnTo>
                      <a:pt x="728" y="1936"/>
                    </a:lnTo>
                    <a:lnTo>
                      <a:pt x="702" y="1929"/>
                    </a:lnTo>
                    <a:lnTo>
                      <a:pt x="679" y="1923"/>
                    </a:lnTo>
                    <a:lnTo>
                      <a:pt x="658" y="1916"/>
                    </a:lnTo>
                    <a:lnTo>
                      <a:pt x="638" y="1909"/>
                    </a:lnTo>
                    <a:lnTo>
                      <a:pt x="621" y="1902"/>
                    </a:lnTo>
                    <a:lnTo>
                      <a:pt x="605" y="1897"/>
                    </a:lnTo>
                    <a:lnTo>
                      <a:pt x="592" y="1891"/>
                    </a:lnTo>
                    <a:lnTo>
                      <a:pt x="580" y="1886"/>
                    </a:lnTo>
                    <a:lnTo>
                      <a:pt x="572" y="1883"/>
                    </a:lnTo>
                    <a:lnTo>
                      <a:pt x="567" y="1879"/>
                    </a:lnTo>
                    <a:lnTo>
                      <a:pt x="563" y="1878"/>
                    </a:lnTo>
                    <a:lnTo>
                      <a:pt x="501" y="1844"/>
                    </a:lnTo>
                    <a:lnTo>
                      <a:pt x="442" y="1809"/>
                    </a:lnTo>
                    <a:lnTo>
                      <a:pt x="389" y="1772"/>
                    </a:lnTo>
                    <a:lnTo>
                      <a:pt x="340" y="1735"/>
                    </a:lnTo>
                    <a:lnTo>
                      <a:pt x="295" y="1698"/>
                    </a:lnTo>
                    <a:lnTo>
                      <a:pt x="253" y="1660"/>
                    </a:lnTo>
                    <a:lnTo>
                      <a:pt x="216" y="1621"/>
                    </a:lnTo>
                    <a:lnTo>
                      <a:pt x="182" y="1582"/>
                    </a:lnTo>
                    <a:lnTo>
                      <a:pt x="152" y="1543"/>
                    </a:lnTo>
                    <a:lnTo>
                      <a:pt x="125" y="1504"/>
                    </a:lnTo>
                    <a:lnTo>
                      <a:pt x="101" y="1465"/>
                    </a:lnTo>
                    <a:lnTo>
                      <a:pt x="80" y="1425"/>
                    </a:lnTo>
                    <a:lnTo>
                      <a:pt x="63" y="1386"/>
                    </a:lnTo>
                    <a:lnTo>
                      <a:pt x="47" y="1348"/>
                    </a:lnTo>
                    <a:lnTo>
                      <a:pt x="34" y="1310"/>
                    </a:lnTo>
                    <a:lnTo>
                      <a:pt x="24" y="1273"/>
                    </a:lnTo>
                    <a:lnTo>
                      <a:pt x="16" y="1237"/>
                    </a:lnTo>
                    <a:lnTo>
                      <a:pt x="9" y="1201"/>
                    </a:lnTo>
                    <a:lnTo>
                      <a:pt x="4" y="1166"/>
                    </a:lnTo>
                    <a:lnTo>
                      <a:pt x="1" y="1133"/>
                    </a:lnTo>
                    <a:lnTo>
                      <a:pt x="0" y="1099"/>
                    </a:lnTo>
                    <a:lnTo>
                      <a:pt x="0" y="1040"/>
                    </a:lnTo>
                    <a:lnTo>
                      <a:pt x="2" y="1011"/>
                    </a:lnTo>
                    <a:lnTo>
                      <a:pt x="4" y="984"/>
                    </a:lnTo>
                    <a:lnTo>
                      <a:pt x="8" y="960"/>
                    </a:lnTo>
                    <a:lnTo>
                      <a:pt x="11" y="937"/>
                    </a:lnTo>
                    <a:lnTo>
                      <a:pt x="15" y="916"/>
                    </a:lnTo>
                    <a:lnTo>
                      <a:pt x="19" y="898"/>
                    </a:lnTo>
                    <a:lnTo>
                      <a:pt x="23" y="882"/>
                    </a:lnTo>
                    <a:lnTo>
                      <a:pt x="26" y="868"/>
                    </a:lnTo>
                    <a:lnTo>
                      <a:pt x="30" y="856"/>
                    </a:lnTo>
                    <a:lnTo>
                      <a:pt x="49" y="801"/>
                    </a:lnTo>
                    <a:lnTo>
                      <a:pt x="75" y="747"/>
                    </a:lnTo>
                    <a:lnTo>
                      <a:pt x="103" y="695"/>
                    </a:lnTo>
                    <a:lnTo>
                      <a:pt x="138" y="644"/>
                    </a:lnTo>
                    <a:lnTo>
                      <a:pt x="178" y="596"/>
                    </a:lnTo>
                    <a:lnTo>
                      <a:pt x="222" y="549"/>
                    </a:lnTo>
                    <a:lnTo>
                      <a:pt x="272" y="504"/>
                    </a:lnTo>
                    <a:lnTo>
                      <a:pt x="326" y="460"/>
                    </a:lnTo>
                    <a:lnTo>
                      <a:pt x="352" y="442"/>
                    </a:lnTo>
                    <a:lnTo>
                      <a:pt x="379" y="424"/>
                    </a:lnTo>
                    <a:lnTo>
                      <a:pt x="434" y="393"/>
                    </a:lnTo>
                    <a:lnTo>
                      <a:pt x="490" y="367"/>
                    </a:lnTo>
                    <a:lnTo>
                      <a:pt x="548" y="343"/>
                    </a:lnTo>
                    <a:lnTo>
                      <a:pt x="666" y="296"/>
                    </a:lnTo>
                    <a:lnTo>
                      <a:pt x="724" y="272"/>
                    </a:lnTo>
                    <a:lnTo>
                      <a:pt x="781" y="246"/>
                    </a:lnTo>
                    <a:lnTo>
                      <a:pt x="826" y="220"/>
                    </a:lnTo>
                    <a:lnTo>
                      <a:pt x="868" y="193"/>
                    </a:lnTo>
                    <a:lnTo>
                      <a:pt x="950" y="132"/>
                    </a:lnTo>
                    <a:lnTo>
                      <a:pt x="992" y="102"/>
                    </a:lnTo>
                    <a:lnTo>
                      <a:pt x="1034" y="73"/>
                    </a:lnTo>
                    <a:lnTo>
                      <a:pt x="1079" y="48"/>
                    </a:lnTo>
                    <a:lnTo>
                      <a:pt x="1126" y="27"/>
                    </a:lnTo>
                    <a:lnTo>
                      <a:pt x="1156" y="17"/>
                    </a:lnTo>
                    <a:lnTo>
                      <a:pt x="1186" y="10"/>
                    </a:lnTo>
                    <a:lnTo>
                      <a:pt x="1217" y="4"/>
                    </a:lnTo>
                    <a:lnTo>
                      <a:pt x="1248" y="2"/>
                    </a:lnTo>
                    <a:lnTo>
                      <a:pt x="1280" y="0"/>
                    </a:lnTo>
                    <a:lnTo>
                      <a:pt x="1311" y="3"/>
                    </a:lnTo>
                    <a:lnTo>
                      <a:pt x="1342" y="6"/>
                    </a:lnTo>
                    <a:lnTo>
                      <a:pt x="1374" y="12"/>
                    </a:lnTo>
                    <a:lnTo>
                      <a:pt x="1405" y="19"/>
                    </a:lnTo>
                    <a:lnTo>
                      <a:pt x="1437" y="28"/>
                    </a:lnTo>
                    <a:lnTo>
                      <a:pt x="1468" y="40"/>
                    </a:lnTo>
                    <a:lnTo>
                      <a:pt x="1500" y="52"/>
                    </a:lnTo>
                    <a:lnTo>
                      <a:pt x="1561" y="82"/>
                    </a:lnTo>
                    <a:lnTo>
                      <a:pt x="1619" y="119"/>
                    </a:lnTo>
                    <a:lnTo>
                      <a:pt x="1676" y="161"/>
                    </a:lnTo>
                    <a:lnTo>
                      <a:pt x="1730" y="207"/>
                    </a:lnTo>
                    <a:lnTo>
                      <a:pt x="1779" y="257"/>
                    </a:lnTo>
                    <a:lnTo>
                      <a:pt x="1826" y="311"/>
                    </a:lnTo>
                    <a:lnTo>
                      <a:pt x="1866" y="368"/>
                    </a:lnTo>
                    <a:lnTo>
                      <a:pt x="1902" y="427"/>
                    </a:lnTo>
                    <a:lnTo>
                      <a:pt x="1917" y="457"/>
                    </a:lnTo>
                    <a:lnTo>
                      <a:pt x="1930" y="487"/>
                    </a:lnTo>
                    <a:lnTo>
                      <a:pt x="1943" y="518"/>
                    </a:lnTo>
                    <a:lnTo>
                      <a:pt x="1953" y="549"/>
                    </a:lnTo>
                    <a:close/>
                  </a:path>
                </a:pathLst>
              </a:custGeom>
              <a:solidFill>
                <a:srgbClr val="00f70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01" name="Freeform 123"/>
              <p:cNvSpPr/>
              <p:nvPr/>
            </p:nvSpPr>
            <p:spPr>
              <a:xfrm>
                <a:off x="2812680" y="3920760"/>
                <a:ext cx="1051560" cy="968760"/>
              </a:xfrm>
              <a:custGeom>
                <a:avLst/>
                <a:gdLst>
                  <a:gd name="textAreaLeft" fmla="*/ 0 w 1051560"/>
                  <a:gd name="textAreaRight" fmla="*/ 1051920 w 1051560"/>
                  <a:gd name="textAreaTop" fmla="*/ 0 h 968760"/>
                  <a:gd name="textAreaBottom" fmla="*/ 969120 h 968760"/>
                </a:gdLst>
                <a:ahLst/>
                <a:rect l="textAreaLeft" t="textAreaTop" r="textAreaRight" b="textAreaBottom"/>
                <a:pathLst>
                  <a:path w="1855" h="1707">
                    <a:moveTo>
                      <a:pt x="1854" y="1103"/>
                    </a:moveTo>
                    <a:lnTo>
                      <a:pt x="1848" y="1165"/>
                    </a:lnTo>
                    <a:lnTo>
                      <a:pt x="1836" y="1224"/>
                    </a:lnTo>
                    <a:lnTo>
                      <a:pt x="1819" y="1281"/>
                    </a:lnTo>
                    <a:lnTo>
                      <a:pt x="1798" y="1332"/>
                    </a:lnTo>
                    <a:lnTo>
                      <a:pt x="1773" y="1382"/>
                    </a:lnTo>
                    <a:lnTo>
                      <a:pt x="1743" y="1428"/>
                    </a:lnTo>
                    <a:lnTo>
                      <a:pt x="1708" y="1471"/>
                    </a:lnTo>
                    <a:lnTo>
                      <a:pt x="1670" y="1510"/>
                    </a:lnTo>
                    <a:lnTo>
                      <a:pt x="1629" y="1546"/>
                    </a:lnTo>
                    <a:lnTo>
                      <a:pt x="1585" y="1578"/>
                    </a:lnTo>
                    <a:lnTo>
                      <a:pt x="1537" y="1607"/>
                    </a:lnTo>
                    <a:lnTo>
                      <a:pt x="1487" y="1632"/>
                    </a:lnTo>
                    <a:lnTo>
                      <a:pt x="1434" y="1653"/>
                    </a:lnTo>
                    <a:lnTo>
                      <a:pt x="1379" y="1671"/>
                    </a:lnTo>
                    <a:lnTo>
                      <a:pt x="1323" y="1686"/>
                    </a:lnTo>
                    <a:lnTo>
                      <a:pt x="1264" y="1697"/>
                    </a:lnTo>
                    <a:lnTo>
                      <a:pt x="1203" y="1703"/>
                    </a:lnTo>
                    <a:lnTo>
                      <a:pt x="1142" y="1707"/>
                    </a:lnTo>
                    <a:lnTo>
                      <a:pt x="1080" y="1706"/>
                    </a:lnTo>
                    <a:lnTo>
                      <a:pt x="1016" y="1701"/>
                    </a:lnTo>
                    <a:lnTo>
                      <a:pt x="952" y="1693"/>
                    </a:lnTo>
                    <a:lnTo>
                      <a:pt x="888" y="1680"/>
                    </a:lnTo>
                    <a:lnTo>
                      <a:pt x="824" y="1664"/>
                    </a:lnTo>
                    <a:lnTo>
                      <a:pt x="760" y="1645"/>
                    </a:lnTo>
                    <a:lnTo>
                      <a:pt x="697" y="1620"/>
                    </a:lnTo>
                    <a:lnTo>
                      <a:pt x="635" y="1592"/>
                    </a:lnTo>
                    <a:lnTo>
                      <a:pt x="574" y="1559"/>
                    </a:lnTo>
                    <a:lnTo>
                      <a:pt x="513" y="1523"/>
                    </a:lnTo>
                    <a:lnTo>
                      <a:pt x="454" y="1482"/>
                    </a:lnTo>
                    <a:lnTo>
                      <a:pt x="398" y="1437"/>
                    </a:lnTo>
                    <a:lnTo>
                      <a:pt x="343" y="1388"/>
                    </a:lnTo>
                    <a:lnTo>
                      <a:pt x="290" y="1335"/>
                    </a:lnTo>
                    <a:lnTo>
                      <a:pt x="246" y="1283"/>
                    </a:lnTo>
                    <a:lnTo>
                      <a:pt x="204" y="1230"/>
                    </a:lnTo>
                    <a:lnTo>
                      <a:pt x="167" y="1176"/>
                    </a:lnTo>
                    <a:lnTo>
                      <a:pt x="134" y="1121"/>
                    </a:lnTo>
                    <a:lnTo>
                      <a:pt x="104" y="1064"/>
                    </a:lnTo>
                    <a:lnTo>
                      <a:pt x="77" y="1008"/>
                    </a:lnTo>
                    <a:lnTo>
                      <a:pt x="55" y="950"/>
                    </a:lnTo>
                    <a:lnTo>
                      <a:pt x="37" y="892"/>
                    </a:lnTo>
                    <a:lnTo>
                      <a:pt x="22" y="835"/>
                    </a:lnTo>
                    <a:lnTo>
                      <a:pt x="11" y="777"/>
                    </a:lnTo>
                    <a:lnTo>
                      <a:pt x="4" y="721"/>
                    </a:lnTo>
                    <a:lnTo>
                      <a:pt x="0" y="664"/>
                    </a:lnTo>
                    <a:lnTo>
                      <a:pt x="0" y="609"/>
                    </a:lnTo>
                    <a:lnTo>
                      <a:pt x="5" y="555"/>
                    </a:lnTo>
                    <a:lnTo>
                      <a:pt x="12" y="502"/>
                    </a:lnTo>
                    <a:lnTo>
                      <a:pt x="23" y="450"/>
                    </a:lnTo>
                    <a:lnTo>
                      <a:pt x="38" y="400"/>
                    </a:lnTo>
                    <a:lnTo>
                      <a:pt x="57" y="352"/>
                    </a:lnTo>
                    <a:lnTo>
                      <a:pt x="80" y="306"/>
                    </a:lnTo>
                    <a:lnTo>
                      <a:pt x="106" y="263"/>
                    </a:lnTo>
                    <a:lnTo>
                      <a:pt x="135" y="222"/>
                    </a:lnTo>
                    <a:lnTo>
                      <a:pt x="170" y="184"/>
                    </a:lnTo>
                    <a:lnTo>
                      <a:pt x="206" y="148"/>
                    </a:lnTo>
                    <a:lnTo>
                      <a:pt x="247" y="117"/>
                    </a:lnTo>
                    <a:lnTo>
                      <a:pt x="292" y="88"/>
                    </a:lnTo>
                    <a:lnTo>
                      <a:pt x="339" y="63"/>
                    </a:lnTo>
                    <a:lnTo>
                      <a:pt x="391" y="42"/>
                    </a:lnTo>
                    <a:lnTo>
                      <a:pt x="446" y="25"/>
                    </a:lnTo>
                    <a:lnTo>
                      <a:pt x="506" y="12"/>
                    </a:lnTo>
                    <a:lnTo>
                      <a:pt x="568" y="3"/>
                    </a:lnTo>
                    <a:lnTo>
                      <a:pt x="634" y="0"/>
                    </a:lnTo>
                    <a:lnTo>
                      <a:pt x="704" y="1"/>
                    </a:lnTo>
                    <a:lnTo>
                      <a:pt x="769" y="7"/>
                    </a:lnTo>
                    <a:lnTo>
                      <a:pt x="833" y="15"/>
                    </a:lnTo>
                    <a:lnTo>
                      <a:pt x="895" y="27"/>
                    </a:lnTo>
                    <a:lnTo>
                      <a:pt x="955" y="42"/>
                    </a:lnTo>
                    <a:lnTo>
                      <a:pt x="1015" y="59"/>
                    </a:lnTo>
                    <a:lnTo>
                      <a:pt x="1073" y="80"/>
                    </a:lnTo>
                    <a:lnTo>
                      <a:pt x="1128" y="104"/>
                    </a:lnTo>
                    <a:lnTo>
                      <a:pt x="1182" y="130"/>
                    </a:lnTo>
                    <a:lnTo>
                      <a:pt x="1235" y="159"/>
                    </a:lnTo>
                    <a:lnTo>
                      <a:pt x="1286" y="189"/>
                    </a:lnTo>
                    <a:lnTo>
                      <a:pt x="1334" y="222"/>
                    </a:lnTo>
                    <a:lnTo>
                      <a:pt x="1381" y="256"/>
                    </a:lnTo>
                    <a:lnTo>
                      <a:pt x="1426" y="292"/>
                    </a:lnTo>
                    <a:lnTo>
                      <a:pt x="1470" y="330"/>
                    </a:lnTo>
                    <a:lnTo>
                      <a:pt x="1512" y="369"/>
                    </a:lnTo>
                    <a:lnTo>
                      <a:pt x="1551" y="410"/>
                    </a:lnTo>
                    <a:lnTo>
                      <a:pt x="1588" y="451"/>
                    </a:lnTo>
                    <a:lnTo>
                      <a:pt x="1622" y="494"/>
                    </a:lnTo>
                    <a:lnTo>
                      <a:pt x="1654" y="536"/>
                    </a:lnTo>
                    <a:lnTo>
                      <a:pt x="1684" y="580"/>
                    </a:lnTo>
                    <a:lnTo>
                      <a:pt x="1713" y="625"/>
                    </a:lnTo>
                    <a:lnTo>
                      <a:pt x="1738" y="670"/>
                    </a:lnTo>
                    <a:lnTo>
                      <a:pt x="1761" y="715"/>
                    </a:lnTo>
                    <a:lnTo>
                      <a:pt x="1782" y="760"/>
                    </a:lnTo>
                    <a:lnTo>
                      <a:pt x="1801" y="805"/>
                    </a:lnTo>
                    <a:lnTo>
                      <a:pt x="1816" y="850"/>
                    </a:lnTo>
                    <a:lnTo>
                      <a:pt x="1829" y="894"/>
                    </a:lnTo>
                    <a:lnTo>
                      <a:pt x="1840" y="937"/>
                    </a:lnTo>
                    <a:lnTo>
                      <a:pt x="1847" y="980"/>
                    </a:lnTo>
                    <a:lnTo>
                      <a:pt x="1852" y="1023"/>
                    </a:lnTo>
                    <a:lnTo>
                      <a:pt x="1855" y="1063"/>
                    </a:lnTo>
                    <a:lnTo>
                      <a:pt x="1854" y="1103"/>
                    </a:lnTo>
                    <a:close/>
                  </a:path>
                </a:pathLst>
              </a:custGeom>
              <a:solidFill>
                <a:srgbClr val="00a95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02" name="Freeform 124"/>
              <p:cNvSpPr/>
              <p:nvPr/>
            </p:nvSpPr>
            <p:spPr>
              <a:xfrm>
                <a:off x="2836440" y="3941280"/>
                <a:ext cx="1000440" cy="917640"/>
              </a:xfrm>
              <a:custGeom>
                <a:avLst/>
                <a:gdLst>
                  <a:gd name="textAreaLeft" fmla="*/ 0 w 1000440"/>
                  <a:gd name="textAreaRight" fmla="*/ 1000800 w 1000440"/>
                  <a:gd name="textAreaTop" fmla="*/ 0 h 917640"/>
                  <a:gd name="textAreaBottom" fmla="*/ 918000 h 917640"/>
                </a:gdLst>
                <a:ahLst/>
                <a:rect l="textAreaLeft" t="textAreaTop" r="textAreaRight" b="textAreaBottom"/>
                <a:pathLst>
                  <a:path w="1762" h="1620">
                    <a:moveTo>
                      <a:pt x="1762" y="1069"/>
                    </a:moveTo>
                    <a:lnTo>
                      <a:pt x="1760" y="1101"/>
                    </a:lnTo>
                    <a:lnTo>
                      <a:pt x="1755" y="1134"/>
                    </a:lnTo>
                    <a:lnTo>
                      <a:pt x="1744" y="1194"/>
                    </a:lnTo>
                    <a:lnTo>
                      <a:pt x="1727" y="1249"/>
                    </a:lnTo>
                    <a:lnTo>
                      <a:pt x="1706" y="1301"/>
                    </a:lnTo>
                    <a:lnTo>
                      <a:pt x="1681" y="1348"/>
                    </a:lnTo>
                    <a:lnTo>
                      <a:pt x="1651" y="1392"/>
                    </a:lnTo>
                    <a:lnTo>
                      <a:pt x="1617" y="1431"/>
                    </a:lnTo>
                    <a:lnTo>
                      <a:pt x="1580" y="1467"/>
                    </a:lnTo>
                    <a:lnTo>
                      <a:pt x="1540" y="1499"/>
                    </a:lnTo>
                    <a:lnTo>
                      <a:pt x="1496" y="1527"/>
                    </a:lnTo>
                    <a:lnTo>
                      <a:pt x="1450" y="1551"/>
                    </a:lnTo>
                    <a:lnTo>
                      <a:pt x="1402" y="1572"/>
                    </a:lnTo>
                    <a:lnTo>
                      <a:pt x="1351" y="1588"/>
                    </a:lnTo>
                    <a:lnTo>
                      <a:pt x="1298" y="1601"/>
                    </a:lnTo>
                    <a:lnTo>
                      <a:pt x="1244" y="1611"/>
                    </a:lnTo>
                    <a:lnTo>
                      <a:pt x="1189" y="1618"/>
                    </a:lnTo>
                    <a:lnTo>
                      <a:pt x="1132" y="1620"/>
                    </a:lnTo>
                    <a:lnTo>
                      <a:pt x="1075" y="1620"/>
                    </a:lnTo>
                    <a:lnTo>
                      <a:pt x="1016" y="1616"/>
                    </a:lnTo>
                    <a:lnTo>
                      <a:pt x="958" y="1610"/>
                    </a:lnTo>
                    <a:lnTo>
                      <a:pt x="900" y="1600"/>
                    </a:lnTo>
                    <a:lnTo>
                      <a:pt x="842" y="1586"/>
                    </a:lnTo>
                    <a:lnTo>
                      <a:pt x="784" y="1570"/>
                    </a:lnTo>
                    <a:lnTo>
                      <a:pt x="727" y="1552"/>
                    </a:lnTo>
                    <a:lnTo>
                      <a:pt x="672" y="1530"/>
                    </a:lnTo>
                    <a:lnTo>
                      <a:pt x="617" y="1505"/>
                    </a:lnTo>
                    <a:lnTo>
                      <a:pt x="564" y="1478"/>
                    </a:lnTo>
                    <a:lnTo>
                      <a:pt x="514" y="1447"/>
                    </a:lnTo>
                    <a:lnTo>
                      <a:pt x="464" y="1415"/>
                    </a:lnTo>
                    <a:lnTo>
                      <a:pt x="418" y="1379"/>
                    </a:lnTo>
                    <a:lnTo>
                      <a:pt x="374" y="1341"/>
                    </a:lnTo>
                    <a:lnTo>
                      <a:pt x="334" y="1301"/>
                    </a:lnTo>
                    <a:lnTo>
                      <a:pt x="303" y="1267"/>
                    </a:lnTo>
                    <a:lnTo>
                      <a:pt x="275" y="1237"/>
                    </a:lnTo>
                    <a:lnTo>
                      <a:pt x="250" y="1211"/>
                    </a:lnTo>
                    <a:lnTo>
                      <a:pt x="228" y="1186"/>
                    </a:lnTo>
                    <a:lnTo>
                      <a:pt x="208" y="1163"/>
                    </a:lnTo>
                    <a:lnTo>
                      <a:pt x="190" y="1141"/>
                    </a:lnTo>
                    <a:lnTo>
                      <a:pt x="159" y="1099"/>
                    </a:lnTo>
                    <a:lnTo>
                      <a:pt x="131" y="1057"/>
                    </a:lnTo>
                    <a:lnTo>
                      <a:pt x="107" y="1009"/>
                    </a:lnTo>
                    <a:lnTo>
                      <a:pt x="94" y="984"/>
                    </a:lnTo>
                    <a:lnTo>
                      <a:pt x="82" y="954"/>
                    </a:lnTo>
                    <a:lnTo>
                      <a:pt x="68" y="923"/>
                    </a:lnTo>
                    <a:lnTo>
                      <a:pt x="54" y="887"/>
                    </a:lnTo>
                    <a:lnTo>
                      <a:pt x="33" y="825"/>
                    </a:lnTo>
                    <a:lnTo>
                      <a:pt x="18" y="760"/>
                    </a:lnTo>
                    <a:lnTo>
                      <a:pt x="8" y="698"/>
                    </a:lnTo>
                    <a:lnTo>
                      <a:pt x="1" y="638"/>
                    </a:lnTo>
                    <a:lnTo>
                      <a:pt x="0" y="581"/>
                    </a:lnTo>
                    <a:lnTo>
                      <a:pt x="2" y="525"/>
                    </a:lnTo>
                    <a:lnTo>
                      <a:pt x="9" y="472"/>
                    </a:lnTo>
                    <a:lnTo>
                      <a:pt x="20" y="421"/>
                    </a:lnTo>
                    <a:lnTo>
                      <a:pt x="35" y="372"/>
                    </a:lnTo>
                    <a:lnTo>
                      <a:pt x="52" y="327"/>
                    </a:lnTo>
                    <a:lnTo>
                      <a:pt x="74" y="284"/>
                    </a:lnTo>
                    <a:lnTo>
                      <a:pt x="99" y="243"/>
                    </a:lnTo>
                    <a:lnTo>
                      <a:pt x="127" y="205"/>
                    </a:lnTo>
                    <a:lnTo>
                      <a:pt x="158" y="171"/>
                    </a:lnTo>
                    <a:lnTo>
                      <a:pt x="192" y="140"/>
                    </a:lnTo>
                    <a:lnTo>
                      <a:pt x="229" y="111"/>
                    </a:lnTo>
                    <a:lnTo>
                      <a:pt x="270" y="85"/>
                    </a:lnTo>
                    <a:lnTo>
                      <a:pt x="312" y="62"/>
                    </a:lnTo>
                    <a:lnTo>
                      <a:pt x="357" y="44"/>
                    </a:lnTo>
                    <a:lnTo>
                      <a:pt x="404" y="28"/>
                    </a:lnTo>
                    <a:lnTo>
                      <a:pt x="454" y="15"/>
                    </a:lnTo>
                    <a:lnTo>
                      <a:pt x="505" y="7"/>
                    </a:lnTo>
                    <a:lnTo>
                      <a:pt x="559" y="1"/>
                    </a:lnTo>
                    <a:lnTo>
                      <a:pt x="613" y="0"/>
                    </a:lnTo>
                    <a:lnTo>
                      <a:pt x="670" y="2"/>
                    </a:lnTo>
                    <a:lnTo>
                      <a:pt x="728" y="8"/>
                    </a:lnTo>
                    <a:lnTo>
                      <a:pt x="788" y="19"/>
                    </a:lnTo>
                    <a:lnTo>
                      <a:pt x="849" y="32"/>
                    </a:lnTo>
                    <a:lnTo>
                      <a:pt x="910" y="51"/>
                    </a:lnTo>
                    <a:lnTo>
                      <a:pt x="973" y="73"/>
                    </a:lnTo>
                    <a:lnTo>
                      <a:pt x="1037" y="99"/>
                    </a:lnTo>
                    <a:lnTo>
                      <a:pt x="1101" y="129"/>
                    </a:lnTo>
                    <a:lnTo>
                      <a:pt x="1166" y="165"/>
                    </a:lnTo>
                    <a:lnTo>
                      <a:pt x="1222" y="198"/>
                    </a:lnTo>
                    <a:lnTo>
                      <a:pt x="1275" y="234"/>
                    </a:lnTo>
                    <a:lnTo>
                      <a:pt x="1325" y="270"/>
                    </a:lnTo>
                    <a:lnTo>
                      <a:pt x="1370" y="305"/>
                    </a:lnTo>
                    <a:lnTo>
                      <a:pt x="1412" y="342"/>
                    </a:lnTo>
                    <a:lnTo>
                      <a:pt x="1451" y="379"/>
                    </a:lnTo>
                    <a:lnTo>
                      <a:pt x="1488" y="416"/>
                    </a:lnTo>
                    <a:lnTo>
                      <a:pt x="1522" y="454"/>
                    </a:lnTo>
                    <a:lnTo>
                      <a:pt x="1552" y="491"/>
                    </a:lnTo>
                    <a:lnTo>
                      <a:pt x="1580" y="529"/>
                    </a:lnTo>
                    <a:lnTo>
                      <a:pt x="1606" y="566"/>
                    </a:lnTo>
                    <a:lnTo>
                      <a:pt x="1628" y="603"/>
                    </a:lnTo>
                    <a:lnTo>
                      <a:pt x="1648" y="638"/>
                    </a:lnTo>
                    <a:lnTo>
                      <a:pt x="1667" y="674"/>
                    </a:lnTo>
                    <a:lnTo>
                      <a:pt x="1683" y="709"/>
                    </a:lnTo>
                    <a:lnTo>
                      <a:pt x="1698" y="743"/>
                    </a:lnTo>
                    <a:lnTo>
                      <a:pt x="1711" y="775"/>
                    </a:lnTo>
                    <a:lnTo>
                      <a:pt x="1721" y="808"/>
                    </a:lnTo>
                    <a:lnTo>
                      <a:pt x="1730" y="839"/>
                    </a:lnTo>
                    <a:lnTo>
                      <a:pt x="1738" y="868"/>
                    </a:lnTo>
                    <a:lnTo>
                      <a:pt x="1745" y="895"/>
                    </a:lnTo>
                    <a:lnTo>
                      <a:pt x="1750" y="922"/>
                    </a:lnTo>
                    <a:lnTo>
                      <a:pt x="1754" y="946"/>
                    </a:lnTo>
                    <a:lnTo>
                      <a:pt x="1757" y="969"/>
                    </a:lnTo>
                    <a:lnTo>
                      <a:pt x="1759" y="990"/>
                    </a:lnTo>
                    <a:lnTo>
                      <a:pt x="1761" y="1008"/>
                    </a:lnTo>
                    <a:lnTo>
                      <a:pt x="1762" y="1024"/>
                    </a:lnTo>
                    <a:lnTo>
                      <a:pt x="1762" y="1069"/>
                    </a:lnTo>
                    <a:close/>
                  </a:path>
                </a:pathLst>
              </a:custGeom>
              <a:solidFill>
                <a:srgbClr val="00b04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03" name="Freeform 125"/>
              <p:cNvSpPr/>
              <p:nvPr/>
            </p:nvSpPr>
            <p:spPr>
              <a:xfrm>
                <a:off x="2861280" y="3962520"/>
                <a:ext cx="950760" cy="882360"/>
              </a:xfrm>
              <a:custGeom>
                <a:avLst/>
                <a:gdLst>
                  <a:gd name="textAreaLeft" fmla="*/ 0 w 950760"/>
                  <a:gd name="textAreaRight" fmla="*/ 951120 w 950760"/>
                  <a:gd name="textAreaTop" fmla="*/ 0 h 882360"/>
                  <a:gd name="textAreaBottom" fmla="*/ 882720 h 882360"/>
                </a:gdLst>
                <a:ahLst/>
                <a:rect l="textAreaLeft" t="textAreaTop" r="textAreaRight" b="textAreaBottom"/>
                <a:pathLst>
                  <a:path w="1677" h="1557">
                    <a:moveTo>
                      <a:pt x="1677" y="1031"/>
                    </a:moveTo>
                    <a:lnTo>
                      <a:pt x="1673" y="1091"/>
                    </a:lnTo>
                    <a:lnTo>
                      <a:pt x="1664" y="1146"/>
                    </a:lnTo>
                    <a:lnTo>
                      <a:pt x="1650" y="1199"/>
                    </a:lnTo>
                    <a:lnTo>
                      <a:pt x="1632" y="1248"/>
                    </a:lnTo>
                    <a:lnTo>
                      <a:pt x="1610" y="1293"/>
                    </a:lnTo>
                    <a:lnTo>
                      <a:pt x="1582" y="1334"/>
                    </a:lnTo>
                    <a:lnTo>
                      <a:pt x="1552" y="1372"/>
                    </a:lnTo>
                    <a:lnTo>
                      <a:pt x="1518" y="1407"/>
                    </a:lnTo>
                    <a:lnTo>
                      <a:pt x="1481" y="1437"/>
                    </a:lnTo>
                    <a:lnTo>
                      <a:pt x="1441" y="1464"/>
                    </a:lnTo>
                    <a:lnTo>
                      <a:pt x="1397" y="1487"/>
                    </a:lnTo>
                    <a:lnTo>
                      <a:pt x="1351" y="1508"/>
                    </a:lnTo>
                    <a:lnTo>
                      <a:pt x="1304" y="1524"/>
                    </a:lnTo>
                    <a:lnTo>
                      <a:pt x="1253" y="1537"/>
                    </a:lnTo>
                    <a:lnTo>
                      <a:pt x="1201" y="1547"/>
                    </a:lnTo>
                    <a:lnTo>
                      <a:pt x="1147" y="1553"/>
                    </a:lnTo>
                    <a:lnTo>
                      <a:pt x="1093" y="1557"/>
                    </a:lnTo>
                    <a:lnTo>
                      <a:pt x="1036" y="1555"/>
                    </a:lnTo>
                    <a:lnTo>
                      <a:pt x="980" y="1552"/>
                    </a:lnTo>
                    <a:lnTo>
                      <a:pt x="922" y="1545"/>
                    </a:lnTo>
                    <a:lnTo>
                      <a:pt x="865" y="1535"/>
                    </a:lnTo>
                    <a:lnTo>
                      <a:pt x="807" y="1521"/>
                    </a:lnTo>
                    <a:lnTo>
                      <a:pt x="749" y="1504"/>
                    </a:lnTo>
                    <a:lnTo>
                      <a:pt x="693" y="1483"/>
                    </a:lnTo>
                    <a:lnTo>
                      <a:pt x="637" y="1460"/>
                    </a:lnTo>
                    <a:lnTo>
                      <a:pt x="581" y="1433"/>
                    </a:lnTo>
                    <a:lnTo>
                      <a:pt x="527" y="1403"/>
                    </a:lnTo>
                    <a:lnTo>
                      <a:pt x="474" y="1370"/>
                    </a:lnTo>
                    <a:lnTo>
                      <a:pt x="423" y="1334"/>
                    </a:lnTo>
                    <a:lnTo>
                      <a:pt x="375" y="1294"/>
                    </a:lnTo>
                    <a:lnTo>
                      <a:pt x="328" y="1252"/>
                    </a:lnTo>
                    <a:lnTo>
                      <a:pt x="284" y="1206"/>
                    </a:lnTo>
                    <a:lnTo>
                      <a:pt x="236" y="1151"/>
                    </a:lnTo>
                    <a:lnTo>
                      <a:pt x="193" y="1095"/>
                    </a:lnTo>
                    <a:lnTo>
                      <a:pt x="154" y="1038"/>
                    </a:lnTo>
                    <a:lnTo>
                      <a:pt x="121" y="983"/>
                    </a:lnTo>
                    <a:lnTo>
                      <a:pt x="91" y="926"/>
                    </a:lnTo>
                    <a:lnTo>
                      <a:pt x="65" y="871"/>
                    </a:lnTo>
                    <a:lnTo>
                      <a:pt x="45" y="817"/>
                    </a:lnTo>
                    <a:lnTo>
                      <a:pt x="27" y="763"/>
                    </a:lnTo>
                    <a:lnTo>
                      <a:pt x="15" y="709"/>
                    </a:lnTo>
                    <a:lnTo>
                      <a:pt x="5" y="656"/>
                    </a:lnTo>
                    <a:lnTo>
                      <a:pt x="1" y="605"/>
                    </a:lnTo>
                    <a:lnTo>
                      <a:pt x="0" y="554"/>
                    </a:lnTo>
                    <a:lnTo>
                      <a:pt x="2" y="505"/>
                    </a:lnTo>
                    <a:lnTo>
                      <a:pt x="9" y="458"/>
                    </a:lnTo>
                    <a:lnTo>
                      <a:pt x="18" y="411"/>
                    </a:lnTo>
                    <a:lnTo>
                      <a:pt x="31" y="367"/>
                    </a:lnTo>
                    <a:lnTo>
                      <a:pt x="47" y="324"/>
                    </a:lnTo>
                    <a:lnTo>
                      <a:pt x="66" y="284"/>
                    </a:lnTo>
                    <a:lnTo>
                      <a:pt x="89" y="246"/>
                    </a:lnTo>
                    <a:lnTo>
                      <a:pt x="115" y="209"/>
                    </a:lnTo>
                    <a:lnTo>
                      <a:pt x="144" y="175"/>
                    </a:lnTo>
                    <a:lnTo>
                      <a:pt x="175" y="144"/>
                    </a:lnTo>
                    <a:lnTo>
                      <a:pt x="209" y="115"/>
                    </a:lnTo>
                    <a:lnTo>
                      <a:pt x="245" y="90"/>
                    </a:lnTo>
                    <a:lnTo>
                      <a:pt x="284" y="67"/>
                    </a:lnTo>
                    <a:lnTo>
                      <a:pt x="327" y="47"/>
                    </a:lnTo>
                    <a:lnTo>
                      <a:pt x="371" y="31"/>
                    </a:lnTo>
                    <a:lnTo>
                      <a:pt x="417" y="19"/>
                    </a:lnTo>
                    <a:lnTo>
                      <a:pt x="465" y="8"/>
                    </a:lnTo>
                    <a:lnTo>
                      <a:pt x="516" y="2"/>
                    </a:lnTo>
                    <a:lnTo>
                      <a:pt x="567" y="0"/>
                    </a:lnTo>
                    <a:lnTo>
                      <a:pt x="622" y="2"/>
                    </a:lnTo>
                    <a:lnTo>
                      <a:pt x="657" y="6"/>
                    </a:lnTo>
                    <a:lnTo>
                      <a:pt x="695" y="12"/>
                    </a:lnTo>
                    <a:lnTo>
                      <a:pt x="735" y="19"/>
                    </a:lnTo>
                    <a:lnTo>
                      <a:pt x="775" y="28"/>
                    </a:lnTo>
                    <a:lnTo>
                      <a:pt x="817" y="39"/>
                    </a:lnTo>
                    <a:lnTo>
                      <a:pt x="860" y="53"/>
                    </a:lnTo>
                    <a:lnTo>
                      <a:pt x="903" y="68"/>
                    </a:lnTo>
                    <a:lnTo>
                      <a:pt x="946" y="85"/>
                    </a:lnTo>
                    <a:lnTo>
                      <a:pt x="991" y="105"/>
                    </a:lnTo>
                    <a:lnTo>
                      <a:pt x="1035" y="126"/>
                    </a:lnTo>
                    <a:lnTo>
                      <a:pt x="1080" y="149"/>
                    </a:lnTo>
                    <a:lnTo>
                      <a:pt x="1124" y="174"/>
                    </a:lnTo>
                    <a:lnTo>
                      <a:pt x="1168" y="201"/>
                    </a:lnTo>
                    <a:lnTo>
                      <a:pt x="1211" y="228"/>
                    </a:lnTo>
                    <a:lnTo>
                      <a:pt x="1294" y="290"/>
                    </a:lnTo>
                    <a:lnTo>
                      <a:pt x="1335" y="325"/>
                    </a:lnTo>
                    <a:lnTo>
                      <a:pt x="1374" y="361"/>
                    </a:lnTo>
                    <a:lnTo>
                      <a:pt x="1412" y="398"/>
                    </a:lnTo>
                    <a:lnTo>
                      <a:pt x="1448" y="437"/>
                    </a:lnTo>
                    <a:lnTo>
                      <a:pt x="1481" y="477"/>
                    </a:lnTo>
                    <a:lnTo>
                      <a:pt x="1513" y="520"/>
                    </a:lnTo>
                    <a:lnTo>
                      <a:pt x="1543" y="564"/>
                    </a:lnTo>
                    <a:lnTo>
                      <a:pt x="1570" y="610"/>
                    </a:lnTo>
                    <a:lnTo>
                      <a:pt x="1595" y="657"/>
                    </a:lnTo>
                    <a:lnTo>
                      <a:pt x="1616" y="705"/>
                    </a:lnTo>
                    <a:lnTo>
                      <a:pt x="1635" y="756"/>
                    </a:lnTo>
                    <a:lnTo>
                      <a:pt x="1650" y="808"/>
                    </a:lnTo>
                    <a:lnTo>
                      <a:pt x="1663" y="862"/>
                    </a:lnTo>
                    <a:lnTo>
                      <a:pt x="1671" y="916"/>
                    </a:lnTo>
                    <a:lnTo>
                      <a:pt x="1676" y="974"/>
                    </a:lnTo>
                    <a:lnTo>
                      <a:pt x="1677" y="1031"/>
                    </a:lnTo>
                    <a:close/>
                  </a:path>
                </a:pathLst>
              </a:custGeom>
              <a:solidFill>
                <a:srgbClr val="00b74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04" name="Freeform 126"/>
              <p:cNvSpPr/>
              <p:nvPr/>
            </p:nvSpPr>
            <p:spPr>
              <a:xfrm>
                <a:off x="4059720" y="2679120"/>
                <a:ext cx="931320" cy="893880"/>
              </a:xfrm>
              <a:custGeom>
                <a:avLst/>
                <a:gdLst>
                  <a:gd name="textAreaLeft" fmla="*/ 0 w 931320"/>
                  <a:gd name="textAreaRight" fmla="*/ 931680 w 931320"/>
                  <a:gd name="textAreaTop" fmla="*/ 0 h 893880"/>
                  <a:gd name="textAreaBottom" fmla="*/ 894240 h 893880"/>
                </a:gdLst>
                <a:ahLst/>
                <a:rect l="textAreaLeft" t="textAreaTop" r="textAreaRight" b="textAreaBottom"/>
                <a:pathLst>
                  <a:path w="1644" h="1575">
                    <a:moveTo>
                      <a:pt x="1601" y="317"/>
                    </a:moveTo>
                    <a:lnTo>
                      <a:pt x="1612" y="370"/>
                    </a:lnTo>
                    <a:lnTo>
                      <a:pt x="1621" y="422"/>
                    </a:lnTo>
                    <a:lnTo>
                      <a:pt x="1629" y="472"/>
                    </a:lnTo>
                    <a:lnTo>
                      <a:pt x="1635" y="522"/>
                    </a:lnTo>
                    <a:lnTo>
                      <a:pt x="1639" y="570"/>
                    </a:lnTo>
                    <a:lnTo>
                      <a:pt x="1643" y="617"/>
                    </a:lnTo>
                    <a:lnTo>
                      <a:pt x="1644" y="663"/>
                    </a:lnTo>
                    <a:lnTo>
                      <a:pt x="1644" y="708"/>
                    </a:lnTo>
                    <a:lnTo>
                      <a:pt x="1643" y="752"/>
                    </a:lnTo>
                    <a:lnTo>
                      <a:pt x="1640" y="795"/>
                    </a:lnTo>
                    <a:lnTo>
                      <a:pt x="1637" y="836"/>
                    </a:lnTo>
                    <a:lnTo>
                      <a:pt x="1632" y="877"/>
                    </a:lnTo>
                    <a:lnTo>
                      <a:pt x="1618" y="954"/>
                    </a:lnTo>
                    <a:lnTo>
                      <a:pt x="1600" y="1028"/>
                    </a:lnTo>
                    <a:lnTo>
                      <a:pt x="1577" y="1095"/>
                    </a:lnTo>
                    <a:lnTo>
                      <a:pt x="1550" y="1160"/>
                    </a:lnTo>
                    <a:lnTo>
                      <a:pt x="1519" y="1219"/>
                    </a:lnTo>
                    <a:lnTo>
                      <a:pt x="1485" y="1274"/>
                    </a:lnTo>
                    <a:lnTo>
                      <a:pt x="1447" y="1325"/>
                    </a:lnTo>
                    <a:lnTo>
                      <a:pt x="1405" y="1370"/>
                    </a:lnTo>
                    <a:lnTo>
                      <a:pt x="1360" y="1411"/>
                    </a:lnTo>
                    <a:lnTo>
                      <a:pt x="1313" y="1448"/>
                    </a:lnTo>
                    <a:lnTo>
                      <a:pt x="1263" y="1480"/>
                    </a:lnTo>
                    <a:lnTo>
                      <a:pt x="1211" y="1507"/>
                    </a:lnTo>
                    <a:lnTo>
                      <a:pt x="1157" y="1530"/>
                    </a:lnTo>
                    <a:lnTo>
                      <a:pt x="1100" y="1548"/>
                    </a:lnTo>
                    <a:lnTo>
                      <a:pt x="1043" y="1562"/>
                    </a:lnTo>
                    <a:lnTo>
                      <a:pt x="983" y="1570"/>
                    </a:lnTo>
                    <a:lnTo>
                      <a:pt x="923" y="1575"/>
                    </a:lnTo>
                    <a:lnTo>
                      <a:pt x="862" y="1575"/>
                    </a:lnTo>
                    <a:lnTo>
                      <a:pt x="799" y="1569"/>
                    </a:lnTo>
                    <a:lnTo>
                      <a:pt x="737" y="1560"/>
                    </a:lnTo>
                    <a:lnTo>
                      <a:pt x="675" y="1545"/>
                    </a:lnTo>
                    <a:lnTo>
                      <a:pt x="613" y="1526"/>
                    </a:lnTo>
                    <a:lnTo>
                      <a:pt x="551" y="1502"/>
                    </a:lnTo>
                    <a:lnTo>
                      <a:pt x="488" y="1474"/>
                    </a:lnTo>
                    <a:lnTo>
                      <a:pt x="429" y="1441"/>
                    </a:lnTo>
                    <a:lnTo>
                      <a:pt x="369" y="1403"/>
                    </a:lnTo>
                    <a:lnTo>
                      <a:pt x="319" y="1366"/>
                    </a:lnTo>
                    <a:lnTo>
                      <a:pt x="272" y="1327"/>
                    </a:lnTo>
                    <a:lnTo>
                      <a:pt x="229" y="1286"/>
                    </a:lnTo>
                    <a:lnTo>
                      <a:pt x="190" y="1243"/>
                    </a:lnTo>
                    <a:lnTo>
                      <a:pt x="154" y="1197"/>
                    </a:lnTo>
                    <a:lnTo>
                      <a:pt x="122" y="1151"/>
                    </a:lnTo>
                    <a:lnTo>
                      <a:pt x="94" y="1101"/>
                    </a:lnTo>
                    <a:lnTo>
                      <a:pt x="69" y="1052"/>
                    </a:lnTo>
                    <a:lnTo>
                      <a:pt x="48" y="1001"/>
                    </a:lnTo>
                    <a:lnTo>
                      <a:pt x="31" y="949"/>
                    </a:lnTo>
                    <a:lnTo>
                      <a:pt x="17" y="897"/>
                    </a:lnTo>
                    <a:lnTo>
                      <a:pt x="8" y="844"/>
                    </a:lnTo>
                    <a:lnTo>
                      <a:pt x="2" y="791"/>
                    </a:lnTo>
                    <a:lnTo>
                      <a:pt x="0" y="738"/>
                    </a:lnTo>
                    <a:lnTo>
                      <a:pt x="1" y="687"/>
                    </a:lnTo>
                    <a:lnTo>
                      <a:pt x="6" y="634"/>
                    </a:lnTo>
                    <a:lnTo>
                      <a:pt x="15" y="582"/>
                    </a:lnTo>
                    <a:lnTo>
                      <a:pt x="28" y="531"/>
                    </a:lnTo>
                    <a:lnTo>
                      <a:pt x="45" y="481"/>
                    </a:lnTo>
                    <a:lnTo>
                      <a:pt x="66" y="433"/>
                    </a:lnTo>
                    <a:lnTo>
                      <a:pt x="90" y="387"/>
                    </a:lnTo>
                    <a:lnTo>
                      <a:pt x="119" y="341"/>
                    </a:lnTo>
                    <a:lnTo>
                      <a:pt x="151" y="298"/>
                    </a:lnTo>
                    <a:lnTo>
                      <a:pt x="187" y="257"/>
                    </a:lnTo>
                    <a:lnTo>
                      <a:pt x="227" y="218"/>
                    </a:lnTo>
                    <a:lnTo>
                      <a:pt x="272" y="182"/>
                    </a:lnTo>
                    <a:lnTo>
                      <a:pt x="319" y="149"/>
                    </a:lnTo>
                    <a:lnTo>
                      <a:pt x="372" y="117"/>
                    </a:lnTo>
                    <a:lnTo>
                      <a:pt x="429" y="90"/>
                    </a:lnTo>
                    <a:lnTo>
                      <a:pt x="488" y="66"/>
                    </a:lnTo>
                    <a:lnTo>
                      <a:pt x="553" y="45"/>
                    </a:lnTo>
                    <a:lnTo>
                      <a:pt x="621" y="29"/>
                    </a:lnTo>
                    <a:lnTo>
                      <a:pt x="682" y="17"/>
                    </a:lnTo>
                    <a:lnTo>
                      <a:pt x="745" y="9"/>
                    </a:lnTo>
                    <a:lnTo>
                      <a:pt x="809" y="5"/>
                    </a:lnTo>
                    <a:lnTo>
                      <a:pt x="872" y="1"/>
                    </a:lnTo>
                    <a:lnTo>
                      <a:pt x="935" y="0"/>
                    </a:lnTo>
                    <a:lnTo>
                      <a:pt x="996" y="0"/>
                    </a:lnTo>
                    <a:lnTo>
                      <a:pt x="1056" y="1"/>
                    </a:lnTo>
                    <a:lnTo>
                      <a:pt x="1114" y="5"/>
                    </a:lnTo>
                    <a:lnTo>
                      <a:pt x="1167" y="9"/>
                    </a:lnTo>
                    <a:lnTo>
                      <a:pt x="1216" y="13"/>
                    </a:lnTo>
                    <a:lnTo>
                      <a:pt x="1261" y="18"/>
                    </a:lnTo>
                    <a:lnTo>
                      <a:pt x="1299" y="23"/>
                    </a:lnTo>
                    <a:lnTo>
                      <a:pt x="1333" y="28"/>
                    </a:lnTo>
                    <a:lnTo>
                      <a:pt x="1347" y="30"/>
                    </a:lnTo>
                    <a:lnTo>
                      <a:pt x="1358" y="31"/>
                    </a:lnTo>
                    <a:lnTo>
                      <a:pt x="1368" y="33"/>
                    </a:lnTo>
                    <a:lnTo>
                      <a:pt x="1377" y="34"/>
                    </a:lnTo>
                    <a:lnTo>
                      <a:pt x="1382" y="36"/>
                    </a:lnTo>
                    <a:lnTo>
                      <a:pt x="1386" y="37"/>
                    </a:lnTo>
                    <a:lnTo>
                      <a:pt x="1416" y="47"/>
                    </a:lnTo>
                    <a:lnTo>
                      <a:pt x="1441" y="60"/>
                    </a:lnTo>
                    <a:lnTo>
                      <a:pt x="1465" y="74"/>
                    </a:lnTo>
                    <a:lnTo>
                      <a:pt x="1486" y="90"/>
                    </a:lnTo>
                    <a:lnTo>
                      <a:pt x="1506" y="108"/>
                    </a:lnTo>
                    <a:lnTo>
                      <a:pt x="1522" y="127"/>
                    </a:lnTo>
                    <a:lnTo>
                      <a:pt x="1537" y="146"/>
                    </a:lnTo>
                    <a:lnTo>
                      <a:pt x="1549" y="167"/>
                    </a:lnTo>
                    <a:lnTo>
                      <a:pt x="1569" y="207"/>
                    </a:lnTo>
                    <a:lnTo>
                      <a:pt x="1584" y="248"/>
                    </a:lnTo>
                    <a:lnTo>
                      <a:pt x="1594" y="284"/>
                    </a:lnTo>
                    <a:lnTo>
                      <a:pt x="1598" y="302"/>
                    </a:lnTo>
                    <a:lnTo>
                      <a:pt x="1601" y="317"/>
                    </a:lnTo>
                    <a:close/>
                  </a:path>
                </a:pathLst>
              </a:custGeom>
              <a:solidFill>
                <a:srgbClr val="00ff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05" name="Freeform 127"/>
              <p:cNvSpPr/>
              <p:nvPr/>
            </p:nvSpPr>
            <p:spPr>
              <a:xfrm>
                <a:off x="4552200" y="4510800"/>
                <a:ext cx="919800" cy="816840"/>
              </a:xfrm>
              <a:custGeom>
                <a:avLst/>
                <a:gdLst>
                  <a:gd name="textAreaLeft" fmla="*/ 0 w 919800"/>
                  <a:gd name="textAreaRight" fmla="*/ 920160 w 919800"/>
                  <a:gd name="textAreaTop" fmla="*/ 0 h 816840"/>
                  <a:gd name="textAreaBottom" fmla="*/ 817200 h 816840"/>
                </a:gdLst>
                <a:ahLst/>
                <a:rect l="textAreaLeft" t="textAreaTop" r="textAreaRight" b="textAreaBottom"/>
                <a:pathLst>
                  <a:path w="1623" h="1441">
                    <a:moveTo>
                      <a:pt x="0" y="1441"/>
                    </a:moveTo>
                    <a:lnTo>
                      <a:pt x="30" y="1419"/>
                    </a:lnTo>
                    <a:lnTo>
                      <a:pt x="57" y="1396"/>
                    </a:lnTo>
                    <a:lnTo>
                      <a:pt x="81" y="1371"/>
                    </a:lnTo>
                    <a:lnTo>
                      <a:pt x="104" y="1342"/>
                    </a:lnTo>
                    <a:lnTo>
                      <a:pt x="124" y="1310"/>
                    </a:lnTo>
                    <a:lnTo>
                      <a:pt x="141" y="1272"/>
                    </a:lnTo>
                    <a:lnTo>
                      <a:pt x="148" y="1251"/>
                    </a:lnTo>
                    <a:lnTo>
                      <a:pt x="156" y="1228"/>
                    </a:lnTo>
                    <a:lnTo>
                      <a:pt x="162" y="1204"/>
                    </a:lnTo>
                    <a:lnTo>
                      <a:pt x="168" y="1178"/>
                    </a:lnTo>
                    <a:lnTo>
                      <a:pt x="170" y="1166"/>
                    </a:lnTo>
                    <a:lnTo>
                      <a:pt x="174" y="1152"/>
                    </a:lnTo>
                    <a:lnTo>
                      <a:pt x="178" y="1137"/>
                    </a:lnTo>
                    <a:lnTo>
                      <a:pt x="183" y="1118"/>
                    </a:lnTo>
                    <a:lnTo>
                      <a:pt x="190" y="1100"/>
                    </a:lnTo>
                    <a:lnTo>
                      <a:pt x="199" y="1079"/>
                    </a:lnTo>
                    <a:lnTo>
                      <a:pt x="209" y="1056"/>
                    </a:lnTo>
                    <a:lnTo>
                      <a:pt x="223" y="1032"/>
                    </a:lnTo>
                    <a:lnTo>
                      <a:pt x="239" y="1007"/>
                    </a:lnTo>
                    <a:lnTo>
                      <a:pt x="258" y="980"/>
                    </a:lnTo>
                    <a:lnTo>
                      <a:pt x="279" y="951"/>
                    </a:lnTo>
                    <a:lnTo>
                      <a:pt x="305" y="921"/>
                    </a:lnTo>
                    <a:lnTo>
                      <a:pt x="335" y="890"/>
                    </a:lnTo>
                    <a:lnTo>
                      <a:pt x="368" y="858"/>
                    </a:lnTo>
                    <a:lnTo>
                      <a:pt x="406" y="823"/>
                    </a:lnTo>
                    <a:lnTo>
                      <a:pt x="449" y="789"/>
                    </a:lnTo>
                    <a:lnTo>
                      <a:pt x="514" y="739"/>
                    </a:lnTo>
                    <a:lnTo>
                      <a:pt x="582" y="691"/>
                    </a:lnTo>
                    <a:lnTo>
                      <a:pt x="652" y="646"/>
                    </a:lnTo>
                    <a:lnTo>
                      <a:pt x="722" y="602"/>
                    </a:lnTo>
                    <a:lnTo>
                      <a:pt x="863" y="518"/>
                    </a:lnTo>
                    <a:lnTo>
                      <a:pt x="1007" y="435"/>
                    </a:lnTo>
                    <a:lnTo>
                      <a:pt x="1150" y="351"/>
                    </a:lnTo>
                    <a:lnTo>
                      <a:pt x="1221" y="308"/>
                    </a:lnTo>
                    <a:lnTo>
                      <a:pt x="1291" y="264"/>
                    </a:lnTo>
                    <a:lnTo>
                      <a:pt x="1359" y="217"/>
                    </a:lnTo>
                    <a:lnTo>
                      <a:pt x="1426" y="169"/>
                    </a:lnTo>
                    <a:lnTo>
                      <a:pt x="1491" y="118"/>
                    </a:lnTo>
                    <a:lnTo>
                      <a:pt x="1555" y="64"/>
                    </a:lnTo>
                    <a:lnTo>
                      <a:pt x="1623" y="0"/>
                    </a:lnTo>
                    <a:lnTo>
                      <a:pt x="1555" y="123"/>
                    </a:lnTo>
                    <a:lnTo>
                      <a:pt x="1481" y="242"/>
                    </a:lnTo>
                    <a:lnTo>
                      <a:pt x="1403" y="357"/>
                    </a:lnTo>
                    <a:lnTo>
                      <a:pt x="1320" y="469"/>
                    </a:lnTo>
                    <a:lnTo>
                      <a:pt x="1231" y="577"/>
                    </a:lnTo>
                    <a:lnTo>
                      <a:pt x="1139" y="679"/>
                    </a:lnTo>
                    <a:lnTo>
                      <a:pt x="1042" y="778"/>
                    </a:lnTo>
                    <a:lnTo>
                      <a:pt x="941" y="873"/>
                    </a:lnTo>
                    <a:lnTo>
                      <a:pt x="836" y="962"/>
                    </a:lnTo>
                    <a:lnTo>
                      <a:pt x="726" y="1046"/>
                    </a:lnTo>
                    <a:lnTo>
                      <a:pt x="614" y="1125"/>
                    </a:lnTo>
                    <a:lnTo>
                      <a:pt x="497" y="1200"/>
                    </a:lnTo>
                    <a:lnTo>
                      <a:pt x="438" y="1235"/>
                    </a:lnTo>
                    <a:lnTo>
                      <a:pt x="377" y="1268"/>
                    </a:lnTo>
                    <a:lnTo>
                      <a:pt x="316" y="1300"/>
                    </a:lnTo>
                    <a:lnTo>
                      <a:pt x="254" y="1331"/>
                    </a:lnTo>
                    <a:lnTo>
                      <a:pt x="192" y="1361"/>
                    </a:lnTo>
                    <a:lnTo>
                      <a:pt x="129" y="1389"/>
                    </a:lnTo>
                    <a:lnTo>
                      <a:pt x="64" y="1416"/>
                    </a:lnTo>
                    <a:lnTo>
                      <a:pt x="0" y="1441"/>
                    </a:lnTo>
                    <a:close/>
                  </a:path>
                </a:pathLst>
              </a:custGeom>
              <a:solidFill>
                <a:srgbClr val="00619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06" name="Freeform 128"/>
              <p:cNvSpPr/>
              <p:nvPr/>
            </p:nvSpPr>
            <p:spPr>
              <a:xfrm>
                <a:off x="2877120" y="3979800"/>
                <a:ext cx="918720" cy="848520"/>
              </a:xfrm>
              <a:custGeom>
                <a:avLst/>
                <a:gdLst>
                  <a:gd name="textAreaLeft" fmla="*/ 0 w 918720"/>
                  <a:gd name="textAreaRight" fmla="*/ 919080 w 918720"/>
                  <a:gd name="textAreaTop" fmla="*/ 0 h 848520"/>
                  <a:gd name="textAreaBottom" fmla="*/ 848880 h 848520"/>
                </a:gdLst>
                <a:ahLst/>
                <a:rect l="textAreaLeft" t="textAreaTop" r="textAreaRight" b="textAreaBottom"/>
                <a:pathLst>
                  <a:path w="1621" h="1498">
                    <a:moveTo>
                      <a:pt x="1621" y="1001"/>
                    </a:moveTo>
                    <a:lnTo>
                      <a:pt x="1616" y="1057"/>
                    </a:lnTo>
                    <a:lnTo>
                      <a:pt x="1607" y="1107"/>
                    </a:lnTo>
                    <a:lnTo>
                      <a:pt x="1593" y="1157"/>
                    </a:lnTo>
                    <a:lnTo>
                      <a:pt x="1575" y="1202"/>
                    </a:lnTo>
                    <a:lnTo>
                      <a:pt x="1553" y="1244"/>
                    </a:lnTo>
                    <a:lnTo>
                      <a:pt x="1527" y="1283"/>
                    </a:lnTo>
                    <a:lnTo>
                      <a:pt x="1498" y="1319"/>
                    </a:lnTo>
                    <a:lnTo>
                      <a:pt x="1464" y="1351"/>
                    </a:lnTo>
                    <a:lnTo>
                      <a:pt x="1427" y="1381"/>
                    </a:lnTo>
                    <a:lnTo>
                      <a:pt x="1388" y="1408"/>
                    </a:lnTo>
                    <a:lnTo>
                      <a:pt x="1347" y="1431"/>
                    </a:lnTo>
                    <a:lnTo>
                      <a:pt x="1302" y="1451"/>
                    </a:lnTo>
                    <a:lnTo>
                      <a:pt x="1256" y="1467"/>
                    </a:lnTo>
                    <a:lnTo>
                      <a:pt x="1206" y="1479"/>
                    </a:lnTo>
                    <a:lnTo>
                      <a:pt x="1157" y="1489"/>
                    </a:lnTo>
                    <a:lnTo>
                      <a:pt x="1104" y="1495"/>
                    </a:lnTo>
                    <a:lnTo>
                      <a:pt x="1051" y="1498"/>
                    </a:lnTo>
                    <a:lnTo>
                      <a:pt x="997" y="1498"/>
                    </a:lnTo>
                    <a:lnTo>
                      <a:pt x="941" y="1493"/>
                    </a:lnTo>
                    <a:lnTo>
                      <a:pt x="885" y="1485"/>
                    </a:lnTo>
                    <a:lnTo>
                      <a:pt x="828" y="1475"/>
                    </a:lnTo>
                    <a:lnTo>
                      <a:pt x="772" y="1460"/>
                    </a:lnTo>
                    <a:lnTo>
                      <a:pt x="714" y="1442"/>
                    </a:lnTo>
                    <a:lnTo>
                      <a:pt x="659" y="1421"/>
                    </a:lnTo>
                    <a:lnTo>
                      <a:pt x="603" y="1395"/>
                    </a:lnTo>
                    <a:lnTo>
                      <a:pt x="547" y="1366"/>
                    </a:lnTo>
                    <a:lnTo>
                      <a:pt x="493" y="1334"/>
                    </a:lnTo>
                    <a:lnTo>
                      <a:pt x="440" y="1298"/>
                    </a:lnTo>
                    <a:lnTo>
                      <a:pt x="388" y="1259"/>
                    </a:lnTo>
                    <a:lnTo>
                      <a:pt x="339" y="1217"/>
                    </a:lnTo>
                    <a:lnTo>
                      <a:pt x="291" y="1169"/>
                    </a:lnTo>
                    <a:lnTo>
                      <a:pt x="244" y="1119"/>
                    </a:lnTo>
                    <a:lnTo>
                      <a:pt x="204" y="1069"/>
                    </a:lnTo>
                    <a:lnTo>
                      <a:pt x="167" y="1020"/>
                    </a:lnTo>
                    <a:lnTo>
                      <a:pt x="135" y="969"/>
                    </a:lnTo>
                    <a:lnTo>
                      <a:pt x="106" y="918"/>
                    </a:lnTo>
                    <a:lnTo>
                      <a:pt x="81" y="868"/>
                    </a:lnTo>
                    <a:lnTo>
                      <a:pt x="59" y="817"/>
                    </a:lnTo>
                    <a:lnTo>
                      <a:pt x="41" y="767"/>
                    </a:lnTo>
                    <a:lnTo>
                      <a:pt x="26" y="717"/>
                    </a:lnTo>
                    <a:lnTo>
                      <a:pt x="14" y="668"/>
                    </a:lnTo>
                    <a:lnTo>
                      <a:pt x="6" y="619"/>
                    </a:lnTo>
                    <a:lnTo>
                      <a:pt x="1" y="572"/>
                    </a:lnTo>
                    <a:lnTo>
                      <a:pt x="0" y="524"/>
                    </a:lnTo>
                    <a:lnTo>
                      <a:pt x="1" y="478"/>
                    </a:lnTo>
                    <a:lnTo>
                      <a:pt x="7" y="433"/>
                    </a:lnTo>
                    <a:lnTo>
                      <a:pt x="15" y="390"/>
                    </a:lnTo>
                    <a:lnTo>
                      <a:pt x="27" y="348"/>
                    </a:lnTo>
                    <a:lnTo>
                      <a:pt x="42" y="308"/>
                    </a:lnTo>
                    <a:lnTo>
                      <a:pt x="59" y="270"/>
                    </a:lnTo>
                    <a:lnTo>
                      <a:pt x="80" y="233"/>
                    </a:lnTo>
                    <a:lnTo>
                      <a:pt x="103" y="198"/>
                    </a:lnTo>
                    <a:lnTo>
                      <a:pt x="129" y="167"/>
                    </a:lnTo>
                    <a:lnTo>
                      <a:pt x="158" y="137"/>
                    </a:lnTo>
                    <a:lnTo>
                      <a:pt x="190" y="110"/>
                    </a:lnTo>
                    <a:lnTo>
                      <a:pt x="225" y="85"/>
                    </a:lnTo>
                    <a:lnTo>
                      <a:pt x="263" y="63"/>
                    </a:lnTo>
                    <a:lnTo>
                      <a:pt x="303" y="45"/>
                    </a:lnTo>
                    <a:lnTo>
                      <a:pt x="346" y="29"/>
                    </a:lnTo>
                    <a:lnTo>
                      <a:pt x="391" y="16"/>
                    </a:lnTo>
                    <a:lnTo>
                      <a:pt x="439" y="8"/>
                    </a:lnTo>
                    <a:lnTo>
                      <a:pt x="489" y="2"/>
                    </a:lnTo>
                    <a:lnTo>
                      <a:pt x="542" y="0"/>
                    </a:lnTo>
                    <a:lnTo>
                      <a:pt x="597" y="2"/>
                    </a:lnTo>
                    <a:lnTo>
                      <a:pt x="637" y="6"/>
                    </a:lnTo>
                    <a:lnTo>
                      <a:pt x="678" y="13"/>
                    </a:lnTo>
                    <a:lnTo>
                      <a:pt x="720" y="21"/>
                    </a:lnTo>
                    <a:lnTo>
                      <a:pt x="763" y="31"/>
                    </a:lnTo>
                    <a:lnTo>
                      <a:pt x="807" y="44"/>
                    </a:lnTo>
                    <a:lnTo>
                      <a:pt x="849" y="59"/>
                    </a:lnTo>
                    <a:lnTo>
                      <a:pt x="894" y="75"/>
                    </a:lnTo>
                    <a:lnTo>
                      <a:pt x="938" y="93"/>
                    </a:lnTo>
                    <a:lnTo>
                      <a:pt x="982" y="114"/>
                    </a:lnTo>
                    <a:lnTo>
                      <a:pt x="1025" y="136"/>
                    </a:lnTo>
                    <a:lnTo>
                      <a:pt x="1069" y="160"/>
                    </a:lnTo>
                    <a:lnTo>
                      <a:pt x="1112" y="186"/>
                    </a:lnTo>
                    <a:lnTo>
                      <a:pt x="1153" y="213"/>
                    </a:lnTo>
                    <a:lnTo>
                      <a:pt x="1195" y="242"/>
                    </a:lnTo>
                    <a:lnTo>
                      <a:pt x="1235" y="273"/>
                    </a:lnTo>
                    <a:lnTo>
                      <a:pt x="1275" y="305"/>
                    </a:lnTo>
                    <a:lnTo>
                      <a:pt x="1349" y="375"/>
                    </a:lnTo>
                    <a:lnTo>
                      <a:pt x="1384" y="411"/>
                    </a:lnTo>
                    <a:lnTo>
                      <a:pt x="1417" y="449"/>
                    </a:lnTo>
                    <a:lnTo>
                      <a:pt x="1448" y="490"/>
                    </a:lnTo>
                    <a:lnTo>
                      <a:pt x="1478" y="530"/>
                    </a:lnTo>
                    <a:lnTo>
                      <a:pt x="1505" y="573"/>
                    </a:lnTo>
                    <a:lnTo>
                      <a:pt x="1529" y="615"/>
                    </a:lnTo>
                    <a:lnTo>
                      <a:pt x="1551" y="660"/>
                    </a:lnTo>
                    <a:lnTo>
                      <a:pt x="1570" y="706"/>
                    </a:lnTo>
                    <a:lnTo>
                      <a:pt x="1586" y="752"/>
                    </a:lnTo>
                    <a:lnTo>
                      <a:pt x="1600" y="801"/>
                    </a:lnTo>
                    <a:lnTo>
                      <a:pt x="1611" y="849"/>
                    </a:lnTo>
                    <a:lnTo>
                      <a:pt x="1618" y="899"/>
                    </a:lnTo>
                    <a:lnTo>
                      <a:pt x="1621" y="949"/>
                    </a:lnTo>
                    <a:lnTo>
                      <a:pt x="1621" y="1001"/>
                    </a:lnTo>
                    <a:close/>
                  </a:path>
                </a:pathLst>
              </a:custGeom>
              <a:solidFill>
                <a:srgbClr val="00be4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07" name="Freeform 129"/>
              <p:cNvSpPr/>
              <p:nvPr/>
            </p:nvSpPr>
            <p:spPr>
              <a:xfrm>
                <a:off x="2893320" y="3996720"/>
                <a:ext cx="887040" cy="815400"/>
              </a:xfrm>
              <a:custGeom>
                <a:avLst/>
                <a:gdLst>
                  <a:gd name="textAreaLeft" fmla="*/ 0 w 887040"/>
                  <a:gd name="textAreaRight" fmla="*/ 887400 w 887040"/>
                  <a:gd name="textAreaTop" fmla="*/ 0 h 815400"/>
                  <a:gd name="textAreaBottom" fmla="*/ 815760 h 815400"/>
                </a:gdLst>
                <a:ahLst/>
                <a:rect l="textAreaLeft" t="textAreaTop" r="textAreaRight" b="textAreaBottom"/>
                <a:pathLst>
                  <a:path w="1564" h="1439">
                    <a:moveTo>
                      <a:pt x="1563" y="971"/>
                    </a:moveTo>
                    <a:lnTo>
                      <a:pt x="1559" y="1018"/>
                    </a:lnTo>
                    <a:lnTo>
                      <a:pt x="1549" y="1065"/>
                    </a:lnTo>
                    <a:lnTo>
                      <a:pt x="1537" y="1107"/>
                    </a:lnTo>
                    <a:lnTo>
                      <a:pt x="1521" y="1149"/>
                    </a:lnTo>
                    <a:lnTo>
                      <a:pt x="1501" y="1187"/>
                    </a:lnTo>
                    <a:lnTo>
                      <a:pt x="1478" y="1222"/>
                    </a:lnTo>
                    <a:lnTo>
                      <a:pt x="1451" y="1256"/>
                    </a:lnTo>
                    <a:lnTo>
                      <a:pt x="1421" y="1287"/>
                    </a:lnTo>
                    <a:lnTo>
                      <a:pt x="1389" y="1316"/>
                    </a:lnTo>
                    <a:lnTo>
                      <a:pt x="1355" y="1341"/>
                    </a:lnTo>
                    <a:lnTo>
                      <a:pt x="1317" y="1364"/>
                    </a:lnTo>
                    <a:lnTo>
                      <a:pt x="1276" y="1384"/>
                    </a:lnTo>
                    <a:lnTo>
                      <a:pt x="1235" y="1400"/>
                    </a:lnTo>
                    <a:lnTo>
                      <a:pt x="1191" y="1415"/>
                    </a:lnTo>
                    <a:lnTo>
                      <a:pt x="1145" y="1425"/>
                    </a:lnTo>
                    <a:lnTo>
                      <a:pt x="1097" y="1433"/>
                    </a:lnTo>
                    <a:lnTo>
                      <a:pt x="1048" y="1438"/>
                    </a:lnTo>
                    <a:lnTo>
                      <a:pt x="998" y="1439"/>
                    </a:lnTo>
                    <a:lnTo>
                      <a:pt x="946" y="1438"/>
                    </a:lnTo>
                    <a:lnTo>
                      <a:pt x="894" y="1432"/>
                    </a:lnTo>
                    <a:lnTo>
                      <a:pt x="840" y="1424"/>
                    </a:lnTo>
                    <a:lnTo>
                      <a:pt x="787" y="1412"/>
                    </a:lnTo>
                    <a:lnTo>
                      <a:pt x="731" y="1396"/>
                    </a:lnTo>
                    <a:lnTo>
                      <a:pt x="677" y="1378"/>
                    </a:lnTo>
                    <a:lnTo>
                      <a:pt x="622" y="1355"/>
                    </a:lnTo>
                    <a:lnTo>
                      <a:pt x="568" y="1328"/>
                    </a:lnTo>
                    <a:lnTo>
                      <a:pt x="513" y="1298"/>
                    </a:lnTo>
                    <a:lnTo>
                      <a:pt x="460" y="1264"/>
                    </a:lnTo>
                    <a:lnTo>
                      <a:pt x="406" y="1226"/>
                    </a:lnTo>
                    <a:lnTo>
                      <a:pt x="353" y="1184"/>
                    </a:lnTo>
                    <a:lnTo>
                      <a:pt x="301" y="1138"/>
                    </a:lnTo>
                    <a:lnTo>
                      <a:pt x="250" y="1089"/>
                    </a:lnTo>
                    <a:lnTo>
                      <a:pt x="214" y="1050"/>
                    </a:lnTo>
                    <a:lnTo>
                      <a:pt x="182" y="1009"/>
                    </a:lnTo>
                    <a:lnTo>
                      <a:pt x="152" y="968"/>
                    </a:lnTo>
                    <a:lnTo>
                      <a:pt x="124" y="924"/>
                    </a:lnTo>
                    <a:lnTo>
                      <a:pt x="99" y="880"/>
                    </a:lnTo>
                    <a:lnTo>
                      <a:pt x="77" y="834"/>
                    </a:lnTo>
                    <a:lnTo>
                      <a:pt x="58" y="789"/>
                    </a:lnTo>
                    <a:lnTo>
                      <a:pt x="40" y="742"/>
                    </a:lnTo>
                    <a:lnTo>
                      <a:pt x="27" y="696"/>
                    </a:lnTo>
                    <a:lnTo>
                      <a:pt x="16" y="649"/>
                    </a:lnTo>
                    <a:lnTo>
                      <a:pt x="8" y="601"/>
                    </a:lnTo>
                    <a:lnTo>
                      <a:pt x="2" y="555"/>
                    </a:lnTo>
                    <a:lnTo>
                      <a:pt x="0" y="509"/>
                    </a:lnTo>
                    <a:lnTo>
                      <a:pt x="0" y="464"/>
                    </a:lnTo>
                    <a:lnTo>
                      <a:pt x="5" y="419"/>
                    </a:lnTo>
                    <a:lnTo>
                      <a:pt x="12" y="377"/>
                    </a:lnTo>
                    <a:lnTo>
                      <a:pt x="21" y="335"/>
                    </a:lnTo>
                    <a:lnTo>
                      <a:pt x="33" y="294"/>
                    </a:lnTo>
                    <a:lnTo>
                      <a:pt x="50" y="256"/>
                    </a:lnTo>
                    <a:lnTo>
                      <a:pt x="69" y="219"/>
                    </a:lnTo>
                    <a:lnTo>
                      <a:pt x="92" y="184"/>
                    </a:lnTo>
                    <a:lnTo>
                      <a:pt x="119" y="152"/>
                    </a:lnTo>
                    <a:lnTo>
                      <a:pt x="147" y="122"/>
                    </a:lnTo>
                    <a:lnTo>
                      <a:pt x="181" y="96"/>
                    </a:lnTo>
                    <a:lnTo>
                      <a:pt x="217" y="72"/>
                    </a:lnTo>
                    <a:lnTo>
                      <a:pt x="257" y="51"/>
                    </a:lnTo>
                    <a:lnTo>
                      <a:pt x="300" y="33"/>
                    </a:lnTo>
                    <a:lnTo>
                      <a:pt x="347" y="19"/>
                    </a:lnTo>
                    <a:lnTo>
                      <a:pt x="397" y="8"/>
                    </a:lnTo>
                    <a:lnTo>
                      <a:pt x="452" y="2"/>
                    </a:lnTo>
                    <a:lnTo>
                      <a:pt x="509" y="0"/>
                    </a:lnTo>
                    <a:lnTo>
                      <a:pt x="570" y="2"/>
                    </a:lnTo>
                    <a:lnTo>
                      <a:pt x="614" y="7"/>
                    </a:lnTo>
                    <a:lnTo>
                      <a:pt x="658" y="14"/>
                    </a:lnTo>
                    <a:lnTo>
                      <a:pt x="702" y="22"/>
                    </a:lnTo>
                    <a:lnTo>
                      <a:pt x="745" y="33"/>
                    </a:lnTo>
                    <a:lnTo>
                      <a:pt x="790" y="47"/>
                    </a:lnTo>
                    <a:lnTo>
                      <a:pt x="834" y="63"/>
                    </a:lnTo>
                    <a:lnTo>
                      <a:pt x="879" y="81"/>
                    </a:lnTo>
                    <a:lnTo>
                      <a:pt x="923" y="100"/>
                    </a:lnTo>
                    <a:lnTo>
                      <a:pt x="965" y="122"/>
                    </a:lnTo>
                    <a:lnTo>
                      <a:pt x="1009" y="146"/>
                    </a:lnTo>
                    <a:lnTo>
                      <a:pt x="1051" y="172"/>
                    </a:lnTo>
                    <a:lnTo>
                      <a:pt x="1092" y="198"/>
                    </a:lnTo>
                    <a:lnTo>
                      <a:pt x="1134" y="227"/>
                    </a:lnTo>
                    <a:lnTo>
                      <a:pt x="1173" y="257"/>
                    </a:lnTo>
                    <a:lnTo>
                      <a:pt x="1211" y="288"/>
                    </a:lnTo>
                    <a:lnTo>
                      <a:pt x="1249" y="321"/>
                    </a:lnTo>
                    <a:lnTo>
                      <a:pt x="1318" y="391"/>
                    </a:lnTo>
                    <a:lnTo>
                      <a:pt x="1350" y="427"/>
                    </a:lnTo>
                    <a:lnTo>
                      <a:pt x="1381" y="465"/>
                    </a:lnTo>
                    <a:lnTo>
                      <a:pt x="1410" y="504"/>
                    </a:lnTo>
                    <a:lnTo>
                      <a:pt x="1436" y="543"/>
                    </a:lnTo>
                    <a:lnTo>
                      <a:pt x="1461" y="583"/>
                    </a:lnTo>
                    <a:lnTo>
                      <a:pt x="1484" y="624"/>
                    </a:lnTo>
                    <a:lnTo>
                      <a:pt x="1503" y="666"/>
                    </a:lnTo>
                    <a:lnTo>
                      <a:pt x="1521" y="709"/>
                    </a:lnTo>
                    <a:lnTo>
                      <a:pt x="1534" y="751"/>
                    </a:lnTo>
                    <a:lnTo>
                      <a:pt x="1547" y="795"/>
                    </a:lnTo>
                    <a:lnTo>
                      <a:pt x="1555" y="839"/>
                    </a:lnTo>
                    <a:lnTo>
                      <a:pt x="1561" y="883"/>
                    </a:lnTo>
                    <a:lnTo>
                      <a:pt x="1564" y="927"/>
                    </a:lnTo>
                    <a:lnTo>
                      <a:pt x="1563" y="971"/>
                    </a:lnTo>
                    <a:close/>
                  </a:path>
                </a:pathLst>
              </a:custGeom>
              <a:solidFill>
                <a:srgbClr val="00c53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08" name="Freeform 130"/>
              <p:cNvSpPr/>
              <p:nvPr/>
            </p:nvSpPr>
            <p:spPr>
              <a:xfrm>
                <a:off x="4069800" y="2725920"/>
                <a:ext cx="873360" cy="832680"/>
              </a:xfrm>
              <a:custGeom>
                <a:avLst/>
                <a:gdLst>
                  <a:gd name="textAreaLeft" fmla="*/ 0 w 873360"/>
                  <a:gd name="textAreaRight" fmla="*/ 873720 w 873360"/>
                  <a:gd name="textAreaTop" fmla="*/ 0 h 832680"/>
                  <a:gd name="textAreaBottom" fmla="*/ 833040 h 832680"/>
                </a:gdLst>
                <a:ahLst/>
                <a:rect l="textAreaLeft" t="textAreaTop" r="textAreaRight" b="textAreaBottom"/>
                <a:pathLst>
                  <a:path w="1542" h="1468">
                    <a:moveTo>
                      <a:pt x="1536" y="680"/>
                    </a:moveTo>
                    <a:lnTo>
                      <a:pt x="1541" y="737"/>
                    </a:lnTo>
                    <a:lnTo>
                      <a:pt x="1542" y="792"/>
                    </a:lnTo>
                    <a:lnTo>
                      <a:pt x="1538" y="846"/>
                    </a:lnTo>
                    <a:lnTo>
                      <a:pt x="1530" y="899"/>
                    </a:lnTo>
                    <a:lnTo>
                      <a:pt x="1520" y="950"/>
                    </a:lnTo>
                    <a:lnTo>
                      <a:pt x="1505" y="1000"/>
                    </a:lnTo>
                    <a:lnTo>
                      <a:pt x="1488" y="1048"/>
                    </a:lnTo>
                    <a:lnTo>
                      <a:pt x="1466" y="1094"/>
                    </a:lnTo>
                    <a:lnTo>
                      <a:pt x="1441" y="1138"/>
                    </a:lnTo>
                    <a:lnTo>
                      <a:pt x="1414" y="1179"/>
                    </a:lnTo>
                    <a:lnTo>
                      <a:pt x="1384" y="1218"/>
                    </a:lnTo>
                    <a:lnTo>
                      <a:pt x="1350" y="1256"/>
                    </a:lnTo>
                    <a:lnTo>
                      <a:pt x="1315" y="1291"/>
                    </a:lnTo>
                    <a:lnTo>
                      <a:pt x="1277" y="1323"/>
                    </a:lnTo>
                    <a:lnTo>
                      <a:pt x="1236" y="1352"/>
                    </a:lnTo>
                    <a:lnTo>
                      <a:pt x="1195" y="1379"/>
                    </a:lnTo>
                    <a:lnTo>
                      <a:pt x="1150" y="1402"/>
                    </a:lnTo>
                    <a:lnTo>
                      <a:pt x="1104" y="1421"/>
                    </a:lnTo>
                    <a:lnTo>
                      <a:pt x="1057" y="1438"/>
                    </a:lnTo>
                    <a:lnTo>
                      <a:pt x="1007" y="1451"/>
                    </a:lnTo>
                    <a:lnTo>
                      <a:pt x="957" y="1460"/>
                    </a:lnTo>
                    <a:lnTo>
                      <a:pt x="905" y="1466"/>
                    </a:lnTo>
                    <a:lnTo>
                      <a:pt x="852" y="1468"/>
                    </a:lnTo>
                    <a:lnTo>
                      <a:pt x="798" y="1466"/>
                    </a:lnTo>
                    <a:lnTo>
                      <a:pt x="742" y="1460"/>
                    </a:lnTo>
                    <a:lnTo>
                      <a:pt x="687" y="1450"/>
                    </a:lnTo>
                    <a:lnTo>
                      <a:pt x="632" y="1435"/>
                    </a:lnTo>
                    <a:lnTo>
                      <a:pt x="575" y="1415"/>
                    </a:lnTo>
                    <a:lnTo>
                      <a:pt x="519" y="1391"/>
                    </a:lnTo>
                    <a:lnTo>
                      <a:pt x="462" y="1362"/>
                    </a:lnTo>
                    <a:lnTo>
                      <a:pt x="406" y="1329"/>
                    </a:lnTo>
                    <a:lnTo>
                      <a:pt x="349" y="1290"/>
                    </a:lnTo>
                    <a:lnTo>
                      <a:pt x="298" y="1249"/>
                    </a:lnTo>
                    <a:lnTo>
                      <a:pt x="252" y="1207"/>
                    </a:lnTo>
                    <a:lnTo>
                      <a:pt x="208" y="1163"/>
                    </a:lnTo>
                    <a:lnTo>
                      <a:pt x="170" y="1117"/>
                    </a:lnTo>
                    <a:lnTo>
                      <a:pt x="135" y="1071"/>
                    </a:lnTo>
                    <a:lnTo>
                      <a:pt x="104" y="1023"/>
                    </a:lnTo>
                    <a:lnTo>
                      <a:pt x="78" y="974"/>
                    </a:lnTo>
                    <a:lnTo>
                      <a:pt x="55" y="925"/>
                    </a:lnTo>
                    <a:lnTo>
                      <a:pt x="36" y="874"/>
                    </a:lnTo>
                    <a:lnTo>
                      <a:pt x="22" y="824"/>
                    </a:lnTo>
                    <a:lnTo>
                      <a:pt x="11" y="774"/>
                    </a:lnTo>
                    <a:lnTo>
                      <a:pt x="4" y="723"/>
                    </a:lnTo>
                    <a:lnTo>
                      <a:pt x="0" y="672"/>
                    </a:lnTo>
                    <a:lnTo>
                      <a:pt x="2" y="623"/>
                    </a:lnTo>
                    <a:lnTo>
                      <a:pt x="6" y="573"/>
                    </a:lnTo>
                    <a:lnTo>
                      <a:pt x="14" y="525"/>
                    </a:lnTo>
                    <a:lnTo>
                      <a:pt x="26" y="478"/>
                    </a:lnTo>
                    <a:lnTo>
                      <a:pt x="41" y="432"/>
                    </a:lnTo>
                    <a:lnTo>
                      <a:pt x="60" y="385"/>
                    </a:lnTo>
                    <a:lnTo>
                      <a:pt x="82" y="343"/>
                    </a:lnTo>
                    <a:lnTo>
                      <a:pt x="109" y="300"/>
                    </a:lnTo>
                    <a:lnTo>
                      <a:pt x="138" y="261"/>
                    </a:lnTo>
                    <a:lnTo>
                      <a:pt x="171" y="223"/>
                    </a:lnTo>
                    <a:lnTo>
                      <a:pt x="207" y="187"/>
                    </a:lnTo>
                    <a:lnTo>
                      <a:pt x="247" y="154"/>
                    </a:lnTo>
                    <a:lnTo>
                      <a:pt x="290" y="124"/>
                    </a:lnTo>
                    <a:lnTo>
                      <a:pt x="336" y="96"/>
                    </a:lnTo>
                    <a:lnTo>
                      <a:pt x="385" y="71"/>
                    </a:lnTo>
                    <a:lnTo>
                      <a:pt x="438" y="50"/>
                    </a:lnTo>
                    <a:lnTo>
                      <a:pt x="493" y="32"/>
                    </a:lnTo>
                    <a:lnTo>
                      <a:pt x="552" y="17"/>
                    </a:lnTo>
                    <a:lnTo>
                      <a:pt x="614" y="6"/>
                    </a:lnTo>
                    <a:lnTo>
                      <a:pt x="637" y="4"/>
                    </a:lnTo>
                    <a:lnTo>
                      <a:pt x="662" y="2"/>
                    </a:lnTo>
                    <a:lnTo>
                      <a:pt x="688" y="1"/>
                    </a:lnTo>
                    <a:lnTo>
                      <a:pt x="717" y="0"/>
                    </a:lnTo>
                    <a:lnTo>
                      <a:pt x="747" y="0"/>
                    </a:lnTo>
                    <a:lnTo>
                      <a:pt x="778" y="2"/>
                    </a:lnTo>
                    <a:lnTo>
                      <a:pt x="845" y="8"/>
                    </a:lnTo>
                    <a:lnTo>
                      <a:pt x="914" y="18"/>
                    </a:lnTo>
                    <a:lnTo>
                      <a:pt x="986" y="35"/>
                    </a:lnTo>
                    <a:lnTo>
                      <a:pt x="1023" y="46"/>
                    </a:lnTo>
                    <a:lnTo>
                      <a:pt x="1059" y="58"/>
                    </a:lnTo>
                    <a:lnTo>
                      <a:pt x="1096" y="73"/>
                    </a:lnTo>
                    <a:lnTo>
                      <a:pt x="1133" y="89"/>
                    </a:lnTo>
                    <a:lnTo>
                      <a:pt x="1168" y="107"/>
                    </a:lnTo>
                    <a:lnTo>
                      <a:pt x="1203" y="127"/>
                    </a:lnTo>
                    <a:lnTo>
                      <a:pt x="1238" y="150"/>
                    </a:lnTo>
                    <a:lnTo>
                      <a:pt x="1271" y="175"/>
                    </a:lnTo>
                    <a:lnTo>
                      <a:pt x="1303" y="201"/>
                    </a:lnTo>
                    <a:lnTo>
                      <a:pt x="1334" y="231"/>
                    </a:lnTo>
                    <a:lnTo>
                      <a:pt x="1363" y="263"/>
                    </a:lnTo>
                    <a:lnTo>
                      <a:pt x="1391" y="298"/>
                    </a:lnTo>
                    <a:lnTo>
                      <a:pt x="1417" y="335"/>
                    </a:lnTo>
                    <a:lnTo>
                      <a:pt x="1441" y="375"/>
                    </a:lnTo>
                    <a:lnTo>
                      <a:pt x="1463" y="419"/>
                    </a:lnTo>
                    <a:lnTo>
                      <a:pt x="1483" y="465"/>
                    </a:lnTo>
                    <a:lnTo>
                      <a:pt x="1500" y="513"/>
                    </a:lnTo>
                    <a:lnTo>
                      <a:pt x="1515" y="566"/>
                    </a:lnTo>
                    <a:lnTo>
                      <a:pt x="1527" y="622"/>
                    </a:lnTo>
                    <a:lnTo>
                      <a:pt x="1536" y="680"/>
                    </a:lnTo>
                    <a:close/>
                  </a:path>
                </a:pathLst>
              </a:custGeom>
              <a:solidFill>
                <a:srgbClr val="1eff1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09" name="Freeform 131"/>
              <p:cNvSpPr/>
              <p:nvPr/>
            </p:nvSpPr>
            <p:spPr>
              <a:xfrm>
                <a:off x="2905560" y="4010400"/>
                <a:ext cx="858600" cy="785880"/>
              </a:xfrm>
              <a:custGeom>
                <a:avLst/>
                <a:gdLst>
                  <a:gd name="textAreaLeft" fmla="*/ 0 w 858600"/>
                  <a:gd name="textAreaRight" fmla="*/ 858960 w 858600"/>
                  <a:gd name="textAreaTop" fmla="*/ 0 h 785880"/>
                  <a:gd name="textAreaBottom" fmla="*/ 786240 h 785880"/>
                </a:gdLst>
                <a:ahLst/>
                <a:rect l="textAreaLeft" t="textAreaTop" r="textAreaRight" b="textAreaBottom"/>
                <a:pathLst>
                  <a:path w="1514" h="1386">
                    <a:moveTo>
                      <a:pt x="1512" y="946"/>
                    </a:moveTo>
                    <a:lnTo>
                      <a:pt x="1507" y="993"/>
                    </a:lnTo>
                    <a:lnTo>
                      <a:pt x="1497" y="1037"/>
                    </a:lnTo>
                    <a:lnTo>
                      <a:pt x="1484" y="1080"/>
                    </a:lnTo>
                    <a:lnTo>
                      <a:pt x="1466" y="1119"/>
                    </a:lnTo>
                    <a:lnTo>
                      <a:pt x="1446" y="1157"/>
                    </a:lnTo>
                    <a:lnTo>
                      <a:pt x="1421" y="1192"/>
                    </a:lnTo>
                    <a:lnTo>
                      <a:pt x="1394" y="1223"/>
                    </a:lnTo>
                    <a:lnTo>
                      <a:pt x="1364" y="1253"/>
                    </a:lnTo>
                    <a:lnTo>
                      <a:pt x="1330" y="1279"/>
                    </a:lnTo>
                    <a:lnTo>
                      <a:pt x="1294" y="1302"/>
                    </a:lnTo>
                    <a:lnTo>
                      <a:pt x="1256" y="1323"/>
                    </a:lnTo>
                    <a:lnTo>
                      <a:pt x="1215" y="1341"/>
                    </a:lnTo>
                    <a:lnTo>
                      <a:pt x="1171" y="1356"/>
                    </a:lnTo>
                    <a:lnTo>
                      <a:pt x="1128" y="1368"/>
                    </a:lnTo>
                    <a:lnTo>
                      <a:pt x="1080" y="1377"/>
                    </a:lnTo>
                    <a:lnTo>
                      <a:pt x="1033" y="1383"/>
                    </a:lnTo>
                    <a:lnTo>
                      <a:pt x="984" y="1386"/>
                    </a:lnTo>
                    <a:lnTo>
                      <a:pt x="933" y="1385"/>
                    </a:lnTo>
                    <a:lnTo>
                      <a:pt x="881" y="1382"/>
                    </a:lnTo>
                    <a:lnTo>
                      <a:pt x="829" y="1374"/>
                    </a:lnTo>
                    <a:lnTo>
                      <a:pt x="776" y="1363"/>
                    </a:lnTo>
                    <a:lnTo>
                      <a:pt x="723" y="1349"/>
                    </a:lnTo>
                    <a:lnTo>
                      <a:pt x="669" y="1332"/>
                    </a:lnTo>
                    <a:lnTo>
                      <a:pt x="616" y="1310"/>
                    </a:lnTo>
                    <a:lnTo>
                      <a:pt x="563" y="1286"/>
                    </a:lnTo>
                    <a:lnTo>
                      <a:pt x="509" y="1257"/>
                    </a:lnTo>
                    <a:lnTo>
                      <a:pt x="457" y="1225"/>
                    </a:lnTo>
                    <a:lnTo>
                      <a:pt x="405" y="1189"/>
                    </a:lnTo>
                    <a:lnTo>
                      <a:pt x="355" y="1149"/>
                    </a:lnTo>
                    <a:lnTo>
                      <a:pt x="304" y="1105"/>
                    </a:lnTo>
                    <a:lnTo>
                      <a:pt x="256" y="1058"/>
                    </a:lnTo>
                    <a:lnTo>
                      <a:pt x="208" y="1006"/>
                    </a:lnTo>
                    <a:lnTo>
                      <a:pt x="175" y="966"/>
                    </a:lnTo>
                    <a:lnTo>
                      <a:pt x="145" y="924"/>
                    </a:lnTo>
                    <a:lnTo>
                      <a:pt x="117" y="882"/>
                    </a:lnTo>
                    <a:lnTo>
                      <a:pt x="93" y="839"/>
                    </a:lnTo>
                    <a:lnTo>
                      <a:pt x="72" y="795"/>
                    </a:lnTo>
                    <a:lnTo>
                      <a:pt x="53" y="752"/>
                    </a:lnTo>
                    <a:lnTo>
                      <a:pt x="37" y="708"/>
                    </a:lnTo>
                    <a:lnTo>
                      <a:pt x="24" y="664"/>
                    </a:lnTo>
                    <a:lnTo>
                      <a:pt x="14" y="620"/>
                    </a:lnTo>
                    <a:lnTo>
                      <a:pt x="7" y="576"/>
                    </a:lnTo>
                    <a:lnTo>
                      <a:pt x="2" y="533"/>
                    </a:lnTo>
                    <a:lnTo>
                      <a:pt x="0" y="490"/>
                    </a:lnTo>
                    <a:lnTo>
                      <a:pt x="1" y="449"/>
                    </a:lnTo>
                    <a:lnTo>
                      <a:pt x="6" y="407"/>
                    </a:lnTo>
                    <a:lnTo>
                      <a:pt x="11" y="368"/>
                    </a:lnTo>
                    <a:lnTo>
                      <a:pt x="22" y="329"/>
                    </a:lnTo>
                    <a:lnTo>
                      <a:pt x="33" y="291"/>
                    </a:lnTo>
                    <a:lnTo>
                      <a:pt x="48" y="255"/>
                    </a:lnTo>
                    <a:lnTo>
                      <a:pt x="67" y="222"/>
                    </a:lnTo>
                    <a:lnTo>
                      <a:pt x="87" y="189"/>
                    </a:lnTo>
                    <a:lnTo>
                      <a:pt x="111" y="158"/>
                    </a:lnTo>
                    <a:lnTo>
                      <a:pt x="137" y="131"/>
                    </a:lnTo>
                    <a:lnTo>
                      <a:pt x="166" y="104"/>
                    </a:lnTo>
                    <a:lnTo>
                      <a:pt x="198" y="81"/>
                    </a:lnTo>
                    <a:lnTo>
                      <a:pt x="233" y="60"/>
                    </a:lnTo>
                    <a:lnTo>
                      <a:pt x="269" y="43"/>
                    </a:lnTo>
                    <a:lnTo>
                      <a:pt x="310" y="28"/>
                    </a:lnTo>
                    <a:lnTo>
                      <a:pt x="352" y="15"/>
                    </a:lnTo>
                    <a:lnTo>
                      <a:pt x="397" y="7"/>
                    </a:lnTo>
                    <a:lnTo>
                      <a:pt x="446" y="2"/>
                    </a:lnTo>
                    <a:lnTo>
                      <a:pt x="496" y="0"/>
                    </a:lnTo>
                    <a:lnTo>
                      <a:pt x="551" y="3"/>
                    </a:lnTo>
                    <a:lnTo>
                      <a:pt x="593" y="7"/>
                    </a:lnTo>
                    <a:lnTo>
                      <a:pt x="636" y="14"/>
                    </a:lnTo>
                    <a:lnTo>
                      <a:pt x="678" y="23"/>
                    </a:lnTo>
                    <a:lnTo>
                      <a:pt x="721" y="35"/>
                    </a:lnTo>
                    <a:lnTo>
                      <a:pt x="765" y="48"/>
                    </a:lnTo>
                    <a:lnTo>
                      <a:pt x="807" y="64"/>
                    </a:lnTo>
                    <a:lnTo>
                      <a:pt x="851" y="82"/>
                    </a:lnTo>
                    <a:lnTo>
                      <a:pt x="894" y="102"/>
                    </a:lnTo>
                    <a:lnTo>
                      <a:pt x="936" y="123"/>
                    </a:lnTo>
                    <a:lnTo>
                      <a:pt x="1019" y="171"/>
                    </a:lnTo>
                    <a:lnTo>
                      <a:pt x="1060" y="199"/>
                    </a:lnTo>
                    <a:lnTo>
                      <a:pt x="1099" y="226"/>
                    </a:lnTo>
                    <a:lnTo>
                      <a:pt x="1137" y="256"/>
                    </a:lnTo>
                    <a:lnTo>
                      <a:pt x="1175" y="287"/>
                    </a:lnTo>
                    <a:lnTo>
                      <a:pt x="1211" y="320"/>
                    </a:lnTo>
                    <a:lnTo>
                      <a:pt x="1245" y="353"/>
                    </a:lnTo>
                    <a:lnTo>
                      <a:pt x="1279" y="387"/>
                    </a:lnTo>
                    <a:lnTo>
                      <a:pt x="1310" y="423"/>
                    </a:lnTo>
                    <a:lnTo>
                      <a:pt x="1340" y="460"/>
                    </a:lnTo>
                    <a:lnTo>
                      <a:pt x="1367" y="498"/>
                    </a:lnTo>
                    <a:lnTo>
                      <a:pt x="1393" y="536"/>
                    </a:lnTo>
                    <a:lnTo>
                      <a:pt x="1417" y="575"/>
                    </a:lnTo>
                    <a:lnTo>
                      <a:pt x="1438" y="614"/>
                    </a:lnTo>
                    <a:lnTo>
                      <a:pt x="1457" y="655"/>
                    </a:lnTo>
                    <a:lnTo>
                      <a:pt x="1473" y="696"/>
                    </a:lnTo>
                    <a:lnTo>
                      <a:pt x="1487" y="738"/>
                    </a:lnTo>
                    <a:lnTo>
                      <a:pt x="1499" y="779"/>
                    </a:lnTo>
                    <a:lnTo>
                      <a:pt x="1507" y="821"/>
                    </a:lnTo>
                    <a:lnTo>
                      <a:pt x="1511" y="862"/>
                    </a:lnTo>
                    <a:lnTo>
                      <a:pt x="1514" y="905"/>
                    </a:lnTo>
                    <a:lnTo>
                      <a:pt x="1512" y="946"/>
                    </a:lnTo>
                    <a:close/>
                  </a:path>
                </a:pathLst>
              </a:custGeom>
              <a:solidFill>
                <a:srgbClr val="00cd3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10" name="Freeform 132"/>
              <p:cNvSpPr/>
              <p:nvPr/>
            </p:nvSpPr>
            <p:spPr>
              <a:xfrm>
                <a:off x="2918160" y="4025160"/>
                <a:ext cx="829080" cy="759960"/>
              </a:xfrm>
              <a:custGeom>
                <a:avLst/>
                <a:gdLst>
                  <a:gd name="textAreaLeft" fmla="*/ 0 w 829080"/>
                  <a:gd name="textAreaRight" fmla="*/ 829440 w 829080"/>
                  <a:gd name="textAreaTop" fmla="*/ 0 h 759960"/>
                  <a:gd name="textAreaBottom" fmla="*/ 760320 h 759960"/>
                </a:gdLst>
                <a:ahLst/>
                <a:rect l="textAreaLeft" t="textAreaTop" r="textAreaRight" b="textAreaBottom"/>
                <a:pathLst>
                  <a:path w="1462" h="1340">
                    <a:moveTo>
                      <a:pt x="1461" y="919"/>
                    </a:moveTo>
                    <a:lnTo>
                      <a:pt x="1455" y="961"/>
                    </a:lnTo>
                    <a:lnTo>
                      <a:pt x="1447" y="1000"/>
                    </a:lnTo>
                    <a:lnTo>
                      <a:pt x="1434" y="1038"/>
                    </a:lnTo>
                    <a:lnTo>
                      <a:pt x="1418" y="1075"/>
                    </a:lnTo>
                    <a:lnTo>
                      <a:pt x="1400" y="1108"/>
                    </a:lnTo>
                    <a:lnTo>
                      <a:pt x="1378" y="1140"/>
                    </a:lnTo>
                    <a:lnTo>
                      <a:pt x="1352" y="1170"/>
                    </a:lnTo>
                    <a:lnTo>
                      <a:pt x="1325" y="1199"/>
                    </a:lnTo>
                    <a:lnTo>
                      <a:pt x="1295" y="1225"/>
                    </a:lnTo>
                    <a:lnTo>
                      <a:pt x="1262" y="1249"/>
                    </a:lnTo>
                    <a:lnTo>
                      <a:pt x="1228" y="1269"/>
                    </a:lnTo>
                    <a:lnTo>
                      <a:pt x="1191" y="1288"/>
                    </a:lnTo>
                    <a:lnTo>
                      <a:pt x="1152" y="1303"/>
                    </a:lnTo>
                    <a:lnTo>
                      <a:pt x="1110" y="1317"/>
                    </a:lnTo>
                    <a:lnTo>
                      <a:pt x="1068" y="1327"/>
                    </a:lnTo>
                    <a:lnTo>
                      <a:pt x="1024" y="1334"/>
                    </a:lnTo>
                    <a:lnTo>
                      <a:pt x="978" y="1339"/>
                    </a:lnTo>
                    <a:lnTo>
                      <a:pt x="931" y="1340"/>
                    </a:lnTo>
                    <a:lnTo>
                      <a:pt x="882" y="1337"/>
                    </a:lnTo>
                    <a:lnTo>
                      <a:pt x="834" y="1333"/>
                    </a:lnTo>
                    <a:lnTo>
                      <a:pt x="783" y="1324"/>
                    </a:lnTo>
                    <a:lnTo>
                      <a:pt x="733" y="1312"/>
                    </a:lnTo>
                    <a:lnTo>
                      <a:pt x="682" y="1296"/>
                    </a:lnTo>
                    <a:lnTo>
                      <a:pt x="630" y="1276"/>
                    </a:lnTo>
                    <a:lnTo>
                      <a:pt x="577" y="1253"/>
                    </a:lnTo>
                    <a:lnTo>
                      <a:pt x="525" y="1227"/>
                    </a:lnTo>
                    <a:lnTo>
                      <a:pt x="472" y="1196"/>
                    </a:lnTo>
                    <a:lnTo>
                      <a:pt x="420" y="1161"/>
                    </a:lnTo>
                    <a:lnTo>
                      <a:pt x="369" y="1122"/>
                    </a:lnTo>
                    <a:lnTo>
                      <a:pt x="317" y="1078"/>
                    </a:lnTo>
                    <a:lnTo>
                      <a:pt x="266" y="1031"/>
                    </a:lnTo>
                    <a:lnTo>
                      <a:pt x="215" y="979"/>
                    </a:lnTo>
                    <a:lnTo>
                      <a:pt x="182" y="941"/>
                    </a:lnTo>
                    <a:lnTo>
                      <a:pt x="151" y="901"/>
                    </a:lnTo>
                    <a:lnTo>
                      <a:pt x="123" y="860"/>
                    </a:lnTo>
                    <a:lnTo>
                      <a:pt x="98" y="819"/>
                    </a:lnTo>
                    <a:lnTo>
                      <a:pt x="76" y="778"/>
                    </a:lnTo>
                    <a:lnTo>
                      <a:pt x="56" y="735"/>
                    </a:lnTo>
                    <a:lnTo>
                      <a:pt x="40" y="692"/>
                    </a:lnTo>
                    <a:lnTo>
                      <a:pt x="26" y="650"/>
                    </a:lnTo>
                    <a:lnTo>
                      <a:pt x="15" y="607"/>
                    </a:lnTo>
                    <a:lnTo>
                      <a:pt x="7" y="564"/>
                    </a:lnTo>
                    <a:lnTo>
                      <a:pt x="2" y="523"/>
                    </a:lnTo>
                    <a:lnTo>
                      <a:pt x="0" y="481"/>
                    </a:lnTo>
                    <a:lnTo>
                      <a:pt x="0" y="441"/>
                    </a:lnTo>
                    <a:lnTo>
                      <a:pt x="3" y="401"/>
                    </a:lnTo>
                    <a:lnTo>
                      <a:pt x="9" y="362"/>
                    </a:lnTo>
                    <a:lnTo>
                      <a:pt x="17" y="324"/>
                    </a:lnTo>
                    <a:lnTo>
                      <a:pt x="29" y="287"/>
                    </a:lnTo>
                    <a:lnTo>
                      <a:pt x="44" y="252"/>
                    </a:lnTo>
                    <a:lnTo>
                      <a:pt x="60" y="219"/>
                    </a:lnTo>
                    <a:lnTo>
                      <a:pt x="81" y="187"/>
                    </a:lnTo>
                    <a:lnTo>
                      <a:pt x="102" y="157"/>
                    </a:lnTo>
                    <a:lnTo>
                      <a:pt x="128" y="129"/>
                    </a:lnTo>
                    <a:lnTo>
                      <a:pt x="155" y="104"/>
                    </a:lnTo>
                    <a:lnTo>
                      <a:pt x="187" y="81"/>
                    </a:lnTo>
                    <a:lnTo>
                      <a:pt x="220" y="60"/>
                    </a:lnTo>
                    <a:lnTo>
                      <a:pt x="256" y="43"/>
                    </a:lnTo>
                    <a:lnTo>
                      <a:pt x="295" y="28"/>
                    </a:lnTo>
                    <a:lnTo>
                      <a:pt x="336" y="16"/>
                    </a:lnTo>
                    <a:lnTo>
                      <a:pt x="381" y="7"/>
                    </a:lnTo>
                    <a:lnTo>
                      <a:pt x="427" y="1"/>
                    </a:lnTo>
                    <a:lnTo>
                      <a:pt x="478" y="0"/>
                    </a:lnTo>
                    <a:lnTo>
                      <a:pt x="530" y="1"/>
                    </a:lnTo>
                    <a:lnTo>
                      <a:pt x="574" y="6"/>
                    </a:lnTo>
                    <a:lnTo>
                      <a:pt x="617" y="13"/>
                    </a:lnTo>
                    <a:lnTo>
                      <a:pt x="662" y="22"/>
                    </a:lnTo>
                    <a:lnTo>
                      <a:pt x="706" y="33"/>
                    </a:lnTo>
                    <a:lnTo>
                      <a:pt x="750" y="47"/>
                    </a:lnTo>
                    <a:lnTo>
                      <a:pt x="792" y="63"/>
                    </a:lnTo>
                    <a:lnTo>
                      <a:pt x="835" y="82"/>
                    </a:lnTo>
                    <a:lnTo>
                      <a:pt x="878" y="101"/>
                    </a:lnTo>
                    <a:lnTo>
                      <a:pt x="961" y="147"/>
                    </a:lnTo>
                    <a:lnTo>
                      <a:pt x="1039" y="200"/>
                    </a:lnTo>
                    <a:lnTo>
                      <a:pt x="1077" y="229"/>
                    </a:lnTo>
                    <a:lnTo>
                      <a:pt x="1114" y="259"/>
                    </a:lnTo>
                    <a:lnTo>
                      <a:pt x="1150" y="290"/>
                    </a:lnTo>
                    <a:lnTo>
                      <a:pt x="1184" y="322"/>
                    </a:lnTo>
                    <a:lnTo>
                      <a:pt x="1216" y="356"/>
                    </a:lnTo>
                    <a:lnTo>
                      <a:pt x="1247" y="390"/>
                    </a:lnTo>
                    <a:lnTo>
                      <a:pt x="1276" y="426"/>
                    </a:lnTo>
                    <a:lnTo>
                      <a:pt x="1304" y="462"/>
                    </a:lnTo>
                    <a:lnTo>
                      <a:pt x="1330" y="499"/>
                    </a:lnTo>
                    <a:lnTo>
                      <a:pt x="1353" y="537"/>
                    </a:lnTo>
                    <a:lnTo>
                      <a:pt x="1375" y="575"/>
                    </a:lnTo>
                    <a:lnTo>
                      <a:pt x="1395" y="613"/>
                    </a:lnTo>
                    <a:lnTo>
                      <a:pt x="1412" y="651"/>
                    </a:lnTo>
                    <a:lnTo>
                      <a:pt x="1427" y="690"/>
                    </a:lnTo>
                    <a:lnTo>
                      <a:pt x="1440" y="728"/>
                    </a:lnTo>
                    <a:lnTo>
                      <a:pt x="1449" y="767"/>
                    </a:lnTo>
                    <a:lnTo>
                      <a:pt x="1456" y="805"/>
                    </a:lnTo>
                    <a:lnTo>
                      <a:pt x="1461" y="843"/>
                    </a:lnTo>
                    <a:lnTo>
                      <a:pt x="1462" y="881"/>
                    </a:lnTo>
                    <a:lnTo>
                      <a:pt x="1461" y="919"/>
                    </a:lnTo>
                    <a:close/>
                  </a:path>
                </a:pathLst>
              </a:custGeom>
              <a:solidFill>
                <a:srgbClr val="00d42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11" name="Freeform 133"/>
              <p:cNvSpPr/>
              <p:nvPr/>
            </p:nvSpPr>
            <p:spPr>
              <a:xfrm>
                <a:off x="4087080" y="2755440"/>
                <a:ext cx="825840" cy="783720"/>
              </a:xfrm>
              <a:custGeom>
                <a:avLst/>
                <a:gdLst>
                  <a:gd name="textAreaLeft" fmla="*/ 0 w 825840"/>
                  <a:gd name="textAreaRight" fmla="*/ 826200 w 825840"/>
                  <a:gd name="textAreaTop" fmla="*/ 0 h 783720"/>
                  <a:gd name="textAreaBottom" fmla="*/ 784080 h 783720"/>
                </a:gdLst>
                <a:ahLst/>
                <a:rect l="textAreaLeft" t="textAreaTop" r="textAreaRight" b="textAreaBottom"/>
                <a:pathLst>
                  <a:path w="1456" h="1383">
                    <a:moveTo>
                      <a:pt x="1454" y="696"/>
                    </a:moveTo>
                    <a:lnTo>
                      <a:pt x="1456" y="758"/>
                    </a:lnTo>
                    <a:lnTo>
                      <a:pt x="1454" y="817"/>
                    </a:lnTo>
                    <a:lnTo>
                      <a:pt x="1447" y="874"/>
                    </a:lnTo>
                    <a:lnTo>
                      <a:pt x="1436" y="927"/>
                    </a:lnTo>
                    <a:lnTo>
                      <a:pt x="1421" y="977"/>
                    </a:lnTo>
                    <a:lnTo>
                      <a:pt x="1402" y="1026"/>
                    </a:lnTo>
                    <a:lnTo>
                      <a:pt x="1380" y="1071"/>
                    </a:lnTo>
                    <a:lnTo>
                      <a:pt x="1355" y="1112"/>
                    </a:lnTo>
                    <a:lnTo>
                      <a:pt x="1326" y="1151"/>
                    </a:lnTo>
                    <a:lnTo>
                      <a:pt x="1295" y="1188"/>
                    </a:lnTo>
                    <a:lnTo>
                      <a:pt x="1261" y="1222"/>
                    </a:lnTo>
                    <a:lnTo>
                      <a:pt x="1224" y="1251"/>
                    </a:lnTo>
                    <a:lnTo>
                      <a:pt x="1185" y="1279"/>
                    </a:lnTo>
                    <a:lnTo>
                      <a:pt x="1144" y="1303"/>
                    </a:lnTo>
                    <a:lnTo>
                      <a:pt x="1100" y="1324"/>
                    </a:lnTo>
                    <a:lnTo>
                      <a:pt x="1057" y="1341"/>
                    </a:lnTo>
                    <a:lnTo>
                      <a:pt x="1011" y="1356"/>
                    </a:lnTo>
                    <a:lnTo>
                      <a:pt x="963" y="1368"/>
                    </a:lnTo>
                    <a:lnTo>
                      <a:pt x="914" y="1376"/>
                    </a:lnTo>
                    <a:lnTo>
                      <a:pt x="865" y="1382"/>
                    </a:lnTo>
                    <a:lnTo>
                      <a:pt x="815" y="1383"/>
                    </a:lnTo>
                    <a:lnTo>
                      <a:pt x="765" y="1382"/>
                    </a:lnTo>
                    <a:lnTo>
                      <a:pt x="715" y="1377"/>
                    </a:lnTo>
                    <a:lnTo>
                      <a:pt x="664" y="1369"/>
                    </a:lnTo>
                    <a:lnTo>
                      <a:pt x="613" y="1357"/>
                    </a:lnTo>
                    <a:lnTo>
                      <a:pt x="564" y="1342"/>
                    </a:lnTo>
                    <a:lnTo>
                      <a:pt x="514" y="1323"/>
                    </a:lnTo>
                    <a:lnTo>
                      <a:pt x="466" y="1301"/>
                    </a:lnTo>
                    <a:lnTo>
                      <a:pt x="417" y="1276"/>
                    </a:lnTo>
                    <a:lnTo>
                      <a:pt x="371" y="1247"/>
                    </a:lnTo>
                    <a:lnTo>
                      <a:pt x="326" y="1215"/>
                    </a:lnTo>
                    <a:lnTo>
                      <a:pt x="283" y="1178"/>
                    </a:lnTo>
                    <a:lnTo>
                      <a:pt x="235" y="1133"/>
                    </a:lnTo>
                    <a:lnTo>
                      <a:pt x="194" y="1088"/>
                    </a:lnTo>
                    <a:lnTo>
                      <a:pt x="156" y="1042"/>
                    </a:lnTo>
                    <a:lnTo>
                      <a:pt x="123" y="996"/>
                    </a:lnTo>
                    <a:lnTo>
                      <a:pt x="93" y="949"/>
                    </a:lnTo>
                    <a:lnTo>
                      <a:pt x="68" y="900"/>
                    </a:lnTo>
                    <a:lnTo>
                      <a:pt x="46" y="853"/>
                    </a:lnTo>
                    <a:lnTo>
                      <a:pt x="30" y="804"/>
                    </a:lnTo>
                    <a:lnTo>
                      <a:pt x="17" y="757"/>
                    </a:lnTo>
                    <a:lnTo>
                      <a:pt x="7" y="709"/>
                    </a:lnTo>
                    <a:lnTo>
                      <a:pt x="3" y="662"/>
                    </a:lnTo>
                    <a:lnTo>
                      <a:pt x="0" y="616"/>
                    </a:lnTo>
                    <a:lnTo>
                      <a:pt x="2" y="569"/>
                    </a:lnTo>
                    <a:lnTo>
                      <a:pt x="7" y="525"/>
                    </a:lnTo>
                    <a:lnTo>
                      <a:pt x="15" y="480"/>
                    </a:lnTo>
                    <a:lnTo>
                      <a:pt x="28" y="436"/>
                    </a:lnTo>
                    <a:lnTo>
                      <a:pt x="42" y="394"/>
                    </a:lnTo>
                    <a:lnTo>
                      <a:pt x="60" y="353"/>
                    </a:lnTo>
                    <a:lnTo>
                      <a:pt x="81" y="314"/>
                    </a:lnTo>
                    <a:lnTo>
                      <a:pt x="105" y="277"/>
                    </a:lnTo>
                    <a:lnTo>
                      <a:pt x="133" y="241"/>
                    </a:lnTo>
                    <a:lnTo>
                      <a:pt x="162" y="207"/>
                    </a:lnTo>
                    <a:lnTo>
                      <a:pt x="194" y="175"/>
                    </a:lnTo>
                    <a:lnTo>
                      <a:pt x="228" y="146"/>
                    </a:lnTo>
                    <a:lnTo>
                      <a:pt x="267" y="118"/>
                    </a:lnTo>
                    <a:lnTo>
                      <a:pt x="306" y="94"/>
                    </a:lnTo>
                    <a:lnTo>
                      <a:pt x="347" y="71"/>
                    </a:lnTo>
                    <a:lnTo>
                      <a:pt x="392" y="52"/>
                    </a:lnTo>
                    <a:lnTo>
                      <a:pt x="438" y="35"/>
                    </a:lnTo>
                    <a:lnTo>
                      <a:pt x="485" y="22"/>
                    </a:lnTo>
                    <a:lnTo>
                      <a:pt x="536" y="12"/>
                    </a:lnTo>
                    <a:lnTo>
                      <a:pt x="588" y="5"/>
                    </a:lnTo>
                    <a:lnTo>
                      <a:pt x="637" y="2"/>
                    </a:lnTo>
                    <a:lnTo>
                      <a:pt x="685" y="0"/>
                    </a:lnTo>
                    <a:lnTo>
                      <a:pt x="731" y="3"/>
                    </a:lnTo>
                    <a:lnTo>
                      <a:pt x="777" y="6"/>
                    </a:lnTo>
                    <a:lnTo>
                      <a:pt x="821" y="13"/>
                    </a:lnTo>
                    <a:lnTo>
                      <a:pt x="863" y="22"/>
                    </a:lnTo>
                    <a:lnTo>
                      <a:pt x="904" y="33"/>
                    </a:lnTo>
                    <a:lnTo>
                      <a:pt x="944" y="45"/>
                    </a:lnTo>
                    <a:lnTo>
                      <a:pt x="982" y="60"/>
                    </a:lnTo>
                    <a:lnTo>
                      <a:pt x="1019" y="78"/>
                    </a:lnTo>
                    <a:lnTo>
                      <a:pt x="1054" y="96"/>
                    </a:lnTo>
                    <a:lnTo>
                      <a:pt x="1089" y="116"/>
                    </a:lnTo>
                    <a:lnTo>
                      <a:pt x="1122" y="137"/>
                    </a:lnTo>
                    <a:lnTo>
                      <a:pt x="1153" y="161"/>
                    </a:lnTo>
                    <a:lnTo>
                      <a:pt x="1183" y="185"/>
                    </a:lnTo>
                    <a:lnTo>
                      <a:pt x="1211" y="210"/>
                    </a:lnTo>
                    <a:lnTo>
                      <a:pt x="1239" y="237"/>
                    </a:lnTo>
                    <a:lnTo>
                      <a:pt x="1264" y="264"/>
                    </a:lnTo>
                    <a:lnTo>
                      <a:pt x="1288" y="293"/>
                    </a:lnTo>
                    <a:lnTo>
                      <a:pt x="1310" y="322"/>
                    </a:lnTo>
                    <a:lnTo>
                      <a:pt x="1331" y="352"/>
                    </a:lnTo>
                    <a:lnTo>
                      <a:pt x="1350" y="383"/>
                    </a:lnTo>
                    <a:lnTo>
                      <a:pt x="1368" y="414"/>
                    </a:lnTo>
                    <a:lnTo>
                      <a:pt x="1384" y="445"/>
                    </a:lnTo>
                    <a:lnTo>
                      <a:pt x="1411" y="508"/>
                    </a:lnTo>
                    <a:lnTo>
                      <a:pt x="1432" y="572"/>
                    </a:lnTo>
                    <a:lnTo>
                      <a:pt x="1440" y="603"/>
                    </a:lnTo>
                    <a:lnTo>
                      <a:pt x="1446" y="635"/>
                    </a:lnTo>
                    <a:lnTo>
                      <a:pt x="1451" y="666"/>
                    </a:lnTo>
                    <a:lnTo>
                      <a:pt x="1454" y="696"/>
                    </a:lnTo>
                    <a:close/>
                  </a:path>
                </a:pathLst>
              </a:custGeom>
              <a:solidFill>
                <a:srgbClr val="2bff2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12" name="Freeform 134"/>
              <p:cNvSpPr/>
              <p:nvPr/>
            </p:nvSpPr>
            <p:spPr>
              <a:xfrm>
                <a:off x="2932920" y="4038840"/>
                <a:ext cx="799560" cy="736200"/>
              </a:xfrm>
              <a:custGeom>
                <a:avLst/>
                <a:gdLst>
                  <a:gd name="textAreaLeft" fmla="*/ 0 w 799560"/>
                  <a:gd name="textAreaRight" fmla="*/ 799920 w 799560"/>
                  <a:gd name="textAreaTop" fmla="*/ 0 h 736200"/>
                  <a:gd name="textAreaBottom" fmla="*/ 736560 h 736200"/>
                </a:gdLst>
                <a:ahLst/>
                <a:rect l="textAreaLeft" t="textAreaTop" r="textAreaRight" b="textAreaBottom"/>
                <a:pathLst>
                  <a:path w="1410" h="1297">
                    <a:moveTo>
                      <a:pt x="1408" y="896"/>
                    </a:moveTo>
                    <a:lnTo>
                      <a:pt x="1401" y="942"/>
                    </a:lnTo>
                    <a:lnTo>
                      <a:pt x="1391" y="985"/>
                    </a:lnTo>
                    <a:lnTo>
                      <a:pt x="1376" y="1025"/>
                    </a:lnTo>
                    <a:lnTo>
                      <a:pt x="1358" y="1063"/>
                    </a:lnTo>
                    <a:lnTo>
                      <a:pt x="1338" y="1098"/>
                    </a:lnTo>
                    <a:lnTo>
                      <a:pt x="1313" y="1130"/>
                    </a:lnTo>
                    <a:lnTo>
                      <a:pt x="1287" y="1160"/>
                    </a:lnTo>
                    <a:lnTo>
                      <a:pt x="1257" y="1187"/>
                    </a:lnTo>
                    <a:lnTo>
                      <a:pt x="1225" y="1210"/>
                    </a:lnTo>
                    <a:lnTo>
                      <a:pt x="1190" y="1230"/>
                    </a:lnTo>
                    <a:lnTo>
                      <a:pt x="1154" y="1249"/>
                    </a:lnTo>
                    <a:lnTo>
                      <a:pt x="1115" y="1264"/>
                    </a:lnTo>
                    <a:lnTo>
                      <a:pt x="1075" y="1276"/>
                    </a:lnTo>
                    <a:lnTo>
                      <a:pt x="1033" y="1286"/>
                    </a:lnTo>
                    <a:lnTo>
                      <a:pt x="990" y="1293"/>
                    </a:lnTo>
                    <a:lnTo>
                      <a:pt x="946" y="1296"/>
                    </a:lnTo>
                    <a:lnTo>
                      <a:pt x="900" y="1297"/>
                    </a:lnTo>
                    <a:lnTo>
                      <a:pt x="854" y="1295"/>
                    </a:lnTo>
                    <a:lnTo>
                      <a:pt x="806" y="1290"/>
                    </a:lnTo>
                    <a:lnTo>
                      <a:pt x="759" y="1282"/>
                    </a:lnTo>
                    <a:lnTo>
                      <a:pt x="712" y="1271"/>
                    </a:lnTo>
                    <a:lnTo>
                      <a:pt x="664" y="1257"/>
                    </a:lnTo>
                    <a:lnTo>
                      <a:pt x="616" y="1241"/>
                    </a:lnTo>
                    <a:lnTo>
                      <a:pt x="568" y="1221"/>
                    </a:lnTo>
                    <a:lnTo>
                      <a:pt x="522" y="1198"/>
                    </a:lnTo>
                    <a:lnTo>
                      <a:pt x="475" y="1173"/>
                    </a:lnTo>
                    <a:lnTo>
                      <a:pt x="430" y="1144"/>
                    </a:lnTo>
                    <a:lnTo>
                      <a:pt x="385" y="1113"/>
                    </a:lnTo>
                    <a:lnTo>
                      <a:pt x="341" y="1078"/>
                    </a:lnTo>
                    <a:lnTo>
                      <a:pt x="300" y="1040"/>
                    </a:lnTo>
                    <a:lnTo>
                      <a:pt x="259" y="1000"/>
                    </a:lnTo>
                    <a:lnTo>
                      <a:pt x="220" y="956"/>
                    </a:lnTo>
                    <a:lnTo>
                      <a:pt x="181" y="907"/>
                    </a:lnTo>
                    <a:lnTo>
                      <a:pt x="145" y="857"/>
                    </a:lnTo>
                    <a:lnTo>
                      <a:pt x="114" y="809"/>
                    </a:lnTo>
                    <a:lnTo>
                      <a:pt x="87" y="760"/>
                    </a:lnTo>
                    <a:lnTo>
                      <a:pt x="64" y="713"/>
                    </a:lnTo>
                    <a:lnTo>
                      <a:pt x="44" y="667"/>
                    </a:lnTo>
                    <a:lnTo>
                      <a:pt x="28" y="622"/>
                    </a:lnTo>
                    <a:lnTo>
                      <a:pt x="16" y="577"/>
                    </a:lnTo>
                    <a:lnTo>
                      <a:pt x="7" y="534"/>
                    </a:lnTo>
                    <a:lnTo>
                      <a:pt x="2" y="492"/>
                    </a:lnTo>
                    <a:lnTo>
                      <a:pt x="0" y="452"/>
                    </a:lnTo>
                    <a:lnTo>
                      <a:pt x="1" y="411"/>
                    </a:lnTo>
                    <a:lnTo>
                      <a:pt x="5" y="373"/>
                    </a:lnTo>
                    <a:lnTo>
                      <a:pt x="13" y="336"/>
                    </a:lnTo>
                    <a:lnTo>
                      <a:pt x="22" y="301"/>
                    </a:lnTo>
                    <a:lnTo>
                      <a:pt x="35" y="267"/>
                    </a:lnTo>
                    <a:lnTo>
                      <a:pt x="50" y="235"/>
                    </a:lnTo>
                    <a:lnTo>
                      <a:pt x="67" y="205"/>
                    </a:lnTo>
                    <a:lnTo>
                      <a:pt x="87" y="176"/>
                    </a:lnTo>
                    <a:lnTo>
                      <a:pt x="110" y="150"/>
                    </a:lnTo>
                    <a:lnTo>
                      <a:pt x="134" y="124"/>
                    </a:lnTo>
                    <a:lnTo>
                      <a:pt x="159" y="101"/>
                    </a:lnTo>
                    <a:lnTo>
                      <a:pt x="188" y="82"/>
                    </a:lnTo>
                    <a:lnTo>
                      <a:pt x="218" y="62"/>
                    </a:lnTo>
                    <a:lnTo>
                      <a:pt x="249" y="46"/>
                    </a:lnTo>
                    <a:lnTo>
                      <a:pt x="282" y="32"/>
                    </a:lnTo>
                    <a:lnTo>
                      <a:pt x="317" y="21"/>
                    </a:lnTo>
                    <a:lnTo>
                      <a:pt x="353" y="11"/>
                    </a:lnTo>
                    <a:lnTo>
                      <a:pt x="391" y="5"/>
                    </a:lnTo>
                    <a:lnTo>
                      <a:pt x="429" y="1"/>
                    </a:lnTo>
                    <a:lnTo>
                      <a:pt x="468" y="0"/>
                    </a:lnTo>
                    <a:lnTo>
                      <a:pt x="508" y="1"/>
                    </a:lnTo>
                    <a:lnTo>
                      <a:pt x="551" y="6"/>
                    </a:lnTo>
                    <a:lnTo>
                      <a:pt x="595" y="13"/>
                    </a:lnTo>
                    <a:lnTo>
                      <a:pt x="637" y="22"/>
                    </a:lnTo>
                    <a:lnTo>
                      <a:pt x="681" y="33"/>
                    </a:lnTo>
                    <a:lnTo>
                      <a:pt x="722" y="47"/>
                    </a:lnTo>
                    <a:lnTo>
                      <a:pt x="765" y="62"/>
                    </a:lnTo>
                    <a:lnTo>
                      <a:pt x="806" y="81"/>
                    </a:lnTo>
                    <a:lnTo>
                      <a:pt x="848" y="100"/>
                    </a:lnTo>
                    <a:lnTo>
                      <a:pt x="888" y="122"/>
                    </a:lnTo>
                    <a:lnTo>
                      <a:pt x="929" y="145"/>
                    </a:lnTo>
                    <a:lnTo>
                      <a:pt x="968" y="170"/>
                    </a:lnTo>
                    <a:lnTo>
                      <a:pt x="1005" y="197"/>
                    </a:lnTo>
                    <a:lnTo>
                      <a:pt x="1041" y="225"/>
                    </a:lnTo>
                    <a:lnTo>
                      <a:pt x="1077" y="253"/>
                    </a:lnTo>
                    <a:lnTo>
                      <a:pt x="1112" y="285"/>
                    </a:lnTo>
                    <a:lnTo>
                      <a:pt x="1145" y="316"/>
                    </a:lnTo>
                    <a:lnTo>
                      <a:pt x="1176" y="349"/>
                    </a:lnTo>
                    <a:lnTo>
                      <a:pt x="1206" y="382"/>
                    </a:lnTo>
                    <a:lnTo>
                      <a:pt x="1235" y="417"/>
                    </a:lnTo>
                    <a:lnTo>
                      <a:pt x="1261" y="452"/>
                    </a:lnTo>
                    <a:lnTo>
                      <a:pt x="1287" y="487"/>
                    </a:lnTo>
                    <a:lnTo>
                      <a:pt x="1309" y="524"/>
                    </a:lnTo>
                    <a:lnTo>
                      <a:pt x="1329" y="561"/>
                    </a:lnTo>
                    <a:lnTo>
                      <a:pt x="1348" y="598"/>
                    </a:lnTo>
                    <a:lnTo>
                      <a:pt x="1365" y="636"/>
                    </a:lnTo>
                    <a:lnTo>
                      <a:pt x="1379" y="673"/>
                    </a:lnTo>
                    <a:lnTo>
                      <a:pt x="1391" y="711"/>
                    </a:lnTo>
                    <a:lnTo>
                      <a:pt x="1400" y="749"/>
                    </a:lnTo>
                    <a:lnTo>
                      <a:pt x="1405" y="786"/>
                    </a:lnTo>
                    <a:lnTo>
                      <a:pt x="1409" y="823"/>
                    </a:lnTo>
                    <a:lnTo>
                      <a:pt x="1410" y="859"/>
                    </a:lnTo>
                    <a:lnTo>
                      <a:pt x="1408" y="896"/>
                    </a:lnTo>
                    <a:close/>
                  </a:path>
                </a:pathLst>
              </a:custGeom>
              <a:solidFill>
                <a:srgbClr val="00db2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13" name="Freeform 135"/>
              <p:cNvSpPr/>
              <p:nvPr/>
            </p:nvSpPr>
            <p:spPr>
              <a:xfrm>
                <a:off x="2945520" y="4051080"/>
                <a:ext cx="771120" cy="711000"/>
              </a:xfrm>
              <a:custGeom>
                <a:avLst/>
                <a:gdLst>
                  <a:gd name="textAreaLeft" fmla="*/ 0 w 771120"/>
                  <a:gd name="textAreaRight" fmla="*/ 771480 w 771120"/>
                  <a:gd name="textAreaTop" fmla="*/ 0 h 711000"/>
                  <a:gd name="textAreaBottom" fmla="*/ 711360 h 711000"/>
                </a:gdLst>
                <a:ahLst/>
                <a:rect l="textAreaLeft" t="textAreaTop" r="textAreaRight" b="textAreaBottom"/>
                <a:pathLst>
                  <a:path w="1360" h="1254">
                    <a:moveTo>
                      <a:pt x="1357" y="874"/>
                    </a:moveTo>
                    <a:lnTo>
                      <a:pt x="1350" y="920"/>
                    </a:lnTo>
                    <a:lnTo>
                      <a:pt x="1339" y="964"/>
                    </a:lnTo>
                    <a:lnTo>
                      <a:pt x="1324" y="1004"/>
                    </a:lnTo>
                    <a:lnTo>
                      <a:pt x="1306" y="1041"/>
                    </a:lnTo>
                    <a:lnTo>
                      <a:pt x="1286" y="1076"/>
                    </a:lnTo>
                    <a:lnTo>
                      <a:pt x="1261" y="1107"/>
                    </a:lnTo>
                    <a:lnTo>
                      <a:pt x="1235" y="1135"/>
                    </a:lnTo>
                    <a:lnTo>
                      <a:pt x="1205" y="1159"/>
                    </a:lnTo>
                    <a:lnTo>
                      <a:pt x="1174" y="1182"/>
                    </a:lnTo>
                    <a:lnTo>
                      <a:pt x="1139" y="1200"/>
                    </a:lnTo>
                    <a:lnTo>
                      <a:pt x="1104" y="1216"/>
                    </a:lnTo>
                    <a:lnTo>
                      <a:pt x="1067" y="1229"/>
                    </a:lnTo>
                    <a:lnTo>
                      <a:pt x="1028" y="1239"/>
                    </a:lnTo>
                    <a:lnTo>
                      <a:pt x="986" y="1247"/>
                    </a:lnTo>
                    <a:lnTo>
                      <a:pt x="945" y="1252"/>
                    </a:lnTo>
                    <a:lnTo>
                      <a:pt x="902" y="1254"/>
                    </a:lnTo>
                    <a:lnTo>
                      <a:pt x="858" y="1253"/>
                    </a:lnTo>
                    <a:lnTo>
                      <a:pt x="813" y="1250"/>
                    </a:lnTo>
                    <a:lnTo>
                      <a:pt x="768" y="1244"/>
                    </a:lnTo>
                    <a:lnTo>
                      <a:pt x="722" y="1235"/>
                    </a:lnTo>
                    <a:lnTo>
                      <a:pt x="677" y="1223"/>
                    </a:lnTo>
                    <a:lnTo>
                      <a:pt x="631" y="1209"/>
                    </a:lnTo>
                    <a:lnTo>
                      <a:pt x="586" y="1193"/>
                    </a:lnTo>
                    <a:lnTo>
                      <a:pt x="541" y="1174"/>
                    </a:lnTo>
                    <a:lnTo>
                      <a:pt x="497" y="1152"/>
                    </a:lnTo>
                    <a:lnTo>
                      <a:pt x="453" y="1129"/>
                    </a:lnTo>
                    <a:lnTo>
                      <a:pt x="410" y="1102"/>
                    </a:lnTo>
                    <a:lnTo>
                      <a:pt x="370" y="1074"/>
                    </a:lnTo>
                    <a:lnTo>
                      <a:pt x="329" y="1041"/>
                    </a:lnTo>
                    <a:lnTo>
                      <a:pt x="290" y="1008"/>
                    </a:lnTo>
                    <a:lnTo>
                      <a:pt x="253" y="972"/>
                    </a:lnTo>
                    <a:lnTo>
                      <a:pt x="219" y="934"/>
                    </a:lnTo>
                    <a:lnTo>
                      <a:pt x="180" y="887"/>
                    </a:lnTo>
                    <a:lnTo>
                      <a:pt x="145" y="839"/>
                    </a:lnTo>
                    <a:lnTo>
                      <a:pt x="114" y="792"/>
                    </a:lnTo>
                    <a:lnTo>
                      <a:pt x="86" y="746"/>
                    </a:lnTo>
                    <a:lnTo>
                      <a:pt x="63" y="700"/>
                    </a:lnTo>
                    <a:lnTo>
                      <a:pt x="45" y="655"/>
                    </a:lnTo>
                    <a:lnTo>
                      <a:pt x="29" y="612"/>
                    </a:lnTo>
                    <a:lnTo>
                      <a:pt x="16" y="569"/>
                    </a:lnTo>
                    <a:lnTo>
                      <a:pt x="8" y="526"/>
                    </a:lnTo>
                    <a:lnTo>
                      <a:pt x="2" y="485"/>
                    </a:lnTo>
                    <a:lnTo>
                      <a:pt x="0" y="446"/>
                    </a:lnTo>
                    <a:lnTo>
                      <a:pt x="0" y="407"/>
                    </a:lnTo>
                    <a:lnTo>
                      <a:pt x="5" y="368"/>
                    </a:lnTo>
                    <a:lnTo>
                      <a:pt x="10" y="333"/>
                    </a:lnTo>
                    <a:lnTo>
                      <a:pt x="20" y="298"/>
                    </a:lnTo>
                    <a:lnTo>
                      <a:pt x="32" y="265"/>
                    </a:lnTo>
                    <a:lnTo>
                      <a:pt x="46" y="234"/>
                    </a:lnTo>
                    <a:lnTo>
                      <a:pt x="63" y="204"/>
                    </a:lnTo>
                    <a:lnTo>
                      <a:pt x="82" y="175"/>
                    </a:lnTo>
                    <a:lnTo>
                      <a:pt x="104" y="148"/>
                    </a:lnTo>
                    <a:lnTo>
                      <a:pt x="127" y="124"/>
                    </a:lnTo>
                    <a:lnTo>
                      <a:pt x="152" y="101"/>
                    </a:lnTo>
                    <a:lnTo>
                      <a:pt x="180" y="82"/>
                    </a:lnTo>
                    <a:lnTo>
                      <a:pt x="209" y="63"/>
                    </a:lnTo>
                    <a:lnTo>
                      <a:pt x="238" y="47"/>
                    </a:lnTo>
                    <a:lnTo>
                      <a:pt x="271" y="32"/>
                    </a:lnTo>
                    <a:lnTo>
                      <a:pt x="304" y="21"/>
                    </a:lnTo>
                    <a:lnTo>
                      <a:pt x="339" y="11"/>
                    </a:lnTo>
                    <a:lnTo>
                      <a:pt x="374" y="6"/>
                    </a:lnTo>
                    <a:lnTo>
                      <a:pt x="411" y="1"/>
                    </a:lnTo>
                    <a:lnTo>
                      <a:pt x="449" y="0"/>
                    </a:lnTo>
                    <a:lnTo>
                      <a:pt x="488" y="1"/>
                    </a:lnTo>
                    <a:lnTo>
                      <a:pt x="524" y="4"/>
                    </a:lnTo>
                    <a:lnTo>
                      <a:pt x="560" y="10"/>
                    </a:lnTo>
                    <a:lnTo>
                      <a:pt x="597" y="18"/>
                    </a:lnTo>
                    <a:lnTo>
                      <a:pt x="635" y="29"/>
                    </a:lnTo>
                    <a:lnTo>
                      <a:pt x="673" y="40"/>
                    </a:lnTo>
                    <a:lnTo>
                      <a:pt x="711" y="54"/>
                    </a:lnTo>
                    <a:lnTo>
                      <a:pt x="749" y="70"/>
                    </a:lnTo>
                    <a:lnTo>
                      <a:pt x="788" y="87"/>
                    </a:lnTo>
                    <a:lnTo>
                      <a:pt x="826" y="106"/>
                    </a:lnTo>
                    <a:lnTo>
                      <a:pt x="864" y="127"/>
                    </a:lnTo>
                    <a:lnTo>
                      <a:pt x="902" y="150"/>
                    </a:lnTo>
                    <a:lnTo>
                      <a:pt x="939" y="174"/>
                    </a:lnTo>
                    <a:lnTo>
                      <a:pt x="976" y="199"/>
                    </a:lnTo>
                    <a:lnTo>
                      <a:pt x="1011" y="226"/>
                    </a:lnTo>
                    <a:lnTo>
                      <a:pt x="1047" y="254"/>
                    </a:lnTo>
                    <a:lnTo>
                      <a:pt x="1081" y="283"/>
                    </a:lnTo>
                    <a:lnTo>
                      <a:pt x="1113" y="314"/>
                    </a:lnTo>
                    <a:lnTo>
                      <a:pt x="1144" y="345"/>
                    </a:lnTo>
                    <a:lnTo>
                      <a:pt x="1174" y="379"/>
                    </a:lnTo>
                    <a:lnTo>
                      <a:pt x="1201" y="412"/>
                    </a:lnTo>
                    <a:lnTo>
                      <a:pt x="1228" y="447"/>
                    </a:lnTo>
                    <a:lnTo>
                      <a:pt x="1252" y="483"/>
                    </a:lnTo>
                    <a:lnTo>
                      <a:pt x="1274" y="519"/>
                    </a:lnTo>
                    <a:lnTo>
                      <a:pt x="1295" y="556"/>
                    </a:lnTo>
                    <a:lnTo>
                      <a:pt x="1312" y="594"/>
                    </a:lnTo>
                    <a:lnTo>
                      <a:pt x="1327" y="633"/>
                    </a:lnTo>
                    <a:lnTo>
                      <a:pt x="1340" y="673"/>
                    </a:lnTo>
                    <a:lnTo>
                      <a:pt x="1349" y="712"/>
                    </a:lnTo>
                    <a:lnTo>
                      <a:pt x="1356" y="752"/>
                    </a:lnTo>
                    <a:lnTo>
                      <a:pt x="1359" y="792"/>
                    </a:lnTo>
                    <a:lnTo>
                      <a:pt x="1360" y="833"/>
                    </a:lnTo>
                    <a:lnTo>
                      <a:pt x="1357" y="874"/>
                    </a:lnTo>
                    <a:close/>
                  </a:path>
                </a:pathLst>
              </a:custGeom>
              <a:solidFill>
                <a:srgbClr val="00e21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14" name="Freeform 136"/>
              <p:cNvSpPr/>
              <p:nvPr/>
            </p:nvSpPr>
            <p:spPr>
              <a:xfrm>
                <a:off x="4107240" y="2778120"/>
                <a:ext cx="774720" cy="748440"/>
              </a:xfrm>
              <a:custGeom>
                <a:avLst/>
                <a:gdLst>
                  <a:gd name="textAreaLeft" fmla="*/ 0 w 774720"/>
                  <a:gd name="textAreaRight" fmla="*/ 775080 w 774720"/>
                  <a:gd name="textAreaTop" fmla="*/ 0 h 748440"/>
                  <a:gd name="textAreaBottom" fmla="*/ 748800 h 748440"/>
                </a:gdLst>
                <a:ahLst/>
                <a:rect l="textAreaLeft" t="textAreaTop" r="textAreaRight" b="textAreaBottom"/>
                <a:pathLst>
                  <a:path w="1365" h="1319">
                    <a:moveTo>
                      <a:pt x="1360" y="654"/>
                    </a:moveTo>
                    <a:lnTo>
                      <a:pt x="1364" y="708"/>
                    </a:lnTo>
                    <a:lnTo>
                      <a:pt x="1365" y="761"/>
                    </a:lnTo>
                    <a:lnTo>
                      <a:pt x="1362" y="812"/>
                    </a:lnTo>
                    <a:lnTo>
                      <a:pt x="1355" y="860"/>
                    </a:lnTo>
                    <a:lnTo>
                      <a:pt x="1345" y="908"/>
                    </a:lnTo>
                    <a:lnTo>
                      <a:pt x="1331" y="953"/>
                    </a:lnTo>
                    <a:lnTo>
                      <a:pt x="1313" y="994"/>
                    </a:lnTo>
                    <a:lnTo>
                      <a:pt x="1294" y="1034"/>
                    </a:lnTo>
                    <a:lnTo>
                      <a:pt x="1271" y="1072"/>
                    </a:lnTo>
                    <a:lnTo>
                      <a:pt x="1244" y="1108"/>
                    </a:lnTo>
                    <a:lnTo>
                      <a:pt x="1216" y="1140"/>
                    </a:lnTo>
                    <a:lnTo>
                      <a:pt x="1184" y="1171"/>
                    </a:lnTo>
                    <a:lnTo>
                      <a:pt x="1151" y="1199"/>
                    </a:lnTo>
                    <a:lnTo>
                      <a:pt x="1115" y="1223"/>
                    </a:lnTo>
                    <a:lnTo>
                      <a:pt x="1078" y="1246"/>
                    </a:lnTo>
                    <a:lnTo>
                      <a:pt x="1038" y="1266"/>
                    </a:lnTo>
                    <a:lnTo>
                      <a:pt x="998" y="1282"/>
                    </a:lnTo>
                    <a:lnTo>
                      <a:pt x="955" y="1296"/>
                    </a:lnTo>
                    <a:lnTo>
                      <a:pt x="910" y="1306"/>
                    </a:lnTo>
                    <a:lnTo>
                      <a:pt x="865" y="1314"/>
                    </a:lnTo>
                    <a:lnTo>
                      <a:pt x="819" y="1318"/>
                    </a:lnTo>
                    <a:lnTo>
                      <a:pt x="771" y="1319"/>
                    </a:lnTo>
                    <a:lnTo>
                      <a:pt x="724" y="1317"/>
                    </a:lnTo>
                    <a:lnTo>
                      <a:pt x="674" y="1311"/>
                    </a:lnTo>
                    <a:lnTo>
                      <a:pt x="626" y="1302"/>
                    </a:lnTo>
                    <a:lnTo>
                      <a:pt x="576" y="1289"/>
                    </a:lnTo>
                    <a:lnTo>
                      <a:pt x="527" y="1273"/>
                    </a:lnTo>
                    <a:lnTo>
                      <a:pt x="476" y="1253"/>
                    </a:lnTo>
                    <a:lnTo>
                      <a:pt x="428" y="1230"/>
                    </a:lnTo>
                    <a:lnTo>
                      <a:pt x="378" y="1203"/>
                    </a:lnTo>
                    <a:lnTo>
                      <a:pt x="330" y="1171"/>
                    </a:lnTo>
                    <a:lnTo>
                      <a:pt x="281" y="1136"/>
                    </a:lnTo>
                    <a:lnTo>
                      <a:pt x="241" y="1101"/>
                    </a:lnTo>
                    <a:lnTo>
                      <a:pt x="203" y="1065"/>
                    </a:lnTo>
                    <a:lnTo>
                      <a:pt x="168" y="1027"/>
                    </a:lnTo>
                    <a:lnTo>
                      <a:pt x="137" y="987"/>
                    </a:lnTo>
                    <a:lnTo>
                      <a:pt x="110" y="947"/>
                    </a:lnTo>
                    <a:lnTo>
                      <a:pt x="84" y="904"/>
                    </a:lnTo>
                    <a:lnTo>
                      <a:pt x="64" y="860"/>
                    </a:lnTo>
                    <a:lnTo>
                      <a:pt x="45" y="815"/>
                    </a:lnTo>
                    <a:lnTo>
                      <a:pt x="29" y="771"/>
                    </a:lnTo>
                    <a:lnTo>
                      <a:pt x="18" y="726"/>
                    </a:lnTo>
                    <a:lnTo>
                      <a:pt x="8" y="680"/>
                    </a:lnTo>
                    <a:lnTo>
                      <a:pt x="3" y="633"/>
                    </a:lnTo>
                    <a:lnTo>
                      <a:pt x="0" y="587"/>
                    </a:lnTo>
                    <a:lnTo>
                      <a:pt x="1" y="542"/>
                    </a:lnTo>
                    <a:lnTo>
                      <a:pt x="5" y="496"/>
                    </a:lnTo>
                    <a:lnTo>
                      <a:pt x="13" y="453"/>
                    </a:lnTo>
                    <a:lnTo>
                      <a:pt x="23" y="409"/>
                    </a:lnTo>
                    <a:lnTo>
                      <a:pt x="36" y="367"/>
                    </a:lnTo>
                    <a:lnTo>
                      <a:pt x="53" y="326"/>
                    </a:lnTo>
                    <a:lnTo>
                      <a:pt x="73" y="287"/>
                    </a:lnTo>
                    <a:lnTo>
                      <a:pt x="96" y="249"/>
                    </a:lnTo>
                    <a:lnTo>
                      <a:pt x="122" y="213"/>
                    </a:lnTo>
                    <a:lnTo>
                      <a:pt x="152" y="178"/>
                    </a:lnTo>
                    <a:lnTo>
                      <a:pt x="186" y="147"/>
                    </a:lnTo>
                    <a:lnTo>
                      <a:pt x="221" y="119"/>
                    </a:lnTo>
                    <a:lnTo>
                      <a:pt x="261" y="92"/>
                    </a:lnTo>
                    <a:lnTo>
                      <a:pt x="303" y="68"/>
                    </a:lnTo>
                    <a:lnTo>
                      <a:pt x="348" y="48"/>
                    </a:lnTo>
                    <a:lnTo>
                      <a:pt x="398" y="31"/>
                    </a:lnTo>
                    <a:lnTo>
                      <a:pt x="450" y="17"/>
                    </a:lnTo>
                    <a:lnTo>
                      <a:pt x="505" y="7"/>
                    </a:lnTo>
                    <a:lnTo>
                      <a:pt x="564" y="1"/>
                    </a:lnTo>
                    <a:lnTo>
                      <a:pt x="622" y="0"/>
                    </a:lnTo>
                    <a:lnTo>
                      <a:pt x="683" y="4"/>
                    </a:lnTo>
                    <a:lnTo>
                      <a:pt x="747" y="14"/>
                    </a:lnTo>
                    <a:lnTo>
                      <a:pt x="810" y="30"/>
                    </a:lnTo>
                    <a:lnTo>
                      <a:pt x="875" y="51"/>
                    </a:lnTo>
                    <a:lnTo>
                      <a:pt x="938" y="77"/>
                    </a:lnTo>
                    <a:lnTo>
                      <a:pt x="1000" y="109"/>
                    </a:lnTo>
                    <a:lnTo>
                      <a:pt x="1060" y="147"/>
                    </a:lnTo>
                    <a:lnTo>
                      <a:pt x="1089" y="168"/>
                    </a:lnTo>
                    <a:lnTo>
                      <a:pt x="1116" y="191"/>
                    </a:lnTo>
                    <a:lnTo>
                      <a:pt x="1143" y="215"/>
                    </a:lnTo>
                    <a:lnTo>
                      <a:pt x="1169" y="241"/>
                    </a:lnTo>
                    <a:lnTo>
                      <a:pt x="1194" y="267"/>
                    </a:lnTo>
                    <a:lnTo>
                      <a:pt x="1217" y="295"/>
                    </a:lnTo>
                    <a:lnTo>
                      <a:pt x="1239" y="325"/>
                    </a:lnTo>
                    <a:lnTo>
                      <a:pt x="1259" y="356"/>
                    </a:lnTo>
                    <a:lnTo>
                      <a:pt x="1279" y="388"/>
                    </a:lnTo>
                    <a:lnTo>
                      <a:pt x="1296" y="422"/>
                    </a:lnTo>
                    <a:lnTo>
                      <a:pt x="1311" y="457"/>
                    </a:lnTo>
                    <a:lnTo>
                      <a:pt x="1325" y="493"/>
                    </a:lnTo>
                    <a:lnTo>
                      <a:pt x="1336" y="531"/>
                    </a:lnTo>
                    <a:lnTo>
                      <a:pt x="1347" y="571"/>
                    </a:lnTo>
                    <a:lnTo>
                      <a:pt x="1354" y="612"/>
                    </a:lnTo>
                    <a:lnTo>
                      <a:pt x="1360" y="654"/>
                    </a:lnTo>
                    <a:close/>
                  </a:path>
                </a:pathLst>
              </a:custGeom>
              <a:solidFill>
                <a:srgbClr val="34ff3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15" name="Freeform 137"/>
              <p:cNvSpPr/>
              <p:nvPr/>
            </p:nvSpPr>
            <p:spPr>
              <a:xfrm>
                <a:off x="2955600" y="4063680"/>
                <a:ext cx="746280" cy="685080"/>
              </a:xfrm>
              <a:custGeom>
                <a:avLst/>
                <a:gdLst>
                  <a:gd name="textAreaLeft" fmla="*/ 0 w 746280"/>
                  <a:gd name="textAreaRight" fmla="*/ 746640 w 746280"/>
                  <a:gd name="textAreaTop" fmla="*/ 0 h 685080"/>
                  <a:gd name="textAreaBottom" fmla="*/ 685440 h 685080"/>
                </a:gdLst>
                <a:ahLst/>
                <a:rect l="textAreaLeft" t="textAreaTop" r="textAreaRight" b="textAreaBottom"/>
                <a:pathLst>
                  <a:path w="1317" h="1207">
                    <a:moveTo>
                      <a:pt x="1317" y="792"/>
                    </a:moveTo>
                    <a:lnTo>
                      <a:pt x="1314" y="841"/>
                    </a:lnTo>
                    <a:lnTo>
                      <a:pt x="1307" y="886"/>
                    </a:lnTo>
                    <a:lnTo>
                      <a:pt x="1296" y="928"/>
                    </a:lnTo>
                    <a:lnTo>
                      <a:pt x="1281" y="967"/>
                    </a:lnTo>
                    <a:lnTo>
                      <a:pt x="1264" y="1003"/>
                    </a:lnTo>
                    <a:lnTo>
                      <a:pt x="1243" y="1035"/>
                    </a:lnTo>
                    <a:lnTo>
                      <a:pt x="1220" y="1067"/>
                    </a:lnTo>
                    <a:lnTo>
                      <a:pt x="1194" y="1093"/>
                    </a:lnTo>
                    <a:lnTo>
                      <a:pt x="1165" y="1117"/>
                    </a:lnTo>
                    <a:lnTo>
                      <a:pt x="1133" y="1139"/>
                    </a:lnTo>
                    <a:lnTo>
                      <a:pt x="1099" y="1156"/>
                    </a:lnTo>
                    <a:lnTo>
                      <a:pt x="1065" y="1172"/>
                    </a:lnTo>
                    <a:lnTo>
                      <a:pt x="1027" y="1185"/>
                    </a:lnTo>
                    <a:lnTo>
                      <a:pt x="988" y="1194"/>
                    </a:lnTo>
                    <a:lnTo>
                      <a:pt x="947" y="1201"/>
                    </a:lnTo>
                    <a:lnTo>
                      <a:pt x="906" y="1206"/>
                    </a:lnTo>
                    <a:lnTo>
                      <a:pt x="863" y="1207"/>
                    </a:lnTo>
                    <a:lnTo>
                      <a:pt x="819" y="1206"/>
                    </a:lnTo>
                    <a:lnTo>
                      <a:pt x="776" y="1202"/>
                    </a:lnTo>
                    <a:lnTo>
                      <a:pt x="731" y="1196"/>
                    </a:lnTo>
                    <a:lnTo>
                      <a:pt x="686" y="1186"/>
                    </a:lnTo>
                    <a:lnTo>
                      <a:pt x="641" y="1174"/>
                    </a:lnTo>
                    <a:lnTo>
                      <a:pt x="595" y="1160"/>
                    </a:lnTo>
                    <a:lnTo>
                      <a:pt x="550" y="1143"/>
                    </a:lnTo>
                    <a:lnTo>
                      <a:pt x="506" y="1122"/>
                    </a:lnTo>
                    <a:lnTo>
                      <a:pt x="462" y="1100"/>
                    </a:lnTo>
                    <a:lnTo>
                      <a:pt x="419" y="1075"/>
                    </a:lnTo>
                    <a:lnTo>
                      <a:pt x="377" y="1047"/>
                    </a:lnTo>
                    <a:lnTo>
                      <a:pt x="337" y="1017"/>
                    </a:lnTo>
                    <a:lnTo>
                      <a:pt x="297" y="985"/>
                    </a:lnTo>
                    <a:lnTo>
                      <a:pt x="258" y="950"/>
                    </a:lnTo>
                    <a:lnTo>
                      <a:pt x="223" y="912"/>
                    </a:lnTo>
                    <a:lnTo>
                      <a:pt x="186" y="870"/>
                    </a:lnTo>
                    <a:lnTo>
                      <a:pt x="153" y="826"/>
                    </a:lnTo>
                    <a:lnTo>
                      <a:pt x="123" y="783"/>
                    </a:lnTo>
                    <a:lnTo>
                      <a:pt x="96" y="740"/>
                    </a:lnTo>
                    <a:lnTo>
                      <a:pt x="73" y="698"/>
                    </a:lnTo>
                    <a:lnTo>
                      <a:pt x="53" y="655"/>
                    </a:lnTo>
                    <a:lnTo>
                      <a:pt x="36" y="614"/>
                    </a:lnTo>
                    <a:lnTo>
                      <a:pt x="24" y="572"/>
                    </a:lnTo>
                    <a:lnTo>
                      <a:pt x="13" y="532"/>
                    </a:lnTo>
                    <a:lnTo>
                      <a:pt x="6" y="493"/>
                    </a:lnTo>
                    <a:lnTo>
                      <a:pt x="2" y="454"/>
                    </a:lnTo>
                    <a:lnTo>
                      <a:pt x="0" y="416"/>
                    </a:lnTo>
                    <a:lnTo>
                      <a:pt x="2" y="379"/>
                    </a:lnTo>
                    <a:lnTo>
                      <a:pt x="6" y="342"/>
                    </a:lnTo>
                    <a:lnTo>
                      <a:pt x="13" y="307"/>
                    </a:lnTo>
                    <a:lnTo>
                      <a:pt x="22" y="274"/>
                    </a:lnTo>
                    <a:lnTo>
                      <a:pt x="35" y="243"/>
                    </a:lnTo>
                    <a:lnTo>
                      <a:pt x="49" y="212"/>
                    </a:lnTo>
                    <a:lnTo>
                      <a:pt x="66" y="183"/>
                    </a:lnTo>
                    <a:lnTo>
                      <a:pt x="86" y="156"/>
                    </a:lnTo>
                    <a:lnTo>
                      <a:pt x="106" y="131"/>
                    </a:lnTo>
                    <a:lnTo>
                      <a:pt x="131" y="107"/>
                    </a:lnTo>
                    <a:lnTo>
                      <a:pt x="156" y="86"/>
                    </a:lnTo>
                    <a:lnTo>
                      <a:pt x="185" y="67"/>
                    </a:lnTo>
                    <a:lnTo>
                      <a:pt x="215" y="49"/>
                    </a:lnTo>
                    <a:lnTo>
                      <a:pt x="246" y="35"/>
                    </a:lnTo>
                    <a:lnTo>
                      <a:pt x="279" y="23"/>
                    </a:lnTo>
                    <a:lnTo>
                      <a:pt x="315" y="14"/>
                    </a:lnTo>
                    <a:lnTo>
                      <a:pt x="352" y="5"/>
                    </a:lnTo>
                    <a:lnTo>
                      <a:pt x="391" y="1"/>
                    </a:lnTo>
                    <a:lnTo>
                      <a:pt x="431" y="0"/>
                    </a:lnTo>
                    <a:lnTo>
                      <a:pt x="473" y="1"/>
                    </a:lnTo>
                    <a:lnTo>
                      <a:pt x="485" y="2"/>
                    </a:lnTo>
                    <a:lnTo>
                      <a:pt x="500" y="4"/>
                    </a:lnTo>
                    <a:lnTo>
                      <a:pt x="518" y="8"/>
                    </a:lnTo>
                    <a:lnTo>
                      <a:pt x="537" y="11"/>
                    </a:lnTo>
                    <a:lnTo>
                      <a:pt x="559" y="17"/>
                    </a:lnTo>
                    <a:lnTo>
                      <a:pt x="583" y="23"/>
                    </a:lnTo>
                    <a:lnTo>
                      <a:pt x="609" y="30"/>
                    </a:lnTo>
                    <a:lnTo>
                      <a:pt x="636" y="39"/>
                    </a:lnTo>
                    <a:lnTo>
                      <a:pt x="665" y="49"/>
                    </a:lnTo>
                    <a:lnTo>
                      <a:pt x="696" y="60"/>
                    </a:lnTo>
                    <a:lnTo>
                      <a:pt x="727" y="72"/>
                    </a:lnTo>
                    <a:lnTo>
                      <a:pt x="760" y="86"/>
                    </a:lnTo>
                    <a:lnTo>
                      <a:pt x="792" y="102"/>
                    </a:lnTo>
                    <a:lnTo>
                      <a:pt x="825" y="118"/>
                    </a:lnTo>
                    <a:lnTo>
                      <a:pt x="893" y="158"/>
                    </a:lnTo>
                    <a:lnTo>
                      <a:pt x="928" y="178"/>
                    </a:lnTo>
                    <a:lnTo>
                      <a:pt x="995" y="227"/>
                    </a:lnTo>
                    <a:lnTo>
                      <a:pt x="1027" y="254"/>
                    </a:lnTo>
                    <a:lnTo>
                      <a:pt x="1059" y="283"/>
                    </a:lnTo>
                    <a:lnTo>
                      <a:pt x="1090" y="313"/>
                    </a:lnTo>
                    <a:lnTo>
                      <a:pt x="1120" y="345"/>
                    </a:lnTo>
                    <a:lnTo>
                      <a:pt x="1149" y="380"/>
                    </a:lnTo>
                    <a:lnTo>
                      <a:pt x="1177" y="417"/>
                    </a:lnTo>
                    <a:lnTo>
                      <a:pt x="1202" y="455"/>
                    </a:lnTo>
                    <a:lnTo>
                      <a:pt x="1226" y="496"/>
                    </a:lnTo>
                    <a:lnTo>
                      <a:pt x="1248" y="539"/>
                    </a:lnTo>
                    <a:lnTo>
                      <a:pt x="1268" y="584"/>
                    </a:lnTo>
                    <a:lnTo>
                      <a:pt x="1285" y="631"/>
                    </a:lnTo>
                    <a:lnTo>
                      <a:pt x="1300" y="681"/>
                    </a:lnTo>
                    <a:lnTo>
                      <a:pt x="1311" y="732"/>
                    </a:lnTo>
                    <a:lnTo>
                      <a:pt x="1317" y="792"/>
                    </a:lnTo>
                    <a:close/>
                  </a:path>
                </a:pathLst>
              </a:custGeom>
              <a:solidFill>
                <a:srgbClr val="00e91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16" name="Freeform 138"/>
              <p:cNvSpPr/>
              <p:nvPr/>
            </p:nvSpPr>
            <p:spPr>
              <a:xfrm>
                <a:off x="4119840" y="2799360"/>
                <a:ext cx="744120" cy="709920"/>
              </a:xfrm>
              <a:custGeom>
                <a:avLst/>
                <a:gdLst>
                  <a:gd name="textAreaLeft" fmla="*/ 0 w 744120"/>
                  <a:gd name="textAreaRight" fmla="*/ 744480 w 744120"/>
                  <a:gd name="textAreaTop" fmla="*/ 0 h 709920"/>
                  <a:gd name="textAreaBottom" fmla="*/ 710280 h 709920"/>
                </a:gdLst>
                <a:ahLst/>
                <a:rect l="textAreaLeft" t="textAreaTop" r="textAreaRight" b="textAreaBottom"/>
                <a:pathLst>
                  <a:path w="1312" h="1252">
                    <a:moveTo>
                      <a:pt x="1312" y="684"/>
                    </a:moveTo>
                    <a:lnTo>
                      <a:pt x="1312" y="729"/>
                    </a:lnTo>
                    <a:lnTo>
                      <a:pt x="1309" y="773"/>
                    </a:lnTo>
                    <a:lnTo>
                      <a:pt x="1303" y="814"/>
                    </a:lnTo>
                    <a:lnTo>
                      <a:pt x="1292" y="856"/>
                    </a:lnTo>
                    <a:lnTo>
                      <a:pt x="1280" y="895"/>
                    </a:lnTo>
                    <a:lnTo>
                      <a:pt x="1264" y="933"/>
                    </a:lnTo>
                    <a:lnTo>
                      <a:pt x="1245" y="969"/>
                    </a:lnTo>
                    <a:lnTo>
                      <a:pt x="1224" y="1003"/>
                    </a:lnTo>
                    <a:lnTo>
                      <a:pt x="1200" y="1037"/>
                    </a:lnTo>
                    <a:lnTo>
                      <a:pt x="1174" y="1066"/>
                    </a:lnTo>
                    <a:lnTo>
                      <a:pt x="1146" y="1095"/>
                    </a:lnTo>
                    <a:lnTo>
                      <a:pt x="1115" y="1122"/>
                    </a:lnTo>
                    <a:lnTo>
                      <a:pt x="1083" y="1147"/>
                    </a:lnTo>
                    <a:lnTo>
                      <a:pt x="1048" y="1169"/>
                    </a:lnTo>
                    <a:lnTo>
                      <a:pt x="1011" y="1189"/>
                    </a:lnTo>
                    <a:lnTo>
                      <a:pt x="975" y="1206"/>
                    </a:lnTo>
                    <a:lnTo>
                      <a:pt x="934" y="1221"/>
                    </a:lnTo>
                    <a:lnTo>
                      <a:pt x="894" y="1232"/>
                    </a:lnTo>
                    <a:lnTo>
                      <a:pt x="852" y="1242"/>
                    </a:lnTo>
                    <a:lnTo>
                      <a:pt x="809" y="1249"/>
                    </a:lnTo>
                    <a:lnTo>
                      <a:pt x="765" y="1252"/>
                    </a:lnTo>
                    <a:lnTo>
                      <a:pt x="721" y="1252"/>
                    </a:lnTo>
                    <a:lnTo>
                      <a:pt x="675" y="1250"/>
                    </a:lnTo>
                    <a:lnTo>
                      <a:pt x="629" y="1244"/>
                    </a:lnTo>
                    <a:lnTo>
                      <a:pt x="583" y="1235"/>
                    </a:lnTo>
                    <a:lnTo>
                      <a:pt x="537" y="1222"/>
                    </a:lnTo>
                    <a:lnTo>
                      <a:pt x="490" y="1206"/>
                    </a:lnTo>
                    <a:lnTo>
                      <a:pt x="443" y="1186"/>
                    </a:lnTo>
                    <a:lnTo>
                      <a:pt x="396" y="1163"/>
                    </a:lnTo>
                    <a:lnTo>
                      <a:pt x="350" y="1136"/>
                    </a:lnTo>
                    <a:lnTo>
                      <a:pt x="304" y="1105"/>
                    </a:lnTo>
                    <a:lnTo>
                      <a:pt x="259" y="1070"/>
                    </a:lnTo>
                    <a:lnTo>
                      <a:pt x="218" y="1034"/>
                    </a:lnTo>
                    <a:lnTo>
                      <a:pt x="181" y="996"/>
                    </a:lnTo>
                    <a:lnTo>
                      <a:pt x="147" y="957"/>
                    </a:lnTo>
                    <a:lnTo>
                      <a:pt x="118" y="917"/>
                    </a:lnTo>
                    <a:lnTo>
                      <a:pt x="91" y="876"/>
                    </a:lnTo>
                    <a:lnTo>
                      <a:pt x="68" y="834"/>
                    </a:lnTo>
                    <a:lnTo>
                      <a:pt x="48" y="791"/>
                    </a:lnTo>
                    <a:lnTo>
                      <a:pt x="32" y="747"/>
                    </a:lnTo>
                    <a:lnTo>
                      <a:pt x="20" y="704"/>
                    </a:lnTo>
                    <a:lnTo>
                      <a:pt x="9" y="660"/>
                    </a:lnTo>
                    <a:lnTo>
                      <a:pt x="3" y="616"/>
                    </a:lnTo>
                    <a:lnTo>
                      <a:pt x="0" y="572"/>
                    </a:lnTo>
                    <a:lnTo>
                      <a:pt x="1" y="530"/>
                    </a:lnTo>
                    <a:lnTo>
                      <a:pt x="5" y="487"/>
                    </a:lnTo>
                    <a:lnTo>
                      <a:pt x="10" y="444"/>
                    </a:lnTo>
                    <a:lnTo>
                      <a:pt x="21" y="403"/>
                    </a:lnTo>
                    <a:lnTo>
                      <a:pt x="32" y="363"/>
                    </a:lnTo>
                    <a:lnTo>
                      <a:pt x="48" y="323"/>
                    </a:lnTo>
                    <a:lnTo>
                      <a:pt x="67" y="287"/>
                    </a:lnTo>
                    <a:lnTo>
                      <a:pt x="88" y="250"/>
                    </a:lnTo>
                    <a:lnTo>
                      <a:pt x="112" y="215"/>
                    </a:lnTo>
                    <a:lnTo>
                      <a:pt x="138" y="183"/>
                    </a:lnTo>
                    <a:lnTo>
                      <a:pt x="168" y="153"/>
                    </a:lnTo>
                    <a:lnTo>
                      <a:pt x="200" y="124"/>
                    </a:lnTo>
                    <a:lnTo>
                      <a:pt x="235" y="99"/>
                    </a:lnTo>
                    <a:lnTo>
                      <a:pt x="272" y="76"/>
                    </a:lnTo>
                    <a:lnTo>
                      <a:pt x="312" y="55"/>
                    </a:lnTo>
                    <a:lnTo>
                      <a:pt x="355" y="38"/>
                    </a:lnTo>
                    <a:lnTo>
                      <a:pt x="400" y="23"/>
                    </a:lnTo>
                    <a:lnTo>
                      <a:pt x="447" y="11"/>
                    </a:lnTo>
                    <a:lnTo>
                      <a:pt x="496" y="4"/>
                    </a:lnTo>
                    <a:lnTo>
                      <a:pt x="548" y="0"/>
                    </a:lnTo>
                    <a:lnTo>
                      <a:pt x="577" y="0"/>
                    </a:lnTo>
                    <a:lnTo>
                      <a:pt x="606" y="1"/>
                    </a:lnTo>
                    <a:lnTo>
                      <a:pt x="666" y="7"/>
                    </a:lnTo>
                    <a:lnTo>
                      <a:pt x="728" y="19"/>
                    </a:lnTo>
                    <a:lnTo>
                      <a:pt x="790" y="37"/>
                    </a:lnTo>
                    <a:lnTo>
                      <a:pt x="854" y="61"/>
                    </a:lnTo>
                    <a:lnTo>
                      <a:pt x="916" y="90"/>
                    </a:lnTo>
                    <a:lnTo>
                      <a:pt x="976" y="125"/>
                    </a:lnTo>
                    <a:lnTo>
                      <a:pt x="1034" y="166"/>
                    </a:lnTo>
                    <a:lnTo>
                      <a:pt x="1062" y="188"/>
                    </a:lnTo>
                    <a:lnTo>
                      <a:pt x="1089" y="211"/>
                    </a:lnTo>
                    <a:lnTo>
                      <a:pt x="1115" y="236"/>
                    </a:lnTo>
                    <a:lnTo>
                      <a:pt x="1139" y="262"/>
                    </a:lnTo>
                    <a:lnTo>
                      <a:pt x="1163" y="290"/>
                    </a:lnTo>
                    <a:lnTo>
                      <a:pt x="1185" y="319"/>
                    </a:lnTo>
                    <a:lnTo>
                      <a:pt x="1206" y="350"/>
                    </a:lnTo>
                    <a:lnTo>
                      <a:pt x="1226" y="381"/>
                    </a:lnTo>
                    <a:lnTo>
                      <a:pt x="1243" y="414"/>
                    </a:lnTo>
                    <a:lnTo>
                      <a:pt x="1259" y="449"/>
                    </a:lnTo>
                    <a:lnTo>
                      <a:pt x="1273" y="485"/>
                    </a:lnTo>
                    <a:lnTo>
                      <a:pt x="1286" y="523"/>
                    </a:lnTo>
                    <a:lnTo>
                      <a:pt x="1295" y="561"/>
                    </a:lnTo>
                    <a:lnTo>
                      <a:pt x="1303" y="600"/>
                    </a:lnTo>
                    <a:lnTo>
                      <a:pt x="1309" y="641"/>
                    </a:lnTo>
                    <a:lnTo>
                      <a:pt x="1312" y="684"/>
                    </a:lnTo>
                    <a:close/>
                  </a:path>
                </a:pathLst>
              </a:custGeom>
              <a:solidFill>
                <a:srgbClr val="3dff3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17" name="Freeform 139"/>
              <p:cNvSpPr/>
              <p:nvPr/>
            </p:nvSpPr>
            <p:spPr>
              <a:xfrm>
                <a:off x="2966760" y="4075200"/>
                <a:ext cx="723600" cy="663480"/>
              </a:xfrm>
              <a:custGeom>
                <a:avLst/>
                <a:gdLst>
                  <a:gd name="textAreaLeft" fmla="*/ 0 w 723600"/>
                  <a:gd name="textAreaRight" fmla="*/ 723960 w 723600"/>
                  <a:gd name="textAreaTop" fmla="*/ 0 h 663480"/>
                  <a:gd name="textAreaBottom" fmla="*/ 663840 h 663480"/>
                </a:gdLst>
                <a:ahLst/>
                <a:rect l="textAreaLeft" t="textAreaTop" r="textAreaRight" b="textAreaBottom"/>
                <a:pathLst>
                  <a:path w="1276" h="1170">
                    <a:moveTo>
                      <a:pt x="1276" y="772"/>
                    </a:moveTo>
                    <a:lnTo>
                      <a:pt x="1275" y="815"/>
                    </a:lnTo>
                    <a:lnTo>
                      <a:pt x="1271" y="855"/>
                    </a:lnTo>
                    <a:lnTo>
                      <a:pt x="1263" y="893"/>
                    </a:lnTo>
                    <a:lnTo>
                      <a:pt x="1251" y="929"/>
                    </a:lnTo>
                    <a:lnTo>
                      <a:pt x="1236" y="962"/>
                    </a:lnTo>
                    <a:lnTo>
                      <a:pt x="1218" y="992"/>
                    </a:lnTo>
                    <a:lnTo>
                      <a:pt x="1197" y="1021"/>
                    </a:lnTo>
                    <a:lnTo>
                      <a:pt x="1173" y="1048"/>
                    </a:lnTo>
                    <a:lnTo>
                      <a:pt x="1147" y="1071"/>
                    </a:lnTo>
                    <a:lnTo>
                      <a:pt x="1119" y="1091"/>
                    </a:lnTo>
                    <a:lnTo>
                      <a:pt x="1087" y="1110"/>
                    </a:lnTo>
                    <a:lnTo>
                      <a:pt x="1054" y="1126"/>
                    </a:lnTo>
                    <a:lnTo>
                      <a:pt x="1019" y="1140"/>
                    </a:lnTo>
                    <a:lnTo>
                      <a:pt x="983" y="1151"/>
                    </a:lnTo>
                    <a:lnTo>
                      <a:pt x="945" y="1159"/>
                    </a:lnTo>
                    <a:lnTo>
                      <a:pt x="905" y="1165"/>
                    </a:lnTo>
                    <a:lnTo>
                      <a:pt x="865" y="1169"/>
                    </a:lnTo>
                    <a:lnTo>
                      <a:pt x="824" y="1170"/>
                    </a:lnTo>
                    <a:lnTo>
                      <a:pt x="781" y="1167"/>
                    </a:lnTo>
                    <a:lnTo>
                      <a:pt x="737" y="1163"/>
                    </a:lnTo>
                    <a:lnTo>
                      <a:pt x="693" y="1155"/>
                    </a:lnTo>
                    <a:lnTo>
                      <a:pt x="650" y="1146"/>
                    </a:lnTo>
                    <a:lnTo>
                      <a:pt x="605" y="1133"/>
                    </a:lnTo>
                    <a:lnTo>
                      <a:pt x="561" y="1117"/>
                    </a:lnTo>
                    <a:lnTo>
                      <a:pt x="516" y="1098"/>
                    </a:lnTo>
                    <a:lnTo>
                      <a:pt x="472" y="1078"/>
                    </a:lnTo>
                    <a:lnTo>
                      <a:pt x="429" y="1053"/>
                    </a:lnTo>
                    <a:lnTo>
                      <a:pt x="386" y="1027"/>
                    </a:lnTo>
                    <a:lnTo>
                      <a:pt x="344" y="998"/>
                    </a:lnTo>
                    <a:lnTo>
                      <a:pt x="303" y="966"/>
                    </a:lnTo>
                    <a:lnTo>
                      <a:pt x="263" y="930"/>
                    </a:lnTo>
                    <a:lnTo>
                      <a:pt x="225" y="892"/>
                    </a:lnTo>
                    <a:lnTo>
                      <a:pt x="190" y="854"/>
                    </a:lnTo>
                    <a:lnTo>
                      <a:pt x="158" y="815"/>
                    </a:lnTo>
                    <a:lnTo>
                      <a:pt x="130" y="776"/>
                    </a:lnTo>
                    <a:lnTo>
                      <a:pt x="104" y="737"/>
                    </a:lnTo>
                    <a:lnTo>
                      <a:pt x="81" y="697"/>
                    </a:lnTo>
                    <a:lnTo>
                      <a:pt x="61" y="658"/>
                    </a:lnTo>
                    <a:lnTo>
                      <a:pt x="44" y="618"/>
                    </a:lnTo>
                    <a:lnTo>
                      <a:pt x="30" y="579"/>
                    </a:lnTo>
                    <a:lnTo>
                      <a:pt x="18" y="540"/>
                    </a:lnTo>
                    <a:lnTo>
                      <a:pt x="10" y="502"/>
                    </a:lnTo>
                    <a:lnTo>
                      <a:pt x="4" y="464"/>
                    </a:lnTo>
                    <a:lnTo>
                      <a:pt x="1" y="426"/>
                    </a:lnTo>
                    <a:lnTo>
                      <a:pt x="0" y="389"/>
                    </a:lnTo>
                    <a:lnTo>
                      <a:pt x="2" y="353"/>
                    </a:lnTo>
                    <a:lnTo>
                      <a:pt x="7" y="318"/>
                    </a:lnTo>
                    <a:lnTo>
                      <a:pt x="14" y="285"/>
                    </a:lnTo>
                    <a:lnTo>
                      <a:pt x="24" y="253"/>
                    </a:lnTo>
                    <a:lnTo>
                      <a:pt x="36" y="222"/>
                    </a:lnTo>
                    <a:lnTo>
                      <a:pt x="51" y="193"/>
                    </a:lnTo>
                    <a:lnTo>
                      <a:pt x="68" y="165"/>
                    </a:lnTo>
                    <a:lnTo>
                      <a:pt x="88" y="139"/>
                    </a:lnTo>
                    <a:lnTo>
                      <a:pt x="109" y="115"/>
                    </a:lnTo>
                    <a:lnTo>
                      <a:pt x="135" y="93"/>
                    </a:lnTo>
                    <a:lnTo>
                      <a:pt x="161" y="72"/>
                    </a:lnTo>
                    <a:lnTo>
                      <a:pt x="190" y="55"/>
                    </a:lnTo>
                    <a:lnTo>
                      <a:pt x="221" y="38"/>
                    </a:lnTo>
                    <a:lnTo>
                      <a:pt x="255" y="26"/>
                    </a:lnTo>
                    <a:lnTo>
                      <a:pt x="290" y="15"/>
                    </a:lnTo>
                    <a:lnTo>
                      <a:pt x="328" y="7"/>
                    </a:lnTo>
                    <a:lnTo>
                      <a:pt x="369" y="3"/>
                    </a:lnTo>
                    <a:lnTo>
                      <a:pt x="411" y="0"/>
                    </a:lnTo>
                    <a:lnTo>
                      <a:pt x="455" y="2"/>
                    </a:lnTo>
                    <a:lnTo>
                      <a:pt x="482" y="4"/>
                    </a:lnTo>
                    <a:lnTo>
                      <a:pt x="509" y="9"/>
                    </a:lnTo>
                    <a:lnTo>
                      <a:pt x="539" y="14"/>
                    </a:lnTo>
                    <a:lnTo>
                      <a:pt x="569" y="21"/>
                    </a:lnTo>
                    <a:lnTo>
                      <a:pt x="600" y="30"/>
                    </a:lnTo>
                    <a:lnTo>
                      <a:pt x="632" y="42"/>
                    </a:lnTo>
                    <a:lnTo>
                      <a:pt x="666" y="53"/>
                    </a:lnTo>
                    <a:lnTo>
                      <a:pt x="699" y="67"/>
                    </a:lnTo>
                    <a:lnTo>
                      <a:pt x="766" y="100"/>
                    </a:lnTo>
                    <a:lnTo>
                      <a:pt x="834" y="138"/>
                    </a:lnTo>
                    <a:lnTo>
                      <a:pt x="901" y="180"/>
                    </a:lnTo>
                    <a:lnTo>
                      <a:pt x="967" y="229"/>
                    </a:lnTo>
                    <a:lnTo>
                      <a:pt x="1028" y="282"/>
                    </a:lnTo>
                    <a:lnTo>
                      <a:pt x="1085" y="339"/>
                    </a:lnTo>
                    <a:lnTo>
                      <a:pt x="1112" y="370"/>
                    </a:lnTo>
                    <a:lnTo>
                      <a:pt x="1137" y="403"/>
                    </a:lnTo>
                    <a:lnTo>
                      <a:pt x="1161" y="435"/>
                    </a:lnTo>
                    <a:lnTo>
                      <a:pt x="1183" y="468"/>
                    </a:lnTo>
                    <a:lnTo>
                      <a:pt x="1203" y="504"/>
                    </a:lnTo>
                    <a:lnTo>
                      <a:pt x="1221" y="540"/>
                    </a:lnTo>
                    <a:lnTo>
                      <a:pt x="1236" y="576"/>
                    </a:lnTo>
                    <a:lnTo>
                      <a:pt x="1250" y="613"/>
                    </a:lnTo>
                    <a:lnTo>
                      <a:pt x="1260" y="653"/>
                    </a:lnTo>
                    <a:lnTo>
                      <a:pt x="1268" y="692"/>
                    </a:lnTo>
                    <a:lnTo>
                      <a:pt x="1274" y="732"/>
                    </a:lnTo>
                    <a:lnTo>
                      <a:pt x="1276" y="772"/>
                    </a:lnTo>
                    <a:close/>
                  </a:path>
                </a:pathLst>
              </a:custGeom>
              <a:solidFill>
                <a:srgbClr val="00f00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18" name="Freeform 140"/>
              <p:cNvSpPr/>
              <p:nvPr/>
            </p:nvSpPr>
            <p:spPr>
              <a:xfrm>
                <a:off x="2979360" y="4087440"/>
                <a:ext cx="698760" cy="641880"/>
              </a:xfrm>
              <a:custGeom>
                <a:avLst/>
                <a:gdLst>
                  <a:gd name="textAreaLeft" fmla="*/ 0 w 698760"/>
                  <a:gd name="textAreaRight" fmla="*/ 699120 w 698760"/>
                  <a:gd name="textAreaTop" fmla="*/ 0 h 641880"/>
                  <a:gd name="textAreaBottom" fmla="*/ 642240 h 641880"/>
                </a:gdLst>
                <a:ahLst/>
                <a:rect l="textAreaLeft" t="textAreaTop" r="textAreaRight" b="textAreaBottom"/>
                <a:pathLst>
                  <a:path w="1233" h="1133">
                    <a:moveTo>
                      <a:pt x="1233" y="751"/>
                    </a:moveTo>
                    <a:lnTo>
                      <a:pt x="1231" y="789"/>
                    </a:lnTo>
                    <a:lnTo>
                      <a:pt x="1227" y="825"/>
                    </a:lnTo>
                    <a:lnTo>
                      <a:pt x="1219" y="860"/>
                    </a:lnTo>
                    <a:lnTo>
                      <a:pt x="1208" y="892"/>
                    </a:lnTo>
                    <a:lnTo>
                      <a:pt x="1195" y="923"/>
                    </a:lnTo>
                    <a:lnTo>
                      <a:pt x="1177" y="952"/>
                    </a:lnTo>
                    <a:lnTo>
                      <a:pt x="1159" y="978"/>
                    </a:lnTo>
                    <a:lnTo>
                      <a:pt x="1137" y="1004"/>
                    </a:lnTo>
                    <a:lnTo>
                      <a:pt x="1113" y="1027"/>
                    </a:lnTo>
                    <a:lnTo>
                      <a:pt x="1086" y="1047"/>
                    </a:lnTo>
                    <a:lnTo>
                      <a:pt x="1059" y="1066"/>
                    </a:lnTo>
                    <a:lnTo>
                      <a:pt x="1028" y="1082"/>
                    </a:lnTo>
                    <a:lnTo>
                      <a:pt x="996" y="1097"/>
                    </a:lnTo>
                    <a:lnTo>
                      <a:pt x="962" y="1108"/>
                    </a:lnTo>
                    <a:lnTo>
                      <a:pt x="927" y="1118"/>
                    </a:lnTo>
                    <a:lnTo>
                      <a:pt x="891" y="1126"/>
                    </a:lnTo>
                    <a:lnTo>
                      <a:pt x="853" y="1130"/>
                    </a:lnTo>
                    <a:lnTo>
                      <a:pt x="813" y="1133"/>
                    </a:lnTo>
                    <a:lnTo>
                      <a:pt x="773" y="1133"/>
                    </a:lnTo>
                    <a:lnTo>
                      <a:pt x="733" y="1129"/>
                    </a:lnTo>
                    <a:lnTo>
                      <a:pt x="691" y="1123"/>
                    </a:lnTo>
                    <a:lnTo>
                      <a:pt x="649" y="1115"/>
                    </a:lnTo>
                    <a:lnTo>
                      <a:pt x="606" y="1104"/>
                    </a:lnTo>
                    <a:lnTo>
                      <a:pt x="563" y="1090"/>
                    </a:lnTo>
                    <a:lnTo>
                      <a:pt x="520" y="1074"/>
                    </a:lnTo>
                    <a:lnTo>
                      <a:pt x="477" y="1054"/>
                    </a:lnTo>
                    <a:lnTo>
                      <a:pt x="433" y="1031"/>
                    </a:lnTo>
                    <a:lnTo>
                      <a:pt x="391" y="1006"/>
                    </a:lnTo>
                    <a:lnTo>
                      <a:pt x="348" y="977"/>
                    </a:lnTo>
                    <a:lnTo>
                      <a:pt x="305" y="945"/>
                    </a:lnTo>
                    <a:lnTo>
                      <a:pt x="264" y="909"/>
                    </a:lnTo>
                    <a:lnTo>
                      <a:pt x="224" y="871"/>
                    </a:lnTo>
                    <a:lnTo>
                      <a:pt x="189" y="835"/>
                    </a:lnTo>
                    <a:lnTo>
                      <a:pt x="158" y="799"/>
                    </a:lnTo>
                    <a:lnTo>
                      <a:pt x="130" y="762"/>
                    </a:lnTo>
                    <a:lnTo>
                      <a:pt x="105" y="725"/>
                    </a:lnTo>
                    <a:lnTo>
                      <a:pt x="82" y="687"/>
                    </a:lnTo>
                    <a:lnTo>
                      <a:pt x="62" y="649"/>
                    </a:lnTo>
                    <a:lnTo>
                      <a:pt x="45" y="611"/>
                    </a:lnTo>
                    <a:lnTo>
                      <a:pt x="31" y="573"/>
                    </a:lnTo>
                    <a:lnTo>
                      <a:pt x="20" y="535"/>
                    </a:lnTo>
                    <a:lnTo>
                      <a:pt x="10" y="497"/>
                    </a:lnTo>
                    <a:lnTo>
                      <a:pt x="5" y="460"/>
                    </a:lnTo>
                    <a:lnTo>
                      <a:pt x="1" y="423"/>
                    </a:lnTo>
                    <a:lnTo>
                      <a:pt x="0" y="387"/>
                    </a:lnTo>
                    <a:lnTo>
                      <a:pt x="2" y="352"/>
                    </a:lnTo>
                    <a:lnTo>
                      <a:pt x="6" y="318"/>
                    </a:lnTo>
                    <a:lnTo>
                      <a:pt x="13" y="285"/>
                    </a:lnTo>
                    <a:lnTo>
                      <a:pt x="22" y="252"/>
                    </a:lnTo>
                    <a:lnTo>
                      <a:pt x="33" y="223"/>
                    </a:lnTo>
                    <a:lnTo>
                      <a:pt x="47" y="193"/>
                    </a:lnTo>
                    <a:lnTo>
                      <a:pt x="63" y="165"/>
                    </a:lnTo>
                    <a:lnTo>
                      <a:pt x="82" y="140"/>
                    </a:lnTo>
                    <a:lnTo>
                      <a:pt x="103" y="115"/>
                    </a:lnTo>
                    <a:lnTo>
                      <a:pt x="127" y="92"/>
                    </a:lnTo>
                    <a:lnTo>
                      <a:pt x="152" y="73"/>
                    </a:lnTo>
                    <a:lnTo>
                      <a:pt x="180" y="54"/>
                    </a:lnTo>
                    <a:lnTo>
                      <a:pt x="210" y="39"/>
                    </a:lnTo>
                    <a:lnTo>
                      <a:pt x="242" y="26"/>
                    </a:lnTo>
                    <a:lnTo>
                      <a:pt x="275" y="15"/>
                    </a:lnTo>
                    <a:lnTo>
                      <a:pt x="312" y="7"/>
                    </a:lnTo>
                    <a:lnTo>
                      <a:pt x="350" y="3"/>
                    </a:lnTo>
                    <a:lnTo>
                      <a:pt x="391" y="0"/>
                    </a:lnTo>
                    <a:lnTo>
                      <a:pt x="433" y="1"/>
                    </a:lnTo>
                    <a:lnTo>
                      <a:pt x="460" y="4"/>
                    </a:lnTo>
                    <a:lnTo>
                      <a:pt x="487" y="7"/>
                    </a:lnTo>
                    <a:lnTo>
                      <a:pt x="516" y="13"/>
                    </a:lnTo>
                    <a:lnTo>
                      <a:pt x="546" y="20"/>
                    </a:lnTo>
                    <a:lnTo>
                      <a:pt x="576" y="29"/>
                    </a:lnTo>
                    <a:lnTo>
                      <a:pt x="608" y="39"/>
                    </a:lnTo>
                    <a:lnTo>
                      <a:pt x="673" y="65"/>
                    </a:lnTo>
                    <a:lnTo>
                      <a:pt x="738" y="96"/>
                    </a:lnTo>
                    <a:lnTo>
                      <a:pt x="805" y="132"/>
                    </a:lnTo>
                    <a:lnTo>
                      <a:pt x="870" y="174"/>
                    </a:lnTo>
                    <a:lnTo>
                      <a:pt x="933" y="221"/>
                    </a:lnTo>
                    <a:lnTo>
                      <a:pt x="994" y="273"/>
                    </a:lnTo>
                    <a:lnTo>
                      <a:pt x="1049" y="330"/>
                    </a:lnTo>
                    <a:lnTo>
                      <a:pt x="1076" y="358"/>
                    </a:lnTo>
                    <a:lnTo>
                      <a:pt x="1100" y="390"/>
                    </a:lnTo>
                    <a:lnTo>
                      <a:pt x="1123" y="422"/>
                    </a:lnTo>
                    <a:lnTo>
                      <a:pt x="1144" y="455"/>
                    </a:lnTo>
                    <a:lnTo>
                      <a:pt x="1164" y="489"/>
                    </a:lnTo>
                    <a:lnTo>
                      <a:pt x="1181" y="524"/>
                    </a:lnTo>
                    <a:lnTo>
                      <a:pt x="1196" y="560"/>
                    </a:lnTo>
                    <a:lnTo>
                      <a:pt x="1208" y="596"/>
                    </a:lnTo>
                    <a:lnTo>
                      <a:pt x="1219" y="634"/>
                    </a:lnTo>
                    <a:lnTo>
                      <a:pt x="1226" y="672"/>
                    </a:lnTo>
                    <a:lnTo>
                      <a:pt x="1230" y="711"/>
                    </a:lnTo>
                    <a:lnTo>
                      <a:pt x="1233" y="751"/>
                    </a:lnTo>
                    <a:close/>
                  </a:path>
                </a:pathLst>
              </a:custGeom>
              <a:solidFill>
                <a:srgbClr val="00f70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19" name="Freeform 141"/>
              <p:cNvSpPr/>
              <p:nvPr/>
            </p:nvSpPr>
            <p:spPr>
              <a:xfrm>
                <a:off x="4134600" y="2818800"/>
                <a:ext cx="709920" cy="681480"/>
              </a:xfrm>
              <a:custGeom>
                <a:avLst/>
                <a:gdLst>
                  <a:gd name="textAreaLeft" fmla="*/ 0 w 709920"/>
                  <a:gd name="textAreaRight" fmla="*/ 710280 w 709920"/>
                  <a:gd name="textAreaTop" fmla="*/ 0 h 681480"/>
                  <a:gd name="textAreaBottom" fmla="*/ 681840 h 681480"/>
                </a:gdLst>
                <a:ahLst/>
                <a:rect l="textAreaLeft" t="textAreaTop" r="textAreaRight" b="textAreaBottom"/>
                <a:pathLst>
                  <a:path w="1251" h="1204">
                    <a:moveTo>
                      <a:pt x="1251" y="651"/>
                    </a:moveTo>
                    <a:lnTo>
                      <a:pt x="1251" y="691"/>
                    </a:lnTo>
                    <a:lnTo>
                      <a:pt x="1248" y="732"/>
                    </a:lnTo>
                    <a:lnTo>
                      <a:pt x="1243" y="771"/>
                    </a:lnTo>
                    <a:lnTo>
                      <a:pt x="1234" y="809"/>
                    </a:lnTo>
                    <a:lnTo>
                      <a:pt x="1223" y="847"/>
                    </a:lnTo>
                    <a:lnTo>
                      <a:pt x="1209" y="883"/>
                    </a:lnTo>
                    <a:lnTo>
                      <a:pt x="1193" y="917"/>
                    </a:lnTo>
                    <a:lnTo>
                      <a:pt x="1173" y="952"/>
                    </a:lnTo>
                    <a:lnTo>
                      <a:pt x="1153" y="983"/>
                    </a:lnTo>
                    <a:lnTo>
                      <a:pt x="1129" y="1014"/>
                    </a:lnTo>
                    <a:lnTo>
                      <a:pt x="1103" y="1043"/>
                    </a:lnTo>
                    <a:lnTo>
                      <a:pt x="1076" y="1069"/>
                    </a:lnTo>
                    <a:lnTo>
                      <a:pt x="1046" y="1093"/>
                    </a:lnTo>
                    <a:lnTo>
                      <a:pt x="1013" y="1116"/>
                    </a:lnTo>
                    <a:lnTo>
                      <a:pt x="980" y="1136"/>
                    </a:lnTo>
                    <a:lnTo>
                      <a:pt x="945" y="1154"/>
                    </a:lnTo>
                    <a:lnTo>
                      <a:pt x="909" y="1169"/>
                    </a:lnTo>
                    <a:lnTo>
                      <a:pt x="870" y="1182"/>
                    </a:lnTo>
                    <a:lnTo>
                      <a:pt x="830" y="1192"/>
                    </a:lnTo>
                    <a:lnTo>
                      <a:pt x="790" y="1199"/>
                    </a:lnTo>
                    <a:lnTo>
                      <a:pt x="747" y="1203"/>
                    </a:lnTo>
                    <a:lnTo>
                      <a:pt x="705" y="1204"/>
                    </a:lnTo>
                    <a:lnTo>
                      <a:pt x="660" y="1202"/>
                    </a:lnTo>
                    <a:lnTo>
                      <a:pt x="615" y="1196"/>
                    </a:lnTo>
                    <a:lnTo>
                      <a:pt x="569" y="1186"/>
                    </a:lnTo>
                    <a:lnTo>
                      <a:pt x="521" y="1173"/>
                    </a:lnTo>
                    <a:lnTo>
                      <a:pt x="474" y="1156"/>
                    </a:lnTo>
                    <a:lnTo>
                      <a:pt x="426" y="1135"/>
                    </a:lnTo>
                    <a:lnTo>
                      <a:pt x="377" y="1110"/>
                    </a:lnTo>
                    <a:lnTo>
                      <a:pt x="329" y="1080"/>
                    </a:lnTo>
                    <a:lnTo>
                      <a:pt x="281" y="1046"/>
                    </a:lnTo>
                    <a:lnTo>
                      <a:pt x="231" y="1008"/>
                    </a:lnTo>
                    <a:lnTo>
                      <a:pt x="195" y="977"/>
                    </a:lnTo>
                    <a:lnTo>
                      <a:pt x="163" y="944"/>
                    </a:lnTo>
                    <a:lnTo>
                      <a:pt x="134" y="909"/>
                    </a:lnTo>
                    <a:lnTo>
                      <a:pt x="108" y="873"/>
                    </a:lnTo>
                    <a:lnTo>
                      <a:pt x="84" y="835"/>
                    </a:lnTo>
                    <a:lnTo>
                      <a:pt x="63" y="797"/>
                    </a:lnTo>
                    <a:lnTo>
                      <a:pt x="46" y="757"/>
                    </a:lnTo>
                    <a:lnTo>
                      <a:pt x="31" y="717"/>
                    </a:lnTo>
                    <a:lnTo>
                      <a:pt x="19" y="676"/>
                    </a:lnTo>
                    <a:lnTo>
                      <a:pt x="10" y="635"/>
                    </a:lnTo>
                    <a:lnTo>
                      <a:pt x="3" y="593"/>
                    </a:lnTo>
                    <a:lnTo>
                      <a:pt x="1" y="552"/>
                    </a:lnTo>
                    <a:lnTo>
                      <a:pt x="0" y="512"/>
                    </a:lnTo>
                    <a:lnTo>
                      <a:pt x="2" y="470"/>
                    </a:lnTo>
                    <a:lnTo>
                      <a:pt x="8" y="430"/>
                    </a:lnTo>
                    <a:lnTo>
                      <a:pt x="16" y="391"/>
                    </a:lnTo>
                    <a:lnTo>
                      <a:pt x="27" y="352"/>
                    </a:lnTo>
                    <a:lnTo>
                      <a:pt x="41" y="313"/>
                    </a:lnTo>
                    <a:lnTo>
                      <a:pt x="57" y="277"/>
                    </a:lnTo>
                    <a:lnTo>
                      <a:pt x="77" y="242"/>
                    </a:lnTo>
                    <a:lnTo>
                      <a:pt x="99" y="209"/>
                    </a:lnTo>
                    <a:lnTo>
                      <a:pt x="124" y="178"/>
                    </a:lnTo>
                    <a:lnTo>
                      <a:pt x="152" y="148"/>
                    </a:lnTo>
                    <a:lnTo>
                      <a:pt x="183" y="120"/>
                    </a:lnTo>
                    <a:lnTo>
                      <a:pt x="215" y="95"/>
                    </a:lnTo>
                    <a:lnTo>
                      <a:pt x="252" y="73"/>
                    </a:lnTo>
                    <a:lnTo>
                      <a:pt x="291" y="52"/>
                    </a:lnTo>
                    <a:lnTo>
                      <a:pt x="333" y="36"/>
                    </a:lnTo>
                    <a:lnTo>
                      <a:pt x="376" y="22"/>
                    </a:lnTo>
                    <a:lnTo>
                      <a:pt x="424" y="11"/>
                    </a:lnTo>
                    <a:lnTo>
                      <a:pt x="473" y="4"/>
                    </a:lnTo>
                    <a:lnTo>
                      <a:pt x="526" y="0"/>
                    </a:lnTo>
                    <a:lnTo>
                      <a:pt x="557" y="0"/>
                    </a:lnTo>
                    <a:lnTo>
                      <a:pt x="588" y="1"/>
                    </a:lnTo>
                    <a:lnTo>
                      <a:pt x="650" y="9"/>
                    </a:lnTo>
                    <a:lnTo>
                      <a:pt x="713" y="23"/>
                    </a:lnTo>
                    <a:lnTo>
                      <a:pt x="774" y="44"/>
                    </a:lnTo>
                    <a:lnTo>
                      <a:pt x="835" y="69"/>
                    </a:lnTo>
                    <a:lnTo>
                      <a:pt x="894" y="100"/>
                    </a:lnTo>
                    <a:lnTo>
                      <a:pt x="950" y="136"/>
                    </a:lnTo>
                    <a:lnTo>
                      <a:pt x="1004" y="178"/>
                    </a:lnTo>
                    <a:lnTo>
                      <a:pt x="1054" y="224"/>
                    </a:lnTo>
                    <a:lnTo>
                      <a:pt x="1100" y="273"/>
                    </a:lnTo>
                    <a:lnTo>
                      <a:pt x="1140" y="327"/>
                    </a:lnTo>
                    <a:lnTo>
                      <a:pt x="1158" y="356"/>
                    </a:lnTo>
                    <a:lnTo>
                      <a:pt x="1176" y="386"/>
                    </a:lnTo>
                    <a:lnTo>
                      <a:pt x="1191" y="416"/>
                    </a:lnTo>
                    <a:lnTo>
                      <a:pt x="1205" y="447"/>
                    </a:lnTo>
                    <a:lnTo>
                      <a:pt x="1217" y="479"/>
                    </a:lnTo>
                    <a:lnTo>
                      <a:pt x="1228" y="512"/>
                    </a:lnTo>
                    <a:lnTo>
                      <a:pt x="1237" y="546"/>
                    </a:lnTo>
                    <a:lnTo>
                      <a:pt x="1248" y="615"/>
                    </a:lnTo>
                    <a:lnTo>
                      <a:pt x="1251" y="651"/>
                    </a:lnTo>
                    <a:close/>
                  </a:path>
                </a:pathLst>
              </a:custGeom>
              <a:solidFill>
                <a:srgbClr val="44ff4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20" name="Freeform 142"/>
              <p:cNvSpPr/>
              <p:nvPr/>
            </p:nvSpPr>
            <p:spPr>
              <a:xfrm>
                <a:off x="2989800" y="4097880"/>
                <a:ext cx="677160" cy="621360"/>
              </a:xfrm>
              <a:custGeom>
                <a:avLst/>
                <a:gdLst>
                  <a:gd name="textAreaLeft" fmla="*/ 0 w 677160"/>
                  <a:gd name="textAreaRight" fmla="*/ 677520 w 677160"/>
                  <a:gd name="textAreaTop" fmla="*/ 0 h 621360"/>
                  <a:gd name="textAreaBottom" fmla="*/ 621720 h 621360"/>
                </a:gdLst>
                <a:ahLst/>
                <a:rect l="textAreaLeft" t="textAreaTop" r="textAreaRight" b="textAreaBottom"/>
                <a:pathLst>
                  <a:path w="1195" h="1094">
                    <a:moveTo>
                      <a:pt x="1195" y="731"/>
                    </a:moveTo>
                    <a:lnTo>
                      <a:pt x="1194" y="767"/>
                    </a:lnTo>
                    <a:lnTo>
                      <a:pt x="1188" y="802"/>
                    </a:lnTo>
                    <a:lnTo>
                      <a:pt x="1181" y="834"/>
                    </a:lnTo>
                    <a:lnTo>
                      <a:pt x="1170" y="864"/>
                    </a:lnTo>
                    <a:lnTo>
                      <a:pt x="1157" y="894"/>
                    </a:lnTo>
                    <a:lnTo>
                      <a:pt x="1141" y="920"/>
                    </a:lnTo>
                    <a:lnTo>
                      <a:pt x="1122" y="947"/>
                    </a:lnTo>
                    <a:lnTo>
                      <a:pt x="1102" y="970"/>
                    </a:lnTo>
                    <a:lnTo>
                      <a:pt x="1079" y="992"/>
                    </a:lnTo>
                    <a:lnTo>
                      <a:pt x="1054" y="1011"/>
                    </a:lnTo>
                    <a:lnTo>
                      <a:pt x="1027" y="1030"/>
                    </a:lnTo>
                    <a:lnTo>
                      <a:pt x="998" y="1045"/>
                    </a:lnTo>
                    <a:lnTo>
                      <a:pt x="968" y="1058"/>
                    </a:lnTo>
                    <a:lnTo>
                      <a:pt x="936" y="1070"/>
                    </a:lnTo>
                    <a:lnTo>
                      <a:pt x="902" y="1079"/>
                    </a:lnTo>
                    <a:lnTo>
                      <a:pt x="868" y="1087"/>
                    </a:lnTo>
                    <a:lnTo>
                      <a:pt x="831" y="1092"/>
                    </a:lnTo>
                    <a:lnTo>
                      <a:pt x="794" y="1094"/>
                    </a:lnTo>
                    <a:lnTo>
                      <a:pt x="756" y="1094"/>
                    </a:lnTo>
                    <a:lnTo>
                      <a:pt x="717" y="1091"/>
                    </a:lnTo>
                    <a:lnTo>
                      <a:pt x="677" y="1086"/>
                    </a:lnTo>
                    <a:lnTo>
                      <a:pt x="636" y="1079"/>
                    </a:lnTo>
                    <a:lnTo>
                      <a:pt x="596" y="1069"/>
                    </a:lnTo>
                    <a:lnTo>
                      <a:pt x="554" y="1056"/>
                    </a:lnTo>
                    <a:lnTo>
                      <a:pt x="513" y="1040"/>
                    </a:lnTo>
                    <a:lnTo>
                      <a:pt x="471" y="1022"/>
                    </a:lnTo>
                    <a:lnTo>
                      <a:pt x="430" y="1001"/>
                    </a:lnTo>
                    <a:lnTo>
                      <a:pt x="390" y="977"/>
                    </a:lnTo>
                    <a:lnTo>
                      <a:pt x="348" y="950"/>
                    </a:lnTo>
                    <a:lnTo>
                      <a:pt x="308" y="920"/>
                    </a:lnTo>
                    <a:lnTo>
                      <a:pt x="268" y="887"/>
                    </a:lnTo>
                    <a:lnTo>
                      <a:pt x="228" y="851"/>
                    </a:lnTo>
                    <a:lnTo>
                      <a:pt x="194" y="817"/>
                    </a:lnTo>
                    <a:lnTo>
                      <a:pt x="163" y="781"/>
                    </a:lnTo>
                    <a:lnTo>
                      <a:pt x="135" y="745"/>
                    </a:lnTo>
                    <a:lnTo>
                      <a:pt x="109" y="708"/>
                    </a:lnTo>
                    <a:lnTo>
                      <a:pt x="87" y="671"/>
                    </a:lnTo>
                    <a:lnTo>
                      <a:pt x="66" y="635"/>
                    </a:lnTo>
                    <a:lnTo>
                      <a:pt x="49" y="598"/>
                    </a:lnTo>
                    <a:lnTo>
                      <a:pt x="34" y="560"/>
                    </a:lnTo>
                    <a:lnTo>
                      <a:pt x="22" y="523"/>
                    </a:lnTo>
                    <a:lnTo>
                      <a:pt x="13" y="486"/>
                    </a:lnTo>
                    <a:lnTo>
                      <a:pt x="6" y="450"/>
                    </a:lnTo>
                    <a:lnTo>
                      <a:pt x="2" y="415"/>
                    </a:lnTo>
                    <a:lnTo>
                      <a:pt x="0" y="379"/>
                    </a:lnTo>
                    <a:lnTo>
                      <a:pt x="2" y="345"/>
                    </a:lnTo>
                    <a:lnTo>
                      <a:pt x="5" y="312"/>
                    </a:lnTo>
                    <a:lnTo>
                      <a:pt x="11" y="280"/>
                    </a:lnTo>
                    <a:lnTo>
                      <a:pt x="19" y="247"/>
                    </a:lnTo>
                    <a:lnTo>
                      <a:pt x="29" y="218"/>
                    </a:lnTo>
                    <a:lnTo>
                      <a:pt x="43" y="189"/>
                    </a:lnTo>
                    <a:lnTo>
                      <a:pt x="58" y="162"/>
                    </a:lnTo>
                    <a:lnTo>
                      <a:pt x="76" y="137"/>
                    </a:lnTo>
                    <a:lnTo>
                      <a:pt x="96" y="113"/>
                    </a:lnTo>
                    <a:lnTo>
                      <a:pt x="118" y="91"/>
                    </a:lnTo>
                    <a:lnTo>
                      <a:pt x="143" y="71"/>
                    </a:lnTo>
                    <a:lnTo>
                      <a:pt x="170" y="54"/>
                    </a:lnTo>
                    <a:lnTo>
                      <a:pt x="200" y="39"/>
                    </a:lnTo>
                    <a:lnTo>
                      <a:pt x="231" y="25"/>
                    </a:lnTo>
                    <a:lnTo>
                      <a:pt x="264" y="15"/>
                    </a:lnTo>
                    <a:lnTo>
                      <a:pt x="300" y="8"/>
                    </a:lnTo>
                    <a:lnTo>
                      <a:pt x="337" y="2"/>
                    </a:lnTo>
                    <a:lnTo>
                      <a:pt x="377" y="0"/>
                    </a:lnTo>
                    <a:lnTo>
                      <a:pt x="419" y="1"/>
                    </a:lnTo>
                    <a:lnTo>
                      <a:pt x="447" y="3"/>
                    </a:lnTo>
                    <a:lnTo>
                      <a:pt x="478" y="8"/>
                    </a:lnTo>
                    <a:lnTo>
                      <a:pt x="508" y="14"/>
                    </a:lnTo>
                    <a:lnTo>
                      <a:pt x="541" y="22"/>
                    </a:lnTo>
                    <a:lnTo>
                      <a:pt x="572" y="31"/>
                    </a:lnTo>
                    <a:lnTo>
                      <a:pt x="604" y="41"/>
                    </a:lnTo>
                    <a:lnTo>
                      <a:pt x="670" y="69"/>
                    </a:lnTo>
                    <a:lnTo>
                      <a:pt x="735" y="101"/>
                    </a:lnTo>
                    <a:lnTo>
                      <a:pt x="800" y="139"/>
                    </a:lnTo>
                    <a:lnTo>
                      <a:pt x="862" y="182"/>
                    </a:lnTo>
                    <a:lnTo>
                      <a:pt x="923" y="230"/>
                    </a:lnTo>
                    <a:lnTo>
                      <a:pt x="979" y="282"/>
                    </a:lnTo>
                    <a:lnTo>
                      <a:pt x="1031" y="337"/>
                    </a:lnTo>
                    <a:lnTo>
                      <a:pt x="1054" y="366"/>
                    </a:lnTo>
                    <a:lnTo>
                      <a:pt x="1077" y="397"/>
                    </a:lnTo>
                    <a:lnTo>
                      <a:pt x="1098" y="427"/>
                    </a:lnTo>
                    <a:lnTo>
                      <a:pt x="1118" y="459"/>
                    </a:lnTo>
                    <a:lnTo>
                      <a:pt x="1135" y="492"/>
                    </a:lnTo>
                    <a:lnTo>
                      <a:pt x="1150" y="524"/>
                    </a:lnTo>
                    <a:lnTo>
                      <a:pt x="1164" y="557"/>
                    </a:lnTo>
                    <a:lnTo>
                      <a:pt x="1174" y="592"/>
                    </a:lnTo>
                    <a:lnTo>
                      <a:pt x="1183" y="625"/>
                    </a:lnTo>
                    <a:lnTo>
                      <a:pt x="1190" y="661"/>
                    </a:lnTo>
                    <a:lnTo>
                      <a:pt x="1194" y="696"/>
                    </a:lnTo>
                    <a:lnTo>
                      <a:pt x="1195" y="731"/>
                    </a:lnTo>
                    <a:close/>
                  </a:path>
                </a:pathLst>
              </a:custGeom>
              <a:solidFill>
                <a:srgbClr val="00ff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21" name="Freeform 143"/>
              <p:cNvSpPr/>
              <p:nvPr/>
            </p:nvSpPr>
            <p:spPr>
              <a:xfrm>
                <a:off x="4146120" y="2835720"/>
                <a:ext cx="679320" cy="648720"/>
              </a:xfrm>
              <a:custGeom>
                <a:avLst/>
                <a:gdLst>
                  <a:gd name="textAreaLeft" fmla="*/ 0 w 679320"/>
                  <a:gd name="textAreaRight" fmla="*/ 679680 w 679320"/>
                  <a:gd name="textAreaTop" fmla="*/ 0 h 648720"/>
                  <a:gd name="textAreaBottom" fmla="*/ 649080 h 648720"/>
                </a:gdLst>
                <a:ahLst/>
                <a:rect l="textAreaLeft" t="textAreaTop" r="textAreaRight" b="textAreaBottom"/>
                <a:pathLst>
                  <a:path w="1199" h="1143">
                    <a:moveTo>
                      <a:pt x="1199" y="620"/>
                    </a:moveTo>
                    <a:lnTo>
                      <a:pt x="1199" y="666"/>
                    </a:lnTo>
                    <a:lnTo>
                      <a:pt x="1197" y="711"/>
                    </a:lnTo>
                    <a:lnTo>
                      <a:pt x="1190" y="754"/>
                    </a:lnTo>
                    <a:lnTo>
                      <a:pt x="1181" y="794"/>
                    </a:lnTo>
                    <a:lnTo>
                      <a:pt x="1167" y="833"/>
                    </a:lnTo>
                    <a:lnTo>
                      <a:pt x="1152" y="870"/>
                    </a:lnTo>
                    <a:lnTo>
                      <a:pt x="1134" y="905"/>
                    </a:lnTo>
                    <a:lnTo>
                      <a:pt x="1112" y="937"/>
                    </a:lnTo>
                    <a:lnTo>
                      <a:pt x="1089" y="968"/>
                    </a:lnTo>
                    <a:lnTo>
                      <a:pt x="1062" y="996"/>
                    </a:lnTo>
                    <a:lnTo>
                      <a:pt x="1034" y="1022"/>
                    </a:lnTo>
                    <a:lnTo>
                      <a:pt x="1003" y="1045"/>
                    </a:lnTo>
                    <a:lnTo>
                      <a:pt x="972" y="1066"/>
                    </a:lnTo>
                    <a:lnTo>
                      <a:pt x="938" y="1085"/>
                    </a:lnTo>
                    <a:lnTo>
                      <a:pt x="903" y="1102"/>
                    </a:lnTo>
                    <a:lnTo>
                      <a:pt x="866" y="1115"/>
                    </a:lnTo>
                    <a:lnTo>
                      <a:pt x="828" y="1126"/>
                    </a:lnTo>
                    <a:lnTo>
                      <a:pt x="789" y="1135"/>
                    </a:lnTo>
                    <a:lnTo>
                      <a:pt x="749" y="1141"/>
                    </a:lnTo>
                    <a:lnTo>
                      <a:pt x="709" y="1143"/>
                    </a:lnTo>
                    <a:lnTo>
                      <a:pt x="667" y="1143"/>
                    </a:lnTo>
                    <a:lnTo>
                      <a:pt x="624" y="1141"/>
                    </a:lnTo>
                    <a:lnTo>
                      <a:pt x="582" y="1135"/>
                    </a:lnTo>
                    <a:lnTo>
                      <a:pt x="540" y="1127"/>
                    </a:lnTo>
                    <a:lnTo>
                      <a:pt x="498" y="1115"/>
                    </a:lnTo>
                    <a:lnTo>
                      <a:pt x="455" y="1100"/>
                    </a:lnTo>
                    <a:lnTo>
                      <a:pt x="412" y="1083"/>
                    </a:lnTo>
                    <a:lnTo>
                      <a:pt x="371" y="1062"/>
                    </a:lnTo>
                    <a:lnTo>
                      <a:pt x="331" y="1038"/>
                    </a:lnTo>
                    <a:lnTo>
                      <a:pt x="290" y="1012"/>
                    </a:lnTo>
                    <a:lnTo>
                      <a:pt x="250" y="981"/>
                    </a:lnTo>
                    <a:lnTo>
                      <a:pt x="212" y="947"/>
                    </a:lnTo>
                    <a:lnTo>
                      <a:pt x="175" y="910"/>
                    </a:lnTo>
                    <a:lnTo>
                      <a:pt x="142" y="872"/>
                    </a:lnTo>
                    <a:lnTo>
                      <a:pt x="112" y="833"/>
                    </a:lnTo>
                    <a:lnTo>
                      <a:pt x="86" y="794"/>
                    </a:lnTo>
                    <a:lnTo>
                      <a:pt x="63" y="755"/>
                    </a:lnTo>
                    <a:lnTo>
                      <a:pt x="45" y="714"/>
                    </a:lnTo>
                    <a:lnTo>
                      <a:pt x="30" y="674"/>
                    </a:lnTo>
                    <a:lnTo>
                      <a:pt x="17" y="634"/>
                    </a:lnTo>
                    <a:lnTo>
                      <a:pt x="8" y="595"/>
                    </a:lnTo>
                    <a:lnTo>
                      <a:pt x="4" y="554"/>
                    </a:lnTo>
                    <a:lnTo>
                      <a:pt x="0" y="515"/>
                    </a:lnTo>
                    <a:lnTo>
                      <a:pt x="1" y="476"/>
                    </a:lnTo>
                    <a:lnTo>
                      <a:pt x="5" y="438"/>
                    </a:lnTo>
                    <a:lnTo>
                      <a:pt x="10" y="401"/>
                    </a:lnTo>
                    <a:lnTo>
                      <a:pt x="20" y="364"/>
                    </a:lnTo>
                    <a:lnTo>
                      <a:pt x="31" y="329"/>
                    </a:lnTo>
                    <a:lnTo>
                      <a:pt x="45" y="294"/>
                    </a:lnTo>
                    <a:lnTo>
                      <a:pt x="62" y="261"/>
                    </a:lnTo>
                    <a:lnTo>
                      <a:pt x="81" y="229"/>
                    </a:lnTo>
                    <a:lnTo>
                      <a:pt x="103" y="198"/>
                    </a:lnTo>
                    <a:lnTo>
                      <a:pt x="127" y="171"/>
                    </a:lnTo>
                    <a:lnTo>
                      <a:pt x="152" y="143"/>
                    </a:lnTo>
                    <a:lnTo>
                      <a:pt x="180" y="119"/>
                    </a:lnTo>
                    <a:lnTo>
                      <a:pt x="210" y="96"/>
                    </a:lnTo>
                    <a:lnTo>
                      <a:pt x="242" y="75"/>
                    </a:lnTo>
                    <a:lnTo>
                      <a:pt x="277" y="56"/>
                    </a:lnTo>
                    <a:lnTo>
                      <a:pt x="311" y="41"/>
                    </a:lnTo>
                    <a:lnTo>
                      <a:pt x="349" y="27"/>
                    </a:lnTo>
                    <a:lnTo>
                      <a:pt x="387" y="15"/>
                    </a:lnTo>
                    <a:lnTo>
                      <a:pt x="427" y="7"/>
                    </a:lnTo>
                    <a:lnTo>
                      <a:pt x="470" y="3"/>
                    </a:lnTo>
                    <a:lnTo>
                      <a:pt x="513" y="0"/>
                    </a:lnTo>
                    <a:lnTo>
                      <a:pt x="571" y="3"/>
                    </a:lnTo>
                    <a:lnTo>
                      <a:pt x="630" y="11"/>
                    </a:lnTo>
                    <a:lnTo>
                      <a:pt x="690" y="24"/>
                    </a:lnTo>
                    <a:lnTo>
                      <a:pt x="749" y="45"/>
                    </a:lnTo>
                    <a:lnTo>
                      <a:pt x="805" y="69"/>
                    </a:lnTo>
                    <a:lnTo>
                      <a:pt x="862" y="99"/>
                    </a:lnTo>
                    <a:lnTo>
                      <a:pt x="915" y="134"/>
                    </a:lnTo>
                    <a:lnTo>
                      <a:pt x="965" y="174"/>
                    </a:lnTo>
                    <a:lnTo>
                      <a:pt x="1013" y="217"/>
                    </a:lnTo>
                    <a:lnTo>
                      <a:pt x="1056" y="265"/>
                    </a:lnTo>
                    <a:lnTo>
                      <a:pt x="1094" y="316"/>
                    </a:lnTo>
                    <a:lnTo>
                      <a:pt x="1128" y="371"/>
                    </a:lnTo>
                    <a:lnTo>
                      <a:pt x="1143" y="400"/>
                    </a:lnTo>
                    <a:lnTo>
                      <a:pt x="1155" y="429"/>
                    </a:lnTo>
                    <a:lnTo>
                      <a:pt x="1168" y="459"/>
                    </a:lnTo>
                    <a:lnTo>
                      <a:pt x="1177" y="490"/>
                    </a:lnTo>
                    <a:lnTo>
                      <a:pt x="1185" y="522"/>
                    </a:lnTo>
                    <a:lnTo>
                      <a:pt x="1192" y="553"/>
                    </a:lnTo>
                    <a:lnTo>
                      <a:pt x="1197" y="587"/>
                    </a:lnTo>
                    <a:lnTo>
                      <a:pt x="1199" y="620"/>
                    </a:lnTo>
                    <a:close/>
                  </a:path>
                </a:pathLst>
              </a:custGeom>
              <a:solidFill>
                <a:srgbClr val="4aff4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22" name="Freeform 144"/>
              <p:cNvSpPr/>
              <p:nvPr/>
            </p:nvSpPr>
            <p:spPr>
              <a:xfrm>
                <a:off x="4740480" y="4632120"/>
                <a:ext cx="661320" cy="611280"/>
              </a:xfrm>
              <a:custGeom>
                <a:avLst/>
                <a:gdLst>
                  <a:gd name="textAreaLeft" fmla="*/ 0 w 661320"/>
                  <a:gd name="textAreaRight" fmla="*/ 661680 w 661320"/>
                  <a:gd name="textAreaTop" fmla="*/ 0 h 611280"/>
                  <a:gd name="textAreaBottom" fmla="*/ 611640 h 611280"/>
                </a:gdLst>
                <a:ahLst/>
                <a:rect l="textAreaLeft" t="textAreaTop" r="textAreaRight" b="textAreaBottom"/>
                <a:pathLst>
                  <a:path w="1166" h="1078">
                    <a:moveTo>
                      <a:pt x="0" y="1078"/>
                    </a:moveTo>
                    <a:lnTo>
                      <a:pt x="12" y="1067"/>
                    </a:lnTo>
                    <a:lnTo>
                      <a:pt x="25" y="1054"/>
                    </a:lnTo>
                    <a:lnTo>
                      <a:pt x="36" y="1039"/>
                    </a:lnTo>
                    <a:lnTo>
                      <a:pt x="50" y="1022"/>
                    </a:lnTo>
                    <a:lnTo>
                      <a:pt x="63" y="1000"/>
                    </a:lnTo>
                    <a:lnTo>
                      <a:pt x="76" y="975"/>
                    </a:lnTo>
                    <a:lnTo>
                      <a:pt x="89" y="946"/>
                    </a:lnTo>
                    <a:lnTo>
                      <a:pt x="103" y="910"/>
                    </a:lnTo>
                    <a:lnTo>
                      <a:pt x="116" y="878"/>
                    </a:lnTo>
                    <a:lnTo>
                      <a:pt x="132" y="847"/>
                    </a:lnTo>
                    <a:lnTo>
                      <a:pt x="151" y="814"/>
                    </a:lnTo>
                    <a:lnTo>
                      <a:pt x="174" y="782"/>
                    </a:lnTo>
                    <a:lnTo>
                      <a:pt x="201" y="749"/>
                    </a:lnTo>
                    <a:lnTo>
                      <a:pt x="232" y="713"/>
                    </a:lnTo>
                    <a:lnTo>
                      <a:pt x="268" y="677"/>
                    </a:lnTo>
                    <a:lnTo>
                      <a:pt x="308" y="638"/>
                    </a:lnTo>
                    <a:lnTo>
                      <a:pt x="359" y="593"/>
                    </a:lnTo>
                    <a:lnTo>
                      <a:pt x="409" y="551"/>
                    </a:lnTo>
                    <a:lnTo>
                      <a:pt x="515" y="469"/>
                    </a:lnTo>
                    <a:lnTo>
                      <a:pt x="625" y="392"/>
                    </a:lnTo>
                    <a:lnTo>
                      <a:pt x="735" y="316"/>
                    </a:lnTo>
                    <a:lnTo>
                      <a:pt x="846" y="241"/>
                    </a:lnTo>
                    <a:lnTo>
                      <a:pt x="955" y="165"/>
                    </a:lnTo>
                    <a:lnTo>
                      <a:pt x="1063" y="85"/>
                    </a:lnTo>
                    <a:lnTo>
                      <a:pt x="1116" y="44"/>
                    </a:lnTo>
                    <a:lnTo>
                      <a:pt x="1166" y="0"/>
                    </a:lnTo>
                    <a:lnTo>
                      <a:pt x="1111" y="85"/>
                    </a:lnTo>
                    <a:lnTo>
                      <a:pt x="1052" y="167"/>
                    </a:lnTo>
                    <a:lnTo>
                      <a:pt x="992" y="248"/>
                    </a:lnTo>
                    <a:lnTo>
                      <a:pt x="929" y="327"/>
                    </a:lnTo>
                    <a:lnTo>
                      <a:pt x="863" y="403"/>
                    </a:lnTo>
                    <a:lnTo>
                      <a:pt x="795" y="477"/>
                    </a:lnTo>
                    <a:lnTo>
                      <a:pt x="725" y="548"/>
                    </a:lnTo>
                    <a:lnTo>
                      <a:pt x="652" y="619"/>
                    </a:lnTo>
                    <a:lnTo>
                      <a:pt x="579" y="685"/>
                    </a:lnTo>
                    <a:lnTo>
                      <a:pt x="502" y="749"/>
                    </a:lnTo>
                    <a:lnTo>
                      <a:pt x="423" y="811"/>
                    </a:lnTo>
                    <a:lnTo>
                      <a:pt x="343" y="870"/>
                    </a:lnTo>
                    <a:lnTo>
                      <a:pt x="260" y="926"/>
                    </a:lnTo>
                    <a:lnTo>
                      <a:pt x="174" y="980"/>
                    </a:lnTo>
                    <a:lnTo>
                      <a:pt x="89" y="1031"/>
                    </a:lnTo>
                    <a:lnTo>
                      <a:pt x="0" y="1078"/>
                    </a:lnTo>
                    <a:close/>
                  </a:path>
                </a:pathLst>
              </a:custGeom>
              <a:solidFill>
                <a:srgbClr val="005aa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23" name="Freeform 145"/>
              <p:cNvSpPr/>
              <p:nvPr/>
            </p:nvSpPr>
            <p:spPr>
              <a:xfrm>
                <a:off x="2999880" y="4109040"/>
                <a:ext cx="655560" cy="603360"/>
              </a:xfrm>
              <a:custGeom>
                <a:avLst/>
                <a:gdLst>
                  <a:gd name="textAreaLeft" fmla="*/ 0 w 655560"/>
                  <a:gd name="textAreaRight" fmla="*/ 655920 w 655560"/>
                  <a:gd name="textAreaTop" fmla="*/ 0 h 603360"/>
                  <a:gd name="textAreaBottom" fmla="*/ 603720 h 603360"/>
                </a:gdLst>
                <a:ahLst/>
                <a:rect l="textAreaLeft" t="textAreaTop" r="textAreaRight" b="textAreaBottom"/>
                <a:pathLst>
                  <a:path w="1155" h="1065">
                    <a:moveTo>
                      <a:pt x="1155" y="712"/>
                    </a:moveTo>
                    <a:lnTo>
                      <a:pt x="1153" y="749"/>
                    </a:lnTo>
                    <a:lnTo>
                      <a:pt x="1147" y="785"/>
                    </a:lnTo>
                    <a:lnTo>
                      <a:pt x="1139" y="818"/>
                    </a:lnTo>
                    <a:lnTo>
                      <a:pt x="1128" y="849"/>
                    </a:lnTo>
                    <a:lnTo>
                      <a:pt x="1113" y="879"/>
                    </a:lnTo>
                    <a:lnTo>
                      <a:pt x="1096" y="907"/>
                    </a:lnTo>
                    <a:lnTo>
                      <a:pt x="1077" y="932"/>
                    </a:lnTo>
                    <a:lnTo>
                      <a:pt x="1055" y="955"/>
                    </a:lnTo>
                    <a:lnTo>
                      <a:pt x="1031" y="977"/>
                    </a:lnTo>
                    <a:lnTo>
                      <a:pt x="1004" y="996"/>
                    </a:lnTo>
                    <a:lnTo>
                      <a:pt x="977" y="1013"/>
                    </a:lnTo>
                    <a:lnTo>
                      <a:pt x="947" y="1028"/>
                    </a:lnTo>
                    <a:lnTo>
                      <a:pt x="914" y="1039"/>
                    </a:lnTo>
                    <a:lnTo>
                      <a:pt x="881" y="1050"/>
                    </a:lnTo>
                    <a:lnTo>
                      <a:pt x="846" y="1057"/>
                    </a:lnTo>
                    <a:lnTo>
                      <a:pt x="811" y="1063"/>
                    </a:lnTo>
                    <a:lnTo>
                      <a:pt x="774" y="1065"/>
                    </a:lnTo>
                    <a:lnTo>
                      <a:pt x="736" y="1065"/>
                    </a:lnTo>
                    <a:lnTo>
                      <a:pt x="697" y="1063"/>
                    </a:lnTo>
                    <a:lnTo>
                      <a:pt x="658" y="1057"/>
                    </a:lnTo>
                    <a:lnTo>
                      <a:pt x="617" y="1049"/>
                    </a:lnTo>
                    <a:lnTo>
                      <a:pt x="576" y="1038"/>
                    </a:lnTo>
                    <a:lnTo>
                      <a:pt x="535" y="1026"/>
                    </a:lnTo>
                    <a:lnTo>
                      <a:pt x="494" y="1008"/>
                    </a:lnTo>
                    <a:lnTo>
                      <a:pt x="452" y="990"/>
                    </a:lnTo>
                    <a:lnTo>
                      <a:pt x="411" y="968"/>
                    </a:lnTo>
                    <a:lnTo>
                      <a:pt x="371" y="943"/>
                    </a:lnTo>
                    <a:lnTo>
                      <a:pt x="329" y="915"/>
                    </a:lnTo>
                    <a:lnTo>
                      <a:pt x="290" y="884"/>
                    </a:lnTo>
                    <a:lnTo>
                      <a:pt x="250" y="849"/>
                    </a:lnTo>
                    <a:lnTo>
                      <a:pt x="212" y="813"/>
                    </a:lnTo>
                    <a:lnTo>
                      <a:pt x="174" y="772"/>
                    </a:lnTo>
                    <a:lnTo>
                      <a:pt x="146" y="739"/>
                    </a:lnTo>
                    <a:lnTo>
                      <a:pt x="120" y="705"/>
                    </a:lnTo>
                    <a:lnTo>
                      <a:pt x="98" y="671"/>
                    </a:lnTo>
                    <a:lnTo>
                      <a:pt x="77" y="636"/>
                    </a:lnTo>
                    <a:lnTo>
                      <a:pt x="59" y="602"/>
                    </a:lnTo>
                    <a:lnTo>
                      <a:pt x="44" y="568"/>
                    </a:lnTo>
                    <a:lnTo>
                      <a:pt x="30" y="534"/>
                    </a:lnTo>
                    <a:lnTo>
                      <a:pt x="19" y="499"/>
                    </a:lnTo>
                    <a:lnTo>
                      <a:pt x="11" y="466"/>
                    </a:lnTo>
                    <a:lnTo>
                      <a:pt x="4" y="432"/>
                    </a:lnTo>
                    <a:lnTo>
                      <a:pt x="1" y="399"/>
                    </a:lnTo>
                    <a:lnTo>
                      <a:pt x="0" y="367"/>
                    </a:lnTo>
                    <a:lnTo>
                      <a:pt x="1" y="336"/>
                    </a:lnTo>
                    <a:lnTo>
                      <a:pt x="3" y="305"/>
                    </a:lnTo>
                    <a:lnTo>
                      <a:pt x="9" y="275"/>
                    </a:lnTo>
                    <a:lnTo>
                      <a:pt x="16" y="246"/>
                    </a:lnTo>
                    <a:lnTo>
                      <a:pt x="25" y="218"/>
                    </a:lnTo>
                    <a:lnTo>
                      <a:pt x="37" y="192"/>
                    </a:lnTo>
                    <a:lnTo>
                      <a:pt x="50" y="166"/>
                    </a:lnTo>
                    <a:lnTo>
                      <a:pt x="67" y="142"/>
                    </a:lnTo>
                    <a:lnTo>
                      <a:pt x="84" y="120"/>
                    </a:lnTo>
                    <a:lnTo>
                      <a:pt x="103" y="98"/>
                    </a:lnTo>
                    <a:lnTo>
                      <a:pt x="125" y="80"/>
                    </a:lnTo>
                    <a:lnTo>
                      <a:pt x="148" y="63"/>
                    </a:lnTo>
                    <a:lnTo>
                      <a:pt x="174" y="48"/>
                    </a:lnTo>
                    <a:lnTo>
                      <a:pt x="201" y="34"/>
                    </a:lnTo>
                    <a:lnTo>
                      <a:pt x="230" y="22"/>
                    </a:lnTo>
                    <a:lnTo>
                      <a:pt x="261" y="13"/>
                    </a:lnTo>
                    <a:lnTo>
                      <a:pt x="294" y="7"/>
                    </a:lnTo>
                    <a:lnTo>
                      <a:pt x="328" y="3"/>
                    </a:lnTo>
                    <a:lnTo>
                      <a:pt x="364" y="0"/>
                    </a:lnTo>
                    <a:lnTo>
                      <a:pt x="402" y="2"/>
                    </a:lnTo>
                    <a:lnTo>
                      <a:pt x="431" y="4"/>
                    </a:lnTo>
                    <a:lnTo>
                      <a:pt x="461" y="8"/>
                    </a:lnTo>
                    <a:lnTo>
                      <a:pt x="491" y="14"/>
                    </a:lnTo>
                    <a:lnTo>
                      <a:pt x="520" y="21"/>
                    </a:lnTo>
                    <a:lnTo>
                      <a:pt x="584" y="42"/>
                    </a:lnTo>
                    <a:lnTo>
                      <a:pt x="647" y="67"/>
                    </a:lnTo>
                    <a:lnTo>
                      <a:pt x="712" y="99"/>
                    </a:lnTo>
                    <a:lnTo>
                      <a:pt x="774" y="136"/>
                    </a:lnTo>
                    <a:lnTo>
                      <a:pt x="835" y="178"/>
                    </a:lnTo>
                    <a:lnTo>
                      <a:pt x="894" y="224"/>
                    </a:lnTo>
                    <a:lnTo>
                      <a:pt x="948" y="275"/>
                    </a:lnTo>
                    <a:lnTo>
                      <a:pt x="999" y="329"/>
                    </a:lnTo>
                    <a:lnTo>
                      <a:pt x="1022" y="358"/>
                    </a:lnTo>
                    <a:lnTo>
                      <a:pt x="1043" y="386"/>
                    </a:lnTo>
                    <a:lnTo>
                      <a:pt x="1063" y="417"/>
                    </a:lnTo>
                    <a:lnTo>
                      <a:pt x="1081" y="447"/>
                    </a:lnTo>
                    <a:lnTo>
                      <a:pt x="1099" y="478"/>
                    </a:lnTo>
                    <a:lnTo>
                      <a:pt x="1114" y="511"/>
                    </a:lnTo>
                    <a:lnTo>
                      <a:pt x="1126" y="543"/>
                    </a:lnTo>
                    <a:lnTo>
                      <a:pt x="1137" y="576"/>
                    </a:lnTo>
                    <a:lnTo>
                      <a:pt x="1145" y="610"/>
                    </a:lnTo>
                    <a:lnTo>
                      <a:pt x="1151" y="643"/>
                    </a:lnTo>
                    <a:lnTo>
                      <a:pt x="1154" y="678"/>
                    </a:lnTo>
                    <a:lnTo>
                      <a:pt x="1155" y="712"/>
                    </a:lnTo>
                    <a:close/>
                  </a:path>
                </a:pathLst>
              </a:custGeom>
              <a:solidFill>
                <a:srgbClr val="1eff1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24" name="Freeform 146"/>
              <p:cNvSpPr/>
              <p:nvPr/>
            </p:nvSpPr>
            <p:spPr>
              <a:xfrm>
                <a:off x="4159440" y="2853000"/>
                <a:ext cx="646560" cy="618120"/>
              </a:xfrm>
              <a:custGeom>
                <a:avLst/>
                <a:gdLst>
                  <a:gd name="textAreaLeft" fmla="*/ 0 w 646560"/>
                  <a:gd name="textAreaRight" fmla="*/ 646920 w 646560"/>
                  <a:gd name="textAreaTop" fmla="*/ 0 h 618120"/>
                  <a:gd name="textAreaBottom" fmla="*/ 618480 h 618120"/>
                </a:gdLst>
                <a:ahLst/>
                <a:rect l="textAreaLeft" t="textAreaTop" r="textAreaRight" b="textAreaBottom"/>
                <a:pathLst>
                  <a:path w="1142" h="1091">
                    <a:moveTo>
                      <a:pt x="1142" y="591"/>
                    </a:moveTo>
                    <a:lnTo>
                      <a:pt x="1142" y="632"/>
                    </a:lnTo>
                    <a:lnTo>
                      <a:pt x="1140" y="674"/>
                    </a:lnTo>
                    <a:lnTo>
                      <a:pt x="1134" y="713"/>
                    </a:lnTo>
                    <a:lnTo>
                      <a:pt x="1125" y="751"/>
                    </a:lnTo>
                    <a:lnTo>
                      <a:pt x="1113" y="787"/>
                    </a:lnTo>
                    <a:lnTo>
                      <a:pt x="1099" y="821"/>
                    </a:lnTo>
                    <a:lnTo>
                      <a:pt x="1082" y="855"/>
                    </a:lnTo>
                    <a:lnTo>
                      <a:pt x="1062" y="886"/>
                    </a:lnTo>
                    <a:lnTo>
                      <a:pt x="1040" y="915"/>
                    </a:lnTo>
                    <a:lnTo>
                      <a:pt x="1017" y="942"/>
                    </a:lnTo>
                    <a:lnTo>
                      <a:pt x="991" y="968"/>
                    </a:lnTo>
                    <a:lnTo>
                      <a:pt x="963" y="991"/>
                    </a:lnTo>
                    <a:lnTo>
                      <a:pt x="933" y="1012"/>
                    </a:lnTo>
                    <a:lnTo>
                      <a:pt x="902" y="1031"/>
                    </a:lnTo>
                    <a:lnTo>
                      <a:pt x="869" y="1047"/>
                    </a:lnTo>
                    <a:lnTo>
                      <a:pt x="834" y="1061"/>
                    </a:lnTo>
                    <a:lnTo>
                      <a:pt x="799" y="1073"/>
                    </a:lnTo>
                    <a:lnTo>
                      <a:pt x="762" y="1081"/>
                    </a:lnTo>
                    <a:lnTo>
                      <a:pt x="723" y="1088"/>
                    </a:lnTo>
                    <a:lnTo>
                      <a:pt x="683" y="1091"/>
                    </a:lnTo>
                    <a:lnTo>
                      <a:pt x="644" y="1091"/>
                    </a:lnTo>
                    <a:lnTo>
                      <a:pt x="604" y="1089"/>
                    </a:lnTo>
                    <a:lnTo>
                      <a:pt x="562" y="1084"/>
                    </a:lnTo>
                    <a:lnTo>
                      <a:pt x="521" y="1075"/>
                    </a:lnTo>
                    <a:lnTo>
                      <a:pt x="478" y="1063"/>
                    </a:lnTo>
                    <a:lnTo>
                      <a:pt x="437" y="1048"/>
                    </a:lnTo>
                    <a:lnTo>
                      <a:pt x="394" y="1031"/>
                    </a:lnTo>
                    <a:lnTo>
                      <a:pt x="353" y="1009"/>
                    </a:lnTo>
                    <a:lnTo>
                      <a:pt x="310" y="984"/>
                    </a:lnTo>
                    <a:lnTo>
                      <a:pt x="269" y="955"/>
                    </a:lnTo>
                    <a:lnTo>
                      <a:pt x="227" y="923"/>
                    </a:lnTo>
                    <a:lnTo>
                      <a:pt x="187" y="887"/>
                    </a:lnTo>
                    <a:lnTo>
                      <a:pt x="155" y="855"/>
                    </a:lnTo>
                    <a:lnTo>
                      <a:pt x="126" y="821"/>
                    </a:lnTo>
                    <a:lnTo>
                      <a:pt x="100" y="788"/>
                    </a:lnTo>
                    <a:lnTo>
                      <a:pt x="77" y="752"/>
                    </a:lnTo>
                    <a:lnTo>
                      <a:pt x="58" y="717"/>
                    </a:lnTo>
                    <a:lnTo>
                      <a:pt x="42" y="681"/>
                    </a:lnTo>
                    <a:lnTo>
                      <a:pt x="28" y="644"/>
                    </a:lnTo>
                    <a:lnTo>
                      <a:pt x="16" y="607"/>
                    </a:lnTo>
                    <a:lnTo>
                      <a:pt x="8" y="570"/>
                    </a:lnTo>
                    <a:lnTo>
                      <a:pt x="4" y="533"/>
                    </a:lnTo>
                    <a:lnTo>
                      <a:pt x="0" y="497"/>
                    </a:lnTo>
                    <a:lnTo>
                      <a:pt x="1" y="460"/>
                    </a:lnTo>
                    <a:lnTo>
                      <a:pt x="4" y="423"/>
                    </a:lnTo>
                    <a:lnTo>
                      <a:pt x="9" y="388"/>
                    </a:lnTo>
                    <a:lnTo>
                      <a:pt x="16" y="353"/>
                    </a:lnTo>
                    <a:lnTo>
                      <a:pt x="28" y="319"/>
                    </a:lnTo>
                    <a:lnTo>
                      <a:pt x="41" y="286"/>
                    </a:lnTo>
                    <a:lnTo>
                      <a:pt x="56" y="253"/>
                    </a:lnTo>
                    <a:lnTo>
                      <a:pt x="73" y="222"/>
                    </a:lnTo>
                    <a:lnTo>
                      <a:pt x="92" y="194"/>
                    </a:lnTo>
                    <a:lnTo>
                      <a:pt x="115" y="166"/>
                    </a:lnTo>
                    <a:lnTo>
                      <a:pt x="140" y="139"/>
                    </a:lnTo>
                    <a:lnTo>
                      <a:pt x="166" y="115"/>
                    </a:lnTo>
                    <a:lnTo>
                      <a:pt x="194" y="93"/>
                    </a:lnTo>
                    <a:lnTo>
                      <a:pt x="225" y="73"/>
                    </a:lnTo>
                    <a:lnTo>
                      <a:pt x="257" y="54"/>
                    </a:lnTo>
                    <a:lnTo>
                      <a:pt x="293" y="38"/>
                    </a:lnTo>
                    <a:lnTo>
                      <a:pt x="329" y="25"/>
                    </a:lnTo>
                    <a:lnTo>
                      <a:pt x="368" y="15"/>
                    </a:lnTo>
                    <a:lnTo>
                      <a:pt x="408" y="7"/>
                    </a:lnTo>
                    <a:lnTo>
                      <a:pt x="450" y="2"/>
                    </a:lnTo>
                    <a:lnTo>
                      <a:pt x="493" y="0"/>
                    </a:lnTo>
                    <a:lnTo>
                      <a:pt x="553" y="2"/>
                    </a:lnTo>
                    <a:lnTo>
                      <a:pt x="613" y="12"/>
                    </a:lnTo>
                    <a:lnTo>
                      <a:pt x="672" y="27"/>
                    </a:lnTo>
                    <a:lnTo>
                      <a:pt x="729" y="47"/>
                    </a:lnTo>
                    <a:lnTo>
                      <a:pt x="784" y="74"/>
                    </a:lnTo>
                    <a:lnTo>
                      <a:pt x="837" y="104"/>
                    </a:lnTo>
                    <a:lnTo>
                      <a:pt x="886" y="138"/>
                    </a:lnTo>
                    <a:lnTo>
                      <a:pt x="933" y="177"/>
                    </a:lnTo>
                    <a:lnTo>
                      <a:pt x="976" y="220"/>
                    </a:lnTo>
                    <a:lnTo>
                      <a:pt x="1015" y="266"/>
                    </a:lnTo>
                    <a:lnTo>
                      <a:pt x="1050" y="316"/>
                    </a:lnTo>
                    <a:lnTo>
                      <a:pt x="1080" y="366"/>
                    </a:lnTo>
                    <a:lnTo>
                      <a:pt x="1104" y="421"/>
                    </a:lnTo>
                    <a:lnTo>
                      <a:pt x="1122" y="476"/>
                    </a:lnTo>
                    <a:lnTo>
                      <a:pt x="1135" y="533"/>
                    </a:lnTo>
                    <a:lnTo>
                      <a:pt x="1140" y="562"/>
                    </a:lnTo>
                    <a:lnTo>
                      <a:pt x="1142" y="591"/>
                    </a:lnTo>
                    <a:close/>
                  </a:path>
                </a:pathLst>
              </a:custGeom>
              <a:solidFill>
                <a:srgbClr val="50ff5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25" name="Freeform 147"/>
              <p:cNvSpPr/>
              <p:nvPr/>
            </p:nvSpPr>
            <p:spPr>
              <a:xfrm>
                <a:off x="3009960" y="4120560"/>
                <a:ext cx="632880" cy="578520"/>
              </a:xfrm>
              <a:custGeom>
                <a:avLst/>
                <a:gdLst>
                  <a:gd name="textAreaLeft" fmla="*/ 0 w 632880"/>
                  <a:gd name="textAreaRight" fmla="*/ 633240 w 632880"/>
                  <a:gd name="textAreaTop" fmla="*/ 0 h 578520"/>
                  <a:gd name="textAreaBottom" fmla="*/ 578880 h 578520"/>
                </a:gdLst>
                <a:ahLst/>
                <a:rect l="textAreaLeft" t="textAreaTop" r="textAreaRight" b="textAreaBottom"/>
                <a:pathLst>
                  <a:path w="1115" h="1021">
                    <a:moveTo>
                      <a:pt x="1115" y="692"/>
                    </a:moveTo>
                    <a:lnTo>
                      <a:pt x="1113" y="727"/>
                    </a:lnTo>
                    <a:lnTo>
                      <a:pt x="1107" y="759"/>
                    </a:lnTo>
                    <a:lnTo>
                      <a:pt x="1099" y="790"/>
                    </a:lnTo>
                    <a:lnTo>
                      <a:pt x="1088" y="820"/>
                    </a:lnTo>
                    <a:lnTo>
                      <a:pt x="1074" y="847"/>
                    </a:lnTo>
                    <a:lnTo>
                      <a:pt x="1057" y="873"/>
                    </a:lnTo>
                    <a:lnTo>
                      <a:pt x="1038" y="896"/>
                    </a:lnTo>
                    <a:lnTo>
                      <a:pt x="1017" y="918"/>
                    </a:lnTo>
                    <a:lnTo>
                      <a:pt x="993" y="938"/>
                    </a:lnTo>
                    <a:lnTo>
                      <a:pt x="968" y="956"/>
                    </a:lnTo>
                    <a:lnTo>
                      <a:pt x="941" y="972"/>
                    </a:lnTo>
                    <a:lnTo>
                      <a:pt x="913" y="985"/>
                    </a:lnTo>
                    <a:lnTo>
                      <a:pt x="881" y="996"/>
                    </a:lnTo>
                    <a:lnTo>
                      <a:pt x="850" y="1006"/>
                    </a:lnTo>
                    <a:lnTo>
                      <a:pt x="817" y="1014"/>
                    </a:lnTo>
                    <a:lnTo>
                      <a:pt x="782" y="1018"/>
                    </a:lnTo>
                    <a:lnTo>
                      <a:pt x="747" y="1021"/>
                    </a:lnTo>
                    <a:lnTo>
                      <a:pt x="710" y="1021"/>
                    </a:lnTo>
                    <a:lnTo>
                      <a:pt x="673" y="1018"/>
                    </a:lnTo>
                    <a:lnTo>
                      <a:pt x="635" y="1014"/>
                    </a:lnTo>
                    <a:lnTo>
                      <a:pt x="597" y="1007"/>
                    </a:lnTo>
                    <a:lnTo>
                      <a:pt x="558" y="998"/>
                    </a:lnTo>
                    <a:lnTo>
                      <a:pt x="519" y="985"/>
                    </a:lnTo>
                    <a:lnTo>
                      <a:pt x="479" y="970"/>
                    </a:lnTo>
                    <a:lnTo>
                      <a:pt x="440" y="953"/>
                    </a:lnTo>
                    <a:lnTo>
                      <a:pt x="401" y="932"/>
                    </a:lnTo>
                    <a:lnTo>
                      <a:pt x="362" y="910"/>
                    </a:lnTo>
                    <a:lnTo>
                      <a:pt x="323" y="884"/>
                    </a:lnTo>
                    <a:lnTo>
                      <a:pt x="285" y="855"/>
                    </a:lnTo>
                    <a:lnTo>
                      <a:pt x="248" y="824"/>
                    </a:lnTo>
                    <a:lnTo>
                      <a:pt x="211" y="789"/>
                    </a:lnTo>
                    <a:lnTo>
                      <a:pt x="175" y="752"/>
                    </a:lnTo>
                    <a:lnTo>
                      <a:pt x="148" y="720"/>
                    </a:lnTo>
                    <a:lnTo>
                      <a:pt x="122" y="688"/>
                    </a:lnTo>
                    <a:lnTo>
                      <a:pt x="99" y="654"/>
                    </a:lnTo>
                    <a:lnTo>
                      <a:pt x="79" y="621"/>
                    </a:lnTo>
                    <a:lnTo>
                      <a:pt x="61" y="587"/>
                    </a:lnTo>
                    <a:lnTo>
                      <a:pt x="45" y="554"/>
                    </a:lnTo>
                    <a:lnTo>
                      <a:pt x="32" y="522"/>
                    </a:lnTo>
                    <a:lnTo>
                      <a:pt x="21" y="488"/>
                    </a:lnTo>
                    <a:lnTo>
                      <a:pt x="13" y="455"/>
                    </a:lnTo>
                    <a:lnTo>
                      <a:pt x="6" y="423"/>
                    </a:lnTo>
                    <a:lnTo>
                      <a:pt x="3" y="390"/>
                    </a:lnTo>
                    <a:lnTo>
                      <a:pt x="0" y="359"/>
                    </a:lnTo>
                    <a:lnTo>
                      <a:pt x="0" y="328"/>
                    </a:lnTo>
                    <a:lnTo>
                      <a:pt x="3" y="298"/>
                    </a:lnTo>
                    <a:lnTo>
                      <a:pt x="7" y="270"/>
                    </a:lnTo>
                    <a:lnTo>
                      <a:pt x="14" y="242"/>
                    </a:lnTo>
                    <a:lnTo>
                      <a:pt x="23" y="214"/>
                    </a:lnTo>
                    <a:lnTo>
                      <a:pt x="34" y="188"/>
                    </a:lnTo>
                    <a:lnTo>
                      <a:pt x="46" y="164"/>
                    </a:lnTo>
                    <a:lnTo>
                      <a:pt x="61" y="141"/>
                    </a:lnTo>
                    <a:lnTo>
                      <a:pt x="79" y="117"/>
                    </a:lnTo>
                    <a:lnTo>
                      <a:pt x="97" y="98"/>
                    </a:lnTo>
                    <a:lnTo>
                      <a:pt x="118" y="78"/>
                    </a:lnTo>
                    <a:lnTo>
                      <a:pt x="141" y="62"/>
                    </a:lnTo>
                    <a:lnTo>
                      <a:pt x="165" y="46"/>
                    </a:lnTo>
                    <a:lnTo>
                      <a:pt x="191" y="33"/>
                    </a:lnTo>
                    <a:lnTo>
                      <a:pt x="219" y="22"/>
                    </a:lnTo>
                    <a:lnTo>
                      <a:pt x="249" y="13"/>
                    </a:lnTo>
                    <a:lnTo>
                      <a:pt x="281" y="6"/>
                    </a:lnTo>
                    <a:lnTo>
                      <a:pt x="315" y="1"/>
                    </a:lnTo>
                    <a:lnTo>
                      <a:pt x="349" y="0"/>
                    </a:lnTo>
                    <a:lnTo>
                      <a:pt x="386" y="0"/>
                    </a:lnTo>
                    <a:lnTo>
                      <a:pt x="414" y="2"/>
                    </a:lnTo>
                    <a:lnTo>
                      <a:pt x="441" y="6"/>
                    </a:lnTo>
                    <a:lnTo>
                      <a:pt x="471" y="11"/>
                    </a:lnTo>
                    <a:lnTo>
                      <a:pt x="500" y="18"/>
                    </a:lnTo>
                    <a:lnTo>
                      <a:pt x="531" y="28"/>
                    </a:lnTo>
                    <a:lnTo>
                      <a:pt x="561" y="38"/>
                    </a:lnTo>
                    <a:lnTo>
                      <a:pt x="623" y="63"/>
                    </a:lnTo>
                    <a:lnTo>
                      <a:pt x="684" y="94"/>
                    </a:lnTo>
                    <a:lnTo>
                      <a:pt x="747" y="130"/>
                    </a:lnTo>
                    <a:lnTo>
                      <a:pt x="805" y="172"/>
                    </a:lnTo>
                    <a:lnTo>
                      <a:pt x="863" y="217"/>
                    </a:lnTo>
                    <a:lnTo>
                      <a:pt x="916" y="266"/>
                    </a:lnTo>
                    <a:lnTo>
                      <a:pt x="966" y="319"/>
                    </a:lnTo>
                    <a:lnTo>
                      <a:pt x="987" y="347"/>
                    </a:lnTo>
                    <a:lnTo>
                      <a:pt x="1009" y="376"/>
                    </a:lnTo>
                    <a:lnTo>
                      <a:pt x="1029" y="404"/>
                    </a:lnTo>
                    <a:lnTo>
                      <a:pt x="1046" y="434"/>
                    </a:lnTo>
                    <a:lnTo>
                      <a:pt x="1062" y="465"/>
                    </a:lnTo>
                    <a:lnTo>
                      <a:pt x="1076" y="496"/>
                    </a:lnTo>
                    <a:lnTo>
                      <a:pt x="1089" y="528"/>
                    </a:lnTo>
                    <a:lnTo>
                      <a:pt x="1099" y="560"/>
                    </a:lnTo>
                    <a:lnTo>
                      <a:pt x="1106" y="593"/>
                    </a:lnTo>
                    <a:lnTo>
                      <a:pt x="1112" y="626"/>
                    </a:lnTo>
                    <a:lnTo>
                      <a:pt x="1115" y="659"/>
                    </a:lnTo>
                    <a:lnTo>
                      <a:pt x="1115" y="692"/>
                    </a:lnTo>
                    <a:close/>
                  </a:path>
                </a:pathLst>
              </a:custGeom>
              <a:solidFill>
                <a:srgbClr val="2bff2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26" name="Freeform 148"/>
              <p:cNvSpPr/>
              <p:nvPr/>
            </p:nvSpPr>
            <p:spPr>
              <a:xfrm>
                <a:off x="3021480" y="4130640"/>
                <a:ext cx="609120" cy="561240"/>
              </a:xfrm>
              <a:custGeom>
                <a:avLst/>
                <a:gdLst>
                  <a:gd name="textAreaLeft" fmla="*/ 0 w 609120"/>
                  <a:gd name="textAreaRight" fmla="*/ 609480 w 609120"/>
                  <a:gd name="textAreaTop" fmla="*/ 0 h 561240"/>
                  <a:gd name="textAreaBottom" fmla="*/ 561600 h 561240"/>
                </a:gdLst>
                <a:ahLst/>
                <a:rect l="textAreaLeft" t="textAreaTop" r="textAreaRight" b="textAreaBottom"/>
                <a:pathLst>
                  <a:path w="1075" h="991">
                    <a:moveTo>
                      <a:pt x="1075" y="675"/>
                    </a:moveTo>
                    <a:lnTo>
                      <a:pt x="1072" y="709"/>
                    </a:lnTo>
                    <a:lnTo>
                      <a:pt x="1066" y="740"/>
                    </a:lnTo>
                    <a:lnTo>
                      <a:pt x="1057" y="770"/>
                    </a:lnTo>
                    <a:lnTo>
                      <a:pt x="1047" y="797"/>
                    </a:lnTo>
                    <a:lnTo>
                      <a:pt x="1033" y="824"/>
                    </a:lnTo>
                    <a:lnTo>
                      <a:pt x="1018" y="848"/>
                    </a:lnTo>
                    <a:lnTo>
                      <a:pt x="1000" y="871"/>
                    </a:lnTo>
                    <a:lnTo>
                      <a:pt x="979" y="892"/>
                    </a:lnTo>
                    <a:lnTo>
                      <a:pt x="957" y="910"/>
                    </a:lnTo>
                    <a:lnTo>
                      <a:pt x="933" y="928"/>
                    </a:lnTo>
                    <a:lnTo>
                      <a:pt x="908" y="943"/>
                    </a:lnTo>
                    <a:lnTo>
                      <a:pt x="880" y="956"/>
                    </a:lnTo>
                    <a:lnTo>
                      <a:pt x="851" y="967"/>
                    </a:lnTo>
                    <a:lnTo>
                      <a:pt x="821" y="976"/>
                    </a:lnTo>
                    <a:lnTo>
                      <a:pt x="789" y="983"/>
                    </a:lnTo>
                    <a:lnTo>
                      <a:pt x="757" y="988"/>
                    </a:lnTo>
                    <a:lnTo>
                      <a:pt x="722" y="990"/>
                    </a:lnTo>
                    <a:lnTo>
                      <a:pt x="687" y="991"/>
                    </a:lnTo>
                    <a:lnTo>
                      <a:pt x="652" y="989"/>
                    </a:lnTo>
                    <a:lnTo>
                      <a:pt x="616" y="984"/>
                    </a:lnTo>
                    <a:lnTo>
                      <a:pt x="579" y="977"/>
                    </a:lnTo>
                    <a:lnTo>
                      <a:pt x="542" y="968"/>
                    </a:lnTo>
                    <a:lnTo>
                      <a:pt x="505" y="956"/>
                    </a:lnTo>
                    <a:lnTo>
                      <a:pt x="467" y="943"/>
                    </a:lnTo>
                    <a:lnTo>
                      <a:pt x="429" y="926"/>
                    </a:lnTo>
                    <a:lnTo>
                      <a:pt x="393" y="907"/>
                    </a:lnTo>
                    <a:lnTo>
                      <a:pt x="356" y="885"/>
                    </a:lnTo>
                    <a:lnTo>
                      <a:pt x="318" y="861"/>
                    </a:lnTo>
                    <a:lnTo>
                      <a:pt x="282" y="833"/>
                    </a:lnTo>
                    <a:lnTo>
                      <a:pt x="246" y="803"/>
                    </a:lnTo>
                    <a:lnTo>
                      <a:pt x="211" y="771"/>
                    </a:lnTo>
                    <a:lnTo>
                      <a:pt x="176" y="735"/>
                    </a:lnTo>
                    <a:lnTo>
                      <a:pt x="148" y="704"/>
                    </a:lnTo>
                    <a:lnTo>
                      <a:pt x="123" y="672"/>
                    </a:lnTo>
                    <a:lnTo>
                      <a:pt x="101" y="640"/>
                    </a:lnTo>
                    <a:lnTo>
                      <a:pt x="80" y="607"/>
                    </a:lnTo>
                    <a:lnTo>
                      <a:pt x="62" y="575"/>
                    </a:lnTo>
                    <a:lnTo>
                      <a:pt x="47" y="543"/>
                    </a:lnTo>
                    <a:lnTo>
                      <a:pt x="33" y="511"/>
                    </a:lnTo>
                    <a:lnTo>
                      <a:pt x="22" y="478"/>
                    </a:lnTo>
                    <a:lnTo>
                      <a:pt x="14" y="446"/>
                    </a:lnTo>
                    <a:lnTo>
                      <a:pt x="7" y="415"/>
                    </a:lnTo>
                    <a:lnTo>
                      <a:pt x="2" y="384"/>
                    </a:lnTo>
                    <a:lnTo>
                      <a:pt x="0" y="353"/>
                    </a:lnTo>
                    <a:lnTo>
                      <a:pt x="0" y="323"/>
                    </a:lnTo>
                    <a:lnTo>
                      <a:pt x="2" y="294"/>
                    </a:lnTo>
                    <a:lnTo>
                      <a:pt x="6" y="265"/>
                    </a:lnTo>
                    <a:lnTo>
                      <a:pt x="11" y="238"/>
                    </a:lnTo>
                    <a:lnTo>
                      <a:pt x="19" y="211"/>
                    </a:lnTo>
                    <a:lnTo>
                      <a:pt x="30" y="186"/>
                    </a:lnTo>
                    <a:lnTo>
                      <a:pt x="42" y="162"/>
                    </a:lnTo>
                    <a:lnTo>
                      <a:pt x="56" y="138"/>
                    </a:lnTo>
                    <a:lnTo>
                      <a:pt x="72" y="118"/>
                    </a:lnTo>
                    <a:lnTo>
                      <a:pt x="90" y="97"/>
                    </a:lnTo>
                    <a:lnTo>
                      <a:pt x="110" y="79"/>
                    </a:lnTo>
                    <a:lnTo>
                      <a:pt x="131" y="62"/>
                    </a:lnTo>
                    <a:lnTo>
                      <a:pt x="155" y="47"/>
                    </a:lnTo>
                    <a:lnTo>
                      <a:pt x="181" y="34"/>
                    </a:lnTo>
                    <a:lnTo>
                      <a:pt x="207" y="23"/>
                    </a:lnTo>
                    <a:lnTo>
                      <a:pt x="236" y="14"/>
                    </a:lnTo>
                    <a:lnTo>
                      <a:pt x="267" y="7"/>
                    </a:lnTo>
                    <a:lnTo>
                      <a:pt x="299" y="3"/>
                    </a:lnTo>
                    <a:lnTo>
                      <a:pt x="333" y="0"/>
                    </a:lnTo>
                    <a:lnTo>
                      <a:pt x="368" y="0"/>
                    </a:lnTo>
                    <a:lnTo>
                      <a:pt x="397" y="3"/>
                    </a:lnTo>
                    <a:lnTo>
                      <a:pt x="427" y="6"/>
                    </a:lnTo>
                    <a:lnTo>
                      <a:pt x="457" y="12"/>
                    </a:lnTo>
                    <a:lnTo>
                      <a:pt x="487" y="20"/>
                    </a:lnTo>
                    <a:lnTo>
                      <a:pt x="548" y="39"/>
                    </a:lnTo>
                    <a:lnTo>
                      <a:pt x="609" y="66"/>
                    </a:lnTo>
                    <a:lnTo>
                      <a:pt x="670" y="98"/>
                    </a:lnTo>
                    <a:lnTo>
                      <a:pt x="729" y="135"/>
                    </a:lnTo>
                    <a:lnTo>
                      <a:pt x="787" y="176"/>
                    </a:lnTo>
                    <a:lnTo>
                      <a:pt x="841" y="223"/>
                    </a:lnTo>
                    <a:lnTo>
                      <a:pt x="891" y="272"/>
                    </a:lnTo>
                    <a:lnTo>
                      <a:pt x="937" y="324"/>
                    </a:lnTo>
                    <a:lnTo>
                      <a:pt x="978" y="379"/>
                    </a:lnTo>
                    <a:lnTo>
                      <a:pt x="996" y="408"/>
                    </a:lnTo>
                    <a:lnTo>
                      <a:pt x="1012" y="437"/>
                    </a:lnTo>
                    <a:lnTo>
                      <a:pt x="1027" y="466"/>
                    </a:lnTo>
                    <a:lnTo>
                      <a:pt x="1040" y="496"/>
                    </a:lnTo>
                    <a:lnTo>
                      <a:pt x="1052" y="524"/>
                    </a:lnTo>
                    <a:lnTo>
                      <a:pt x="1061" y="554"/>
                    </a:lnTo>
                    <a:lnTo>
                      <a:pt x="1068" y="585"/>
                    </a:lnTo>
                    <a:lnTo>
                      <a:pt x="1072" y="615"/>
                    </a:lnTo>
                    <a:lnTo>
                      <a:pt x="1075" y="645"/>
                    </a:lnTo>
                    <a:lnTo>
                      <a:pt x="1075" y="675"/>
                    </a:lnTo>
                    <a:close/>
                  </a:path>
                </a:pathLst>
              </a:custGeom>
              <a:solidFill>
                <a:srgbClr val="34ff3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27" name="Freeform 149"/>
              <p:cNvSpPr/>
              <p:nvPr/>
            </p:nvSpPr>
            <p:spPr>
              <a:xfrm>
                <a:off x="4174200" y="2868840"/>
                <a:ext cx="613440" cy="589680"/>
              </a:xfrm>
              <a:custGeom>
                <a:avLst/>
                <a:gdLst>
                  <a:gd name="textAreaLeft" fmla="*/ 0 w 613440"/>
                  <a:gd name="textAreaRight" fmla="*/ 613800 w 613440"/>
                  <a:gd name="textAreaTop" fmla="*/ 0 h 589680"/>
                  <a:gd name="textAreaBottom" fmla="*/ 590040 h 589680"/>
                </a:gdLst>
                <a:ahLst/>
                <a:rect l="textAreaLeft" t="textAreaTop" r="textAreaRight" b="textAreaBottom"/>
                <a:pathLst>
                  <a:path w="1082" h="1039">
                    <a:moveTo>
                      <a:pt x="1080" y="561"/>
                    </a:moveTo>
                    <a:lnTo>
                      <a:pt x="1082" y="601"/>
                    </a:lnTo>
                    <a:lnTo>
                      <a:pt x="1080" y="642"/>
                    </a:lnTo>
                    <a:lnTo>
                      <a:pt x="1076" y="680"/>
                    </a:lnTo>
                    <a:lnTo>
                      <a:pt x="1068" y="715"/>
                    </a:lnTo>
                    <a:lnTo>
                      <a:pt x="1057" y="751"/>
                    </a:lnTo>
                    <a:lnTo>
                      <a:pt x="1045" y="785"/>
                    </a:lnTo>
                    <a:lnTo>
                      <a:pt x="1030" y="816"/>
                    </a:lnTo>
                    <a:lnTo>
                      <a:pt x="1011" y="846"/>
                    </a:lnTo>
                    <a:lnTo>
                      <a:pt x="992" y="873"/>
                    </a:lnTo>
                    <a:lnTo>
                      <a:pt x="969" y="900"/>
                    </a:lnTo>
                    <a:lnTo>
                      <a:pt x="944" y="924"/>
                    </a:lnTo>
                    <a:lnTo>
                      <a:pt x="919" y="946"/>
                    </a:lnTo>
                    <a:lnTo>
                      <a:pt x="890" y="965"/>
                    </a:lnTo>
                    <a:lnTo>
                      <a:pt x="860" y="984"/>
                    </a:lnTo>
                    <a:lnTo>
                      <a:pt x="829" y="999"/>
                    </a:lnTo>
                    <a:lnTo>
                      <a:pt x="797" y="1011"/>
                    </a:lnTo>
                    <a:lnTo>
                      <a:pt x="762" y="1023"/>
                    </a:lnTo>
                    <a:lnTo>
                      <a:pt x="728" y="1031"/>
                    </a:lnTo>
                    <a:lnTo>
                      <a:pt x="691" y="1036"/>
                    </a:lnTo>
                    <a:lnTo>
                      <a:pt x="653" y="1039"/>
                    </a:lnTo>
                    <a:lnTo>
                      <a:pt x="615" y="1039"/>
                    </a:lnTo>
                    <a:lnTo>
                      <a:pt x="576" y="1036"/>
                    </a:lnTo>
                    <a:lnTo>
                      <a:pt x="537" y="1030"/>
                    </a:lnTo>
                    <a:lnTo>
                      <a:pt x="495" y="1022"/>
                    </a:lnTo>
                    <a:lnTo>
                      <a:pt x="455" y="1010"/>
                    </a:lnTo>
                    <a:lnTo>
                      <a:pt x="413" y="995"/>
                    </a:lnTo>
                    <a:lnTo>
                      <a:pt x="373" y="977"/>
                    </a:lnTo>
                    <a:lnTo>
                      <a:pt x="332" y="956"/>
                    </a:lnTo>
                    <a:lnTo>
                      <a:pt x="290" y="931"/>
                    </a:lnTo>
                    <a:lnTo>
                      <a:pt x="249" y="903"/>
                    </a:lnTo>
                    <a:lnTo>
                      <a:pt x="207" y="871"/>
                    </a:lnTo>
                    <a:lnTo>
                      <a:pt x="167" y="836"/>
                    </a:lnTo>
                    <a:lnTo>
                      <a:pt x="137" y="805"/>
                    </a:lnTo>
                    <a:lnTo>
                      <a:pt x="111" y="772"/>
                    </a:lnTo>
                    <a:lnTo>
                      <a:pt x="85" y="734"/>
                    </a:lnTo>
                    <a:lnTo>
                      <a:pt x="63" y="692"/>
                    </a:lnTo>
                    <a:lnTo>
                      <a:pt x="45" y="647"/>
                    </a:lnTo>
                    <a:lnTo>
                      <a:pt x="28" y="600"/>
                    </a:lnTo>
                    <a:lnTo>
                      <a:pt x="14" y="548"/>
                    </a:lnTo>
                    <a:lnTo>
                      <a:pt x="3" y="494"/>
                    </a:lnTo>
                    <a:lnTo>
                      <a:pt x="2" y="461"/>
                    </a:lnTo>
                    <a:lnTo>
                      <a:pt x="0" y="427"/>
                    </a:lnTo>
                    <a:lnTo>
                      <a:pt x="7" y="379"/>
                    </a:lnTo>
                    <a:lnTo>
                      <a:pt x="16" y="333"/>
                    </a:lnTo>
                    <a:lnTo>
                      <a:pt x="29" y="290"/>
                    </a:lnTo>
                    <a:lnTo>
                      <a:pt x="45" y="251"/>
                    </a:lnTo>
                    <a:lnTo>
                      <a:pt x="63" y="214"/>
                    </a:lnTo>
                    <a:lnTo>
                      <a:pt x="84" y="181"/>
                    </a:lnTo>
                    <a:lnTo>
                      <a:pt x="107" y="151"/>
                    </a:lnTo>
                    <a:lnTo>
                      <a:pt x="132" y="123"/>
                    </a:lnTo>
                    <a:lnTo>
                      <a:pt x="159" y="98"/>
                    </a:lnTo>
                    <a:lnTo>
                      <a:pt x="188" y="76"/>
                    </a:lnTo>
                    <a:lnTo>
                      <a:pt x="219" y="58"/>
                    </a:lnTo>
                    <a:lnTo>
                      <a:pt x="251" y="41"/>
                    </a:lnTo>
                    <a:lnTo>
                      <a:pt x="284" y="28"/>
                    </a:lnTo>
                    <a:lnTo>
                      <a:pt x="319" y="17"/>
                    </a:lnTo>
                    <a:lnTo>
                      <a:pt x="355" y="9"/>
                    </a:lnTo>
                    <a:lnTo>
                      <a:pt x="392" y="3"/>
                    </a:lnTo>
                    <a:lnTo>
                      <a:pt x="428" y="0"/>
                    </a:lnTo>
                    <a:lnTo>
                      <a:pt x="465" y="0"/>
                    </a:lnTo>
                    <a:lnTo>
                      <a:pt x="503" y="2"/>
                    </a:lnTo>
                    <a:lnTo>
                      <a:pt x="541" y="7"/>
                    </a:lnTo>
                    <a:lnTo>
                      <a:pt x="579" y="13"/>
                    </a:lnTo>
                    <a:lnTo>
                      <a:pt x="617" y="22"/>
                    </a:lnTo>
                    <a:lnTo>
                      <a:pt x="655" y="33"/>
                    </a:lnTo>
                    <a:lnTo>
                      <a:pt x="692" y="47"/>
                    </a:lnTo>
                    <a:lnTo>
                      <a:pt x="728" y="63"/>
                    </a:lnTo>
                    <a:lnTo>
                      <a:pt x="764" y="82"/>
                    </a:lnTo>
                    <a:lnTo>
                      <a:pt x="798" y="101"/>
                    </a:lnTo>
                    <a:lnTo>
                      <a:pt x="832" y="123"/>
                    </a:lnTo>
                    <a:lnTo>
                      <a:pt x="864" y="147"/>
                    </a:lnTo>
                    <a:lnTo>
                      <a:pt x="894" y="174"/>
                    </a:lnTo>
                    <a:lnTo>
                      <a:pt x="923" y="203"/>
                    </a:lnTo>
                    <a:lnTo>
                      <a:pt x="949" y="233"/>
                    </a:lnTo>
                    <a:lnTo>
                      <a:pt x="976" y="268"/>
                    </a:lnTo>
                    <a:lnTo>
                      <a:pt x="1000" y="306"/>
                    </a:lnTo>
                    <a:lnTo>
                      <a:pt x="1022" y="347"/>
                    </a:lnTo>
                    <a:lnTo>
                      <a:pt x="1040" y="389"/>
                    </a:lnTo>
                    <a:lnTo>
                      <a:pt x="1056" y="433"/>
                    </a:lnTo>
                    <a:lnTo>
                      <a:pt x="1068" y="476"/>
                    </a:lnTo>
                    <a:lnTo>
                      <a:pt x="1076" y="520"/>
                    </a:lnTo>
                    <a:lnTo>
                      <a:pt x="1080" y="561"/>
                    </a:lnTo>
                    <a:close/>
                  </a:path>
                </a:pathLst>
              </a:custGeom>
              <a:solidFill>
                <a:srgbClr val="56ff5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28" name="Freeform 150"/>
              <p:cNvSpPr/>
              <p:nvPr/>
            </p:nvSpPr>
            <p:spPr>
              <a:xfrm>
                <a:off x="3031560" y="4140720"/>
                <a:ext cx="587520" cy="543240"/>
              </a:xfrm>
              <a:custGeom>
                <a:avLst/>
                <a:gdLst>
                  <a:gd name="textAreaLeft" fmla="*/ 0 w 587520"/>
                  <a:gd name="textAreaRight" fmla="*/ 587880 w 587520"/>
                  <a:gd name="textAreaTop" fmla="*/ 0 h 543240"/>
                  <a:gd name="textAreaBottom" fmla="*/ 543600 h 543240"/>
                </a:gdLst>
                <a:ahLst/>
                <a:rect l="textAreaLeft" t="textAreaTop" r="textAreaRight" b="textAreaBottom"/>
                <a:pathLst>
                  <a:path w="1037" h="957">
                    <a:moveTo>
                      <a:pt x="1037" y="656"/>
                    </a:moveTo>
                    <a:lnTo>
                      <a:pt x="1033" y="687"/>
                    </a:lnTo>
                    <a:lnTo>
                      <a:pt x="1028" y="717"/>
                    </a:lnTo>
                    <a:lnTo>
                      <a:pt x="1020" y="746"/>
                    </a:lnTo>
                    <a:lnTo>
                      <a:pt x="1009" y="773"/>
                    </a:lnTo>
                    <a:lnTo>
                      <a:pt x="996" y="798"/>
                    </a:lnTo>
                    <a:lnTo>
                      <a:pt x="982" y="821"/>
                    </a:lnTo>
                    <a:lnTo>
                      <a:pt x="964" y="843"/>
                    </a:lnTo>
                    <a:lnTo>
                      <a:pt x="946" y="863"/>
                    </a:lnTo>
                    <a:lnTo>
                      <a:pt x="924" y="881"/>
                    </a:lnTo>
                    <a:lnTo>
                      <a:pt x="902" y="897"/>
                    </a:lnTo>
                    <a:lnTo>
                      <a:pt x="878" y="912"/>
                    </a:lnTo>
                    <a:lnTo>
                      <a:pt x="851" y="925"/>
                    </a:lnTo>
                    <a:lnTo>
                      <a:pt x="825" y="935"/>
                    </a:lnTo>
                    <a:lnTo>
                      <a:pt x="796" y="943"/>
                    </a:lnTo>
                    <a:lnTo>
                      <a:pt x="766" y="950"/>
                    </a:lnTo>
                    <a:lnTo>
                      <a:pt x="735" y="955"/>
                    </a:lnTo>
                    <a:lnTo>
                      <a:pt x="703" y="957"/>
                    </a:lnTo>
                    <a:lnTo>
                      <a:pt x="670" y="957"/>
                    </a:lnTo>
                    <a:lnTo>
                      <a:pt x="637" y="956"/>
                    </a:lnTo>
                    <a:lnTo>
                      <a:pt x="603" y="951"/>
                    </a:lnTo>
                    <a:lnTo>
                      <a:pt x="568" y="945"/>
                    </a:lnTo>
                    <a:lnTo>
                      <a:pt x="532" y="936"/>
                    </a:lnTo>
                    <a:lnTo>
                      <a:pt x="497" y="926"/>
                    </a:lnTo>
                    <a:lnTo>
                      <a:pt x="461" y="912"/>
                    </a:lnTo>
                    <a:lnTo>
                      <a:pt x="425" y="896"/>
                    </a:lnTo>
                    <a:lnTo>
                      <a:pt x="389" y="879"/>
                    </a:lnTo>
                    <a:lnTo>
                      <a:pt x="354" y="858"/>
                    </a:lnTo>
                    <a:lnTo>
                      <a:pt x="318" y="835"/>
                    </a:lnTo>
                    <a:lnTo>
                      <a:pt x="282" y="808"/>
                    </a:lnTo>
                    <a:lnTo>
                      <a:pt x="247" y="781"/>
                    </a:lnTo>
                    <a:lnTo>
                      <a:pt x="212" y="750"/>
                    </a:lnTo>
                    <a:lnTo>
                      <a:pt x="179" y="716"/>
                    </a:lnTo>
                    <a:lnTo>
                      <a:pt x="151" y="686"/>
                    </a:lnTo>
                    <a:lnTo>
                      <a:pt x="126" y="656"/>
                    </a:lnTo>
                    <a:lnTo>
                      <a:pt x="104" y="625"/>
                    </a:lnTo>
                    <a:lnTo>
                      <a:pt x="83" y="594"/>
                    </a:lnTo>
                    <a:lnTo>
                      <a:pt x="65" y="563"/>
                    </a:lnTo>
                    <a:lnTo>
                      <a:pt x="50" y="532"/>
                    </a:lnTo>
                    <a:lnTo>
                      <a:pt x="36" y="501"/>
                    </a:lnTo>
                    <a:lnTo>
                      <a:pt x="24" y="470"/>
                    </a:lnTo>
                    <a:lnTo>
                      <a:pt x="15" y="439"/>
                    </a:lnTo>
                    <a:lnTo>
                      <a:pt x="8" y="407"/>
                    </a:lnTo>
                    <a:lnTo>
                      <a:pt x="4" y="378"/>
                    </a:lnTo>
                    <a:lnTo>
                      <a:pt x="0" y="348"/>
                    </a:lnTo>
                    <a:lnTo>
                      <a:pt x="0" y="318"/>
                    </a:lnTo>
                    <a:lnTo>
                      <a:pt x="1" y="289"/>
                    </a:lnTo>
                    <a:lnTo>
                      <a:pt x="5" y="261"/>
                    </a:lnTo>
                    <a:lnTo>
                      <a:pt x="10" y="235"/>
                    </a:lnTo>
                    <a:lnTo>
                      <a:pt x="17" y="208"/>
                    </a:lnTo>
                    <a:lnTo>
                      <a:pt x="27" y="184"/>
                    </a:lnTo>
                    <a:lnTo>
                      <a:pt x="38" y="160"/>
                    </a:lnTo>
                    <a:lnTo>
                      <a:pt x="52" y="137"/>
                    </a:lnTo>
                    <a:lnTo>
                      <a:pt x="67" y="116"/>
                    </a:lnTo>
                    <a:lnTo>
                      <a:pt x="84" y="96"/>
                    </a:lnTo>
                    <a:lnTo>
                      <a:pt x="104" y="78"/>
                    </a:lnTo>
                    <a:lnTo>
                      <a:pt x="124" y="62"/>
                    </a:lnTo>
                    <a:lnTo>
                      <a:pt x="146" y="47"/>
                    </a:lnTo>
                    <a:lnTo>
                      <a:pt x="171" y="33"/>
                    </a:lnTo>
                    <a:lnTo>
                      <a:pt x="197" y="23"/>
                    </a:lnTo>
                    <a:lnTo>
                      <a:pt x="225" y="13"/>
                    </a:lnTo>
                    <a:lnTo>
                      <a:pt x="255" y="7"/>
                    </a:lnTo>
                    <a:lnTo>
                      <a:pt x="286" y="2"/>
                    </a:lnTo>
                    <a:lnTo>
                      <a:pt x="319" y="0"/>
                    </a:lnTo>
                    <a:lnTo>
                      <a:pt x="354" y="0"/>
                    </a:lnTo>
                    <a:lnTo>
                      <a:pt x="385" y="2"/>
                    </a:lnTo>
                    <a:lnTo>
                      <a:pt x="417" y="5"/>
                    </a:lnTo>
                    <a:lnTo>
                      <a:pt x="479" y="19"/>
                    </a:lnTo>
                    <a:lnTo>
                      <a:pt x="543" y="40"/>
                    </a:lnTo>
                    <a:lnTo>
                      <a:pt x="604" y="66"/>
                    </a:lnTo>
                    <a:lnTo>
                      <a:pt x="664" y="99"/>
                    </a:lnTo>
                    <a:lnTo>
                      <a:pt x="720" y="136"/>
                    </a:lnTo>
                    <a:lnTo>
                      <a:pt x="775" y="177"/>
                    </a:lnTo>
                    <a:lnTo>
                      <a:pt x="826" y="223"/>
                    </a:lnTo>
                    <a:lnTo>
                      <a:pt x="873" y="272"/>
                    </a:lnTo>
                    <a:lnTo>
                      <a:pt x="916" y="322"/>
                    </a:lnTo>
                    <a:lnTo>
                      <a:pt x="953" y="376"/>
                    </a:lnTo>
                    <a:lnTo>
                      <a:pt x="984" y="432"/>
                    </a:lnTo>
                    <a:lnTo>
                      <a:pt x="996" y="459"/>
                    </a:lnTo>
                    <a:lnTo>
                      <a:pt x="1008" y="488"/>
                    </a:lnTo>
                    <a:lnTo>
                      <a:pt x="1017" y="516"/>
                    </a:lnTo>
                    <a:lnTo>
                      <a:pt x="1025" y="545"/>
                    </a:lnTo>
                    <a:lnTo>
                      <a:pt x="1031" y="572"/>
                    </a:lnTo>
                    <a:lnTo>
                      <a:pt x="1036" y="601"/>
                    </a:lnTo>
                    <a:lnTo>
                      <a:pt x="1037" y="629"/>
                    </a:lnTo>
                    <a:lnTo>
                      <a:pt x="1037" y="656"/>
                    </a:lnTo>
                    <a:close/>
                  </a:path>
                </a:pathLst>
              </a:custGeom>
              <a:solidFill>
                <a:srgbClr val="3dff3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29" name="Freeform 151"/>
              <p:cNvSpPr/>
              <p:nvPr/>
            </p:nvSpPr>
            <p:spPr>
              <a:xfrm>
                <a:off x="4188960" y="2882520"/>
                <a:ext cx="585360" cy="564840"/>
              </a:xfrm>
              <a:custGeom>
                <a:avLst/>
                <a:gdLst>
                  <a:gd name="textAreaLeft" fmla="*/ 0 w 585360"/>
                  <a:gd name="textAreaRight" fmla="*/ 585720 w 585360"/>
                  <a:gd name="textAreaTop" fmla="*/ 0 h 564840"/>
                  <a:gd name="textAreaBottom" fmla="*/ 565200 h 564840"/>
                </a:gdLst>
                <a:ahLst/>
                <a:rect l="textAreaLeft" t="textAreaTop" r="textAreaRight" b="textAreaBottom"/>
                <a:pathLst>
                  <a:path w="1031" h="995">
                    <a:moveTo>
                      <a:pt x="1030" y="538"/>
                    </a:moveTo>
                    <a:lnTo>
                      <a:pt x="1031" y="576"/>
                    </a:lnTo>
                    <a:lnTo>
                      <a:pt x="1030" y="613"/>
                    </a:lnTo>
                    <a:lnTo>
                      <a:pt x="1025" y="650"/>
                    </a:lnTo>
                    <a:lnTo>
                      <a:pt x="1019" y="684"/>
                    </a:lnTo>
                    <a:lnTo>
                      <a:pt x="1008" y="717"/>
                    </a:lnTo>
                    <a:lnTo>
                      <a:pt x="997" y="749"/>
                    </a:lnTo>
                    <a:lnTo>
                      <a:pt x="982" y="779"/>
                    </a:lnTo>
                    <a:lnTo>
                      <a:pt x="966" y="808"/>
                    </a:lnTo>
                    <a:lnTo>
                      <a:pt x="946" y="834"/>
                    </a:lnTo>
                    <a:lnTo>
                      <a:pt x="925" y="858"/>
                    </a:lnTo>
                    <a:lnTo>
                      <a:pt x="902" y="881"/>
                    </a:lnTo>
                    <a:lnTo>
                      <a:pt x="878" y="903"/>
                    </a:lnTo>
                    <a:lnTo>
                      <a:pt x="852" y="923"/>
                    </a:lnTo>
                    <a:lnTo>
                      <a:pt x="824" y="939"/>
                    </a:lnTo>
                    <a:lnTo>
                      <a:pt x="795" y="954"/>
                    </a:lnTo>
                    <a:lnTo>
                      <a:pt x="764" y="968"/>
                    </a:lnTo>
                    <a:lnTo>
                      <a:pt x="732" y="978"/>
                    </a:lnTo>
                    <a:lnTo>
                      <a:pt x="699" y="986"/>
                    </a:lnTo>
                    <a:lnTo>
                      <a:pt x="665" y="992"/>
                    </a:lnTo>
                    <a:lnTo>
                      <a:pt x="629" y="995"/>
                    </a:lnTo>
                    <a:lnTo>
                      <a:pt x="593" y="995"/>
                    </a:lnTo>
                    <a:lnTo>
                      <a:pt x="557" y="994"/>
                    </a:lnTo>
                    <a:lnTo>
                      <a:pt x="520" y="990"/>
                    </a:lnTo>
                    <a:lnTo>
                      <a:pt x="482" y="982"/>
                    </a:lnTo>
                    <a:lnTo>
                      <a:pt x="444" y="971"/>
                    </a:lnTo>
                    <a:lnTo>
                      <a:pt x="406" y="959"/>
                    </a:lnTo>
                    <a:lnTo>
                      <a:pt x="367" y="942"/>
                    </a:lnTo>
                    <a:lnTo>
                      <a:pt x="327" y="923"/>
                    </a:lnTo>
                    <a:lnTo>
                      <a:pt x="289" y="900"/>
                    </a:lnTo>
                    <a:lnTo>
                      <a:pt x="250" y="874"/>
                    </a:lnTo>
                    <a:lnTo>
                      <a:pt x="212" y="846"/>
                    </a:lnTo>
                    <a:lnTo>
                      <a:pt x="174" y="813"/>
                    </a:lnTo>
                    <a:lnTo>
                      <a:pt x="144" y="785"/>
                    </a:lnTo>
                    <a:lnTo>
                      <a:pt x="118" y="755"/>
                    </a:lnTo>
                    <a:lnTo>
                      <a:pt x="94" y="724"/>
                    </a:lnTo>
                    <a:lnTo>
                      <a:pt x="73" y="691"/>
                    </a:lnTo>
                    <a:lnTo>
                      <a:pt x="54" y="659"/>
                    </a:lnTo>
                    <a:lnTo>
                      <a:pt x="38" y="626"/>
                    </a:lnTo>
                    <a:lnTo>
                      <a:pt x="26" y="592"/>
                    </a:lnTo>
                    <a:lnTo>
                      <a:pt x="15" y="559"/>
                    </a:lnTo>
                    <a:lnTo>
                      <a:pt x="8" y="524"/>
                    </a:lnTo>
                    <a:lnTo>
                      <a:pt x="3" y="490"/>
                    </a:lnTo>
                    <a:lnTo>
                      <a:pt x="0" y="456"/>
                    </a:lnTo>
                    <a:lnTo>
                      <a:pt x="0" y="422"/>
                    </a:lnTo>
                    <a:lnTo>
                      <a:pt x="3" y="388"/>
                    </a:lnTo>
                    <a:lnTo>
                      <a:pt x="7" y="356"/>
                    </a:lnTo>
                    <a:lnTo>
                      <a:pt x="14" y="324"/>
                    </a:lnTo>
                    <a:lnTo>
                      <a:pt x="24" y="291"/>
                    </a:lnTo>
                    <a:lnTo>
                      <a:pt x="36" y="262"/>
                    </a:lnTo>
                    <a:lnTo>
                      <a:pt x="50" y="232"/>
                    </a:lnTo>
                    <a:lnTo>
                      <a:pt x="66" y="203"/>
                    </a:lnTo>
                    <a:lnTo>
                      <a:pt x="83" y="176"/>
                    </a:lnTo>
                    <a:lnTo>
                      <a:pt x="104" y="150"/>
                    </a:lnTo>
                    <a:lnTo>
                      <a:pt x="126" y="126"/>
                    </a:lnTo>
                    <a:lnTo>
                      <a:pt x="150" y="104"/>
                    </a:lnTo>
                    <a:lnTo>
                      <a:pt x="177" y="83"/>
                    </a:lnTo>
                    <a:lnTo>
                      <a:pt x="204" y="65"/>
                    </a:lnTo>
                    <a:lnTo>
                      <a:pt x="234" y="47"/>
                    </a:lnTo>
                    <a:lnTo>
                      <a:pt x="265" y="33"/>
                    </a:lnTo>
                    <a:lnTo>
                      <a:pt x="299" y="21"/>
                    </a:lnTo>
                    <a:lnTo>
                      <a:pt x="333" y="12"/>
                    </a:lnTo>
                    <a:lnTo>
                      <a:pt x="370" y="5"/>
                    </a:lnTo>
                    <a:lnTo>
                      <a:pt x="408" y="1"/>
                    </a:lnTo>
                    <a:lnTo>
                      <a:pt x="448" y="0"/>
                    </a:lnTo>
                    <a:lnTo>
                      <a:pt x="492" y="2"/>
                    </a:lnTo>
                    <a:lnTo>
                      <a:pt x="538" y="9"/>
                    </a:lnTo>
                    <a:lnTo>
                      <a:pt x="584" y="21"/>
                    </a:lnTo>
                    <a:lnTo>
                      <a:pt x="632" y="36"/>
                    </a:lnTo>
                    <a:lnTo>
                      <a:pt x="680" y="56"/>
                    </a:lnTo>
                    <a:lnTo>
                      <a:pt x="726" y="80"/>
                    </a:lnTo>
                    <a:lnTo>
                      <a:pt x="772" y="108"/>
                    </a:lnTo>
                    <a:lnTo>
                      <a:pt x="816" y="139"/>
                    </a:lnTo>
                    <a:lnTo>
                      <a:pt x="857" y="176"/>
                    </a:lnTo>
                    <a:lnTo>
                      <a:pt x="895" y="215"/>
                    </a:lnTo>
                    <a:lnTo>
                      <a:pt x="930" y="260"/>
                    </a:lnTo>
                    <a:lnTo>
                      <a:pt x="961" y="308"/>
                    </a:lnTo>
                    <a:lnTo>
                      <a:pt x="987" y="359"/>
                    </a:lnTo>
                    <a:lnTo>
                      <a:pt x="998" y="387"/>
                    </a:lnTo>
                    <a:lnTo>
                      <a:pt x="1007" y="416"/>
                    </a:lnTo>
                    <a:lnTo>
                      <a:pt x="1015" y="445"/>
                    </a:lnTo>
                    <a:lnTo>
                      <a:pt x="1022" y="475"/>
                    </a:lnTo>
                    <a:lnTo>
                      <a:pt x="1027" y="506"/>
                    </a:lnTo>
                    <a:lnTo>
                      <a:pt x="1030" y="538"/>
                    </a:lnTo>
                    <a:close/>
                  </a:path>
                </a:pathLst>
              </a:custGeom>
              <a:solidFill>
                <a:srgbClr val="5bff5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30" name="Freeform 152"/>
              <p:cNvSpPr/>
              <p:nvPr/>
            </p:nvSpPr>
            <p:spPr>
              <a:xfrm>
                <a:off x="3040560" y="4151160"/>
                <a:ext cx="565920" cy="522720"/>
              </a:xfrm>
              <a:custGeom>
                <a:avLst/>
                <a:gdLst>
                  <a:gd name="textAreaLeft" fmla="*/ 0 w 565920"/>
                  <a:gd name="textAreaRight" fmla="*/ 566280 w 565920"/>
                  <a:gd name="textAreaTop" fmla="*/ 0 h 522720"/>
                  <a:gd name="textAreaBottom" fmla="*/ 523080 h 522720"/>
                </a:gdLst>
                <a:ahLst/>
                <a:rect l="textAreaLeft" t="textAreaTop" r="textAreaRight" b="textAreaBottom"/>
                <a:pathLst>
                  <a:path w="999" h="922">
                    <a:moveTo>
                      <a:pt x="999" y="638"/>
                    </a:moveTo>
                    <a:lnTo>
                      <a:pt x="995" y="668"/>
                    </a:lnTo>
                    <a:lnTo>
                      <a:pt x="990" y="696"/>
                    </a:lnTo>
                    <a:lnTo>
                      <a:pt x="983" y="722"/>
                    </a:lnTo>
                    <a:lnTo>
                      <a:pt x="972" y="748"/>
                    </a:lnTo>
                    <a:lnTo>
                      <a:pt x="960" y="771"/>
                    </a:lnTo>
                    <a:lnTo>
                      <a:pt x="945" y="793"/>
                    </a:lnTo>
                    <a:lnTo>
                      <a:pt x="929" y="813"/>
                    </a:lnTo>
                    <a:lnTo>
                      <a:pt x="910" y="832"/>
                    </a:lnTo>
                    <a:lnTo>
                      <a:pt x="891" y="849"/>
                    </a:lnTo>
                    <a:lnTo>
                      <a:pt x="869" y="864"/>
                    </a:lnTo>
                    <a:lnTo>
                      <a:pt x="846" y="878"/>
                    </a:lnTo>
                    <a:lnTo>
                      <a:pt x="820" y="889"/>
                    </a:lnTo>
                    <a:lnTo>
                      <a:pt x="795" y="900"/>
                    </a:lnTo>
                    <a:lnTo>
                      <a:pt x="767" y="908"/>
                    </a:lnTo>
                    <a:lnTo>
                      <a:pt x="739" y="915"/>
                    </a:lnTo>
                    <a:lnTo>
                      <a:pt x="710" y="919"/>
                    </a:lnTo>
                    <a:lnTo>
                      <a:pt x="679" y="922"/>
                    </a:lnTo>
                    <a:lnTo>
                      <a:pt x="648" y="922"/>
                    </a:lnTo>
                    <a:lnTo>
                      <a:pt x="616" y="921"/>
                    </a:lnTo>
                    <a:lnTo>
                      <a:pt x="583" y="916"/>
                    </a:lnTo>
                    <a:lnTo>
                      <a:pt x="551" y="910"/>
                    </a:lnTo>
                    <a:lnTo>
                      <a:pt x="517" y="903"/>
                    </a:lnTo>
                    <a:lnTo>
                      <a:pt x="483" y="893"/>
                    </a:lnTo>
                    <a:lnTo>
                      <a:pt x="449" y="880"/>
                    </a:lnTo>
                    <a:lnTo>
                      <a:pt x="415" y="865"/>
                    </a:lnTo>
                    <a:lnTo>
                      <a:pt x="380" y="849"/>
                    </a:lnTo>
                    <a:lnTo>
                      <a:pt x="347" y="830"/>
                    </a:lnTo>
                    <a:lnTo>
                      <a:pt x="312" y="809"/>
                    </a:lnTo>
                    <a:lnTo>
                      <a:pt x="279" y="785"/>
                    </a:lnTo>
                    <a:lnTo>
                      <a:pt x="246" y="758"/>
                    </a:lnTo>
                    <a:lnTo>
                      <a:pt x="213" y="729"/>
                    </a:lnTo>
                    <a:lnTo>
                      <a:pt x="181" y="698"/>
                    </a:lnTo>
                    <a:lnTo>
                      <a:pt x="156" y="672"/>
                    </a:lnTo>
                    <a:lnTo>
                      <a:pt x="133" y="643"/>
                    </a:lnTo>
                    <a:lnTo>
                      <a:pt x="111" y="615"/>
                    </a:lnTo>
                    <a:lnTo>
                      <a:pt x="91" y="586"/>
                    </a:lnTo>
                    <a:lnTo>
                      <a:pt x="74" y="557"/>
                    </a:lnTo>
                    <a:lnTo>
                      <a:pt x="58" y="527"/>
                    </a:lnTo>
                    <a:lnTo>
                      <a:pt x="44" y="498"/>
                    </a:lnTo>
                    <a:lnTo>
                      <a:pt x="32" y="468"/>
                    </a:lnTo>
                    <a:lnTo>
                      <a:pt x="22" y="438"/>
                    </a:lnTo>
                    <a:lnTo>
                      <a:pt x="14" y="408"/>
                    </a:lnTo>
                    <a:lnTo>
                      <a:pt x="7" y="378"/>
                    </a:lnTo>
                    <a:lnTo>
                      <a:pt x="4" y="349"/>
                    </a:lnTo>
                    <a:lnTo>
                      <a:pt x="1" y="320"/>
                    </a:lnTo>
                    <a:lnTo>
                      <a:pt x="0" y="293"/>
                    </a:lnTo>
                    <a:lnTo>
                      <a:pt x="3" y="265"/>
                    </a:lnTo>
                    <a:lnTo>
                      <a:pt x="6" y="239"/>
                    </a:lnTo>
                    <a:lnTo>
                      <a:pt x="12" y="212"/>
                    </a:lnTo>
                    <a:lnTo>
                      <a:pt x="19" y="188"/>
                    </a:lnTo>
                    <a:lnTo>
                      <a:pt x="29" y="164"/>
                    </a:lnTo>
                    <a:lnTo>
                      <a:pt x="41" y="141"/>
                    </a:lnTo>
                    <a:lnTo>
                      <a:pt x="53" y="120"/>
                    </a:lnTo>
                    <a:lnTo>
                      <a:pt x="69" y="99"/>
                    </a:lnTo>
                    <a:lnTo>
                      <a:pt x="87" y="81"/>
                    </a:lnTo>
                    <a:lnTo>
                      <a:pt x="107" y="65"/>
                    </a:lnTo>
                    <a:lnTo>
                      <a:pt x="129" y="50"/>
                    </a:lnTo>
                    <a:lnTo>
                      <a:pt x="152" y="36"/>
                    </a:lnTo>
                    <a:lnTo>
                      <a:pt x="179" y="24"/>
                    </a:lnTo>
                    <a:lnTo>
                      <a:pt x="206" y="15"/>
                    </a:lnTo>
                    <a:lnTo>
                      <a:pt x="236" y="8"/>
                    </a:lnTo>
                    <a:lnTo>
                      <a:pt x="269" y="2"/>
                    </a:lnTo>
                    <a:lnTo>
                      <a:pt x="303" y="0"/>
                    </a:lnTo>
                    <a:lnTo>
                      <a:pt x="340" y="0"/>
                    </a:lnTo>
                    <a:lnTo>
                      <a:pt x="372" y="2"/>
                    </a:lnTo>
                    <a:lnTo>
                      <a:pt x="405" y="6"/>
                    </a:lnTo>
                    <a:lnTo>
                      <a:pt x="437" y="12"/>
                    </a:lnTo>
                    <a:lnTo>
                      <a:pt x="468" y="20"/>
                    </a:lnTo>
                    <a:lnTo>
                      <a:pt x="500" y="29"/>
                    </a:lnTo>
                    <a:lnTo>
                      <a:pt x="530" y="40"/>
                    </a:lnTo>
                    <a:lnTo>
                      <a:pt x="561" y="53"/>
                    </a:lnTo>
                    <a:lnTo>
                      <a:pt x="591" y="67"/>
                    </a:lnTo>
                    <a:lnTo>
                      <a:pt x="649" y="100"/>
                    </a:lnTo>
                    <a:lnTo>
                      <a:pt x="705" y="138"/>
                    </a:lnTo>
                    <a:lnTo>
                      <a:pt x="757" y="180"/>
                    </a:lnTo>
                    <a:lnTo>
                      <a:pt x="805" y="226"/>
                    </a:lnTo>
                    <a:lnTo>
                      <a:pt x="849" y="274"/>
                    </a:lnTo>
                    <a:lnTo>
                      <a:pt x="888" y="325"/>
                    </a:lnTo>
                    <a:lnTo>
                      <a:pt x="923" y="378"/>
                    </a:lnTo>
                    <a:lnTo>
                      <a:pt x="952" y="431"/>
                    </a:lnTo>
                    <a:lnTo>
                      <a:pt x="974" y="484"/>
                    </a:lnTo>
                    <a:lnTo>
                      <a:pt x="983" y="510"/>
                    </a:lnTo>
                    <a:lnTo>
                      <a:pt x="990" y="537"/>
                    </a:lnTo>
                    <a:lnTo>
                      <a:pt x="994" y="563"/>
                    </a:lnTo>
                    <a:lnTo>
                      <a:pt x="998" y="589"/>
                    </a:lnTo>
                    <a:lnTo>
                      <a:pt x="999" y="614"/>
                    </a:lnTo>
                    <a:lnTo>
                      <a:pt x="999" y="638"/>
                    </a:lnTo>
                    <a:close/>
                  </a:path>
                </a:pathLst>
              </a:custGeom>
              <a:solidFill>
                <a:srgbClr val="44ff4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31" name="Freeform 153"/>
              <p:cNvSpPr/>
              <p:nvPr/>
            </p:nvSpPr>
            <p:spPr>
              <a:xfrm>
                <a:off x="4203720" y="2897280"/>
                <a:ext cx="554400" cy="537480"/>
              </a:xfrm>
              <a:custGeom>
                <a:avLst/>
                <a:gdLst>
                  <a:gd name="textAreaLeft" fmla="*/ 0 w 554400"/>
                  <a:gd name="textAreaRight" fmla="*/ 554760 w 554400"/>
                  <a:gd name="textAreaTop" fmla="*/ 0 h 537480"/>
                  <a:gd name="textAreaBottom" fmla="*/ 537840 h 537480"/>
                </a:gdLst>
                <a:ahLst/>
                <a:rect l="textAreaLeft" t="textAreaTop" r="textAreaRight" b="textAreaBottom"/>
                <a:pathLst>
                  <a:path w="979" h="946">
                    <a:moveTo>
                      <a:pt x="978" y="579"/>
                    </a:moveTo>
                    <a:lnTo>
                      <a:pt x="974" y="611"/>
                    </a:lnTo>
                    <a:lnTo>
                      <a:pt x="967" y="644"/>
                    </a:lnTo>
                    <a:lnTo>
                      <a:pt x="958" y="673"/>
                    </a:lnTo>
                    <a:lnTo>
                      <a:pt x="948" y="702"/>
                    </a:lnTo>
                    <a:lnTo>
                      <a:pt x="934" y="731"/>
                    </a:lnTo>
                    <a:lnTo>
                      <a:pt x="919" y="758"/>
                    </a:lnTo>
                    <a:lnTo>
                      <a:pt x="902" y="783"/>
                    </a:lnTo>
                    <a:lnTo>
                      <a:pt x="882" y="806"/>
                    </a:lnTo>
                    <a:lnTo>
                      <a:pt x="860" y="829"/>
                    </a:lnTo>
                    <a:lnTo>
                      <a:pt x="838" y="849"/>
                    </a:lnTo>
                    <a:lnTo>
                      <a:pt x="814" y="868"/>
                    </a:lnTo>
                    <a:lnTo>
                      <a:pt x="788" y="885"/>
                    </a:lnTo>
                    <a:lnTo>
                      <a:pt x="760" y="900"/>
                    </a:lnTo>
                    <a:lnTo>
                      <a:pt x="732" y="913"/>
                    </a:lnTo>
                    <a:lnTo>
                      <a:pt x="702" y="925"/>
                    </a:lnTo>
                    <a:lnTo>
                      <a:pt x="671" y="933"/>
                    </a:lnTo>
                    <a:lnTo>
                      <a:pt x="639" y="940"/>
                    </a:lnTo>
                    <a:lnTo>
                      <a:pt x="607" y="944"/>
                    </a:lnTo>
                    <a:lnTo>
                      <a:pt x="573" y="946"/>
                    </a:lnTo>
                    <a:lnTo>
                      <a:pt x="539" y="945"/>
                    </a:lnTo>
                    <a:lnTo>
                      <a:pt x="504" y="943"/>
                    </a:lnTo>
                    <a:lnTo>
                      <a:pt x="468" y="937"/>
                    </a:lnTo>
                    <a:lnTo>
                      <a:pt x="433" y="928"/>
                    </a:lnTo>
                    <a:lnTo>
                      <a:pt x="397" y="917"/>
                    </a:lnTo>
                    <a:lnTo>
                      <a:pt x="361" y="903"/>
                    </a:lnTo>
                    <a:lnTo>
                      <a:pt x="324" y="885"/>
                    </a:lnTo>
                    <a:lnTo>
                      <a:pt x="289" y="866"/>
                    </a:lnTo>
                    <a:lnTo>
                      <a:pt x="252" y="843"/>
                    </a:lnTo>
                    <a:lnTo>
                      <a:pt x="216" y="816"/>
                    </a:lnTo>
                    <a:lnTo>
                      <a:pt x="180" y="786"/>
                    </a:lnTo>
                    <a:lnTo>
                      <a:pt x="145" y="753"/>
                    </a:lnTo>
                    <a:lnTo>
                      <a:pt x="110" y="716"/>
                    </a:lnTo>
                    <a:lnTo>
                      <a:pt x="93" y="694"/>
                    </a:lnTo>
                    <a:lnTo>
                      <a:pt x="76" y="671"/>
                    </a:lnTo>
                    <a:lnTo>
                      <a:pt x="61" y="647"/>
                    </a:lnTo>
                    <a:lnTo>
                      <a:pt x="48" y="622"/>
                    </a:lnTo>
                    <a:lnTo>
                      <a:pt x="35" y="595"/>
                    </a:lnTo>
                    <a:lnTo>
                      <a:pt x="26" y="567"/>
                    </a:lnTo>
                    <a:lnTo>
                      <a:pt x="17" y="539"/>
                    </a:lnTo>
                    <a:lnTo>
                      <a:pt x="10" y="510"/>
                    </a:lnTo>
                    <a:lnTo>
                      <a:pt x="5" y="480"/>
                    </a:lnTo>
                    <a:lnTo>
                      <a:pt x="2" y="450"/>
                    </a:lnTo>
                    <a:lnTo>
                      <a:pt x="0" y="420"/>
                    </a:lnTo>
                    <a:lnTo>
                      <a:pt x="0" y="390"/>
                    </a:lnTo>
                    <a:lnTo>
                      <a:pt x="2" y="360"/>
                    </a:lnTo>
                    <a:lnTo>
                      <a:pt x="5" y="330"/>
                    </a:lnTo>
                    <a:lnTo>
                      <a:pt x="11" y="300"/>
                    </a:lnTo>
                    <a:lnTo>
                      <a:pt x="18" y="271"/>
                    </a:lnTo>
                    <a:lnTo>
                      <a:pt x="27" y="243"/>
                    </a:lnTo>
                    <a:lnTo>
                      <a:pt x="39" y="216"/>
                    </a:lnTo>
                    <a:lnTo>
                      <a:pt x="53" y="190"/>
                    </a:lnTo>
                    <a:lnTo>
                      <a:pt x="69" y="163"/>
                    </a:lnTo>
                    <a:lnTo>
                      <a:pt x="86" y="140"/>
                    </a:lnTo>
                    <a:lnTo>
                      <a:pt x="106" y="117"/>
                    </a:lnTo>
                    <a:lnTo>
                      <a:pt x="127" y="95"/>
                    </a:lnTo>
                    <a:lnTo>
                      <a:pt x="152" y="77"/>
                    </a:lnTo>
                    <a:lnTo>
                      <a:pt x="177" y="58"/>
                    </a:lnTo>
                    <a:lnTo>
                      <a:pt x="206" y="43"/>
                    </a:lnTo>
                    <a:lnTo>
                      <a:pt x="237" y="29"/>
                    </a:lnTo>
                    <a:lnTo>
                      <a:pt x="270" y="18"/>
                    </a:lnTo>
                    <a:lnTo>
                      <a:pt x="305" y="10"/>
                    </a:lnTo>
                    <a:lnTo>
                      <a:pt x="343" y="3"/>
                    </a:lnTo>
                    <a:lnTo>
                      <a:pt x="383" y="0"/>
                    </a:lnTo>
                    <a:lnTo>
                      <a:pt x="426" y="0"/>
                    </a:lnTo>
                    <a:lnTo>
                      <a:pt x="478" y="3"/>
                    </a:lnTo>
                    <a:lnTo>
                      <a:pt x="529" y="13"/>
                    </a:lnTo>
                    <a:lnTo>
                      <a:pt x="581" y="28"/>
                    </a:lnTo>
                    <a:lnTo>
                      <a:pt x="632" y="48"/>
                    </a:lnTo>
                    <a:lnTo>
                      <a:pt x="682" y="72"/>
                    </a:lnTo>
                    <a:lnTo>
                      <a:pt x="729" y="101"/>
                    </a:lnTo>
                    <a:lnTo>
                      <a:pt x="774" y="134"/>
                    </a:lnTo>
                    <a:lnTo>
                      <a:pt x="815" y="172"/>
                    </a:lnTo>
                    <a:lnTo>
                      <a:pt x="853" y="213"/>
                    </a:lnTo>
                    <a:lnTo>
                      <a:pt x="888" y="256"/>
                    </a:lnTo>
                    <a:lnTo>
                      <a:pt x="917" y="305"/>
                    </a:lnTo>
                    <a:lnTo>
                      <a:pt x="942" y="354"/>
                    </a:lnTo>
                    <a:lnTo>
                      <a:pt x="960" y="407"/>
                    </a:lnTo>
                    <a:lnTo>
                      <a:pt x="967" y="435"/>
                    </a:lnTo>
                    <a:lnTo>
                      <a:pt x="973" y="463"/>
                    </a:lnTo>
                    <a:lnTo>
                      <a:pt x="976" y="491"/>
                    </a:lnTo>
                    <a:lnTo>
                      <a:pt x="979" y="520"/>
                    </a:lnTo>
                    <a:lnTo>
                      <a:pt x="979" y="549"/>
                    </a:lnTo>
                    <a:lnTo>
                      <a:pt x="978" y="579"/>
                    </a:lnTo>
                    <a:close/>
                  </a:path>
                </a:pathLst>
              </a:custGeom>
              <a:solidFill>
                <a:srgbClr val="60ff6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32" name="Freeform 154"/>
              <p:cNvSpPr/>
              <p:nvPr/>
            </p:nvSpPr>
            <p:spPr>
              <a:xfrm>
                <a:off x="3049920" y="4161240"/>
                <a:ext cx="545400" cy="502200"/>
              </a:xfrm>
              <a:custGeom>
                <a:avLst/>
                <a:gdLst>
                  <a:gd name="textAreaLeft" fmla="*/ 0 w 545400"/>
                  <a:gd name="textAreaRight" fmla="*/ 545760 w 545400"/>
                  <a:gd name="textAreaTop" fmla="*/ 0 h 502200"/>
                  <a:gd name="textAreaBottom" fmla="*/ 502560 h 502200"/>
                </a:gdLst>
                <a:ahLst/>
                <a:rect l="textAreaLeft" t="textAreaTop" r="textAreaRight" b="textAreaBottom"/>
                <a:pathLst>
                  <a:path w="962" h="886">
                    <a:moveTo>
                      <a:pt x="961" y="621"/>
                    </a:moveTo>
                    <a:lnTo>
                      <a:pt x="958" y="651"/>
                    </a:lnTo>
                    <a:lnTo>
                      <a:pt x="951" y="679"/>
                    </a:lnTo>
                    <a:lnTo>
                      <a:pt x="942" y="705"/>
                    </a:lnTo>
                    <a:lnTo>
                      <a:pt x="930" y="731"/>
                    </a:lnTo>
                    <a:lnTo>
                      <a:pt x="916" y="754"/>
                    </a:lnTo>
                    <a:lnTo>
                      <a:pt x="901" y="775"/>
                    </a:lnTo>
                    <a:lnTo>
                      <a:pt x="883" y="794"/>
                    </a:lnTo>
                    <a:lnTo>
                      <a:pt x="863" y="813"/>
                    </a:lnTo>
                    <a:lnTo>
                      <a:pt x="841" y="829"/>
                    </a:lnTo>
                    <a:lnTo>
                      <a:pt x="818" y="843"/>
                    </a:lnTo>
                    <a:lnTo>
                      <a:pt x="794" y="855"/>
                    </a:lnTo>
                    <a:lnTo>
                      <a:pt x="768" y="866"/>
                    </a:lnTo>
                    <a:lnTo>
                      <a:pt x="740" y="874"/>
                    </a:lnTo>
                    <a:lnTo>
                      <a:pt x="711" y="879"/>
                    </a:lnTo>
                    <a:lnTo>
                      <a:pt x="681" y="884"/>
                    </a:lnTo>
                    <a:lnTo>
                      <a:pt x="651" y="886"/>
                    </a:lnTo>
                    <a:lnTo>
                      <a:pt x="620" y="886"/>
                    </a:lnTo>
                    <a:lnTo>
                      <a:pt x="588" y="885"/>
                    </a:lnTo>
                    <a:lnTo>
                      <a:pt x="555" y="881"/>
                    </a:lnTo>
                    <a:lnTo>
                      <a:pt x="521" y="875"/>
                    </a:lnTo>
                    <a:lnTo>
                      <a:pt x="488" y="867"/>
                    </a:lnTo>
                    <a:lnTo>
                      <a:pt x="454" y="856"/>
                    </a:lnTo>
                    <a:lnTo>
                      <a:pt x="420" y="844"/>
                    </a:lnTo>
                    <a:lnTo>
                      <a:pt x="386" y="828"/>
                    </a:lnTo>
                    <a:lnTo>
                      <a:pt x="353" y="810"/>
                    </a:lnTo>
                    <a:lnTo>
                      <a:pt x="318" y="791"/>
                    </a:lnTo>
                    <a:lnTo>
                      <a:pt x="286" y="769"/>
                    </a:lnTo>
                    <a:lnTo>
                      <a:pt x="253" y="745"/>
                    </a:lnTo>
                    <a:lnTo>
                      <a:pt x="221" y="717"/>
                    </a:lnTo>
                    <a:lnTo>
                      <a:pt x="189" y="688"/>
                    </a:lnTo>
                    <a:lnTo>
                      <a:pt x="159" y="656"/>
                    </a:lnTo>
                    <a:lnTo>
                      <a:pt x="130" y="621"/>
                    </a:lnTo>
                    <a:lnTo>
                      <a:pt x="95" y="574"/>
                    </a:lnTo>
                    <a:lnTo>
                      <a:pt x="65" y="523"/>
                    </a:lnTo>
                    <a:lnTo>
                      <a:pt x="41" y="473"/>
                    </a:lnTo>
                    <a:lnTo>
                      <a:pt x="21" y="420"/>
                    </a:lnTo>
                    <a:lnTo>
                      <a:pt x="9" y="367"/>
                    </a:lnTo>
                    <a:lnTo>
                      <a:pt x="2" y="315"/>
                    </a:lnTo>
                    <a:lnTo>
                      <a:pt x="0" y="290"/>
                    </a:lnTo>
                    <a:lnTo>
                      <a:pt x="2" y="264"/>
                    </a:lnTo>
                    <a:lnTo>
                      <a:pt x="4" y="240"/>
                    </a:lnTo>
                    <a:lnTo>
                      <a:pt x="7" y="216"/>
                    </a:lnTo>
                    <a:lnTo>
                      <a:pt x="13" y="193"/>
                    </a:lnTo>
                    <a:lnTo>
                      <a:pt x="20" y="171"/>
                    </a:lnTo>
                    <a:lnTo>
                      <a:pt x="29" y="149"/>
                    </a:lnTo>
                    <a:lnTo>
                      <a:pt x="41" y="128"/>
                    </a:lnTo>
                    <a:lnTo>
                      <a:pt x="53" y="110"/>
                    </a:lnTo>
                    <a:lnTo>
                      <a:pt x="68" y="91"/>
                    </a:lnTo>
                    <a:lnTo>
                      <a:pt x="85" y="75"/>
                    </a:lnTo>
                    <a:lnTo>
                      <a:pt x="103" y="59"/>
                    </a:lnTo>
                    <a:lnTo>
                      <a:pt x="124" y="45"/>
                    </a:lnTo>
                    <a:lnTo>
                      <a:pt x="147" y="34"/>
                    </a:lnTo>
                    <a:lnTo>
                      <a:pt x="171" y="23"/>
                    </a:lnTo>
                    <a:lnTo>
                      <a:pt x="197" y="14"/>
                    </a:lnTo>
                    <a:lnTo>
                      <a:pt x="226" y="8"/>
                    </a:lnTo>
                    <a:lnTo>
                      <a:pt x="257" y="4"/>
                    </a:lnTo>
                    <a:lnTo>
                      <a:pt x="290" y="0"/>
                    </a:lnTo>
                    <a:lnTo>
                      <a:pt x="325" y="0"/>
                    </a:lnTo>
                    <a:lnTo>
                      <a:pt x="356" y="2"/>
                    </a:lnTo>
                    <a:lnTo>
                      <a:pt x="388" y="6"/>
                    </a:lnTo>
                    <a:lnTo>
                      <a:pt x="419" y="12"/>
                    </a:lnTo>
                    <a:lnTo>
                      <a:pt x="449" y="19"/>
                    </a:lnTo>
                    <a:lnTo>
                      <a:pt x="480" y="28"/>
                    </a:lnTo>
                    <a:lnTo>
                      <a:pt x="510" y="38"/>
                    </a:lnTo>
                    <a:lnTo>
                      <a:pt x="567" y="65"/>
                    </a:lnTo>
                    <a:lnTo>
                      <a:pt x="624" y="97"/>
                    </a:lnTo>
                    <a:lnTo>
                      <a:pt x="678" y="134"/>
                    </a:lnTo>
                    <a:lnTo>
                      <a:pt x="729" y="175"/>
                    </a:lnTo>
                    <a:lnTo>
                      <a:pt x="776" y="219"/>
                    </a:lnTo>
                    <a:lnTo>
                      <a:pt x="818" y="268"/>
                    </a:lnTo>
                    <a:lnTo>
                      <a:pt x="858" y="317"/>
                    </a:lnTo>
                    <a:lnTo>
                      <a:pt x="890" y="368"/>
                    </a:lnTo>
                    <a:lnTo>
                      <a:pt x="917" y="420"/>
                    </a:lnTo>
                    <a:lnTo>
                      <a:pt x="939" y="472"/>
                    </a:lnTo>
                    <a:lnTo>
                      <a:pt x="947" y="498"/>
                    </a:lnTo>
                    <a:lnTo>
                      <a:pt x="954" y="523"/>
                    </a:lnTo>
                    <a:lnTo>
                      <a:pt x="959" y="549"/>
                    </a:lnTo>
                    <a:lnTo>
                      <a:pt x="961" y="573"/>
                    </a:lnTo>
                    <a:lnTo>
                      <a:pt x="962" y="597"/>
                    </a:lnTo>
                    <a:lnTo>
                      <a:pt x="961" y="621"/>
                    </a:lnTo>
                    <a:close/>
                  </a:path>
                </a:pathLst>
              </a:custGeom>
              <a:solidFill>
                <a:srgbClr val="4aff4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33" name="Freeform 155"/>
              <p:cNvSpPr/>
              <p:nvPr/>
            </p:nvSpPr>
            <p:spPr>
              <a:xfrm>
                <a:off x="3061080" y="4170240"/>
                <a:ext cx="522720" cy="485280"/>
              </a:xfrm>
              <a:custGeom>
                <a:avLst/>
                <a:gdLst>
                  <a:gd name="textAreaLeft" fmla="*/ 0 w 522720"/>
                  <a:gd name="textAreaRight" fmla="*/ 523080 w 522720"/>
                  <a:gd name="textAreaTop" fmla="*/ 0 h 485280"/>
                  <a:gd name="textAreaBottom" fmla="*/ 485640 h 485280"/>
                </a:gdLst>
                <a:ahLst/>
                <a:rect l="textAreaLeft" t="textAreaTop" r="textAreaRight" b="textAreaBottom"/>
                <a:pathLst>
                  <a:path w="923" h="854">
                    <a:moveTo>
                      <a:pt x="920" y="603"/>
                    </a:moveTo>
                    <a:lnTo>
                      <a:pt x="916" y="633"/>
                    </a:lnTo>
                    <a:lnTo>
                      <a:pt x="909" y="662"/>
                    </a:lnTo>
                    <a:lnTo>
                      <a:pt x="900" y="689"/>
                    </a:lnTo>
                    <a:lnTo>
                      <a:pt x="887" y="713"/>
                    </a:lnTo>
                    <a:lnTo>
                      <a:pt x="873" y="736"/>
                    </a:lnTo>
                    <a:lnTo>
                      <a:pt x="857" y="757"/>
                    </a:lnTo>
                    <a:lnTo>
                      <a:pt x="840" y="775"/>
                    </a:lnTo>
                    <a:lnTo>
                      <a:pt x="820" y="791"/>
                    </a:lnTo>
                    <a:lnTo>
                      <a:pt x="798" y="806"/>
                    </a:lnTo>
                    <a:lnTo>
                      <a:pt x="776" y="819"/>
                    </a:lnTo>
                    <a:lnTo>
                      <a:pt x="752" y="829"/>
                    </a:lnTo>
                    <a:lnTo>
                      <a:pt x="726" y="838"/>
                    </a:lnTo>
                    <a:lnTo>
                      <a:pt x="699" y="845"/>
                    </a:lnTo>
                    <a:lnTo>
                      <a:pt x="672" y="850"/>
                    </a:lnTo>
                    <a:lnTo>
                      <a:pt x="643" y="853"/>
                    </a:lnTo>
                    <a:lnTo>
                      <a:pt x="614" y="854"/>
                    </a:lnTo>
                    <a:lnTo>
                      <a:pt x="583" y="853"/>
                    </a:lnTo>
                    <a:lnTo>
                      <a:pt x="553" y="850"/>
                    </a:lnTo>
                    <a:lnTo>
                      <a:pt x="522" y="845"/>
                    </a:lnTo>
                    <a:lnTo>
                      <a:pt x="490" y="838"/>
                    </a:lnTo>
                    <a:lnTo>
                      <a:pt x="457" y="829"/>
                    </a:lnTo>
                    <a:lnTo>
                      <a:pt x="426" y="819"/>
                    </a:lnTo>
                    <a:lnTo>
                      <a:pt x="394" y="806"/>
                    </a:lnTo>
                    <a:lnTo>
                      <a:pt x="363" y="791"/>
                    </a:lnTo>
                    <a:lnTo>
                      <a:pt x="331" y="775"/>
                    </a:lnTo>
                    <a:lnTo>
                      <a:pt x="300" y="757"/>
                    </a:lnTo>
                    <a:lnTo>
                      <a:pt x="270" y="736"/>
                    </a:lnTo>
                    <a:lnTo>
                      <a:pt x="240" y="713"/>
                    </a:lnTo>
                    <a:lnTo>
                      <a:pt x="210" y="689"/>
                    </a:lnTo>
                    <a:lnTo>
                      <a:pt x="182" y="662"/>
                    </a:lnTo>
                    <a:lnTo>
                      <a:pt x="154" y="633"/>
                    </a:lnTo>
                    <a:lnTo>
                      <a:pt x="128" y="603"/>
                    </a:lnTo>
                    <a:lnTo>
                      <a:pt x="107" y="577"/>
                    </a:lnTo>
                    <a:lnTo>
                      <a:pt x="88" y="550"/>
                    </a:lnTo>
                    <a:lnTo>
                      <a:pt x="71" y="524"/>
                    </a:lnTo>
                    <a:lnTo>
                      <a:pt x="57" y="496"/>
                    </a:lnTo>
                    <a:lnTo>
                      <a:pt x="43" y="470"/>
                    </a:lnTo>
                    <a:lnTo>
                      <a:pt x="31" y="443"/>
                    </a:lnTo>
                    <a:lnTo>
                      <a:pt x="22" y="417"/>
                    </a:lnTo>
                    <a:lnTo>
                      <a:pt x="14" y="390"/>
                    </a:lnTo>
                    <a:lnTo>
                      <a:pt x="7" y="364"/>
                    </a:lnTo>
                    <a:lnTo>
                      <a:pt x="0" y="313"/>
                    </a:lnTo>
                    <a:lnTo>
                      <a:pt x="0" y="263"/>
                    </a:lnTo>
                    <a:lnTo>
                      <a:pt x="2" y="239"/>
                    </a:lnTo>
                    <a:lnTo>
                      <a:pt x="7" y="216"/>
                    </a:lnTo>
                    <a:lnTo>
                      <a:pt x="13" y="194"/>
                    </a:lnTo>
                    <a:lnTo>
                      <a:pt x="20" y="172"/>
                    </a:lnTo>
                    <a:lnTo>
                      <a:pt x="29" y="153"/>
                    </a:lnTo>
                    <a:lnTo>
                      <a:pt x="39" y="133"/>
                    </a:lnTo>
                    <a:lnTo>
                      <a:pt x="51" y="115"/>
                    </a:lnTo>
                    <a:lnTo>
                      <a:pt x="65" y="98"/>
                    </a:lnTo>
                    <a:lnTo>
                      <a:pt x="80" y="81"/>
                    </a:lnTo>
                    <a:lnTo>
                      <a:pt x="96" y="66"/>
                    </a:lnTo>
                    <a:lnTo>
                      <a:pt x="114" y="53"/>
                    </a:lnTo>
                    <a:lnTo>
                      <a:pt x="134" y="40"/>
                    </a:lnTo>
                    <a:lnTo>
                      <a:pt x="154" y="30"/>
                    </a:lnTo>
                    <a:lnTo>
                      <a:pt x="176" y="20"/>
                    </a:lnTo>
                    <a:lnTo>
                      <a:pt x="201" y="12"/>
                    </a:lnTo>
                    <a:lnTo>
                      <a:pt x="225" y="7"/>
                    </a:lnTo>
                    <a:lnTo>
                      <a:pt x="251" y="3"/>
                    </a:lnTo>
                    <a:lnTo>
                      <a:pt x="279" y="0"/>
                    </a:lnTo>
                    <a:lnTo>
                      <a:pt x="308" y="0"/>
                    </a:lnTo>
                    <a:lnTo>
                      <a:pt x="334" y="1"/>
                    </a:lnTo>
                    <a:lnTo>
                      <a:pt x="361" y="4"/>
                    </a:lnTo>
                    <a:lnTo>
                      <a:pt x="415" y="16"/>
                    </a:lnTo>
                    <a:lnTo>
                      <a:pt x="470" y="33"/>
                    </a:lnTo>
                    <a:lnTo>
                      <a:pt x="525" y="56"/>
                    </a:lnTo>
                    <a:lnTo>
                      <a:pt x="579" y="85"/>
                    </a:lnTo>
                    <a:lnTo>
                      <a:pt x="632" y="118"/>
                    </a:lnTo>
                    <a:lnTo>
                      <a:pt x="683" y="155"/>
                    </a:lnTo>
                    <a:lnTo>
                      <a:pt x="730" y="197"/>
                    </a:lnTo>
                    <a:lnTo>
                      <a:pt x="774" y="240"/>
                    </a:lnTo>
                    <a:lnTo>
                      <a:pt x="813" y="289"/>
                    </a:lnTo>
                    <a:lnTo>
                      <a:pt x="848" y="338"/>
                    </a:lnTo>
                    <a:lnTo>
                      <a:pt x="877" y="389"/>
                    </a:lnTo>
                    <a:lnTo>
                      <a:pt x="889" y="416"/>
                    </a:lnTo>
                    <a:lnTo>
                      <a:pt x="900" y="442"/>
                    </a:lnTo>
                    <a:lnTo>
                      <a:pt x="908" y="469"/>
                    </a:lnTo>
                    <a:lnTo>
                      <a:pt x="915" y="495"/>
                    </a:lnTo>
                    <a:lnTo>
                      <a:pt x="919" y="523"/>
                    </a:lnTo>
                    <a:lnTo>
                      <a:pt x="922" y="549"/>
                    </a:lnTo>
                    <a:lnTo>
                      <a:pt x="923" y="577"/>
                    </a:lnTo>
                    <a:lnTo>
                      <a:pt x="920" y="603"/>
                    </a:lnTo>
                    <a:close/>
                  </a:path>
                </a:pathLst>
              </a:custGeom>
              <a:solidFill>
                <a:srgbClr val="50ff5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34" name="Freeform 156"/>
              <p:cNvSpPr/>
              <p:nvPr/>
            </p:nvSpPr>
            <p:spPr>
              <a:xfrm>
                <a:off x="4213080" y="2910600"/>
                <a:ext cx="531720" cy="509040"/>
              </a:xfrm>
              <a:custGeom>
                <a:avLst/>
                <a:gdLst>
                  <a:gd name="textAreaLeft" fmla="*/ 0 w 531720"/>
                  <a:gd name="textAreaRight" fmla="*/ 532080 w 531720"/>
                  <a:gd name="textAreaTop" fmla="*/ 0 h 509040"/>
                  <a:gd name="textAreaBottom" fmla="*/ 509400 h 509040"/>
                </a:gdLst>
                <a:ahLst/>
                <a:rect l="textAreaLeft" t="textAreaTop" r="textAreaRight" b="textAreaBottom"/>
                <a:pathLst>
                  <a:path w="936" h="897">
                    <a:moveTo>
                      <a:pt x="934" y="555"/>
                    </a:moveTo>
                    <a:lnTo>
                      <a:pt x="931" y="585"/>
                    </a:lnTo>
                    <a:lnTo>
                      <a:pt x="924" y="614"/>
                    </a:lnTo>
                    <a:lnTo>
                      <a:pt x="916" y="641"/>
                    </a:lnTo>
                    <a:lnTo>
                      <a:pt x="904" y="669"/>
                    </a:lnTo>
                    <a:lnTo>
                      <a:pt x="891" y="694"/>
                    </a:lnTo>
                    <a:lnTo>
                      <a:pt x="878" y="720"/>
                    </a:lnTo>
                    <a:lnTo>
                      <a:pt x="860" y="743"/>
                    </a:lnTo>
                    <a:lnTo>
                      <a:pt x="843" y="765"/>
                    </a:lnTo>
                    <a:lnTo>
                      <a:pt x="822" y="785"/>
                    </a:lnTo>
                    <a:lnTo>
                      <a:pt x="802" y="805"/>
                    </a:lnTo>
                    <a:lnTo>
                      <a:pt x="779" y="822"/>
                    </a:lnTo>
                    <a:lnTo>
                      <a:pt x="754" y="838"/>
                    </a:lnTo>
                    <a:lnTo>
                      <a:pt x="728" y="852"/>
                    </a:lnTo>
                    <a:lnTo>
                      <a:pt x="701" y="865"/>
                    </a:lnTo>
                    <a:lnTo>
                      <a:pt x="674" y="875"/>
                    </a:lnTo>
                    <a:lnTo>
                      <a:pt x="645" y="883"/>
                    </a:lnTo>
                    <a:lnTo>
                      <a:pt x="615" y="890"/>
                    </a:lnTo>
                    <a:lnTo>
                      <a:pt x="584" y="895"/>
                    </a:lnTo>
                    <a:lnTo>
                      <a:pt x="553" y="897"/>
                    </a:lnTo>
                    <a:lnTo>
                      <a:pt x="521" y="897"/>
                    </a:lnTo>
                    <a:lnTo>
                      <a:pt x="488" y="895"/>
                    </a:lnTo>
                    <a:lnTo>
                      <a:pt x="455" y="889"/>
                    </a:lnTo>
                    <a:lnTo>
                      <a:pt x="423" y="882"/>
                    </a:lnTo>
                    <a:lnTo>
                      <a:pt x="388" y="873"/>
                    </a:lnTo>
                    <a:lnTo>
                      <a:pt x="355" y="860"/>
                    </a:lnTo>
                    <a:lnTo>
                      <a:pt x="321" y="845"/>
                    </a:lnTo>
                    <a:lnTo>
                      <a:pt x="287" y="827"/>
                    </a:lnTo>
                    <a:lnTo>
                      <a:pt x="253" y="806"/>
                    </a:lnTo>
                    <a:lnTo>
                      <a:pt x="220" y="782"/>
                    </a:lnTo>
                    <a:lnTo>
                      <a:pt x="186" y="755"/>
                    </a:lnTo>
                    <a:lnTo>
                      <a:pt x="154" y="725"/>
                    </a:lnTo>
                    <a:lnTo>
                      <a:pt x="122" y="692"/>
                    </a:lnTo>
                    <a:lnTo>
                      <a:pt x="100" y="667"/>
                    </a:lnTo>
                    <a:lnTo>
                      <a:pt x="82" y="640"/>
                    </a:lnTo>
                    <a:lnTo>
                      <a:pt x="64" y="614"/>
                    </a:lnTo>
                    <a:lnTo>
                      <a:pt x="48" y="586"/>
                    </a:lnTo>
                    <a:lnTo>
                      <a:pt x="36" y="558"/>
                    </a:lnTo>
                    <a:lnTo>
                      <a:pt x="24" y="530"/>
                    </a:lnTo>
                    <a:lnTo>
                      <a:pt x="16" y="501"/>
                    </a:lnTo>
                    <a:lnTo>
                      <a:pt x="9" y="472"/>
                    </a:lnTo>
                    <a:lnTo>
                      <a:pt x="3" y="442"/>
                    </a:lnTo>
                    <a:lnTo>
                      <a:pt x="1" y="413"/>
                    </a:lnTo>
                    <a:lnTo>
                      <a:pt x="0" y="383"/>
                    </a:lnTo>
                    <a:lnTo>
                      <a:pt x="1" y="355"/>
                    </a:lnTo>
                    <a:lnTo>
                      <a:pt x="3" y="327"/>
                    </a:lnTo>
                    <a:lnTo>
                      <a:pt x="9" y="298"/>
                    </a:lnTo>
                    <a:lnTo>
                      <a:pt x="16" y="270"/>
                    </a:lnTo>
                    <a:lnTo>
                      <a:pt x="24" y="244"/>
                    </a:lnTo>
                    <a:lnTo>
                      <a:pt x="36" y="217"/>
                    </a:lnTo>
                    <a:lnTo>
                      <a:pt x="47" y="193"/>
                    </a:lnTo>
                    <a:lnTo>
                      <a:pt x="62" y="169"/>
                    </a:lnTo>
                    <a:lnTo>
                      <a:pt x="78" y="146"/>
                    </a:lnTo>
                    <a:lnTo>
                      <a:pt x="97" y="124"/>
                    </a:lnTo>
                    <a:lnTo>
                      <a:pt x="116" y="103"/>
                    </a:lnTo>
                    <a:lnTo>
                      <a:pt x="138" y="85"/>
                    </a:lnTo>
                    <a:lnTo>
                      <a:pt x="161" y="68"/>
                    </a:lnTo>
                    <a:lnTo>
                      <a:pt x="186" y="52"/>
                    </a:lnTo>
                    <a:lnTo>
                      <a:pt x="214" y="38"/>
                    </a:lnTo>
                    <a:lnTo>
                      <a:pt x="243" y="26"/>
                    </a:lnTo>
                    <a:lnTo>
                      <a:pt x="273" y="16"/>
                    </a:lnTo>
                    <a:lnTo>
                      <a:pt x="305" y="9"/>
                    </a:lnTo>
                    <a:lnTo>
                      <a:pt x="340" y="3"/>
                    </a:lnTo>
                    <a:lnTo>
                      <a:pt x="375" y="0"/>
                    </a:lnTo>
                    <a:lnTo>
                      <a:pt x="412" y="0"/>
                    </a:lnTo>
                    <a:lnTo>
                      <a:pt x="462" y="3"/>
                    </a:lnTo>
                    <a:lnTo>
                      <a:pt x="510" y="12"/>
                    </a:lnTo>
                    <a:lnTo>
                      <a:pt x="560" y="27"/>
                    </a:lnTo>
                    <a:lnTo>
                      <a:pt x="608" y="47"/>
                    </a:lnTo>
                    <a:lnTo>
                      <a:pt x="654" y="70"/>
                    </a:lnTo>
                    <a:lnTo>
                      <a:pt x="699" y="99"/>
                    </a:lnTo>
                    <a:lnTo>
                      <a:pt x="742" y="131"/>
                    </a:lnTo>
                    <a:lnTo>
                      <a:pt x="782" y="167"/>
                    </a:lnTo>
                    <a:lnTo>
                      <a:pt x="818" y="206"/>
                    </a:lnTo>
                    <a:lnTo>
                      <a:pt x="850" y="249"/>
                    </a:lnTo>
                    <a:lnTo>
                      <a:pt x="879" y="295"/>
                    </a:lnTo>
                    <a:lnTo>
                      <a:pt x="902" y="342"/>
                    </a:lnTo>
                    <a:lnTo>
                      <a:pt x="919" y="393"/>
                    </a:lnTo>
                    <a:lnTo>
                      <a:pt x="926" y="419"/>
                    </a:lnTo>
                    <a:lnTo>
                      <a:pt x="931" y="446"/>
                    </a:lnTo>
                    <a:lnTo>
                      <a:pt x="934" y="472"/>
                    </a:lnTo>
                    <a:lnTo>
                      <a:pt x="936" y="500"/>
                    </a:lnTo>
                    <a:lnTo>
                      <a:pt x="936" y="527"/>
                    </a:lnTo>
                    <a:lnTo>
                      <a:pt x="934" y="555"/>
                    </a:lnTo>
                    <a:close/>
                  </a:path>
                </a:pathLst>
              </a:custGeom>
              <a:solidFill>
                <a:srgbClr val="65ff6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35" name="Freeform 157"/>
              <p:cNvSpPr/>
              <p:nvPr/>
            </p:nvSpPr>
            <p:spPr>
              <a:xfrm>
                <a:off x="3071160" y="4181760"/>
                <a:ext cx="500040" cy="467280"/>
              </a:xfrm>
              <a:custGeom>
                <a:avLst/>
                <a:gdLst>
                  <a:gd name="textAreaLeft" fmla="*/ 0 w 500040"/>
                  <a:gd name="textAreaRight" fmla="*/ 500400 w 500040"/>
                  <a:gd name="textAreaTop" fmla="*/ 0 h 467280"/>
                  <a:gd name="textAreaBottom" fmla="*/ 467640 h 467280"/>
                </a:gdLst>
                <a:ahLst/>
                <a:rect l="textAreaLeft" t="textAreaTop" r="textAreaRight" b="textAreaBottom"/>
                <a:pathLst>
                  <a:path w="884" h="825">
                    <a:moveTo>
                      <a:pt x="882" y="585"/>
                    </a:moveTo>
                    <a:lnTo>
                      <a:pt x="876" y="616"/>
                    </a:lnTo>
                    <a:lnTo>
                      <a:pt x="869" y="645"/>
                    </a:lnTo>
                    <a:lnTo>
                      <a:pt x="859" y="672"/>
                    </a:lnTo>
                    <a:lnTo>
                      <a:pt x="847" y="696"/>
                    </a:lnTo>
                    <a:lnTo>
                      <a:pt x="833" y="718"/>
                    </a:lnTo>
                    <a:lnTo>
                      <a:pt x="817" y="739"/>
                    </a:lnTo>
                    <a:lnTo>
                      <a:pt x="800" y="756"/>
                    </a:lnTo>
                    <a:lnTo>
                      <a:pt x="780" y="772"/>
                    </a:lnTo>
                    <a:lnTo>
                      <a:pt x="759" y="786"/>
                    </a:lnTo>
                    <a:lnTo>
                      <a:pt x="738" y="797"/>
                    </a:lnTo>
                    <a:lnTo>
                      <a:pt x="715" y="807"/>
                    </a:lnTo>
                    <a:lnTo>
                      <a:pt x="689" y="813"/>
                    </a:lnTo>
                    <a:lnTo>
                      <a:pt x="664" y="819"/>
                    </a:lnTo>
                    <a:lnTo>
                      <a:pt x="637" y="823"/>
                    </a:lnTo>
                    <a:lnTo>
                      <a:pt x="610" y="825"/>
                    </a:lnTo>
                    <a:lnTo>
                      <a:pt x="582" y="825"/>
                    </a:lnTo>
                    <a:lnTo>
                      <a:pt x="553" y="823"/>
                    </a:lnTo>
                    <a:lnTo>
                      <a:pt x="523" y="819"/>
                    </a:lnTo>
                    <a:lnTo>
                      <a:pt x="495" y="813"/>
                    </a:lnTo>
                    <a:lnTo>
                      <a:pt x="465" y="805"/>
                    </a:lnTo>
                    <a:lnTo>
                      <a:pt x="435" y="796"/>
                    </a:lnTo>
                    <a:lnTo>
                      <a:pt x="405" y="785"/>
                    </a:lnTo>
                    <a:lnTo>
                      <a:pt x="375" y="772"/>
                    </a:lnTo>
                    <a:lnTo>
                      <a:pt x="345" y="758"/>
                    </a:lnTo>
                    <a:lnTo>
                      <a:pt x="315" y="742"/>
                    </a:lnTo>
                    <a:lnTo>
                      <a:pt x="286" y="725"/>
                    </a:lnTo>
                    <a:lnTo>
                      <a:pt x="258" y="705"/>
                    </a:lnTo>
                    <a:lnTo>
                      <a:pt x="231" y="684"/>
                    </a:lnTo>
                    <a:lnTo>
                      <a:pt x="203" y="661"/>
                    </a:lnTo>
                    <a:lnTo>
                      <a:pt x="178" y="637"/>
                    </a:lnTo>
                    <a:lnTo>
                      <a:pt x="152" y="612"/>
                    </a:lnTo>
                    <a:lnTo>
                      <a:pt x="128" y="585"/>
                    </a:lnTo>
                    <a:lnTo>
                      <a:pt x="91" y="537"/>
                    </a:lnTo>
                    <a:lnTo>
                      <a:pt x="61" y="489"/>
                    </a:lnTo>
                    <a:lnTo>
                      <a:pt x="37" y="438"/>
                    </a:lnTo>
                    <a:lnTo>
                      <a:pt x="19" y="387"/>
                    </a:lnTo>
                    <a:lnTo>
                      <a:pt x="6" y="338"/>
                    </a:lnTo>
                    <a:lnTo>
                      <a:pt x="0" y="288"/>
                    </a:lnTo>
                    <a:lnTo>
                      <a:pt x="0" y="241"/>
                    </a:lnTo>
                    <a:lnTo>
                      <a:pt x="4" y="219"/>
                    </a:lnTo>
                    <a:lnTo>
                      <a:pt x="7" y="196"/>
                    </a:lnTo>
                    <a:lnTo>
                      <a:pt x="13" y="175"/>
                    </a:lnTo>
                    <a:lnTo>
                      <a:pt x="20" y="154"/>
                    </a:lnTo>
                    <a:lnTo>
                      <a:pt x="29" y="135"/>
                    </a:lnTo>
                    <a:lnTo>
                      <a:pt x="40" y="116"/>
                    </a:lnTo>
                    <a:lnTo>
                      <a:pt x="51" y="99"/>
                    </a:lnTo>
                    <a:lnTo>
                      <a:pt x="65" y="82"/>
                    </a:lnTo>
                    <a:lnTo>
                      <a:pt x="80" y="67"/>
                    </a:lnTo>
                    <a:lnTo>
                      <a:pt x="97" y="53"/>
                    </a:lnTo>
                    <a:lnTo>
                      <a:pt x="116" y="42"/>
                    </a:lnTo>
                    <a:lnTo>
                      <a:pt x="136" y="30"/>
                    </a:lnTo>
                    <a:lnTo>
                      <a:pt x="158" y="21"/>
                    </a:lnTo>
                    <a:lnTo>
                      <a:pt x="181" y="13"/>
                    </a:lnTo>
                    <a:lnTo>
                      <a:pt x="207" y="7"/>
                    </a:lnTo>
                    <a:lnTo>
                      <a:pt x="233" y="2"/>
                    </a:lnTo>
                    <a:lnTo>
                      <a:pt x="262" y="0"/>
                    </a:lnTo>
                    <a:lnTo>
                      <a:pt x="292" y="0"/>
                    </a:lnTo>
                    <a:lnTo>
                      <a:pt x="319" y="1"/>
                    </a:lnTo>
                    <a:lnTo>
                      <a:pt x="348" y="5"/>
                    </a:lnTo>
                    <a:lnTo>
                      <a:pt x="405" y="16"/>
                    </a:lnTo>
                    <a:lnTo>
                      <a:pt x="460" y="34"/>
                    </a:lnTo>
                    <a:lnTo>
                      <a:pt x="514" y="58"/>
                    </a:lnTo>
                    <a:lnTo>
                      <a:pt x="568" y="86"/>
                    </a:lnTo>
                    <a:lnTo>
                      <a:pt x="619" y="120"/>
                    </a:lnTo>
                    <a:lnTo>
                      <a:pt x="666" y="157"/>
                    </a:lnTo>
                    <a:lnTo>
                      <a:pt x="711" y="198"/>
                    </a:lnTo>
                    <a:lnTo>
                      <a:pt x="753" y="242"/>
                    </a:lnTo>
                    <a:lnTo>
                      <a:pt x="788" y="288"/>
                    </a:lnTo>
                    <a:lnTo>
                      <a:pt x="821" y="336"/>
                    </a:lnTo>
                    <a:lnTo>
                      <a:pt x="846" y="386"/>
                    </a:lnTo>
                    <a:lnTo>
                      <a:pt x="865" y="437"/>
                    </a:lnTo>
                    <a:lnTo>
                      <a:pt x="872" y="461"/>
                    </a:lnTo>
                    <a:lnTo>
                      <a:pt x="878" y="486"/>
                    </a:lnTo>
                    <a:lnTo>
                      <a:pt x="882" y="512"/>
                    </a:lnTo>
                    <a:lnTo>
                      <a:pt x="884" y="537"/>
                    </a:lnTo>
                    <a:lnTo>
                      <a:pt x="884" y="561"/>
                    </a:lnTo>
                    <a:lnTo>
                      <a:pt x="882" y="585"/>
                    </a:lnTo>
                    <a:close/>
                  </a:path>
                </a:pathLst>
              </a:custGeom>
              <a:solidFill>
                <a:srgbClr val="56ff5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36" name="Freeform 158"/>
              <p:cNvSpPr/>
              <p:nvPr/>
            </p:nvSpPr>
            <p:spPr>
              <a:xfrm>
                <a:off x="4227840" y="2925360"/>
                <a:ext cx="502200" cy="483120"/>
              </a:xfrm>
              <a:custGeom>
                <a:avLst/>
                <a:gdLst>
                  <a:gd name="textAreaLeft" fmla="*/ 0 w 502200"/>
                  <a:gd name="textAreaRight" fmla="*/ 502560 w 502200"/>
                  <a:gd name="textAreaTop" fmla="*/ 0 h 483120"/>
                  <a:gd name="textAreaBottom" fmla="*/ 483480 h 483120"/>
                </a:gdLst>
                <a:ahLst/>
                <a:rect l="textAreaLeft" t="textAreaTop" r="textAreaRight" b="textAreaBottom"/>
                <a:pathLst>
                  <a:path w="887" h="851">
                    <a:moveTo>
                      <a:pt x="885" y="530"/>
                    </a:moveTo>
                    <a:lnTo>
                      <a:pt x="879" y="566"/>
                    </a:lnTo>
                    <a:lnTo>
                      <a:pt x="870" y="599"/>
                    </a:lnTo>
                    <a:lnTo>
                      <a:pt x="859" y="630"/>
                    </a:lnTo>
                    <a:lnTo>
                      <a:pt x="846" y="658"/>
                    </a:lnTo>
                    <a:lnTo>
                      <a:pt x="832" y="683"/>
                    </a:lnTo>
                    <a:lnTo>
                      <a:pt x="817" y="705"/>
                    </a:lnTo>
                    <a:lnTo>
                      <a:pt x="801" y="724"/>
                    </a:lnTo>
                    <a:lnTo>
                      <a:pt x="786" y="737"/>
                    </a:lnTo>
                    <a:lnTo>
                      <a:pt x="763" y="755"/>
                    </a:lnTo>
                    <a:lnTo>
                      <a:pt x="743" y="770"/>
                    </a:lnTo>
                    <a:lnTo>
                      <a:pt x="725" y="783"/>
                    </a:lnTo>
                    <a:lnTo>
                      <a:pt x="708" y="794"/>
                    </a:lnTo>
                    <a:lnTo>
                      <a:pt x="694" y="804"/>
                    </a:lnTo>
                    <a:lnTo>
                      <a:pt x="679" y="812"/>
                    </a:lnTo>
                    <a:lnTo>
                      <a:pt x="650" y="825"/>
                    </a:lnTo>
                    <a:lnTo>
                      <a:pt x="619" y="834"/>
                    </a:lnTo>
                    <a:lnTo>
                      <a:pt x="600" y="838"/>
                    </a:lnTo>
                    <a:lnTo>
                      <a:pt x="579" y="841"/>
                    </a:lnTo>
                    <a:lnTo>
                      <a:pt x="556" y="843"/>
                    </a:lnTo>
                    <a:lnTo>
                      <a:pt x="531" y="846"/>
                    </a:lnTo>
                    <a:lnTo>
                      <a:pt x="501" y="849"/>
                    </a:lnTo>
                    <a:lnTo>
                      <a:pt x="468" y="851"/>
                    </a:lnTo>
                    <a:lnTo>
                      <a:pt x="464" y="851"/>
                    </a:lnTo>
                    <a:lnTo>
                      <a:pt x="457" y="850"/>
                    </a:lnTo>
                    <a:lnTo>
                      <a:pt x="446" y="849"/>
                    </a:lnTo>
                    <a:lnTo>
                      <a:pt x="430" y="847"/>
                    </a:lnTo>
                    <a:lnTo>
                      <a:pt x="410" y="843"/>
                    </a:lnTo>
                    <a:lnTo>
                      <a:pt x="388" y="838"/>
                    </a:lnTo>
                    <a:lnTo>
                      <a:pt x="363" y="830"/>
                    </a:lnTo>
                    <a:lnTo>
                      <a:pt x="335" y="818"/>
                    </a:lnTo>
                    <a:lnTo>
                      <a:pt x="305" y="805"/>
                    </a:lnTo>
                    <a:lnTo>
                      <a:pt x="274" y="788"/>
                    </a:lnTo>
                    <a:lnTo>
                      <a:pt x="242" y="767"/>
                    </a:lnTo>
                    <a:lnTo>
                      <a:pt x="207" y="743"/>
                    </a:lnTo>
                    <a:lnTo>
                      <a:pt x="174" y="714"/>
                    </a:lnTo>
                    <a:lnTo>
                      <a:pt x="139" y="681"/>
                    </a:lnTo>
                    <a:lnTo>
                      <a:pt x="105" y="642"/>
                    </a:lnTo>
                    <a:lnTo>
                      <a:pt x="71" y="598"/>
                    </a:lnTo>
                    <a:lnTo>
                      <a:pt x="59" y="578"/>
                    </a:lnTo>
                    <a:lnTo>
                      <a:pt x="47" y="558"/>
                    </a:lnTo>
                    <a:lnTo>
                      <a:pt x="37" y="536"/>
                    </a:lnTo>
                    <a:lnTo>
                      <a:pt x="28" y="513"/>
                    </a:lnTo>
                    <a:lnTo>
                      <a:pt x="19" y="487"/>
                    </a:lnTo>
                    <a:lnTo>
                      <a:pt x="12" y="462"/>
                    </a:lnTo>
                    <a:lnTo>
                      <a:pt x="7" y="436"/>
                    </a:lnTo>
                    <a:lnTo>
                      <a:pt x="2" y="408"/>
                    </a:lnTo>
                    <a:lnTo>
                      <a:pt x="0" y="380"/>
                    </a:lnTo>
                    <a:lnTo>
                      <a:pt x="0" y="353"/>
                    </a:lnTo>
                    <a:lnTo>
                      <a:pt x="1" y="325"/>
                    </a:lnTo>
                    <a:lnTo>
                      <a:pt x="5" y="296"/>
                    </a:lnTo>
                    <a:lnTo>
                      <a:pt x="10" y="268"/>
                    </a:lnTo>
                    <a:lnTo>
                      <a:pt x="19" y="242"/>
                    </a:lnTo>
                    <a:lnTo>
                      <a:pt x="28" y="215"/>
                    </a:lnTo>
                    <a:lnTo>
                      <a:pt x="40" y="189"/>
                    </a:lnTo>
                    <a:lnTo>
                      <a:pt x="46" y="180"/>
                    </a:lnTo>
                    <a:lnTo>
                      <a:pt x="53" y="167"/>
                    </a:lnTo>
                    <a:lnTo>
                      <a:pt x="62" y="154"/>
                    </a:lnTo>
                    <a:lnTo>
                      <a:pt x="74" y="139"/>
                    </a:lnTo>
                    <a:lnTo>
                      <a:pt x="86" y="123"/>
                    </a:lnTo>
                    <a:lnTo>
                      <a:pt x="103" y="107"/>
                    </a:lnTo>
                    <a:lnTo>
                      <a:pt x="120" y="91"/>
                    </a:lnTo>
                    <a:lnTo>
                      <a:pt x="139" y="75"/>
                    </a:lnTo>
                    <a:lnTo>
                      <a:pt x="161" y="60"/>
                    </a:lnTo>
                    <a:lnTo>
                      <a:pt x="187" y="45"/>
                    </a:lnTo>
                    <a:lnTo>
                      <a:pt x="214" y="32"/>
                    </a:lnTo>
                    <a:lnTo>
                      <a:pt x="243" y="21"/>
                    </a:lnTo>
                    <a:lnTo>
                      <a:pt x="277" y="12"/>
                    </a:lnTo>
                    <a:lnTo>
                      <a:pt x="312" y="5"/>
                    </a:lnTo>
                    <a:lnTo>
                      <a:pt x="350" y="1"/>
                    </a:lnTo>
                    <a:lnTo>
                      <a:pt x="392" y="0"/>
                    </a:lnTo>
                    <a:lnTo>
                      <a:pt x="444" y="4"/>
                    </a:lnTo>
                    <a:lnTo>
                      <a:pt x="493" y="14"/>
                    </a:lnTo>
                    <a:lnTo>
                      <a:pt x="543" y="29"/>
                    </a:lnTo>
                    <a:lnTo>
                      <a:pt x="590" y="48"/>
                    </a:lnTo>
                    <a:lnTo>
                      <a:pt x="634" y="73"/>
                    </a:lnTo>
                    <a:lnTo>
                      <a:pt x="676" y="101"/>
                    </a:lnTo>
                    <a:lnTo>
                      <a:pt x="717" y="134"/>
                    </a:lnTo>
                    <a:lnTo>
                      <a:pt x="752" y="169"/>
                    </a:lnTo>
                    <a:lnTo>
                      <a:pt x="785" y="207"/>
                    </a:lnTo>
                    <a:lnTo>
                      <a:pt x="813" y="249"/>
                    </a:lnTo>
                    <a:lnTo>
                      <a:pt x="839" y="293"/>
                    </a:lnTo>
                    <a:lnTo>
                      <a:pt x="858" y="338"/>
                    </a:lnTo>
                    <a:lnTo>
                      <a:pt x="873" y="385"/>
                    </a:lnTo>
                    <a:lnTo>
                      <a:pt x="882" y="432"/>
                    </a:lnTo>
                    <a:lnTo>
                      <a:pt x="887" y="480"/>
                    </a:lnTo>
                    <a:lnTo>
                      <a:pt x="885" y="530"/>
                    </a:lnTo>
                    <a:close/>
                  </a:path>
                </a:pathLst>
              </a:custGeom>
              <a:solidFill>
                <a:srgbClr val="6aff6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37" name="Freeform 159"/>
              <p:cNvSpPr/>
              <p:nvPr/>
            </p:nvSpPr>
            <p:spPr>
              <a:xfrm>
                <a:off x="3081600" y="4190760"/>
                <a:ext cx="479520" cy="446760"/>
              </a:xfrm>
              <a:custGeom>
                <a:avLst/>
                <a:gdLst>
                  <a:gd name="textAreaLeft" fmla="*/ 0 w 479520"/>
                  <a:gd name="textAreaRight" fmla="*/ 479880 w 479520"/>
                  <a:gd name="textAreaTop" fmla="*/ 0 h 446760"/>
                  <a:gd name="textAreaBottom" fmla="*/ 447120 h 446760"/>
                </a:gdLst>
                <a:ahLst/>
                <a:rect l="textAreaLeft" t="textAreaTop" r="textAreaRight" b="textAreaBottom"/>
                <a:pathLst>
                  <a:path w="844" h="787">
                    <a:moveTo>
                      <a:pt x="841" y="568"/>
                    </a:moveTo>
                    <a:lnTo>
                      <a:pt x="835" y="597"/>
                    </a:lnTo>
                    <a:lnTo>
                      <a:pt x="827" y="624"/>
                    </a:lnTo>
                    <a:lnTo>
                      <a:pt x="817" y="649"/>
                    </a:lnTo>
                    <a:lnTo>
                      <a:pt x="804" y="671"/>
                    </a:lnTo>
                    <a:lnTo>
                      <a:pt x="789" y="692"/>
                    </a:lnTo>
                    <a:lnTo>
                      <a:pt x="772" y="710"/>
                    </a:lnTo>
                    <a:lnTo>
                      <a:pt x="753" y="727"/>
                    </a:lnTo>
                    <a:lnTo>
                      <a:pt x="734" y="741"/>
                    </a:lnTo>
                    <a:lnTo>
                      <a:pt x="712" y="754"/>
                    </a:lnTo>
                    <a:lnTo>
                      <a:pt x="689" y="764"/>
                    </a:lnTo>
                    <a:lnTo>
                      <a:pt x="665" y="773"/>
                    </a:lnTo>
                    <a:lnTo>
                      <a:pt x="639" y="779"/>
                    </a:lnTo>
                    <a:lnTo>
                      <a:pt x="613" y="784"/>
                    </a:lnTo>
                    <a:lnTo>
                      <a:pt x="585" y="786"/>
                    </a:lnTo>
                    <a:lnTo>
                      <a:pt x="556" y="787"/>
                    </a:lnTo>
                    <a:lnTo>
                      <a:pt x="528" y="786"/>
                    </a:lnTo>
                    <a:lnTo>
                      <a:pt x="499" y="783"/>
                    </a:lnTo>
                    <a:lnTo>
                      <a:pt x="469" y="778"/>
                    </a:lnTo>
                    <a:lnTo>
                      <a:pt x="409" y="762"/>
                    </a:lnTo>
                    <a:lnTo>
                      <a:pt x="378" y="750"/>
                    </a:lnTo>
                    <a:lnTo>
                      <a:pt x="348" y="738"/>
                    </a:lnTo>
                    <a:lnTo>
                      <a:pt x="318" y="723"/>
                    </a:lnTo>
                    <a:lnTo>
                      <a:pt x="288" y="707"/>
                    </a:lnTo>
                    <a:lnTo>
                      <a:pt x="259" y="688"/>
                    </a:lnTo>
                    <a:lnTo>
                      <a:pt x="230" y="667"/>
                    </a:lnTo>
                    <a:lnTo>
                      <a:pt x="203" y="646"/>
                    </a:lnTo>
                    <a:lnTo>
                      <a:pt x="176" y="622"/>
                    </a:lnTo>
                    <a:lnTo>
                      <a:pt x="150" y="596"/>
                    </a:lnTo>
                    <a:lnTo>
                      <a:pt x="125" y="568"/>
                    </a:lnTo>
                    <a:lnTo>
                      <a:pt x="101" y="540"/>
                    </a:lnTo>
                    <a:lnTo>
                      <a:pt x="79" y="508"/>
                    </a:lnTo>
                    <a:lnTo>
                      <a:pt x="59" y="475"/>
                    </a:lnTo>
                    <a:lnTo>
                      <a:pt x="41" y="437"/>
                    </a:lnTo>
                    <a:lnTo>
                      <a:pt x="25" y="398"/>
                    </a:lnTo>
                    <a:lnTo>
                      <a:pt x="14" y="358"/>
                    </a:lnTo>
                    <a:lnTo>
                      <a:pt x="5" y="315"/>
                    </a:lnTo>
                    <a:lnTo>
                      <a:pt x="0" y="273"/>
                    </a:lnTo>
                    <a:lnTo>
                      <a:pt x="0" y="231"/>
                    </a:lnTo>
                    <a:lnTo>
                      <a:pt x="5" y="190"/>
                    </a:lnTo>
                    <a:lnTo>
                      <a:pt x="15" y="152"/>
                    </a:lnTo>
                    <a:lnTo>
                      <a:pt x="22" y="134"/>
                    </a:lnTo>
                    <a:lnTo>
                      <a:pt x="31" y="117"/>
                    </a:lnTo>
                    <a:lnTo>
                      <a:pt x="41" y="101"/>
                    </a:lnTo>
                    <a:lnTo>
                      <a:pt x="53" y="84"/>
                    </a:lnTo>
                    <a:lnTo>
                      <a:pt x="67" y="69"/>
                    </a:lnTo>
                    <a:lnTo>
                      <a:pt x="99" y="44"/>
                    </a:lnTo>
                    <a:lnTo>
                      <a:pt x="119" y="34"/>
                    </a:lnTo>
                    <a:lnTo>
                      <a:pt x="139" y="23"/>
                    </a:lnTo>
                    <a:lnTo>
                      <a:pt x="162" y="15"/>
                    </a:lnTo>
                    <a:lnTo>
                      <a:pt x="187" y="10"/>
                    </a:lnTo>
                    <a:lnTo>
                      <a:pt x="214" y="5"/>
                    </a:lnTo>
                    <a:lnTo>
                      <a:pt x="243" y="2"/>
                    </a:lnTo>
                    <a:lnTo>
                      <a:pt x="274" y="0"/>
                    </a:lnTo>
                    <a:lnTo>
                      <a:pt x="302" y="2"/>
                    </a:lnTo>
                    <a:lnTo>
                      <a:pt x="328" y="4"/>
                    </a:lnTo>
                    <a:lnTo>
                      <a:pt x="382" y="14"/>
                    </a:lnTo>
                    <a:lnTo>
                      <a:pt x="437" y="30"/>
                    </a:lnTo>
                    <a:lnTo>
                      <a:pt x="489" y="53"/>
                    </a:lnTo>
                    <a:lnTo>
                      <a:pt x="541" y="81"/>
                    </a:lnTo>
                    <a:lnTo>
                      <a:pt x="590" y="113"/>
                    </a:lnTo>
                    <a:lnTo>
                      <a:pt x="637" y="150"/>
                    </a:lnTo>
                    <a:lnTo>
                      <a:pt x="680" y="189"/>
                    </a:lnTo>
                    <a:lnTo>
                      <a:pt x="719" y="233"/>
                    </a:lnTo>
                    <a:lnTo>
                      <a:pt x="754" y="278"/>
                    </a:lnTo>
                    <a:lnTo>
                      <a:pt x="784" y="325"/>
                    </a:lnTo>
                    <a:lnTo>
                      <a:pt x="809" y="374"/>
                    </a:lnTo>
                    <a:lnTo>
                      <a:pt x="827" y="422"/>
                    </a:lnTo>
                    <a:lnTo>
                      <a:pt x="834" y="447"/>
                    </a:lnTo>
                    <a:lnTo>
                      <a:pt x="840" y="472"/>
                    </a:lnTo>
                    <a:lnTo>
                      <a:pt x="842" y="496"/>
                    </a:lnTo>
                    <a:lnTo>
                      <a:pt x="844" y="521"/>
                    </a:lnTo>
                    <a:lnTo>
                      <a:pt x="843" y="544"/>
                    </a:lnTo>
                    <a:lnTo>
                      <a:pt x="841" y="568"/>
                    </a:lnTo>
                    <a:close/>
                  </a:path>
                </a:pathLst>
              </a:custGeom>
              <a:solidFill>
                <a:srgbClr val="5bff5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38" name="Freeform 160"/>
              <p:cNvSpPr/>
              <p:nvPr/>
            </p:nvSpPr>
            <p:spPr>
              <a:xfrm>
                <a:off x="4242600" y="2939040"/>
                <a:ext cx="472680" cy="455760"/>
              </a:xfrm>
              <a:custGeom>
                <a:avLst/>
                <a:gdLst>
                  <a:gd name="textAreaLeft" fmla="*/ 0 w 472680"/>
                  <a:gd name="textAreaRight" fmla="*/ 473040 w 472680"/>
                  <a:gd name="textAreaTop" fmla="*/ 0 h 455760"/>
                  <a:gd name="textAreaBottom" fmla="*/ 456120 h 455760"/>
                </a:gdLst>
                <a:ahLst/>
                <a:rect l="textAreaLeft" t="textAreaTop" r="textAreaRight" b="textAreaBottom"/>
                <a:pathLst>
                  <a:path w="833" h="804">
                    <a:moveTo>
                      <a:pt x="830" y="506"/>
                    </a:moveTo>
                    <a:lnTo>
                      <a:pt x="827" y="530"/>
                    </a:lnTo>
                    <a:lnTo>
                      <a:pt x="821" y="552"/>
                    </a:lnTo>
                    <a:lnTo>
                      <a:pt x="815" y="573"/>
                    </a:lnTo>
                    <a:lnTo>
                      <a:pt x="807" y="592"/>
                    </a:lnTo>
                    <a:lnTo>
                      <a:pt x="791" y="627"/>
                    </a:lnTo>
                    <a:lnTo>
                      <a:pt x="773" y="656"/>
                    </a:lnTo>
                    <a:lnTo>
                      <a:pt x="754" y="679"/>
                    </a:lnTo>
                    <a:lnTo>
                      <a:pt x="746" y="688"/>
                    </a:lnTo>
                    <a:lnTo>
                      <a:pt x="738" y="696"/>
                    </a:lnTo>
                    <a:lnTo>
                      <a:pt x="732" y="702"/>
                    </a:lnTo>
                    <a:lnTo>
                      <a:pt x="729" y="705"/>
                    </a:lnTo>
                    <a:lnTo>
                      <a:pt x="727" y="708"/>
                    </a:lnTo>
                    <a:lnTo>
                      <a:pt x="722" y="711"/>
                    </a:lnTo>
                    <a:lnTo>
                      <a:pt x="720" y="713"/>
                    </a:lnTo>
                    <a:lnTo>
                      <a:pt x="702" y="726"/>
                    </a:lnTo>
                    <a:lnTo>
                      <a:pt x="686" y="738"/>
                    </a:lnTo>
                    <a:lnTo>
                      <a:pt x="672" y="748"/>
                    </a:lnTo>
                    <a:lnTo>
                      <a:pt x="659" y="757"/>
                    </a:lnTo>
                    <a:lnTo>
                      <a:pt x="634" y="771"/>
                    </a:lnTo>
                    <a:lnTo>
                      <a:pt x="609" y="781"/>
                    </a:lnTo>
                    <a:lnTo>
                      <a:pt x="580" y="788"/>
                    </a:lnTo>
                    <a:lnTo>
                      <a:pt x="564" y="792"/>
                    </a:lnTo>
                    <a:lnTo>
                      <a:pt x="545" y="794"/>
                    </a:lnTo>
                    <a:lnTo>
                      <a:pt x="523" y="796"/>
                    </a:lnTo>
                    <a:lnTo>
                      <a:pt x="498" y="799"/>
                    </a:lnTo>
                    <a:lnTo>
                      <a:pt x="471" y="802"/>
                    </a:lnTo>
                    <a:lnTo>
                      <a:pt x="439" y="804"/>
                    </a:lnTo>
                    <a:lnTo>
                      <a:pt x="414" y="804"/>
                    </a:lnTo>
                    <a:lnTo>
                      <a:pt x="388" y="801"/>
                    </a:lnTo>
                    <a:lnTo>
                      <a:pt x="361" y="795"/>
                    </a:lnTo>
                    <a:lnTo>
                      <a:pt x="335" y="786"/>
                    </a:lnTo>
                    <a:lnTo>
                      <a:pt x="308" y="776"/>
                    </a:lnTo>
                    <a:lnTo>
                      <a:pt x="284" y="764"/>
                    </a:lnTo>
                    <a:lnTo>
                      <a:pt x="260" y="751"/>
                    </a:lnTo>
                    <a:lnTo>
                      <a:pt x="239" y="739"/>
                    </a:lnTo>
                    <a:lnTo>
                      <a:pt x="238" y="738"/>
                    </a:lnTo>
                    <a:lnTo>
                      <a:pt x="235" y="735"/>
                    </a:lnTo>
                    <a:lnTo>
                      <a:pt x="229" y="732"/>
                    </a:lnTo>
                    <a:lnTo>
                      <a:pt x="223" y="726"/>
                    </a:lnTo>
                    <a:lnTo>
                      <a:pt x="214" y="720"/>
                    </a:lnTo>
                    <a:lnTo>
                      <a:pt x="205" y="712"/>
                    </a:lnTo>
                    <a:lnTo>
                      <a:pt x="182" y="693"/>
                    </a:lnTo>
                    <a:lnTo>
                      <a:pt x="155" y="668"/>
                    </a:lnTo>
                    <a:lnTo>
                      <a:pt x="128" y="641"/>
                    </a:lnTo>
                    <a:lnTo>
                      <a:pt x="100" y="610"/>
                    </a:lnTo>
                    <a:lnTo>
                      <a:pt x="72" y="574"/>
                    </a:lnTo>
                    <a:lnTo>
                      <a:pt x="58" y="553"/>
                    </a:lnTo>
                    <a:lnTo>
                      <a:pt x="46" y="532"/>
                    </a:lnTo>
                    <a:lnTo>
                      <a:pt x="25" y="488"/>
                    </a:lnTo>
                    <a:lnTo>
                      <a:pt x="11" y="440"/>
                    </a:lnTo>
                    <a:lnTo>
                      <a:pt x="2" y="392"/>
                    </a:lnTo>
                    <a:lnTo>
                      <a:pt x="0" y="344"/>
                    </a:lnTo>
                    <a:lnTo>
                      <a:pt x="2" y="295"/>
                    </a:lnTo>
                    <a:lnTo>
                      <a:pt x="11" y="248"/>
                    </a:lnTo>
                    <a:lnTo>
                      <a:pt x="18" y="225"/>
                    </a:lnTo>
                    <a:lnTo>
                      <a:pt x="26" y="202"/>
                    </a:lnTo>
                    <a:lnTo>
                      <a:pt x="35" y="180"/>
                    </a:lnTo>
                    <a:lnTo>
                      <a:pt x="47" y="159"/>
                    </a:lnTo>
                    <a:lnTo>
                      <a:pt x="60" y="139"/>
                    </a:lnTo>
                    <a:lnTo>
                      <a:pt x="75" y="120"/>
                    </a:lnTo>
                    <a:lnTo>
                      <a:pt x="91" y="102"/>
                    </a:lnTo>
                    <a:lnTo>
                      <a:pt x="108" y="84"/>
                    </a:lnTo>
                    <a:lnTo>
                      <a:pt x="126" y="69"/>
                    </a:lnTo>
                    <a:lnTo>
                      <a:pt x="147" y="54"/>
                    </a:lnTo>
                    <a:lnTo>
                      <a:pt x="169" y="42"/>
                    </a:lnTo>
                    <a:lnTo>
                      <a:pt x="193" y="30"/>
                    </a:lnTo>
                    <a:lnTo>
                      <a:pt x="217" y="21"/>
                    </a:lnTo>
                    <a:lnTo>
                      <a:pt x="245" y="13"/>
                    </a:lnTo>
                    <a:lnTo>
                      <a:pt x="273" y="6"/>
                    </a:lnTo>
                    <a:lnTo>
                      <a:pt x="303" y="3"/>
                    </a:lnTo>
                    <a:lnTo>
                      <a:pt x="334" y="0"/>
                    </a:lnTo>
                    <a:lnTo>
                      <a:pt x="367" y="0"/>
                    </a:lnTo>
                    <a:lnTo>
                      <a:pt x="416" y="5"/>
                    </a:lnTo>
                    <a:lnTo>
                      <a:pt x="462" y="15"/>
                    </a:lnTo>
                    <a:lnTo>
                      <a:pt x="508" y="29"/>
                    </a:lnTo>
                    <a:lnTo>
                      <a:pt x="551" y="49"/>
                    </a:lnTo>
                    <a:lnTo>
                      <a:pt x="594" y="73"/>
                    </a:lnTo>
                    <a:lnTo>
                      <a:pt x="634" y="100"/>
                    </a:lnTo>
                    <a:lnTo>
                      <a:pt x="671" y="132"/>
                    </a:lnTo>
                    <a:lnTo>
                      <a:pt x="706" y="166"/>
                    </a:lnTo>
                    <a:lnTo>
                      <a:pt x="736" y="203"/>
                    </a:lnTo>
                    <a:lnTo>
                      <a:pt x="763" y="242"/>
                    </a:lnTo>
                    <a:lnTo>
                      <a:pt x="786" y="284"/>
                    </a:lnTo>
                    <a:lnTo>
                      <a:pt x="806" y="326"/>
                    </a:lnTo>
                    <a:lnTo>
                      <a:pt x="820" y="370"/>
                    </a:lnTo>
                    <a:lnTo>
                      <a:pt x="829" y="415"/>
                    </a:lnTo>
                    <a:lnTo>
                      <a:pt x="833" y="461"/>
                    </a:lnTo>
                    <a:lnTo>
                      <a:pt x="830" y="506"/>
                    </a:lnTo>
                    <a:close/>
                  </a:path>
                </a:pathLst>
              </a:custGeom>
              <a:solidFill>
                <a:srgbClr val="6eff6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39" name="Freeform 161"/>
              <p:cNvSpPr/>
              <p:nvPr/>
            </p:nvSpPr>
            <p:spPr>
              <a:xfrm>
                <a:off x="3091680" y="4200840"/>
                <a:ext cx="457920" cy="426240"/>
              </a:xfrm>
              <a:custGeom>
                <a:avLst/>
                <a:gdLst>
                  <a:gd name="textAreaLeft" fmla="*/ 0 w 457920"/>
                  <a:gd name="textAreaRight" fmla="*/ 458280 w 457920"/>
                  <a:gd name="textAreaTop" fmla="*/ 0 h 426240"/>
                  <a:gd name="textAreaBottom" fmla="*/ 426600 h 426240"/>
                </a:gdLst>
                <a:ahLst/>
                <a:rect l="textAreaLeft" t="textAreaTop" r="textAreaRight" b="textAreaBottom"/>
                <a:pathLst>
                  <a:path w="809" h="751">
                    <a:moveTo>
                      <a:pt x="804" y="549"/>
                    </a:moveTo>
                    <a:lnTo>
                      <a:pt x="797" y="578"/>
                    </a:lnTo>
                    <a:lnTo>
                      <a:pt x="788" y="603"/>
                    </a:lnTo>
                    <a:lnTo>
                      <a:pt x="778" y="627"/>
                    </a:lnTo>
                    <a:lnTo>
                      <a:pt x="767" y="645"/>
                    </a:lnTo>
                    <a:lnTo>
                      <a:pt x="757" y="661"/>
                    </a:lnTo>
                    <a:lnTo>
                      <a:pt x="748" y="671"/>
                    </a:lnTo>
                    <a:lnTo>
                      <a:pt x="742" y="680"/>
                    </a:lnTo>
                    <a:lnTo>
                      <a:pt x="740" y="682"/>
                    </a:lnTo>
                    <a:lnTo>
                      <a:pt x="723" y="694"/>
                    </a:lnTo>
                    <a:lnTo>
                      <a:pt x="706" y="708"/>
                    </a:lnTo>
                    <a:lnTo>
                      <a:pt x="687" y="720"/>
                    </a:lnTo>
                    <a:lnTo>
                      <a:pt x="666" y="731"/>
                    </a:lnTo>
                    <a:lnTo>
                      <a:pt x="644" y="741"/>
                    </a:lnTo>
                    <a:lnTo>
                      <a:pt x="623" y="747"/>
                    </a:lnTo>
                    <a:lnTo>
                      <a:pt x="601" y="751"/>
                    </a:lnTo>
                    <a:lnTo>
                      <a:pt x="582" y="751"/>
                    </a:lnTo>
                    <a:lnTo>
                      <a:pt x="551" y="749"/>
                    </a:lnTo>
                    <a:lnTo>
                      <a:pt x="522" y="746"/>
                    </a:lnTo>
                    <a:lnTo>
                      <a:pt x="498" y="744"/>
                    </a:lnTo>
                    <a:lnTo>
                      <a:pt x="476" y="742"/>
                    </a:lnTo>
                    <a:lnTo>
                      <a:pt x="456" y="738"/>
                    </a:lnTo>
                    <a:lnTo>
                      <a:pt x="439" y="736"/>
                    </a:lnTo>
                    <a:lnTo>
                      <a:pt x="409" y="729"/>
                    </a:lnTo>
                    <a:lnTo>
                      <a:pt x="380" y="721"/>
                    </a:lnTo>
                    <a:lnTo>
                      <a:pt x="350" y="708"/>
                    </a:lnTo>
                    <a:lnTo>
                      <a:pt x="334" y="700"/>
                    </a:lnTo>
                    <a:lnTo>
                      <a:pt x="316" y="691"/>
                    </a:lnTo>
                    <a:lnTo>
                      <a:pt x="296" y="681"/>
                    </a:lnTo>
                    <a:lnTo>
                      <a:pt x="273" y="669"/>
                    </a:lnTo>
                    <a:lnTo>
                      <a:pt x="237" y="648"/>
                    </a:lnTo>
                    <a:lnTo>
                      <a:pt x="205" y="624"/>
                    </a:lnTo>
                    <a:lnTo>
                      <a:pt x="176" y="599"/>
                    </a:lnTo>
                    <a:lnTo>
                      <a:pt x="150" y="574"/>
                    </a:lnTo>
                    <a:lnTo>
                      <a:pt x="128" y="549"/>
                    </a:lnTo>
                    <a:lnTo>
                      <a:pt x="108" y="526"/>
                    </a:lnTo>
                    <a:lnTo>
                      <a:pt x="92" y="506"/>
                    </a:lnTo>
                    <a:lnTo>
                      <a:pt x="81" y="489"/>
                    </a:lnTo>
                    <a:lnTo>
                      <a:pt x="58" y="453"/>
                    </a:lnTo>
                    <a:lnTo>
                      <a:pt x="38" y="413"/>
                    </a:lnTo>
                    <a:lnTo>
                      <a:pt x="23" y="373"/>
                    </a:lnTo>
                    <a:lnTo>
                      <a:pt x="12" y="333"/>
                    </a:lnTo>
                    <a:lnTo>
                      <a:pt x="4" y="291"/>
                    </a:lnTo>
                    <a:lnTo>
                      <a:pt x="0" y="251"/>
                    </a:lnTo>
                    <a:lnTo>
                      <a:pt x="1" y="212"/>
                    </a:lnTo>
                    <a:lnTo>
                      <a:pt x="8" y="174"/>
                    </a:lnTo>
                    <a:lnTo>
                      <a:pt x="20" y="139"/>
                    </a:lnTo>
                    <a:lnTo>
                      <a:pt x="36" y="106"/>
                    </a:lnTo>
                    <a:lnTo>
                      <a:pt x="46" y="91"/>
                    </a:lnTo>
                    <a:lnTo>
                      <a:pt x="58" y="77"/>
                    </a:lnTo>
                    <a:lnTo>
                      <a:pt x="71" y="63"/>
                    </a:lnTo>
                    <a:lnTo>
                      <a:pt x="86" y="52"/>
                    </a:lnTo>
                    <a:lnTo>
                      <a:pt x="103" y="40"/>
                    </a:lnTo>
                    <a:lnTo>
                      <a:pt x="120" y="30"/>
                    </a:lnTo>
                    <a:lnTo>
                      <a:pt x="139" y="22"/>
                    </a:lnTo>
                    <a:lnTo>
                      <a:pt x="183" y="8"/>
                    </a:lnTo>
                    <a:lnTo>
                      <a:pt x="207" y="4"/>
                    </a:lnTo>
                    <a:lnTo>
                      <a:pt x="234" y="1"/>
                    </a:lnTo>
                    <a:lnTo>
                      <a:pt x="262" y="0"/>
                    </a:lnTo>
                    <a:lnTo>
                      <a:pt x="286" y="0"/>
                    </a:lnTo>
                    <a:lnTo>
                      <a:pt x="310" y="2"/>
                    </a:lnTo>
                    <a:lnTo>
                      <a:pt x="359" y="11"/>
                    </a:lnTo>
                    <a:lnTo>
                      <a:pt x="409" y="27"/>
                    </a:lnTo>
                    <a:lnTo>
                      <a:pt x="459" y="48"/>
                    </a:lnTo>
                    <a:lnTo>
                      <a:pt x="508" y="74"/>
                    </a:lnTo>
                    <a:lnTo>
                      <a:pt x="556" y="103"/>
                    </a:lnTo>
                    <a:lnTo>
                      <a:pt x="601" y="138"/>
                    </a:lnTo>
                    <a:lnTo>
                      <a:pt x="644" y="176"/>
                    </a:lnTo>
                    <a:lnTo>
                      <a:pt x="683" y="218"/>
                    </a:lnTo>
                    <a:lnTo>
                      <a:pt x="719" y="260"/>
                    </a:lnTo>
                    <a:lnTo>
                      <a:pt x="749" y="306"/>
                    </a:lnTo>
                    <a:lnTo>
                      <a:pt x="774" y="353"/>
                    </a:lnTo>
                    <a:lnTo>
                      <a:pt x="793" y="402"/>
                    </a:lnTo>
                    <a:lnTo>
                      <a:pt x="799" y="426"/>
                    </a:lnTo>
                    <a:lnTo>
                      <a:pt x="804" y="451"/>
                    </a:lnTo>
                    <a:lnTo>
                      <a:pt x="808" y="476"/>
                    </a:lnTo>
                    <a:lnTo>
                      <a:pt x="809" y="501"/>
                    </a:lnTo>
                    <a:lnTo>
                      <a:pt x="808" y="525"/>
                    </a:lnTo>
                    <a:lnTo>
                      <a:pt x="804" y="549"/>
                    </a:lnTo>
                    <a:close/>
                  </a:path>
                </a:pathLst>
              </a:custGeom>
              <a:solidFill>
                <a:srgbClr val="60ff6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40" name="Freeform 162"/>
              <p:cNvSpPr/>
              <p:nvPr/>
            </p:nvSpPr>
            <p:spPr>
              <a:xfrm>
                <a:off x="3100680" y="4211280"/>
                <a:ext cx="436680" cy="407160"/>
              </a:xfrm>
              <a:custGeom>
                <a:avLst/>
                <a:gdLst>
                  <a:gd name="textAreaLeft" fmla="*/ 0 w 436680"/>
                  <a:gd name="textAreaRight" fmla="*/ 437040 w 436680"/>
                  <a:gd name="textAreaTop" fmla="*/ 0 h 407160"/>
                  <a:gd name="textAreaBottom" fmla="*/ 407520 h 407160"/>
                </a:gdLst>
                <a:ahLst/>
                <a:rect l="textAreaLeft" t="textAreaTop" r="textAreaRight" b="textAreaBottom"/>
                <a:pathLst>
                  <a:path w="771" h="719">
                    <a:moveTo>
                      <a:pt x="771" y="472"/>
                    </a:moveTo>
                    <a:lnTo>
                      <a:pt x="771" y="500"/>
                    </a:lnTo>
                    <a:lnTo>
                      <a:pt x="769" y="527"/>
                    </a:lnTo>
                    <a:lnTo>
                      <a:pt x="764" y="551"/>
                    </a:lnTo>
                    <a:lnTo>
                      <a:pt x="757" y="573"/>
                    </a:lnTo>
                    <a:lnTo>
                      <a:pt x="749" y="595"/>
                    </a:lnTo>
                    <a:lnTo>
                      <a:pt x="739" y="613"/>
                    </a:lnTo>
                    <a:lnTo>
                      <a:pt x="727" y="630"/>
                    </a:lnTo>
                    <a:lnTo>
                      <a:pt x="713" y="646"/>
                    </a:lnTo>
                    <a:lnTo>
                      <a:pt x="698" y="660"/>
                    </a:lnTo>
                    <a:lnTo>
                      <a:pt x="682" y="673"/>
                    </a:lnTo>
                    <a:lnTo>
                      <a:pt x="665" y="684"/>
                    </a:lnTo>
                    <a:lnTo>
                      <a:pt x="645" y="694"/>
                    </a:lnTo>
                    <a:lnTo>
                      <a:pt x="626" y="702"/>
                    </a:lnTo>
                    <a:lnTo>
                      <a:pt x="605" y="709"/>
                    </a:lnTo>
                    <a:lnTo>
                      <a:pt x="583" y="713"/>
                    </a:lnTo>
                    <a:lnTo>
                      <a:pt x="561" y="717"/>
                    </a:lnTo>
                    <a:lnTo>
                      <a:pt x="515" y="719"/>
                    </a:lnTo>
                    <a:lnTo>
                      <a:pt x="467" y="717"/>
                    </a:lnTo>
                    <a:lnTo>
                      <a:pt x="418" y="709"/>
                    </a:lnTo>
                    <a:lnTo>
                      <a:pt x="369" y="695"/>
                    </a:lnTo>
                    <a:lnTo>
                      <a:pt x="321" y="676"/>
                    </a:lnTo>
                    <a:lnTo>
                      <a:pt x="274" y="653"/>
                    </a:lnTo>
                    <a:lnTo>
                      <a:pt x="231" y="624"/>
                    </a:lnTo>
                    <a:lnTo>
                      <a:pt x="190" y="592"/>
                    </a:lnTo>
                    <a:lnTo>
                      <a:pt x="157" y="560"/>
                    </a:lnTo>
                    <a:lnTo>
                      <a:pt x="127" y="529"/>
                    </a:lnTo>
                    <a:lnTo>
                      <a:pt x="102" y="498"/>
                    </a:lnTo>
                    <a:lnTo>
                      <a:pt x="79" y="468"/>
                    </a:lnTo>
                    <a:lnTo>
                      <a:pt x="60" y="439"/>
                    </a:lnTo>
                    <a:lnTo>
                      <a:pt x="45" y="410"/>
                    </a:lnTo>
                    <a:lnTo>
                      <a:pt x="33" y="384"/>
                    </a:lnTo>
                    <a:lnTo>
                      <a:pt x="22" y="358"/>
                    </a:lnTo>
                    <a:lnTo>
                      <a:pt x="14" y="334"/>
                    </a:lnTo>
                    <a:lnTo>
                      <a:pt x="8" y="312"/>
                    </a:lnTo>
                    <a:lnTo>
                      <a:pt x="5" y="292"/>
                    </a:lnTo>
                    <a:lnTo>
                      <a:pt x="1" y="273"/>
                    </a:lnTo>
                    <a:lnTo>
                      <a:pt x="0" y="257"/>
                    </a:lnTo>
                    <a:lnTo>
                      <a:pt x="0" y="230"/>
                    </a:lnTo>
                    <a:lnTo>
                      <a:pt x="1" y="221"/>
                    </a:lnTo>
                    <a:lnTo>
                      <a:pt x="7" y="184"/>
                    </a:lnTo>
                    <a:lnTo>
                      <a:pt x="16" y="152"/>
                    </a:lnTo>
                    <a:lnTo>
                      <a:pt x="28" y="123"/>
                    </a:lnTo>
                    <a:lnTo>
                      <a:pt x="41" y="100"/>
                    </a:lnTo>
                    <a:lnTo>
                      <a:pt x="53" y="82"/>
                    </a:lnTo>
                    <a:lnTo>
                      <a:pt x="64" y="68"/>
                    </a:lnTo>
                    <a:lnTo>
                      <a:pt x="73" y="59"/>
                    </a:lnTo>
                    <a:lnTo>
                      <a:pt x="78" y="54"/>
                    </a:lnTo>
                    <a:lnTo>
                      <a:pt x="94" y="42"/>
                    </a:lnTo>
                    <a:lnTo>
                      <a:pt x="113" y="31"/>
                    </a:lnTo>
                    <a:lnTo>
                      <a:pt x="134" y="22"/>
                    </a:lnTo>
                    <a:lnTo>
                      <a:pt x="157" y="14"/>
                    </a:lnTo>
                    <a:lnTo>
                      <a:pt x="203" y="4"/>
                    </a:lnTo>
                    <a:lnTo>
                      <a:pt x="226" y="1"/>
                    </a:lnTo>
                    <a:lnTo>
                      <a:pt x="247" y="0"/>
                    </a:lnTo>
                    <a:lnTo>
                      <a:pt x="270" y="1"/>
                    </a:lnTo>
                    <a:lnTo>
                      <a:pt x="295" y="4"/>
                    </a:lnTo>
                    <a:lnTo>
                      <a:pt x="346" y="14"/>
                    </a:lnTo>
                    <a:lnTo>
                      <a:pt x="395" y="29"/>
                    </a:lnTo>
                    <a:lnTo>
                      <a:pt x="418" y="38"/>
                    </a:lnTo>
                    <a:lnTo>
                      <a:pt x="439" y="48"/>
                    </a:lnTo>
                    <a:lnTo>
                      <a:pt x="440" y="50"/>
                    </a:lnTo>
                    <a:lnTo>
                      <a:pt x="444" y="51"/>
                    </a:lnTo>
                    <a:lnTo>
                      <a:pt x="450" y="54"/>
                    </a:lnTo>
                    <a:lnTo>
                      <a:pt x="456" y="58"/>
                    </a:lnTo>
                    <a:lnTo>
                      <a:pt x="465" y="62"/>
                    </a:lnTo>
                    <a:lnTo>
                      <a:pt x="475" y="69"/>
                    </a:lnTo>
                    <a:lnTo>
                      <a:pt x="486" y="76"/>
                    </a:lnTo>
                    <a:lnTo>
                      <a:pt x="499" y="85"/>
                    </a:lnTo>
                    <a:lnTo>
                      <a:pt x="513" y="95"/>
                    </a:lnTo>
                    <a:lnTo>
                      <a:pt x="529" y="106"/>
                    </a:lnTo>
                    <a:lnTo>
                      <a:pt x="546" y="120"/>
                    </a:lnTo>
                    <a:lnTo>
                      <a:pt x="565" y="134"/>
                    </a:lnTo>
                    <a:lnTo>
                      <a:pt x="584" y="150"/>
                    </a:lnTo>
                    <a:lnTo>
                      <a:pt x="606" y="167"/>
                    </a:lnTo>
                    <a:lnTo>
                      <a:pt x="628" y="186"/>
                    </a:lnTo>
                    <a:lnTo>
                      <a:pt x="651" y="206"/>
                    </a:lnTo>
                    <a:lnTo>
                      <a:pt x="652" y="207"/>
                    </a:lnTo>
                    <a:lnTo>
                      <a:pt x="657" y="212"/>
                    </a:lnTo>
                    <a:lnTo>
                      <a:pt x="663" y="219"/>
                    </a:lnTo>
                    <a:lnTo>
                      <a:pt x="670" y="228"/>
                    </a:lnTo>
                    <a:lnTo>
                      <a:pt x="679" y="239"/>
                    </a:lnTo>
                    <a:lnTo>
                      <a:pt x="688" y="252"/>
                    </a:lnTo>
                    <a:lnTo>
                      <a:pt x="698" y="269"/>
                    </a:lnTo>
                    <a:lnTo>
                      <a:pt x="710" y="286"/>
                    </a:lnTo>
                    <a:lnTo>
                      <a:pt x="731" y="325"/>
                    </a:lnTo>
                    <a:lnTo>
                      <a:pt x="750" y="370"/>
                    </a:lnTo>
                    <a:lnTo>
                      <a:pt x="758" y="394"/>
                    </a:lnTo>
                    <a:lnTo>
                      <a:pt x="764" y="419"/>
                    </a:lnTo>
                    <a:lnTo>
                      <a:pt x="769" y="446"/>
                    </a:lnTo>
                    <a:lnTo>
                      <a:pt x="771" y="472"/>
                    </a:lnTo>
                    <a:close/>
                  </a:path>
                </a:pathLst>
              </a:custGeom>
              <a:solidFill>
                <a:srgbClr val="65ff6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41" name="Freeform 163"/>
              <p:cNvSpPr/>
              <p:nvPr/>
            </p:nvSpPr>
            <p:spPr>
              <a:xfrm>
                <a:off x="4253760" y="2952720"/>
                <a:ext cx="445680" cy="433080"/>
              </a:xfrm>
              <a:custGeom>
                <a:avLst/>
                <a:gdLst>
                  <a:gd name="textAreaLeft" fmla="*/ 0 w 445680"/>
                  <a:gd name="textAreaRight" fmla="*/ 446040 w 445680"/>
                  <a:gd name="textAreaTop" fmla="*/ 0 h 433080"/>
                  <a:gd name="textAreaBottom" fmla="*/ 433440 h 433080"/>
                </a:gdLst>
                <a:ahLst/>
                <a:rect l="textAreaLeft" t="textAreaTop" r="textAreaRight" b="textAreaBottom"/>
                <a:pathLst>
                  <a:path w="786" h="763">
                    <a:moveTo>
                      <a:pt x="784" y="482"/>
                    </a:moveTo>
                    <a:lnTo>
                      <a:pt x="779" y="506"/>
                    </a:lnTo>
                    <a:lnTo>
                      <a:pt x="773" y="529"/>
                    </a:lnTo>
                    <a:lnTo>
                      <a:pt x="765" y="551"/>
                    </a:lnTo>
                    <a:lnTo>
                      <a:pt x="756" y="573"/>
                    </a:lnTo>
                    <a:lnTo>
                      <a:pt x="743" y="595"/>
                    </a:lnTo>
                    <a:lnTo>
                      <a:pt x="731" y="616"/>
                    </a:lnTo>
                    <a:lnTo>
                      <a:pt x="716" y="635"/>
                    </a:lnTo>
                    <a:lnTo>
                      <a:pt x="700" y="654"/>
                    </a:lnTo>
                    <a:lnTo>
                      <a:pt x="681" y="671"/>
                    </a:lnTo>
                    <a:lnTo>
                      <a:pt x="661" y="687"/>
                    </a:lnTo>
                    <a:lnTo>
                      <a:pt x="642" y="702"/>
                    </a:lnTo>
                    <a:lnTo>
                      <a:pt x="620" y="715"/>
                    </a:lnTo>
                    <a:lnTo>
                      <a:pt x="597" y="727"/>
                    </a:lnTo>
                    <a:lnTo>
                      <a:pt x="574" y="738"/>
                    </a:lnTo>
                    <a:lnTo>
                      <a:pt x="549" y="746"/>
                    </a:lnTo>
                    <a:lnTo>
                      <a:pt x="524" y="753"/>
                    </a:lnTo>
                    <a:lnTo>
                      <a:pt x="498" y="758"/>
                    </a:lnTo>
                    <a:lnTo>
                      <a:pt x="471" y="762"/>
                    </a:lnTo>
                    <a:lnTo>
                      <a:pt x="444" y="763"/>
                    </a:lnTo>
                    <a:lnTo>
                      <a:pt x="416" y="762"/>
                    </a:lnTo>
                    <a:lnTo>
                      <a:pt x="388" y="758"/>
                    </a:lnTo>
                    <a:lnTo>
                      <a:pt x="360" y="753"/>
                    </a:lnTo>
                    <a:lnTo>
                      <a:pt x="331" y="745"/>
                    </a:lnTo>
                    <a:lnTo>
                      <a:pt x="303" y="734"/>
                    </a:lnTo>
                    <a:lnTo>
                      <a:pt x="274" y="722"/>
                    </a:lnTo>
                    <a:lnTo>
                      <a:pt x="246" y="705"/>
                    </a:lnTo>
                    <a:lnTo>
                      <a:pt x="217" y="687"/>
                    </a:lnTo>
                    <a:lnTo>
                      <a:pt x="189" y="666"/>
                    </a:lnTo>
                    <a:lnTo>
                      <a:pt x="162" y="642"/>
                    </a:lnTo>
                    <a:lnTo>
                      <a:pt x="134" y="614"/>
                    </a:lnTo>
                    <a:lnTo>
                      <a:pt x="107" y="583"/>
                    </a:lnTo>
                    <a:lnTo>
                      <a:pt x="81" y="550"/>
                    </a:lnTo>
                    <a:lnTo>
                      <a:pt x="58" y="517"/>
                    </a:lnTo>
                    <a:lnTo>
                      <a:pt x="41" y="484"/>
                    </a:lnTo>
                    <a:lnTo>
                      <a:pt x="26" y="452"/>
                    </a:lnTo>
                    <a:lnTo>
                      <a:pt x="15" y="422"/>
                    </a:lnTo>
                    <a:lnTo>
                      <a:pt x="7" y="392"/>
                    </a:lnTo>
                    <a:lnTo>
                      <a:pt x="3" y="364"/>
                    </a:lnTo>
                    <a:lnTo>
                      <a:pt x="0" y="339"/>
                    </a:lnTo>
                    <a:lnTo>
                      <a:pt x="0" y="293"/>
                    </a:lnTo>
                    <a:lnTo>
                      <a:pt x="3" y="275"/>
                    </a:lnTo>
                    <a:lnTo>
                      <a:pt x="6" y="257"/>
                    </a:lnTo>
                    <a:lnTo>
                      <a:pt x="10" y="242"/>
                    </a:lnTo>
                    <a:lnTo>
                      <a:pt x="13" y="231"/>
                    </a:lnTo>
                    <a:lnTo>
                      <a:pt x="15" y="223"/>
                    </a:lnTo>
                    <a:lnTo>
                      <a:pt x="18" y="217"/>
                    </a:lnTo>
                    <a:lnTo>
                      <a:pt x="19" y="215"/>
                    </a:lnTo>
                    <a:lnTo>
                      <a:pt x="26" y="201"/>
                    </a:lnTo>
                    <a:lnTo>
                      <a:pt x="35" y="184"/>
                    </a:lnTo>
                    <a:lnTo>
                      <a:pt x="48" y="162"/>
                    </a:lnTo>
                    <a:lnTo>
                      <a:pt x="65" y="139"/>
                    </a:lnTo>
                    <a:lnTo>
                      <a:pt x="84" y="113"/>
                    </a:lnTo>
                    <a:lnTo>
                      <a:pt x="110" y="87"/>
                    </a:lnTo>
                    <a:lnTo>
                      <a:pt x="139" y="60"/>
                    </a:lnTo>
                    <a:lnTo>
                      <a:pt x="173" y="36"/>
                    </a:lnTo>
                    <a:lnTo>
                      <a:pt x="192" y="26"/>
                    </a:lnTo>
                    <a:lnTo>
                      <a:pt x="212" y="18"/>
                    </a:lnTo>
                    <a:lnTo>
                      <a:pt x="235" y="12"/>
                    </a:lnTo>
                    <a:lnTo>
                      <a:pt x="259" y="6"/>
                    </a:lnTo>
                    <a:lnTo>
                      <a:pt x="307" y="2"/>
                    </a:lnTo>
                    <a:lnTo>
                      <a:pt x="330" y="0"/>
                    </a:lnTo>
                    <a:lnTo>
                      <a:pt x="352" y="0"/>
                    </a:lnTo>
                    <a:lnTo>
                      <a:pt x="374" y="3"/>
                    </a:lnTo>
                    <a:lnTo>
                      <a:pt x="398" y="6"/>
                    </a:lnTo>
                    <a:lnTo>
                      <a:pt x="446" y="19"/>
                    </a:lnTo>
                    <a:lnTo>
                      <a:pt x="494" y="35"/>
                    </a:lnTo>
                    <a:lnTo>
                      <a:pt x="516" y="44"/>
                    </a:lnTo>
                    <a:lnTo>
                      <a:pt x="537" y="53"/>
                    </a:lnTo>
                    <a:lnTo>
                      <a:pt x="553" y="62"/>
                    </a:lnTo>
                    <a:lnTo>
                      <a:pt x="569" y="72"/>
                    </a:lnTo>
                    <a:lnTo>
                      <a:pt x="603" y="96"/>
                    </a:lnTo>
                    <a:lnTo>
                      <a:pt x="634" y="124"/>
                    </a:lnTo>
                    <a:lnTo>
                      <a:pt x="660" y="150"/>
                    </a:lnTo>
                    <a:lnTo>
                      <a:pt x="679" y="171"/>
                    </a:lnTo>
                    <a:lnTo>
                      <a:pt x="689" y="184"/>
                    </a:lnTo>
                    <a:lnTo>
                      <a:pt x="701" y="199"/>
                    </a:lnTo>
                    <a:lnTo>
                      <a:pt x="724" y="232"/>
                    </a:lnTo>
                    <a:lnTo>
                      <a:pt x="747" y="270"/>
                    </a:lnTo>
                    <a:lnTo>
                      <a:pt x="756" y="292"/>
                    </a:lnTo>
                    <a:lnTo>
                      <a:pt x="765" y="315"/>
                    </a:lnTo>
                    <a:lnTo>
                      <a:pt x="773" y="339"/>
                    </a:lnTo>
                    <a:lnTo>
                      <a:pt x="780" y="364"/>
                    </a:lnTo>
                    <a:lnTo>
                      <a:pt x="784" y="392"/>
                    </a:lnTo>
                    <a:lnTo>
                      <a:pt x="786" y="421"/>
                    </a:lnTo>
                    <a:lnTo>
                      <a:pt x="786" y="451"/>
                    </a:lnTo>
                    <a:lnTo>
                      <a:pt x="784" y="482"/>
                    </a:lnTo>
                    <a:close/>
                  </a:path>
                </a:pathLst>
              </a:custGeom>
              <a:solidFill>
                <a:srgbClr val="72ff7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42" name="Freeform 164"/>
              <p:cNvSpPr/>
              <p:nvPr/>
            </p:nvSpPr>
            <p:spPr>
              <a:xfrm>
                <a:off x="3111120" y="4221360"/>
                <a:ext cx="415080" cy="388800"/>
              </a:xfrm>
              <a:custGeom>
                <a:avLst/>
                <a:gdLst>
                  <a:gd name="textAreaLeft" fmla="*/ 0 w 415080"/>
                  <a:gd name="textAreaRight" fmla="*/ 415440 w 415080"/>
                  <a:gd name="textAreaTop" fmla="*/ 0 h 388800"/>
                  <a:gd name="textAreaBottom" fmla="*/ 389160 h 388800"/>
                </a:gdLst>
                <a:ahLst/>
                <a:rect l="textAreaLeft" t="textAreaTop" r="textAreaRight" b="textAreaBottom"/>
                <a:pathLst>
                  <a:path w="731" h="685">
                    <a:moveTo>
                      <a:pt x="731" y="453"/>
                    </a:moveTo>
                    <a:lnTo>
                      <a:pt x="730" y="485"/>
                    </a:lnTo>
                    <a:lnTo>
                      <a:pt x="727" y="512"/>
                    </a:lnTo>
                    <a:lnTo>
                      <a:pt x="720" y="538"/>
                    </a:lnTo>
                    <a:lnTo>
                      <a:pt x="711" y="559"/>
                    </a:lnTo>
                    <a:lnTo>
                      <a:pt x="700" y="580"/>
                    </a:lnTo>
                    <a:lnTo>
                      <a:pt x="687" y="597"/>
                    </a:lnTo>
                    <a:lnTo>
                      <a:pt x="674" y="614"/>
                    </a:lnTo>
                    <a:lnTo>
                      <a:pt x="659" y="627"/>
                    </a:lnTo>
                    <a:lnTo>
                      <a:pt x="643" y="639"/>
                    </a:lnTo>
                    <a:lnTo>
                      <a:pt x="626" y="649"/>
                    </a:lnTo>
                    <a:lnTo>
                      <a:pt x="594" y="665"/>
                    </a:lnTo>
                    <a:lnTo>
                      <a:pt x="563" y="676"/>
                    </a:lnTo>
                    <a:lnTo>
                      <a:pt x="549" y="679"/>
                    </a:lnTo>
                    <a:lnTo>
                      <a:pt x="538" y="682"/>
                    </a:lnTo>
                    <a:lnTo>
                      <a:pt x="518" y="684"/>
                    </a:lnTo>
                    <a:lnTo>
                      <a:pt x="497" y="685"/>
                    </a:lnTo>
                    <a:lnTo>
                      <a:pt x="476" y="685"/>
                    </a:lnTo>
                    <a:lnTo>
                      <a:pt x="454" y="683"/>
                    </a:lnTo>
                    <a:lnTo>
                      <a:pt x="408" y="675"/>
                    </a:lnTo>
                    <a:lnTo>
                      <a:pt x="359" y="661"/>
                    </a:lnTo>
                    <a:lnTo>
                      <a:pt x="312" y="642"/>
                    </a:lnTo>
                    <a:lnTo>
                      <a:pt x="265" y="619"/>
                    </a:lnTo>
                    <a:lnTo>
                      <a:pt x="220" y="592"/>
                    </a:lnTo>
                    <a:lnTo>
                      <a:pt x="177" y="559"/>
                    </a:lnTo>
                    <a:lnTo>
                      <a:pt x="138" y="524"/>
                    </a:lnTo>
                    <a:lnTo>
                      <a:pt x="102" y="483"/>
                    </a:lnTo>
                    <a:lnTo>
                      <a:pt x="72" y="441"/>
                    </a:lnTo>
                    <a:lnTo>
                      <a:pt x="47" y="396"/>
                    </a:lnTo>
                    <a:lnTo>
                      <a:pt x="26" y="350"/>
                    </a:lnTo>
                    <a:lnTo>
                      <a:pt x="11" y="304"/>
                    </a:lnTo>
                    <a:lnTo>
                      <a:pt x="2" y="258"/>
                    </a:lnTo>
                    <a:lnTo>
                      <a:pt x="0" y="235"/>
                    </a:lnTo>
                    <a:lnTo>
                      <a:pt x="0" y="191"/>
                    </a:lnTo>
                    <a:lnTo>
                      <a:pt x="7" y="149"/>
                    </a:lnTo>
                    <a:lnTo>
                      <a:pt x="12" y="130"/>
                    </a:lnTo>
                    <a:lnTo>
                      <a:pt x="21" y="111"/>
                    </a:lnTo>
                    <a:lnTo>
                      <a:pt x="30" y="94"/>
                    </a:lnTo>
                    <a:lnTo>
                      <a:pt x="41" y="78"/>
                    </a:lnTo>
                    <a:lnTo>
                      <a:pt x="54" y="63"/>
                    </a:lnTo>
                    <a:lnTo>
                      <a:pt x="69" y="49"/>
                    </a:lnTo>
                    <a:lnTo>
                      <a:pt x="86" y="36"/>
                    </a:lnTo>
                    <a:lnTo>
                      <a:pt x="105" y="26"/>
                    </a:lnTo>
                    <a:lnTo>
                      <a:pt x="125" y="17"/>
                    </a:lnTo>
                    <a:lnTo>
                      <a:pt x="148" y="10"/>
                    </a:lnTo>
                    <a:lnTo>
                      <a:pt x="174" y="4"/>
                    </a:lnTo>
                    <a:lnTo>
                      <a:pt x="201" y="1"/>
                    </a:lnTo>
                    <a:lnTo>
                      <a:pt x="230" y="0"/>
                    </a:lnTo>
                    <a:lnTo>
                      <a:pt x="273" y="2"/>
                    </a:lnTo>
                    <a:lnTo>
                      <a:pt x="317" y="10"/>
                    </a:lnTo>
                    <a:lnTo>
                      <a:pt x="359" y="23"/>
                    </a:lnTo>
                    <a:lnTo>
                      <a:pt x="403" y="40"/>
                    </a:lnTo>
                    <a:lnTo>
                      <a:pt x="444" y="62"/>
                    </a:lnTo>
                    <a:lnTo>
                      <a:pt x="486" y="87"/>
                    </a:lnTo>
                    <a:lnTo>
                      <a:pt x="526" y="115"/>
                    </a:lnTo>
                    <a:lnTo>
                      <a:pt x="563" y="147"/>
                    </a:lnTo>
                    <a:lnTo>
                      <a:pt x="598" y="180"/>
                    </a:lnTo>
                    <a:lnTo>
                      <a:pt x="630" y="216"/>
                    </a:lnTo>
                    <a:lnTo>
                      <a:pt x="659" y="254"/>
                    </a:lnTo>
                    <a:lnTo>
                      <a:pt x="683" y="293"/>
                    </a:lnTo>
                    <a:lnTo>
                      <a:pt x="702" y="334"/>
                    </a:lnTo>
                    <a:lnTo>
                      <a:pt x="717" y="373"/>
                    </a:lnTo>
                    <a:lnTo>
                      <a:pt x="728" y="413"/>
                    </a:lnTo>
                    <a:lnTo>
                      <a:pt x="731" y="453"/>
                    </a:lnTo>
                    <a:close/>
                  </a:path>
                </a:pathLst>
              </a:custGeom>
              <a:solidFill>
                <a:srgbClr val="6aff6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43" name="Freeform 165"/>
              <p:cNvSpPr/>
              <p:nvPr/>
            </p:nvSpPr>
            <p:spPr>
              <a:xfrm>
                <a:off x="4270680" y="2967480"/>
                <a:ext cx="414000" cy="402480"/>
              </a:xfrm>
              <a:custGeom>
                <a:avLst/>
                <a:gdLst>
                  <a:gd name="textAreaLeft" fmla="*/ 0 w 414000"/>
                  <a:gd name="textAreaRight" fmla="*/ 414360 w 414000"/>
                  <a:gd name="textAreaTop" fmla="*/ 0 h 402480"/>
                  <a:gd name="textAreaBottom" fmla="*/ 402840 h 402480"/>
                </a:gdLst>
                <a:ahLst/>
                <a:rect l="textAreaLeft" t="textAreaTop" r="textAreaRight" b="textAreaBottom"/>
                <a:pathLst>
                  <a:path w="730" h="709">
                    <a:moveTo>
                      <a:pt x="727" y="456"/>
                    </a:moveTo>
                    <a:lnTo>
                      <a:pt x="719" y="495"/>
                    </a:lnTo>
                    <a:lnTo>
                      <a:pt x="707" y="530"/>
                    </a:lnTo>
                    <a:lnTo>
                      <a:pt x="694" y="560"/>
                    </a:lnTo>
                    <a:lnTo>
                      <a:pt x="676" y="587"/>
                    </a:lnTo>
                    <a:lnTo>
                      <a:pt x="659" y="609"/>
                    </a:lnTo>
                    <a:lnTo>
                      <a:pt x="638" y="630"/>
                    </a:lnTo>
                    <a:lnTo>
                      <a:pt x="616" y="646"/>
                    </a:lnTo>
                    <a:lnTo>
                      <a:pt x="593" y="660"/>
                    </a:lnTo>
                    <a:lnTo>
                      <a:pt x="569" y="671"/>
                    </a:lnTo>
                    <a:lnTo>
                      <a:pt x="544" y="681"/>
                    </a:lnTo>
                    <a:lnTo>
                      <a:pt x="492" y="694"/>
                    </a:lnTo>
                    <a:lnTo>
                      <a:pt x="440" y="704"/>
                    </a:lnTo>
                    <a:lnTo>
                      <a:pt x="388" y="709"/>
                    </a:lnTo>
                    <a:lnTo>
                      <a:pt x="364" y="709"/>
                    </a:lnTo>
                    <a:lnTo>
                      <a:pt x="338" y="705"/>
                    </a:lnTo>
                    <a:lnTo>
                      <a:pt x="311" y="698"/>
                    </a:lnTo>
                    <a:lnTo>
                      <a:pt x="286" y="688"/>
                    </a:lnTo>
                    <a:lnTo>
                      <a:pt x="234" y="662"/>
                    </a:lnTo>
                    <a:lnTo>
                      <a:pt x="211" y="650"/>
                    </a:lnTo>
                    <a:lnTo>
                      <a:pt x="189" y="637"/>
                    </a:lnTo>
                    <a:lnTo>
                      <a:pt x="174" y="626"/>
                    </a:lnTo>
                    <a:lnTo>
                      <a:pt x="159" y="614"/>
                    </a:lnTo>
                    <a:lnTo>
                      <a:pt x="130" y="586"/>
                    </a:lnTo>
                    <a:lnTo>
                      <a:pt x="103" y="554"/>
                    </a:lnTo>
                    <a:lnTo>
                      <a:pt x="80" y="524"/>
                    </a:lnTo>
                    <a:lnTo>
                      <a:pt x="65" y="503"/>
                    </a:lnTo>
                    <a:lnTo>
                      <a:pt x="52" y="481"/>
                    </a:lnTo>
                    <a:lnTo>
                      <a:pt x="30" y="438"/>
                    </a:lnTo>
                    <a:lnTo>
                      <a:pt x="14" y="391"/>
                    </a:lnTo>
                    <a:lnTo>
                      <a:pt x="5" y="347"/>
                    </a:lnTo>
                    <a:lnTo>
                      <a:pt x="0" y="302"/>
                    </a:lnTo>
                    <a:lnTo>
                      <a:pt x="2" y="257"/>
                    </a:lnTo>
                    <a:lnTo>
                      <a:pt x="10" y="214"/>
                    </a:lnTo>
                    <a:lnTo>
                      <a:pt x="24" y="174"/>
                    </a:lnTo>
                    <a:lnTo>
                      <a:pt x="43" y="136"/>
                    </a:lnTo>
                    <a:lnTo>
                      <a:pt x="54" y="117"/>
                    </a:lnTo>
                    <a:lnTo>
                      <a:pt x="82" y="85"/>
                    </a:lnTo>
                    <a:lnTo>
                      <a:pt x="98" y="70"/>
                    </a:lnTo>
                    <a:lnTo>
                      <a:pt x="114" y="57"/>
                    </a:lnTo>
                    <a:lnTo>
                      <a:pt x="133" y="45"/>
                    </a:lnTo>
                    <a:lnTo>
                      <a:pt x="152" y="33"/>
                    </a:lnTo>
                    <a:lnTo>
                      <a:pt x="174" y="24"/>
                    </a:lnTo>
                    <a:lnTo>
                      <a:pt x="196" y="16"/>
                    </a:lnTo>
                    <a:lnTo>
                      <a:pt x="219" y="9"/>
                    </a:lnTo>
                    <a:lnTo>
                      <a:pt x="244" y="4"/>
                    </a:lnTo>
                    <a:lnTo>
                      <a:pt x="271" y="1"/>
                    </a:lnTo>
                    <a:lnTo>
                      <a:pt x="297" y="0"/>
                    </a:lnTo>
                    <a:lnTo>
                      <a:pt x="326" y="0"/>
                    </a:lnTo>
                    <a:lnTo>
                      <a:pt x="351" y="2"/>
                    </a:lnTo>
                    <a:lnTo>
                      <a:pt x="376" y="4"/>
                    </a:lnTo>
                    <a:lnTo>
                      <a:pt x="423" y="16"/>
                    </a:lnTo>
                    <a:lnTo>
                      <a:pt x="467" y="31"/>
                    </a:lnTo>
                    <a:lnTo>
                      <a:pt x="508" y="52"/>
                    </a:lnTo>
                    <a:lnTo>
                      <a:pt x="546" y="76"/>
                    </a:lnTo>
                    <a:lnTo>
                      <a:pt x="581" y="103"/>
                    </a:lnTo>
                    <a:lnTo>
                      <a:pt x="612" y="135"/>
                    </a:lnTo>
                    <a:lnTo>
                      <a:pt x="639" y="168"/>
                    </a:lnTo>
                    <a:lnTo>
                      <a:pt x="664" y="203"/>
                    </a:lnTo>
                    <a:lnTo>
                      <a:pt x="685" y="239"/>
                    </a:lnTo>
                    <a:lnTo>
                      <a:pt x="702" y="276"/>
                    </a:lnTo>
                    <a:lnTo>
                      <a:pt x="715" y="314"/>
                    </a:lnTo>
                    <a:lnTo>
                      <a:pt x="725" y="351"/>
                    </a:lnTo>
                    <a:lnTo>
                      <a:pt x="729" y="388"/>
                    </a:lnTo>
                    <a:lnTo>
                      <a:pt x="730" y="423"/>
                    </a:lnTo>
                    <a:lnTo>
                      <a:pt x="727" y="456"/>
                    </a:lnTo>
                    <a:close/>
                  </a:path>
                </a:pathLst>
              </a:custGeom>
              <a:solidFill>
                <a:srgbClr val="76ff7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44" name="Freeform 166"/>
              <p:cNvSpPr/>
              <p:nvPr/>
            </p:nvSpPr>
            <p:spPr>
              <a:xfrm>
                <a:off x="3123360" y="4231800"/>
                <a:ext cx="390960" cy="368280"/>
              </a:xfrm>
              <a:custGeom>
                <a:avLst/>
                <a:gdLst>
                  <a:gd name="textAreaLeft" fmla="*/ 0 w 390960"/>
                  <a:gd name="textAreaRight" fmla="*/ 391320 w 390960"/>
                  <a:gd name="textAreaTop" fmla="*/ 0 h 368280"/>
                  <a:gd name="textAreaBottom" fmla="*/ 368640 h 368280"/>
                </a:gdLst>
                <a:ahLst/>
                <a:rect l="textAreaLeft" t="textAreaTop" r="textAreaRight" b="textAreaBottom"/>
                <a:pathLst>
                  <a:path w="690" h="650">
                    <a:moveTo>
                      <a:pt x="690" y="435"/>
                    </a:moveTo>
                    <a:lnTo>
                      <a:pt x="689" y="460"/>
                    </a:lnTo>
                    <a:lnTo>
                      <a:pt x="686" y="482"/>
                    </a:lnTo>
                    <a:lnTo>
                      <a:pt x="683" y="500"/>
                    </a:lnTo>
                    <a:lnTo>
                      <a:pt x="678" y="516"/>
                    </a:lnTo>
                    <a:lnTo>
                      <a:pt x="672" y="529"/>
                    </a:lnTo>
                    <a:lnTo>
                      <a:pt x="667" y="540"/>
                    </a:lnTo>
                    <a:lnTo>
                      <a:pt x="661" y="548"/>
                    </a:lnTo>
                    <a:lnTo>
                      <a:pt x="656" y="555"/>
                    </a:lnTo>
                    <a:lnTo>
                      <a:pt x="642" y="570"/>
                    </a:lnTo>
                    <a:lnTo>
                      <a:pt x="627" y="585"/>
                    </a:lnTo>
                    <a:lnTo>
                      <a:pt x="609" y="599"/>
                    </a:lnTo>
                    <a:lnTo>
                      <a:pt x="591" y="612"/>
                    </a:lnTo>
                    <a:lnTo>
                      <a:pt x="571" y="623"/>
                    </a:lnTo>
                    <a:lnTo>
                      <a:pt x="550" y="634"/>
                    </a:lnTo>
                    <a:lnTo>
                      <a:pt x="531" y="640"/>
                    </a:lnTo>
                    <a:lnTo>
                      <a:pt x="511" y="645"/>
                    </a:lnTo>
                    <a:lnTo>
                      <a:pt x="501" y="646"/>
                    </a:lnTo>
                    <a:lnTo>
                      <a:pt x="489" y="647"/>
                    </a:lnTo>
                    <a:lnTo>
                      <a:pt x="475" y="649"/>
                    </a:lnTo>
                    <a:lnTo>
                      <a:pt x="460" y="650"/>
                    </a:lnTo>
                    <a:lnTo>
                      <a:pt x="443" y="650"/>
                    </a:lnTo>
                    <a:lnTo>
                      <a:pt x="424" y="649"/>
                    </a:lnTo>
                    <a:lnTo>
                      <a:pt x="403" y="646"/>
                    </a:lnTo>
                    <a:lnTo>
                      <a:pt x="381" y="642"/>
                    </a:lnTo>
                    <a:lnTo>
                      <a:pt x="357" y="636"/>
                    </a:lnTo>
                    <a:lnTo>
                      <a:pt x="331" y="627"/>
                    </a:lnTo>
                    <a:lnTo>
                      <a:pt x="305" y="616"/>
                    </a:lnTo>
                    <a:lnTo>
                      <a:pt x="276" y="602"/>
                    </a:lnTo>
                    <a:lnTo>
                      <a:pt x="246" y="586"/>
                    </a:lnTo>
                    <a:lnTo>
                      <a:pt x="214" y="567"/>
                    </a:lnTo>
                    <a:lnTo>
                      <a:pt x="182" y="544"/>
                    </a:lnTo>
                    <a:lnTo>
                      <a:pt x="147" y="516"/>
                    </a:lnTo>
                    <a:lnTo>
                      <a:pt x="116" y="487"/>
                    </a:lnTo>
                    <a:lnTo>
                      <a:pt x="88" y="454"/>
                    </a:lnTo>
                    <a:lnTo>
                      <a:pt x="63" y="417"/>
                    </a:lnTo>
                    <a:lnTo>
                      <a:pt x="41" y="378"/>
                    </a:lnTo>
                    <a:lnTo>
                      <a:pt x="24" y="336"/>
                    </a:lnTo>
                    <a:lnTo>
                      <a:pt x="11" y="295"/>
                    </a:lnTo>
                    <a:lnTo>
                      <a:pt x="3" y="252"/>
                    </a:lnTo>
                    <a:lnTo>
                      <a:pt x="0" y="211"/>
                    </a:lnTo>
                    <a:lnTo>
                      <a:pt x="3" y="170"/>
                    </a:lnTo>
                    <a:lnTo>
                      <a:pt x="7" y="152"/>
                    </a:lnTo>
                    <a:lnTo>
                      <a:pt x="11" y="134"/>
                    </a:lnTo>
                    <a:lnTo>
                      <a:pt x="18" y="115"/>
                    </a:lnTo>
                    <a:lnTo>
                      <a:pt x="26" y="99"/>
                    </a:lnTo>
                    <a:lnTo>
                      <a:pt x="37" y="83"/>
                    </a:lnTo>
                    <a:lnTo>
                      <a:pt x="48" y="68"/>
                    </a:lnTo>
                    <a:lnTo>
                      <a:pt x="62" y="54"/>
                    </a:lnTo>
                    <a:lnTo>
                      <a:pt x="77" y="41"/>
                    </a:lnTo>
                    <a:lnTo>
                      <a:pt x="94" y="31"/>
                    </a:lnTo>
                    <a:lnTo>
                      <a:pt x="114" y="21"/>
                    </a:lnTo>
                    <a:lnTo>
                      <a:pt x="136" y="14"/>
                    </a:lnTo>
                    <a:lnTo>
                      <a:pt x="159" y="7"/>
                    </a:lnTo>
                    <a:lnTo>
                      <a:pt x="184" y="2"/>
                    </a:lnTo>
                    <a:lnTo>
                      <a:pt x="212" y="0"/>
                    </a:lnTo>
                    <a:lnTo>
                      <a:pt x="251" y="1"/>
                    </a:lnTo>
                    <a:lnTo>
                      <a:pt x="291" y="7"/>
                    </a:lnTo>
                    <a:lnTo>
                      <a:pt x="333" y="18"/>
                    </a:lnTo>
                    <a:lnTo>
                      <a:pt x="374" y="35"/>
                    </a:lnTo>
                    <a:lnTo>
                      <a:pt x="414" y="55"/>
                    </a:lnTo>
                    <a:lnTo>
                      <a:pt x="454" y="79"/>
                    </a:lnTo>
                    <a:lnTo>
                      <a:pt x="492" y="107"/>
                    </a:lnTo>
                    <a:lnTo>
                      <a:pt x="527" y="137"/>
                    </a:lnTo>
                    <a:lnTo>
                      <a:pt x="562" y="170"/>
                    </a:lnTo>
                    <a:lnTo>
                      <a:pt x="592" y="205"/>
                    </a:lnTo>
                    <a:lnTo>
                      <a:pt x="619" y="242"/>
                    </a:lnTo>
                    <a:lnTo>
                      <a:pt x="644" y="280"/>
                    </a:lnTo>
                    <a:lnTo>
                      <a:pt x="662" y="319"/>
                    </a:lnTo>
                    <a:lnTo>
                      <a:pt x="677" y="358"/>
                    </a:lnTo>
                    <a:lnTo>
                      <a:pt x="686" y="397"/>
                    </a:lnTo>
                    <a:lnTo>
                      <a:pt x="690" y="435"/>
                    </a:lnTo>
                    <a:close/>
                  </a:path>
                </a:pathLst>
              </a:custGeom>
              <a:solidFill>
                <a:srgbClr val="6eff6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45" name="Freeform 167"/>
              <p:cNvSpPr/>
              <p:nvPr/>
            </p:nvSpPr>
            <p:spPr>
              <a:xfrm>
                <a:off x="4287960" y="2982240"/>
                <a:ext cx="379800" cy="374040"/>
              </a:xfrm>
              <a:custGeom>
                <a:avLst/>
                <a:gdLst>
                  <a:gd name="textAreaLeft" fmla="*/ 0 w 379800"/>
                  <a:gd name="textAreaRight" fmla="*/ 380160 w 379800"/>
                  <a:gd name="textAreaTop" fmla="*/ 0 h 374040"/>
                  <a:gd name="textAreaBottom" fmla="*/ 374400 h 374040"/>
                </a:gdLst>
                <a:ahLst/>
                <a:rect l="textAreaLeft" t="textAreaTop" r="textAreaRight" b="textAreaBottom"/>
                <a:pathLst>
                  <a:path w="672" h="660">
                    <a:moveTo>
                      <a:pt x="667" y="431"/>
                    </a:moveTo>
                    <a:lnTo>
                      <a:pt x="659" y="466"/>
                    </a:lnTo>
                    <a:lnTo>
                      <a:pt x="649" y="497"/>
                    </a:lnTo>
                    <a:lnTo>
                      <a:pt x="636" y="524"/>
                    </a:lnTo>
                    <a:lnTo>
                      <a:pt x="621" y="549"/>
                    </a:lnTo>
                    <a:lnTo>
                      <a:pt x="605" y="569"/>
                    </a:lnTo>
                    <a:lnTo>
                      <a:pt x="588" y="587"/>
                    </a:lnTo>
                    <a:lnTo>
                      <a:pt x="568" y="601"/>
                    </a:lnTo>
                    <a:lnTo>
                      <a:pt x="548" y="614"/>
                    </a:lnTo>
                    <a:lnTo>
                      <a:pt x="526" y="625"/>
                    </a:lnTo>
                    <a:lnTo>
                      <a:pt x="503" y="634"/>
                    </a:lnTo>
                    <a:lnTo>
                      <a:pt x="456" y="646"/>
                    </a:lnTo>
                    <a:lnTo>
                      <a:pt x="408" y="654"/>
                    </a:lnTo>
                    <a:lnTo>
                      <a:pt x="357" y="660"/>
                    </a:lnTo>
                    <a:lnTo>
                      <a:pt x="333" y="660"/>
                    </a:lnTo>
                    <a:lnTo>
                      <a:pt x="308" y="657"/>
                    </a:lnTo>
                    <a:lnTo>
                      <a:pt x="281" y="649"/>
                    </a:lnTo>
                    <a:lnTo>
                      <a:pt x="255" y="637"/>
                    </a:lnTo>
                    <a:lnTo>
                      <a:pt x="204" y="611"/>
                    </a:lnTo>
                    <a:lnTo>
                      <a:pt x="180" y="597"/>
                    </a:lnTo>
                    <a:lnTo>
                      <a:pt x="168" y="590"/>
                    </a:lnTo>
                    <a:lnTo>
                      <a:pt x="158" y="584"/>
                    </a:lnTo>
                    <a:lnTo>
                      <a:pt x="146" y="577"/>
                    </a:lnTo>
                    <a:lnTo>
                      <a:pt x="136" y="568"/>
                    </a:lnTo>
                    <a:lnTo>
                      <a:pt x="115" y="546"/>
                    </a:lnTo>
                    <a:lnTo>
                      <a:pt x="96" y="522"/>
                    </a:lnTo>
                    <a:lnTo>
                      <a:pt x="78" y="499"/>
                    </a:lnTo>
                    <a:lnTo>
                      <a:pt x="51" y="459"/>
                    </a:lnTo>
                    <a:lnTo>
                      <a:pt x="30" y="416"/>
                    </a:lnTo>
                    <a:lnTo>
                      <a:pt x="14" y="373"/>
                    </a:lnTo>
                    <a:lnTo>
                      <a:pt x="5" y="331"/>
                    </a:lnTo>
                    <a:lnTo>
                      <a:pt x="0" y="287"/>
                    </a:lnTo>
                    <a:lnTo>
                      <a:pt x="1" y="246"/>
                    </a:lnTo>
                    <a:lnTo>
                      <a:pt x="7" y="205"/>
                    </a:lnTo>
                    <a:lnTo>
                      <a:pt x="20" y="166"/>
                    </a:lnTo>
                    <a:lnTo>
                      <a:pt x="37" y="130"/>
                    </a:lnTo>
                    <a:lnTo>
                      <a:pt x="59" y="97"/>
                    </a:lnTo>
                    <a:lnTo>
                      <a:pt x="71" y="82"/>
                    </a:lnTo>
                    <a:lnTo>
                      <a:pt x="86" y="68"/>
                    </a:lnTo>
                    <a:lnTo>
                      <a:pt x="103" y="55"/>
                    </a:lnTo>
                    <a:lnTo>
                      <a:pt x="119" y="44"/>
                    </a:lnTo>
                    <a:lnTo>
                      <a:pt x="137" y="34"/>
                    </a:lnTo>
                    <a:lnTo>
                      <a:pt x="157" y="24"/>
                    </a:lnTo>
                    <a:lnTo>
                      <a:pt x="177" y="16"/>
                    </a:lnTo>
                    <a:lnTo>
                      <a:pt x="199" y="9"/>
                    </a:lnTo>
                    <a:lnTo>
                      <a:pt x="222" y="5"/>
                    </a:lnTo>
                    <a:lnTo>
                      <a:pt x="247" y="1"/>
                    </a:lnTo>
                    <a:lnTo>
                      <a:pt x="273" y="0"/>
                    </a:lnTo>
                    <a:lnTo>
                      <a:pt x="300" y="0"/>
                    </a:lnTo>
                    <a:lnTo>
                      <a:pt x="323" y="2"/>
                    </a:lnTo>
                    <a:lnTo>
                      <a:pt x="347" y="7"/>
                    </a:lnTo>
                    <a:lnTo>
                      <a:pt x="396" y="21"/>
                    </a:lnTo>
                    <a:lnTo>
                      <a:pt x="445" y="40"/>
                    </a:lnTo>
                    <a:lnTo>
                      <a:pt x="467" y="52"/>
                    </a:lnTo>
                    <a:lnTo>
                      <a:pt x="487" y="62"/>
                    </a:lnTo>
                    <a:lnTo>
                      <a:pt x="501" y="72"/>
                    </a:lnTo>
                    <a:lnTo>
                      <a:pt x="516" y="83"/>
                    </a:lnTo>
                    <a:lnTo>
                      <a:pt x="544" y="110"/>
                    </a:lnTo>
                    <a:lnTo>
                      <a:pt x="569" y="137"/>
                    </a:lnTo>
                    <a:lnTo>
                      <a:pt x="592" y="164"/>
                    </a:lnTo>
                    <a:lnTo>
                      <a:pt x="594" y="167"/>
                    </a:lnTo>
                    <a:lnTo>
                      <a:pt x="599" y="173"/>
                    </a:lnTo>
                    <a:lnTo>
                      <a:pt x="605" y="181"/>
                    </a:lnTo>
                    <a:lnTo>
                      <a:pt x="612" y="191"/>
                    </a:lnTo>
                    <a:lnTo>
                      <a:pt x="620" y="203"/>
                    </a:lnTo>
                    <a:lnTo>
                      <a:pt x="628" y="217"/>
                    </a:lnTo>
                    <a:lnTo>
                      <a:pt x="644" y="249"/>
                    </a:lnTo>
                    <a:lnTo>
                      <a:pt x="651" y="267"/>
                    </a:lnTo>
                    <a:lnTo>
                      <a:pt x="658" y="287"/>
                    </a:lnTo>
                    <a:lnTo>
                      <a:pt x="664" y="309"/>
                    </a:lnTo>
                    <a:lnTo>
                      <a:pt x="668" y="331"/>
                    </a:lnTo>
                    <a:lnTo>
                      <a:pt x="672" y="355"/>
                    </a:lnTo>
                    <a:lnTo>
                      <a:pt x="672" y="379"/>
                    </a:lnTo>
                    <a:lnTo>
                      <a:pt x="670" y="404"/>
                    </a:lnTo>
                    <a:lnTo>
                      <a:pt x="667" y="431"/>
                    </a:lnTo>
                    <a:close/>
                  </a:path>
                </a:pathLst>
              </a:custGeom>
              <a:solidFill>
                <a:srgbClr val="7aff7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46" name="Freeform 168"/>
              <p:cNvSpPr/>
              <p:nvPr/>
            </p:nvSpPr>
            <p:spPr>
              <a:xfrm>
                <a:off x="3132720" y="4242960"/>
                <a:ext cx="371880" cy="345600"/>
              </a:xfrm>
              <a:custGeom>
                <a:avLst/>
                <a:gdLst>
                  <a:gd name="textAreaLeft" fmla="*/ 0 w 371880"/>
                  <a:gd name="textAreaRight" fmla="*/ 372240 w 371880"/>
                  <a:gd name="textAreaTop" fmla="*/ 0 h 345600"/>
                  <a:gd name="textAreaBottom" fmla="*/ 345960 h 345600"/>
                </a:gdLst>
                <a:ahLst/>
                <a:rect l="textAreaLeft" t="textAreaTop" r="textAreaRight" b="textAreaBottom"/>
                <a:pathLst>
                  <a:path w="654" h="609">
                    <a:moveTo>
                      <a:pt x="654" y="415"/>
                    </a:moveTo>
                    <a:lnTo>
                      <a:pt x="652" y="442"/>
                    </a:lnTo>
                    <a:lnTo>
                      <a:pt x="647" y="466"/>
                    </a:lnTo>
                    <a:lnTo>
                      <a:pt x="639" y="488"/>
                    </a:lnTo>
                    <a:lnTo>
                      <a:pt x="629" y="508"/>
                    </a:lnTo>
                    <a:lnTo>
                      <a:pt x="616" y="525"/>
                    </a:lnTo>
                    <a:lnTo>
                      <a:pt x="603" y="541"/>
                    </a:lnTo>
                    <a:lnTo>
                      <a:pt x="588" y="555"/>
                    </a:lnTo>
                    <a:lnTo>
                      <a:pt x="573" y="566"/>
                    </a:lnTo>
                    <a:lnTo>
                      <a:pt x="558" y="577"/>
                    </a:lnTo>
                    <a:lnTo>
                      <a:pt x="543" y="585"/>
                    </a:lnTo>
                    <a:lnTo>
                      <a:pt x="530" y="592"/>
                    </a:lnTo>
                    <a:lnTo>
                      <a:pt x="517" y="597"/>
                    </a:lnTo>
                    <a:lnTo>
                      <a:pt x="507" y="602"/>
                    </a:lnTo>
                    <a:lnTo>
                      <a:pt x="499" y="604"/>
                    </a:lnTo>
                    <a:lnTo>
                      <a:pt x="493" y="607"/>
                    </a:lnTo>
                    <a:lnTo>
                      <a:pt x="490" y="607"/>
                    </a:lnTo>
                    <a:lnTo>
                      <a:pt x="455" y="609"/>
                    </a:lnTo>
                    <a:lnTo>
                      <a:pt x="420" y="608"/>
                    </a:lnTo>
                    <a:lnTo>
                      <a:pt x="388" y="606"/>
                    </a:lnTo>
                    <a:lnTo>
                      <a:pt x="357" y="600"/>
                    </a:lnTo>
                    <a:lnTo>
                      <a:pt x="327" y="592"/>
                    </a:lnTo>
                    <a:lnTo>
                      <a:pt x="299" y="582"/>
                    </a:lnTo>
                    <a:lnTo>
                      <a:pt x="273" y="572"/>
                    </a:lnTo>
                    <a:lnTo>
                      <a:pt x="249" y="561"/>
                    </a:lnTo>
                    <a:lnTo>
                      <a:pt x="226" y="548"/>
                    </a:lnTo>
                    <a:lnTo>
                      <a:pt x="205" y="535"/>
                    </a:lnTo>
                    <a:lnTo>
                      <a:pt x="186" y="523"/>
                    </a:lnTo>
                    <a:lnTo>
                      <a:pt x="169" y="510"/>
                    </a:lnTo>
                    <a:lnTo>
                      <a:pt x="155" y="498"/>
                    </a:lnTo>
                    <a:lnTo>
                      <a:pt x="143" y="488"/>
                    </a:lnTo>
                    <a:lnTo>
                      <a:pt x="132" y="479"/>
                    </a:lnTo>
                    <a:lnTo>
                      <a:pt x="124" y="471"/>
                    </a:lnTo>
                    <a:lnTo>
                      <a:pt x="97" y="441"/>
                    </a:lnTo>
                    <a:lnTo>
                      <a:pt x="71" y="407"/>
                    </a:lnTo>
                    <a:lnTo>
                      <a:pt x="48" y="370"/>
                    </a:lnTo>
                    <a:lnTo>
                      <a:pt x="29" y="331"/>
                    </a:lnTo>
                    <a:lnTo>
                      <a:pt x="14" y="290"/>
                    </a:lnTo>
                    <a:lnTo>
                      <a:pt x="3" y="248"/>
                    </a:lnTo>
                    <a:lnTo>
                      <a:pt x="0" y="206"/>
                    </a:lnTo>
                    <a:lnTo>
                      <a:pt x="0" y="185"/>
                    </a:lnTo>
                    <a:lnTo>
                      <a:pt x="2" y="164"/>
                    </a:lnTo>
                    <a:lnTo>
                      <a:pt x="6" y="141"/>
                    </a:lnTo>
                    <a:lnTo>
                      <a:pt x="11" y="116"/>
                    </a:lnTo>
                    <a:lnTo>
                      <a:pt x="21" y="93"/>
                    </a:lnTo>
                    <a:lnTo>
                      <a:pt x="27" y="82"/>
                    </a:lnTo>
                    <a:lnTo>
                      <a:pt x="34" y="74"/>
                    </a:lnTo>
                    <a:lnTo>
                      <a:pt x="52" y="62"/>
                    </a:lnTo>
                    <a:lnTo>
                      <a:pt x="70" y="49"/>
                    </a:lnTo>
                    <a:lnTo>
                      <a:pt x="112" y="25"/>
                    </a:lnTo>
                    <a:lnTo>
                      <a:pt x="133" y="16"/>
                    </a:lnTo>
                    <a:lnTo>
                      <a:pt x="155" y="8"/>
                    </a:lnTo>
                    <a:lnTo>
                      <a:pt x="177" y="2"/>
                    </a:lnTo>
                    <a:lnTo>
                      <a:pt x="198" y="0"/>
                    </a:lnTo>
                    <a:lnTo>
                      <a:pt x="231" y="1"/>
                    </a:lnTo>
                    <a:lnTo>
                      <a:pt x="266" y="6"/>
                    </a:lnTo>
                    <a:lnTo>
                      <a:pt x="303" y="16"/>
                    </a:lnTo>
                    <a:lnTo>
                      <a:pt x="341" y="29"/>
                    </a:lnTo>
                    <a:lnTo>
                      <a:pt x="379" y="48"/>
                    </a:lnTo>
                    <a:lnTo>
                      <a:pt x="417" y="69"/>
                    </a:lnTo>
                    <a:lnTo>
                      <a:pt x="454" y="94"/>
                    </a:lnTo>
                    <a:lnTo>
                      <a:pt x="489" y="122"/>
                    </a:lnTo>
                    <a:lnTo>
                      <a:pt x="524" y="152"/>
                    </a:lnTo>
                    <a:lnTo>
                      <a:pt x="555" y="184"/>
                    </a:lnTo>
                    <a:lnTo>
                      <a:pt x="583" y="218"/>
                    </a:lnTo>
                    <a:lnTo>
                      <a:pt x="607" y="255"/>
                    </a:lnTo>
                    <a:lnTo>
                      <a:pt x="626" y="293"/>
                    </a:lnTo>
                    <a:lnTo>
                      <a:pt x="641" y="334"/>
                    </a:lnTo>
                    <a:lnTo>
                      <a:pt x="651" y="374"/>
                    </a:lnTo>
                    <a:lnTo>
                      <a:pt x="654" y="415"/>
                    </a:lnTo>
                    <a:close/>
                  </a:path>
                </a:pathLst>
              </a:custGeom>
              <a:solidFill>
                <a:srgbClr val="72ff7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47" name="Freeform 169"/>
              <p:cNvSpPr/>
              <p:nvPr/>
            </p:nvSpPr>
            <p:spPr>
              <a:xfrm>
                <a:off x="3143880" y="4254480"/>
                <a:ext cx="349200" cy="322920"/>
              </a:xfrm>
              <a:custGeom>
                <a:avLst/>
                <a:gdLst>
                  <a:gd name="textAreaLeft" fmla="*/ 0 w 349200"/>
                  <a:gd name="textAreaRight" fmla="*/ 349560 w 349200"/>
                  <a:gd name="textAreaTop" fmla="*/ 0 h 322920"/>
                  <a:gd name="textAreaBottom" fmla="*/ 323280 h 322920"/>
                </a:gdLst>
                <a:ahLst/>
                <a:rect l="textAreaLeft" t="textAreaTop" r="textAreaRight" b="textAreaBottom"/>
                <a:pathLst>
                  <a:path w="616" h="570">
                    <a:moveTo>
                      <a:pt x="616" y="396"/>
                    </a:moveTo>
                    <a:lnTo>
                      <a:pt x="614" y="416"/>
                    </a:lnTo>
                    <a:lnTo>
                      <a:pt x="610" y="433"/>
                    </a:lnTo>
                    <a:lnTo>
                      <a:pt x="603" y="451"/>
                    </a:lnTo>
                    <a:lnTo>
                      <a:pt x="593" y="467"/>
                    </a:lnTo>
                    <a:lnTo>
                      <a:pt x="582" y="482"/>
                    </a:lnTo>
                    <a:lnTo>
                      <a:pt x="569" y="497"/>
                    </a:lnTo>
                    <a:lnTo>
                      <a:pt x="543" y="521"/>
                    </a:lnTo>
                    <a:lnTo>
                      <a:pt x="516" y="542"/>
                    </a:lnTo>
                    <a:lnTo>
                      <a:pt x="504" y="550"/>
                    </a:lnTo>
                    <a:lnTo>
                      <a:pt x="492" y="555"/>
                    </a:lnTo>
                    <a:lnTo>
                      <a:pt x="483" y="561"/>
                    </a:lnTo>
                    <a:lnTo>
                      <a:pt x="476" y="565"/>
                    </a:lnTo>
                    <a:lnTo>
                      <a:pt x="471" y="567"/>
                    </a:lnTo>
                    <a:lnTo>
                      <a:pt x="469" y="568"/>
                    </a:lnTo>
                    <a:lnTo>
                      <a:pt x="430" y="570"/>
                    </a:lnTo>
                    <a:lnTo>
                      <a:pt x="388" y="569"/>
                    </a:lnTo>
                    <a:lnTo>
                      <a:pt x="347" y="566"/>
                    </a:lnTo>
                    <a:lnTo>
                      <a:pt x="325" y="561"/>
                    </a:lnTo>
                    <a:lnTo>
                      <a:pt x="303" y="555"/>
                    </a:lnTo>
                    <a:lnTo>
                      <a:pt x="280" y="548"/>
                    </a:lnTo>
                    <a:lnTo>
                      <a:pt x="257" y="538"/>
                    </a:lnTo>
                    <a:lnTo>
                      <a:pt x="233" y="525"/>
                    </a:lnTo>
                    <a:lnTo>
                      <a:pt x="208" y="512"/>
                    </a:lnTo>
                    <a:lnTo>
                      <a:pt x="181" y="493"/>
                    </a:lnTo>
                    <a:lnTo>
                      <a:pt x="155" y="472"/>
                    </a:lnTo>
                    <a:lnTo>
                      <a:pt x="127" y="448"/>
                    </a:lnTo>
                    <a:lnTo>
                      <a:pt x="98" y="421"/>
                    </a:lnTo>
                    <a:lnTo>
                      <a:pt x="79" y="398"/>
                    </a:lnTo>
                    <a:lnTo>
                      <a:pt x="59" y="369"/>
                    </a:lnTo>
                    <a:lnTo>
                      <a:pt x="41" y="335"/>
                    </a:lnTo>
                    <a:lnTo>
                      <a:pt x="23" y="300"/>
                    </a:lnTo>
                    <a:lnTo>
                      <a:pt x="11" y="260"/>
                    </a:lnTo>
                    <a:lnTo>
                      <a:pt x="3" y="221"/>
                    </a:lnTo>
                    <a:lnTo>
                      <a:pt x="0" y="183"/>
                    </a:lnTo>
                    <a:lnTo>
                      <a:pt x="0" y="164"/>
                    </a:lnTo>
                    <a:lnTo>
                      <a:pt x="4" y="145"/>
                    </a:lnTo>
                    <a:lnTo>
                      <a:pt x="6" y="129"/>
                    </a:lnTo>
                    <a:lnTo>
                      <a:pt x="11" y="111"/>
                    </a:lnTo>
                    <a:lnTo>
                      <a:pt x="16" y="93"/>
                    </a:lnTo>
                    <a:lnTo>
                      <a:pt x="21" y="87"/>
                    </a:lnTo>
                    <a:lnTo>
                      <a:pt x="27" y="81"/>
                    </a:lnTo>
                    <a:lnTo>
                      <a:pt x="43" y="68"/>
                    </a:lnTo>
                    <a:lnTo>
                      <a:pt x="61" y="54"/>
                    </a:lnTo>
                    <a:lnTo>
                      <a:pt x="100" y="29"/>
                    </a:lnTo>
                    <a:lnTo>
                      <a:pt x="121" y="19"/>
                    </a:lnTo>
                    <a:lnTo>
                      <a:pt x="142" y="9"/>
                    </a:lnTo>
                    <a:lnTo>
                      <a:pt x="163" y="4"/>
                    </a:lnTo>
                    <a:lnTo>
                      <a:pt x="183" y="0"/>
                    </a:lnTo>
                    <a:lnTo>
                      <a:pt x="206" y="0"/>
                    </a:lnTo>
                    <a:lnTo>
                      <a:pt x="231" y="4"/>
                    </a:lnTo>
                    <a:lnTo>
                      <a:pt x="256" y="8"/>
                    </a:lnTo>
                    <a:lnTo>
                      <a:pt x="281" y="15"/>
                    </a:lnTo>
                    <a:lnTo>
                      <a:pt x="331" y="32"/>
                    </a:lnTo>
                    <a:lnTo>
                      <a:pt x="354" y="42"/>
                    </a:lnTo>
                    <a:lnTo>
                      <a:pt x="375" y="51"/>
                    </a:lnTo>
                    <a:lnTo>
                      <a:pt x="390" y="59"/>
                    </a:lnTo>
                    <a:lnTo>
                      <a:pt x="406" y="69"/>
                    </a:lnTo>
                    <a:lnTo>
                      <a:pt x="436" y="95"/>
                    </a:lnTo>
                    <a:lnTo>
                      <a:pt x="464" y="121"/>
                    </a:lnTo>
                    <a:lnTo>
                      <a:pt x="477" y="134"/>
                    </a:lnTo>
                    <a:lnTo>
                      <a:pt x="490" y="145"/>
                    </a:lnTo>
                    <a:lnTo>
                      <a:pt x="513" y="167"/>
                    </a:lnTo>
                    <a:lnTo>
                      <a:pt x="532" y="188"/>
                    </a:lnTo>
                    <a:lnTo>
                      <a:pt x="550" y="209"/>
                    </a:lnTo>
                    <a:lnTo>
                      <a:pt x="564" y="229"/>
                    </a:lnTo>
                    <a:lnTo>
                      <a:pt x="576" y="248"/>
                    </a:lnTo>
                    <a:lnTo>
                      <a:pt x="587" y="267"/>
                    </a:lnTo>
                    <a:lnTo>
                      <a:pt x="595" y="285"/>
                    </a:lnTo>
                    <a:lnTo>
                      <a:pt x="602" y="302"/>
                    </a:lnTo>
                    <a:lnTo>
                      <a:pt x="606" y="318"/>
                    </a:lnTo>
                    <a:lnTo>
                      <a:pt x="611" y="333"/>
                    </a:lnTo>
                    <a:lnTo>
                      <a:pt x="615" y="360"/>
                    </a:lnTo>
                    <a:lnTo>
                      <a:pt x="616" y="380"/>
                    </a:lnTo>
                    <a:lnTo>
                      <a:pt x="616" y="396"/>
                    </a:lnTo>
                    <a:close/>
                  </a:path>
                </a:pathLst>
              </a:custGeom>
              <a:solidFill>
                <a:srgbClr val="76ff7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48" name="Freeform 170"/>
              <p:cNvSpPr/>
              <p:nvPr/>
            </p:nvSpPr>
            <p:spPr>
              <a:xfrm>
                <a:off x="4301280" y="2995920"/>
                <a:ext cx="349200" cy="345600"/>
              </a:xfrm>
              <a:custGeom>
                <a:avLst/>
                <a:gdLst>
                  <a:gd name="textAreaLeft" fmla="*/ 0 w 349200"/>
                  <a:gd name="textAreaRight" fmla="*/ 349560 w 349200"/>
                  <a:gd name="textAreaTop" fmla="*/ 0 h 345600"/>
                  <a:gd name="textAreaBottom" fmla="*/ 345960 h 345600"/>
                </a:gdLst>
                <a:ahLst/>
                <a:rect l="textAreaLeft" t="textAreaTop" r="textAreaRight" b="textAreaBottom"/>
                <a:pathLst>
                  <a:path w="617" h="610">
                    <a:moveTo>
                      <a:pt x="612" y="406"/>
                    </a:moveTo>
                    <a:lnTo>
                      <a:pt x="605" y="432"/>
                    </a:lnTo>
                    <a:lnTo>
                      <a:pt x="597" y="457"/>
                    </a:lnTo>
                    <a:lnTo>
                      <a:pt x="588" y="479"/>
                    </a:lnTo>
                    <a:lnTo>
                      <a:pt x="576" y="499"/>
                    </a:lnTo>
                    <a:lnTo>
                      <a:pt x="564" y="518"/>
                    </a:lnTo>
                    <a:lnTo>
                      <a:pt x="551" y="534"/>
                    </a:lnTo>
                    <a:lnTo>
                      <a:pt x="536" y="549"/>
                    </a:lnTo>
                    <a:lnTo>
                      <a:pt x="520" y="563"/>
                    </a:lnTo>
                    <a:lnTo>
                      <a:pt x="504" y="574"/>
                    </a:lnTo>
                    <a:lnTo>
                      <a:pt x="486" y="583"/>
                    </a:lnTo>
                    <a:lnTo>
                      <a:pt x="468" y="591"/>
                    </a:lnTo>
                    <a:lnTo>
                      <a:pt x="450" y="598"/>
                    </a:lnTo>
                    <a:lnTo>
                      <a:pt x="410" y="608"/>
                    </a:lnTo>
                    <a:lnTo>
                      <a:pt x="370" y="610"/>
                    </a:lnTo>
                    <a:lnTo>
                      <a:pt x="329" y="608"/>
                    </a:lnTo>
                    <a:lnTo>
                      <a:pt x="287" y="601"/>
                    </a:lnTo>
                    <a:lnTo>
                      <a:pt x="247" y="589"/>
                    </a:lnTo>
                    <a:lnTo>
                      <a:pt x="208" y="573"/>
                    </a:lnTo>
                    <a:lnTo>
                      <a:pt x="171" y="553"/>
                    </a:lnTo>
                    <a:lnTo>
                      <a:pt x="137" y="529"/>
                    </a:lnTo>
                    <a:lnTo>
                      <a:pt x="106" y="503"/>
                    </a:lnTo>
                    <a:lnTo>
                      <a:pt x="81" y="474"/>
                    </a:lnTo>
                    <a:lnTo>
                      <a:pt x="59" y="444"/>
                    </a:lnTo>
                    <a:lnTo>
                      <a:pt x="42" y="415"/>
                    </a:lnTo>
                    <a:lnTo>
                      <a:pt x="28" y="386"/>
                    </a:lnTo>
                    <a:lnTo>
                      <a:pt x="18" y="360"/>
                    </a:lnTo>
                    <a:lnTo>
                      <a:pt x="10" y="333"/>
                    </a:lnTo>
                    <a:lnTo>
                      <a:pt x="4" y="309"/>
                    </a:lnTo>
                    <a:lnTo>
                      <a:pt x="2" y="285"/>
                    </a:lnTo>
                    <a:lnTo>
                      <a:pt x="0" y="263"/>
                    </a:lnTo>
                    <a:lnTo>
                      <a:pt x="2" y="242"/>
                    </a:lnTo>
                    <a:lnTo>
                      <a:pt x="3" y="223"/>
                    </a:lnTo>
                    <a:lnTo>
                      <a:pt x="6" y="204"/>
                    </a:lnTo>
                    <a:lnTo>
                      <a:pt x="10" y="188"/>
                    </a:lnTo>
                    <a:lnTo>
                      <a:pt x="19" y="159"/>
                    </a:lnTo>
                    <a:lnTo>
                      <a:pt x="23" y="148"/>
                    </a:lnTo>
                    <a:lnTo>
                      <a:pt x="27" y="139"/>
                    </a:lnTo>
                    <a:lnTo>
                      <a:pt x="40" y="113"/>
                    </a:lnTo>
                    <a:lnTo>
                      <a:pt x="56" y="87"/>
                    </a:lnTo>
                    <a:lnTo>
                      <a:pt x="75" y="64"/>
                    </a:lnTo>
                    <a:lnTo>
                      <a:pt x="86" y="55"/>
                    </a:lnTo>
                    <a:lnTo>
                      <a:pt x="97" y="47"/>
                    </a:lnTo>
                    <a:lnTo>
                      <a:pt x="117" y="37"/>
                    </a:lnTo>
                    <a:lnTo>
                      <a:pt x="139" y="28"/>
                    </a:lnTo>
                    <a:lnTo>
                      <a:pt x="185" y="13"/>
                    </a:lnTo>
                    <a:lnTo>
                      <a:pt x="232" y="3"/>
                    </a:lnTo>
                    <a:lnTo>
                      <a:pt x="255" y="0"/>
                    </a:lnTo>
                    <a:lnTo>
                      <a:pt x="277" y="0"/>
                    </a:lnTo>
                    <a:lnTo>
                      <a:pt x="314" y="4"/>
                    </a:lnTo>
                    <a:lnTo>
                      <a:pt x="351" y="13"/>
                    </a:lnTo>
                    <a:lnTo>
                      <a:pt x="385" y="25"/>
                    </a:lnTo>
                    <a:lnTo>
                      <a:pt x="419" y="41"/>
                    </a:lnTo>
                    <a:lnTo>
                      <a:pt x="451" y="60"/>
                    </a:lnTo>
                    <a:lnTo>
                      <a:pt x="481" y="83"/>
                    </a:lnTo>
                    <a:lnTo>
                      <a:pt x="508" y="109"/>
                    </a:lnTo>
                    <a:lnTo>
                      <a:pt x="534" y="136"/>
                    </a:lnTo>
                    <a:lnTo>
                      <a:pt x="557" y="166"/>
                    </a:lnTo>
                    <a:lnTo>
                      <a:pt x="575" y="199"/>
                    </a:lnTo>
                    <a:lnTo>
                      <a:pt x="591" y="231"/>
                    </a:lnTo>
                    <a:lnTo>
                      <a:pt x="604" y="265"/>
                    </a:lnTo>
                    <a:lnTo>
                      <a:pt x="613" y="300"/>
                    </a:lnTo>
                    <a:lnTo>
                      <a:pt x="617" y="336"/>
                    </a:lnTo>
                    <a:lnTo>
                      <a:pt x="617" y="371"/>
                    </a:lnTo>
                    <a:lnTo>
                      <a:pt x="612" y="406"/>
                    </a:lnTo>
                    <a:close/>
                  </a:path>
                </a:pathLst>
              </a:custGeom>
              <a:solidFill>
                <a:srgbClr val="7eff7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49" name="Freeform 171"/>
              <p:cNvSpPr/>
              <p:nvPr/>
            </p:nvSpPr>
            <p:spPr>
              <a:xfrm>
                <a:off x="3154320" y="4265640"/>
                <a:ext cx="322920" cy="300240"/>
              </a:xfrm>
              <a:custGeom>
                <a:avLst/>
                <a:gdLst>
                  <a:gd name="textAreaLeft" fmla="*/ 0 w 322920"/>
                  <a:gd name="textAreaRight" fmla="*/ 323280 w 322920"/>
                  <a:gd name="textAreaTop" fmla="*/ 0 h 300240"/>
                  <a:gd name="textAreaBottom" fmla="*/ 300600 h 300240"/>
                </a:gdLst>
                <a:ahLst/>
                <a:rect l="textAreaLeft" t="textAreaTop" r="textAreaRight" b="textAreaBottom"/>
                <a:pathLst>
                  <a:path w="571" h="530">
                    <a:moveTo>
                      <a:pt x="570" y="376"/>
                    </a:moveTo>
                    <a:lnTo>
                      <a:pt x="566" y="395"/>
                    </a:lnTo>
                    <a:lnTo>
                      <a:pt x="561" y="411"/>
                    </a:lnTo>
                    <a:lnTo>
                      <a:pt x="553" y="427"/>
                    </a:lnTo>
                    <a:lnTo>
                      <a:pt x="545" y="442"/>
                    </a:lnTo>
                    <a:lnTo>
                      <a:pt x="524" y="469"/>
                    </a:lnTo>
                    <a:lnTo>
                      <a:pt x="502" y="489"/>
                    </a:lnTo>
                    <a:lnTo>
                      <a:pt x="481" y="507"/>
                    </a:lnTo>
                    <a:lnTo>
                      <a:pt x="463" y="518"/>
                    </a:lnTo>
                    <a:lnTo>
                      <a:pt x="456" y="523"/>
                    </a:lnTo>
                    <a:lnTo>
                      <a:pt x="450" y="526"/>
                    </a:lnTo>
                    <a:lnTo>
                      <a:pt x="447" y="527"/>
                    </a:lnTo>
                    <a:lnTo>
                      <a:pt x="445" y="528"/>
                    </a:lnTo>
                    <a:lnTo>
                      <a:pt x="403" y="528"/>
                    </a:lnTo>
                    <a:lnTo>
                      <a:pt x="358" y="530"/>
                    </a:lnTo>
                    <a:lnTo>
                      <a:pt x="335" y="528"/>
                    </a:lnTo>
                    <a:lnTo>
                      <a:pt x="312" y="526"/>
                    </a:lnTo>
                    <a:lnTo>
                      <a:pt x="291" y="523"/>
                    </a:lnTo>
                    <a:lnTo>
                      <a:pt x="273" y="516"/>
                    </a:lnTo>
                    <a:lnTo>
                      <a:pt x="261" y="510"/>
                    </a:lnTo>
                    <a:lnTo>
                      <a:pt x="248" y="503"/>
                    </a:lnTo>
                    <a:lnTo>
                      <a:pt x="221" y="486"/>
                    </a:lnTo>
                    <a:lnTo>
                      <a:pt x="190" y="465"/>
                    </a:lnTo>
                    <a:lnTo>
                      <a:pt x="159" y="443"/>
                    </a:lnTo>
                    <a:lnTo>
                      <a:pt x="130" y="420"/>
                    </a:lnTo>
                    <a:lnTo>
                      <a:pt x="103" y="398"/>
                    </a:lnTo>
                    <a:lnTo>
                      <a:pt x="92" y="389"/>
                    </a:lnTo>
                    <a:lnTo>
                      <a:pt x="83" y="380"/>
                    </a:lnTo>
                    <a:lnTo>
                      <a:pt x="76" y="372"/>
                    </a:lnTo>
                    <a:lnTo>
                      <a:pt x="70" y="365"/>
                    </a:lnTo>
                    <a:lnTo>
                      <a:pt x="46" y="327"/>
                    </a:lnTo>
                    <a:lnTo>
                      <a:pt x="26" y="290"/>
                    </a:lnTo>
                    <a:lnTo>
                      <a:pt x="13" y="254"/>
                    </a:lnTo>
                    <a:lnTo>
                      <a:pt x="5" y="221"/>
                    </a:lnTo>
                    <a:lnTo>
                      <a:pt x="1" y="191"/>
                    </a:lnTo>
                    <a:lnTo>
                      <a:pt x="0" y="164"/>
                    </a:lnTo>
                    <a:lnTo>
                      <a:pt x="1" y="143"/>
                    </a:lnTo>
                    <a:lnTo>
                      <a:pt x="4" y="125"/>
                    </a:lnTo>
                    <a:lnTo>
                      <a:pt x="10" y="110"/>
                    </a:lnTo>
                    <a:lnTo>
                      <a:pt x="17" y="98"/>
                    </a:lnTo>
                    <a:lnTo>
                      <a:pt x="27" y="84"/>
                    </a:lnTo>
                    <a:lnTo>
                      <a:pt x="39" y="72"/>
                    </a:lnTo>
                    <a:lnTo>
                      <a:pt x="64" y="52"/>
                    </a:lnTo>
                    <a:lnTo>
                      <a:pt x="93" y="33"/>
                    </a:lnTo>
                    <a:lnTo>
                      <a:pt x="121" y="19"/>
                    </a:lnTo>
                    <a:lnTo>
                      <a:pt x="133" y="14"/>
                    </a:lnTo>
                    <a:lnTo>
                      <a:pt x="145" y="9"/>
                    </a:lnTo>
                    <a:lnTo>
                      <a:pt x="154" y="5"/>
                    </a:lnTo>
                    <a:lnTo>
                      <a:pt x="161" y="3"/>
                    </a:lnTo>
                    <a:lnTo>
                      <a:pt x="166" y="1"/>
                    </a:lnTo>
                    <a:lnTo>
                      <a:pt x="168" y="1"/>
                    </a:lnTo>
                    <a:lnTo>
                      <a:pt x="171" y="1"/>
                    </a:lnTo>
                    <a:lnTo>
                      <a:pt x="177" y="0"/>
                    </a:lnTo>
                    <a:lnTo>
                      <a:pt x="197" y="0"/>
                    </a:lnTo>
                    <a:lnTo>
                      <a:pt x="208" y="1"/>
                    </a:lnTo>
                    <a:lnTo>
                      <a:pt x="223" y="3"/>
                    </a:lnTo>
                    <a:lnTo>
                      <a:pt x="239" y="7"/>
                    </a:lnTo>
                    <a:lnTo>
                      <a:pt x="258" y="11"/>
                    </a:lnTo>
                    <a:lnTo>
                      <a:pt x="276" y="17"/>
                    </a:lnTo>
                    <a:lnTo>
                      <a:pt x="298" y="25"/>
                    </a:lnTo>
                    <a:lnTo>
                      <a:pt x="320" y="35"/>
                    </a:lnTo>
                    <a:lnTo>
                      <a:pt x="343" y="48"/>
                    </a:lnTo>
                    <a:lnTo>
                      <a:pt x="367" y="63"/>
                    </a:lnTo>
                    <a:lnTo>
                      <a:pt x="394" y="80"/>
                    </a:lnTo>
                    <a:lnTo>
                      <a:pt x="419" y="101"/>
                    </a:lnTo>
                    <a:lnTo>
                      <a:pt x="447" y="125"/>
                    </a:lnTo>
                    <a:lnTo>
                      <a:pt x="450" y="129"/>
                    </a:lnTo>
                    <a:lnTo>
                      <a:pt x="457" y="136"/>
                    </a:lnTo>
                    <a:lnTo>
                      <a:pt x="465" y="144"/>
                    </a:lnTo>
                    <a:lnTo>
                      <a:pt x="474" y="154"/>
                    </a:lnTo>
                    <a:lnTo>
                      <a:pt x="485" y="167"/>
                    </a:lnTo>
                    <a:lnTo>
                      <a:pt x="496" y="181"/>
                    </a:lnTo>
                    <a:lnTo>
                      <a:pt x="520" y="213"/>
                    </a:lnTo>
                    <a:lnTo>
                      <a:pt x="542" y="250"/>
                    </a:lnTo>
                    <a:lnTo>
                      <a:pt x="551" y="270"/>
                    </a:lnTo>
                    <a:lnTo>
                      <a:pt x="559" y="290"/>
                    </a:lnTo>
                    <a:lnTo>
                      <a:pt x="566" y="312"/>
                    </a:lnTo>
                    <a:lnTo>
                      <a:pt x="570" y="333"/>
                    </a:lnTo>
                    <a:lnTo>
                      <a:pt x="571" y="355"/>
                    </a:lnTo>
                    <a:lnTo>
                      <a:pt x="570" y="376"/>
                    </a:lnTo>
                    <a:close/>
                  </a:path>
                </a:pathLst>
              </a:custGeom>
              <a:solidFill>
                <a:srgbClr val="7aff7a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50" name="Freeform 172"/>
              <p:cNvSpPr/>
              <p:nvPr/>
            </p:nvSpPr>
            <p:spPr>
              <a:xfrm>
                <a:off x="4317480" y="3011760"/>
                <a:ext cx="318600" cy="315000"/>
              </a:xfrm>
              <a:custGeom>
                <a:avLst/>
                <a:gdLst>
                  <a:gd name="textAreaLeft" fmla="*/ 0 w 318600"/>
                  <a:gd name="textAreaRight" fmla="*/ 318960 w 318600"/>
                  <a:gd name="textAreaTop" fmla="*/ 0 h 315000"/>
                  <a:gd name="textAreaBottom" fmla="*/ 315360 h 315000"/>
                </a:gdLst>
                <a:ahLst/>
                <a:rect l="textAreaLeft" t="textAreaTop" r="textAreaRight" b="textAreaBottom"/>
                <a:pathLst>
                  <a:path w="561" h="557">
                    <a:moveTo>
                      <a:pt x="554" y="378"/>
                    </a:moveTo>
                    <a:lnTo>
                      <a:pt x="546" y="404"/>
                    </a:lnTo>
                    <a:lnTo>
                      <a:pt x="535" y="434"/>
                    </a:lnTo>
                    <a:lnTo>
                      <a:pt x="516" y="464"/>
                    </a:lnTo>
                    <a:lnTo>
                      <a:pt x="505" y="478"/>
                    </a:lnTo>
                    <a:lnTo>
                      <a:pt x="491" y="492"/>
                    </a:lnTo>
                    <a:lnTo>
                      <a:pt x="476" y="506"/>
                    </a:lnTo>
                    <a:lnTo>
                      <a:pt x="458" y="517"/>
                    </a:lnTo>
                    <a:lnTo>
                      <a:pt x="439" y="529"/>
                    </a:lnTo>
                    <a:lnTo>
                      <a:pt x="416" y="538"/>
                    </a:lnTo>
                    <a:lnTo>
                      <a:pt x="392" y="546"/>
                    </a:lnTo>
                    <a:lnTo>
                      <a:pt x="365" y="552"/>
                    </a:lnTo>
                    <a:lnTo>
                      <a:pt x="335" y="555"/>
                    </a:lnTo>
                    <a:lnTo>
                      <a:pt x="302" y="557"/>
                    </a:lnTo>
                    <a:lnTo>
                      <a:pt x="276" y="554"/>
                    </a:lnTo>
                    <a:lnTo>
                      <a:pt x="250" y="548"/>
                    </a:lnTo>
                    <a:lnTo>
                      <a:pt x="224" y="538"/>
                    </a:lnTo>
                    <a:lnTo>
                      <a:pt x="197" y="527"/>
                    </a:lnTo>
                    <a:lnTo>
                      <a:pt x="146" y="498"/>
                    </a:lnTo>
                    <a:lnTo>
                      <a:pt x="123" y="483"/>
                    </a:lnTo>
                    <a:lnTo>
                      <a:pt x="101" y="469"/>
                    </a:lnTo>
                    <a:lnTo>
                      <a:pt x="91" y="461"/>
                    </a:lnTo>
                    <a:lnTo>
                      <a:pt x="82" y="452"/>
                    </a:lnTo>
                    <a:lnTo>
                      <a:pt x="65" y="428"/>
                    </a:lnTo>
                    <a:lnTo>
                      <a:pt x="48" y="402"/>
                    </a:lnTo>
                    <a:lnTo>
                      <a:pt x="36" y="378"/>
                    </a:lnTo>
                    <a:lnTo>
                      <a:pt x="22" y="347"/>
                    </a:lnTo>
                    <a:lnTo>
                      <a:pt x="12" y="316"/>
                    </a:lnTo>
                    <a:lnTo>
                      <a:pt x="3" y="284"/>
                    </a:lnTo>
                    <a:lnTo>
                      <a:pt x="0" y="250"/>
                    </a:lnTo>
                    <a:lnTo>
                      <a:pt x="0" y="218"/>
                    </a:lnTo>
                    <a:lnTo>
                      <a:pt x="3" y="186"/>
                    </a:lnTo>
                    <a:lnTo>
                      <a:pt x="10" y="155"/>
                    </a:lnTo>
                    <a:lnTo>
                      <a:pt x="21" y="126"/>
                    </a:lnTo>
                    <a:lnTo>
                      <a:pt x="36" y="98"/>
                    </a:lnTo>
                    <a:lnTo>
                      <a:pt x="54" y="73"/>
                    </a:lnTo>
                    <a:lnTo>
                      <a:pt x="77" y="51"/>
                    </a:lnTo>
                    <a:lnTo>
                      <a:pt x="104" y="32"/>
                    </a:lnTo>
                    <a:lnTo>
                      <a:pt x="134" y="17"/>
                    </a:lnTo>
                    <a:lnTo>
                      <a:pt x="169" y="7"/>
                    </a:lnTo>
                    <a:lnTo>
                      <a:pt x="209" y="1"/>
                    </a:lnTo>
                    <a:lnTo>
                      <a:pt x="230" y="0"/>
                    </a:lnTo>
                    <a:lnTo>
                      <a:pt x="252" y="0"/>
                    </a:lnTo>
                    <a:lnTo>
                      <a:pt x="255" y="0"/>
                    </a:lnTo>
                    <a:lnTo>
                      <a:pt x="260" y="2"/>
                    </a:lnTo>
                    <a:lnTo>
                      <a:pt x="268" y="4"/>
                    </a:lnTo>
                    <a:lnTo>
                      <a:pt x="280" y="7"/>
                    </a:lnTo>
                    <a:lnTo>
                      <a:pt x="293" y="12"/>
                    </a:lnTo>
                    <a:lnTo>
                      <a:pt x="309" y="16"/>
                    </a:lnTo>
                    <a:lnTo>
                      <a:pt x="343" y="28"/>
                    </a:lnTo>
                    <a:lnTo>
                      <a:pt x="380" y="44"/>
                    </a:lnTo>
                    <a:lnTo>
                      <a:pt x="417" y="62"/>
                    </a:lnTo>
                    <a:lnTo>
                      <a:pt x="449" y="85"/>
                    </a:lnTo>
                    <a:lnTo>
                      <a:pt x="464" y="98"/>
                    </a:lnTo>
                    <a:lnTo>
                      <a:pt x="476" y="111"/>
                    </a:lnTo>
                    <a:lnTo>
                      <a:pt x="482" y="119"/>
                    </a:lnTo>
                    <a:lnTo>
                      <a:pt x="488" y="128"/>
                    </a:lnTo>
                    <a:lnTo>
                      <a:pt x="505" y="150"/>
                    </a:lnTo>
                    <a:lnTo>
                      <a:pt x="522" y="178"/>
                    </a:lnTo>
                    <a:lnTo>
                      <a:pt x="538" y="210"/>
                    </a:lnTo>
                    <a:lnTo>
                      <a:pt x="551" y="246"/>
                    </a:lnTo>
                    <a:lnTo>
                      <a:pt x="555" y="265"/>
                    </a:lnTo>
                    <a:lnTo>
                      <a:pt x="559" y="286"/>
                    </a:lnTo>
                    <a:lnTo>
                      <a:pt x="561" y="308"/>
                    </a:lnTo>
                    <a:lnTo>
                      <a:pt x="561" y="331"/>
                    </a:lnTo>
                    <a:lnTo>
                      <a:pt x="559" y="354"/>
                    </a:lnTo>
                    <a:lnTo>
                      <a:pt x="554" y="378"/>
                    </a:lnTo>
                    <a:close/>
                  </a:path>
                </a:pathLst>
              </a:custGeom>
              <a:solidFill>
                <a:srgbClr val="81ff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51" name="Freeform 173"/>
              <p:cNvSpPr/>
              <p:nvPr/>
            </p:nvSpPr>
            <p:spPr>
              <a:xfrm>
                <a:off x="3165480" y="4278240"/>
                <a:ext cx="295920" cy="280080"/>
              </a:xfrm>
              <a:custGeom>
                <a:avLst/>
                <a:gdLst>
                  <a:gd name="textAreaLeft" fmla="*/ 0 w 295920"/>
                  <a:gd name="textAreaRight" fmla="*/ 296280 w 295920"/>
                  <a:gd name="textAreaTop" fmla="*/ 0 h 280080"/>
                  <a:gd name="textAreaBottom" fmla="*/ 280440 h 280080"/>
                </a:gdLst>
                <a:ahLst/>
                <a:rect l="textAreaLeft" t="textAreaTop" r="textAreaRight" b="textAreaBottom"/>
                <a:pathLst>
                  <a:path w="522" h="494">
                    <a:moveTo>
                      <a:pt x="520" y="354"/>
                    </a:moveTo>
                    <a:lnTo>
                      <a:pt x="511" y="384"/>
                    </a:lnTo>
                    <a:lnTo>
                      <a:pt x="498" y="411"/>
                    </a:lnTo>
                    <a:lnTo>
                      <a:pt x="482" y="433"/>
                    </a:lnTo>
                    <a:lnTo>
                      <a:pt x="465" y="451"/>
                    </a:lnTo>
                    <a:lnTo>
                      <a:pt x="448" y="466"/>
                    </a:lnTo>
                    <a:lnTo>
                      <a:pt x="435" y="477"/>
                    </a:lnTo>
                    <a:lnTo>
                      <a:pt x="424" y="483"/>
                    </a:lnTo>
                    <a:lnTo>
                      <a:pt x="422" y="486"/>
                    </a:lnTo>
                    <a:lnTo>
                      <a:pt x="421" y="486"/>
                    </a:lnTo>
                    <a:lnTo>
                      <a:pt x="402" y="492"/>
                    </a:lnTo>
                    <a:lnTo>
                      <a:pt x="382" y="494"/>
                    </a:lnTo>
                    <a:lnTo>
                      <a:pt x="359" y="493"/>
                    </a:lnTo>
                    <a:lnTo>
                      <a:pt x="337" y="490"/>
                    </a:lnTo>
                    <a:lnTo>
                      <a:pt x="291" y="481"/>
                    </a:lnTo>
                    <a:lnTo>
                      <a:pt x="269" y="478"/>
                    </a:lnTo>
                    <a:lnTo>
                      <a:pt x="248" y="474"/>
                    </a:lnTo>
                    <a:lnTo>
                      <a:pt x="247" y="473"/>
                    </a:lnTo>
                    <a:lnTo>
                      <a:pt x="242" y="471"/>
                    </a:lnTo>
                    <a:lnTo>
                      <a:pt x="235" y="467"/>
                    </a:lnTo>
                    <a:lnTo>
                      <a:pt x="226" y="462"/>
                    </a:lnTo>
                    <a:lnTo>
                      <a:pt x="215" y="455"/>
                    </a:lnTo>
                    <a:lnTo>
                      <a:pt x="202" y="445"/>
                    </a:lnTo>
                    <a:lnTo>
                      <a:pt x="187" y="436"/>
                    </a:lnTo>
                    <a:lnTo>
                      <a:pt x="172" y="425"/>
                    </a:lnTo>
                    <a:lnTo>
                      <a:pt x="139" y="399"/>
                    </a:lnTo>
                    <a:lnTo>
                      <a:pt x="104" y="368"/>
                    </a:lnTo>
                    <a:lnTo>
                      <a:pt x="69" y="334"/>
                    </a:lnTo>
                    <a:lnTo>
                      <a:pt x="38" y="296"/>
                    </a:lnTo>
                    <a:lnTo>
                      <a:pt x="37" y="295"/>
                    </a:lnTo>
                    <a:lnTo>
                      <a:pt x="35" y="291"/>
                    </a:lnTo>
                    <a:lnTo>
                      <a:pt x="33" y="285"/>
                    </a:lnTo>
                    <a:lnTo>
                      <a:pt x="28" y="278"/>
                    </a:lnTo>
                    <a:lnTo>
                      <a:pt x="20" y="260"/>
                    </a:lnTo>
                    <a:lnTo>
                      <a:pt x="11" y="236"/>
                    </a:lnTo>
                    <a:lnTo>
                      <a:pt x="4" y="206"/>
                    </a:lnTo>
                    <a:lnTo>
                      <a:pt x="0" y="174"/>
                    </a:lnTo>
                    <a:lnTo>
                      <a:pt x="0" y="157"/>
                    </a:lnTo>
                    <a:lnTo>
                      <a:pt x="3" y="139"/>
                    </a:lnTo>
                    <a:lnTo>
                      <a:pt x="6" y="122"/>
                    </a:lnTo>
                    <a:lnTo>
                      <a:pt x="12" y="103"/>
                    </a:lnTo>
                    <a:lnTo>
                      <a:pt x="21" y="85"/>
                    </a:lnTo>
                    <a:lnTo>
                      <a:pt x="34" y="68"/>
                    </a:lnTo>
                    <a:lnTo>
                      <a:pt x="50" y="51"/>
                    </a:lnTo>
                    <a:lnTo>
                      <a:pt x="69" y="36"/>
                    </a:lnTo>
                    <a:lnTo>
                      <a:pt x="89" y="23"/>
                    </a:lnTo>
                    <a:lnTo>
                      <a:pt x="110" y="12"/>
                    </a:lnTo>
                    <a:lnTo>
                      <a:pt x="131" y="5"/>
                    </a:lnTo>
                    <a:lnTo>
                      <a:pt x="150" y="1"/>
                    </a:lnTo>
                    <a:lnTo>
                      <a:pt x="173" y="0"/>
                    </a:lnTo>
                    <a:lnTo>
                      <a:pt x="197" y="3"/>
                    </a:lnTo>
                    <a:lnTo>
                      <a:pt x="223" y="9"/>
                    </a:lnTo>
                    <a:lnTo>
                      <a:pt x="248" y="16"/>
                    </a:lnTo>
                    <a:lnTo>
                      <a:pt x="298" y="34"/>
                    </a:lnTo>
                    <a:lnTo>
                      <a:pt x="321" y="43"/>
                    </a:lnTo>
                    <a:lnTo>
                      <a:pt x="332" y="48"/>
                    </a:lnTo>
                    <a:lnTo>
                      <a:pt x="342" y="53"/>
                    </a:lnTo>
                    <a:lnTo>
                      <a:pt x="357" y="62"/>
                    </a:lnTo>
                    <a:lnTo>
                      <a:pt x="374" y="76"/>
                    </a:lnTo>
                    <a:lnTo>
                      <a:pt x="387" y="91"/>
                    </a:lnTo>
                    <a:lnTo>
                      <a:pt x="401" y="103"/>
                    </a:lnTo>
                    <a:lnTo>
                      <a:pt x="408" y="110"/>
                    </a:lnTo>
                    <a:lnTo>
                      <a:pt x="416" y="119"/>
                    </a:lnTo>
                    <a:lnTo>
                      <a:pt x="425" y="130"/>
                    </a:lnTo>
                    <a:lnTo>
                      <a:pt x="436" y="141"/>
                    </a:lnTo>
                    <a:lnTo>
                      <a:pt x="459" y="169"/>
                    </a:lnTo>
                    <a:lnTo>
                      <a:pt x="481" y="201"/>
                    </a:lnTo>
                    <a:lnTo>
                      <a:pt x="500" y="237"/>
                    </a:lnTo>
                    <a:lnTo>
                      <a:pt x="508" y="255"/>
                    </a:lnTo>
                    <a:lnTo>
                      <a:pt x="520" y="295"/>
                    </a:lnTo>
                    <a:lnTo>
                      <a:pt x="522" y="314"/>
                    </a:lnTo>
                    <a:lnTo>
                      <a:pt x="522" y="335"/>
                    </a:lnTo>
                    <a:lnTo>
                      <a:pt x="520" y="354"/>
                    </a:lnTo>
                    <a:close/>
                  </a:path>
                </a:pathLst>
              </a:custGeom>
              <a:solidFill>
                <a:srgbClr val="7eff7e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52" name="Freeform 174"/>
              <p:cNvSpPr/>
              <p:nvPr/>
            </p:nvSpPr>
            <p:spPr>
              <a:xfrm>
                <a:off x="4956120" y="4784400"/>
                <a:ext cx="338760" cy="326520"/>
              </a:xfrm>
              <a:custGeom>
                <a:avLst/>
                <a:gdLst>
                  <a:gd name="textAreaLeft" fmla="*/ 0 w 338760"/>
                  <a:gd name="textAreaRight" fmla="*/ 339120 w 338760"/>
                  <a:gd name="textAreaTop" fmla="*/ 0 h 326520"/>
                  <a:gd name="textAreaBottom" fmla="*/ 326880 h 326520"/>
                </a:gdLst>
                <a:ahLst/>
                <a:rect l="textAreaLeft" t="textAreaTop" r="textAreaRight" b="textAreaBottom"/>
                <a:pathLst>
                  <a:path w="596" h="576">
                    <a:moveTo>
                      <a:pt x="0" y="576"/>
                    </a:moveTo>
                    <a:lnTo>
                      <a:pt x="17" y="549"/>
                    </a:lnTo>
                    <a:lnTo>
                      <a:pt x="33" y="523"/>
                    </a:lnTo>
                    <a:lnTo>
                      <a:pt x="64" y="478"/>
                    </a:lnTo>
                    <a:lnTo>
                      <a:pt x="81" y="456"/>
                    </a:lnTo>
                    <a:lnTo>
                      <a:pt x="100" y="435"/>
                    </a:lnTo>
                    <a:lnTo>
                      <a:pt x="122" y="412"/>
                    </a:lnTo>
                    <a:lnTo>
                      <a:pt x="148" y="386"/>
                    </a:lnTo>
                    <a:lnTo>
                      <a:pt x="178" y="357"/>
                    </a:lnTo>
                    <a:lnTo>
                      <a:pt x="195" y="341"/>
                    </a:lnTo>
                    <a:lnTo>
                      <a:pt x="214" y="325"/>
                    </a:lnTo>
                    <a:lnTo>
                      <a:pt x="235" y="307"/>
                    </a:lnTo>
                    <a:lnTo>
                      <a:pt x="256" y="287"/>
                    </a:lnTo>
                    <a:lnTo>
                      <a:pt x="281" y="266"/>
                    </a:lnTo>
                    <a:lnTo>
                      <a:pt x="306" y="244"/>
                    </a:lnTo>
                    <a:lnTo>
                      <a:pt x="335" y="220"/>
                    </a:lnTo>
                    <a:lnTo>
                      <a:pt x="365" y="195"/>
                    </a:lnTo>
                    <a:lnTo>
                      <a:pt x="397" y="167"/>
                    </a:lnTo>
                    <a:lnTo>
                      <a:pt x="432" y="139"/>
                    </a:lnTo>
                    <a:lnTo>
                      <a:pt x="468" y="107"/>
                    </a:lnTo>
                    <a:lnTo>
                      <a:pt x="509" y="74"/>
                    </a:lnTo>
                    <a:lnTo>
                      <a:pt x="551" y="38"/>
                    </a:lnTo>
                    <a:lnTo>
                      <a:pt x="596" y="0"/>
                    </a:lnTo>
                    <a:lnTo>
                      <a:pt x="531" y="81"/>
                    </a:lnTo>
                    <a:lnTo>
                      <a:pt x="462" y="159"/>
                    </a:lnTo>
                    <a:lnTo>
                      <a:pt x="390" y="235"/>
                    </a:lnTo>
                    <a:lnTo>
                      <a:pt x="318" y="309"/>
                    </a:lnTo>
                    <a:lnTo>
                      <a:pt x="241" y="379"/>
                    </a:lnTo>
                    <a:lnTo>
                      <a:pt x="163" y="448"/>
                    </a:lnTo>
                    <a:lnTo>
                      <a:pt x="83" y="514"/>
                    </a:lnTo>
                    <a:lnTo>
                      <a:pt x="0" y="576"/>
                    </a:lnTo>
                    <a:close/>
                  </a:path>
                </a:pathLst>
              </a:custGeom>
              <a:solidFill>
                <a:srgbClr val="0053a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53" name="Freeform 175"/>
              <p:cNvSpPr/>
              <p:nvPr/>
            </p:nvSpPr>
            <p:spPr>
              <a:xfrm>
                <a:off x="4332240" y="3027600"/>
                <a:ext cx="286560" cy="284400"/>
              </a:xfrm>
              <a:custGeom>
                <a:avLst/>
                <a:gdLst>
                  <a:gd name="textAreaLeft" fmla="*/ 0 w 286560"/>
                  <a:gd name="textAreaRight" fmla="*/ 286920 w 286560"/>
                  <a:gd name="textAreaTop" fmla="*/ 0 h 284400"/>
                  <a:gd name="textAreaBottom" fmla="*/ 284760 h 284400"/>
                </a:gdLst>
                <a:ahLst/>
                <a:rect l="textAreaLeft" t="textAreaTop" r="textAreaRight" b="textAreaBottom"/>
                <a:pathLst>
                  <a:path w="505" h="502">
                    <a:moveTo>
                      <a:pt x="497" y="350"/>
                    </a:moveTo>
                    <a:lnTo>
                      <a:pt x="491" y="372"/>
                    </a:lnTo>
                    <a:lnTo>
                      <a:pt x="483" y="396"/>
                    </a:lnTo>
                    <a:lnTo>
                      <a:pt x="473" y="418"/>
                    </a:lnTo>
                    <a:lnTo>
                      <a:pt x="466" y="427"/>
                    </a:lnTo>
                    <a:lnTo>
                      <a:pt x="458" y="434"/>
                    </a:lnTo>
                    <a:lnTo>
                      <a:pt x="438" y="447"/>
                    </a:lnTo>
                    <a:lnTo>
                      <a:pt x="417" y="458"/>
                    </a:lnTo>
                    <a:lnTo>
                      <a:pt x="369" y="480"/>
                    </a:lnTo>
                    <a:lnTo>
                      <a:pt x="344" y="489"/>
                    </a:lnTo>
                    <a:lnTo>
                      <a:pt x="320" y="496"/>
                    </a:lnTo>
                    <a:lnTo>
                      <a:pt x="296" y="501"/>
                    </a:lnTo>
                    <a:lnTo>
                      <a:pt x="273" y="502"/>
                    </a:lnTo>
                    <a:lnTo>
                      <a:pt x="270" y="502"/>
                    </a:lnTo>
                    <a:lnTo>
                      <a:pt x="264" y="500"/>
                    </a:lnTo>
                    <a:lnTo>
                      <a:pt x="255" y="497"/>
                    </a:lnTo>
                    <a:lnTo>
                      <a:pt x="244" y="495"/>
                    </a:lnTo>
                    <a:lnTo>
                      <a:pt x="230" y="491"/>
                    </a:lnTo>
                    <a:lnTo>
                      <a:pt x="214" y="485"/>
                    </a:lnTo>
                    <a:lnTo>
                      <a:pt x="195" y="478"/>
                    </a:lnTo>
                    <a:lnTo>
                      <a:pt x="177" y="470"/>
                    </a:lnTo>
                    <a:lnTo>
                      <a:pt x="138" y="449"/>
                    </a:lnTo>
                    <a:lnTo>
                      <a:pt x="118" y="436"/>
                    </a:lnTo>
                    <a:lnTo>
                      <a:pt x="99" y="423"/>
                    </a:lnTo>
                    <a:lnTo>
                      <a:pt x="81" y="408"/>
                    </a:lnTo>
                    <a:lnTo>
                      <a:pt x="64" y="390"/>
                    </a:lnTo>
                    <a:lnTo>
                      <a:pt x="49" y="371"/>
                    </a:lnTo>
                    <a:lnTo>
                      <a:pt x="36" y="350"/>
                    </a:lnTo>
                    <a:lnTo>
                      <a:pt x="24" y="325"/>
                    </a:lnTo>
                    <a:lnTo>
                      <a:pt x="15" y="300"/>
                    </a:lnTo>
                    <a:lnTo>
                      <a:pt x="8" y="276"/>
                    </a:lnTo>
                    <a:lnTo>
                      <a:pt x="3" y="254"/>
                    </a:lnTo>
                    <a:lnTo>
                      <a:pt x="1" y="234"/>
                    </a:lnTo>
                    <a:lnTo>
                      <a:pt x="0" y="213"/>
                    </a:lnTo>
                    <a:lnTo>
                      <a:pt x="0" y="194"/>
                    </a:lnTo>
                    <a:lnTo>
                      <a:pt x="2" y="177"/>
                    </a:lnTo>
                    <a:lnTo>
                      <a:pt x="8" y="145"/>
                    </a:lnTo>
                    <a:lnTo>
                      <a:pt x="17" y="118"/>
                    </a:lnTo>
                    <a:lnTo>
                      <a:pt x="26" y="98"/>
                    </a:lnTo>
                    <a:lnTo>
                      <a:pt x="31" y="90"/>
                    </a:lnTo>
                    <a:lnTo>
                      <a:pt x="34" y="83"/>
                    </a:lnTo>
                    <a:lnTo>
                      <a:pt x="41" y="72"/>
                    </a:lnTo>
                    <a:lnTo>
                      <a:pt x="51" y="63"/>
                    </a:lnTo>
                    <a:lnTo>
                      <a:pt x="63" y="55"/>
                    </a:lnTo>
                    <a:lnTo>
                      <a:pt x="77" y="47"/>
                    </a:lnTo>
                    <a:lnTo>
                      <a:pt x="109" y="33"/>
                    </a:lnTo>
                    <a:lnTo>
                      <a:pt x="142" y="21"/>
                    </a:lnTo>
                    <a:lnTo>
                      <a:pt x="175" y="11"/>
                    </a:lnTo>
                    <a:lnTo>
                      <a:pt x="190" y="8"/>
                    </a:lnTo>
                    <a:lnTo>
                      <a:pt x="202" y="6"/>
                    </a:lnTo>
                    <a:lnTo>
                      <a:pt x="213" y="3"/>
                    </a:lnTo>
                    <a:lnTo>
                      <a:pt x="222" y="1"/>
                    </a:lnTo>
                    <a:lnTo>
                      <a:pt x="226" y="0"/>
                    </a:lnTo>
                    <a:lnTo>
                      <a:pt x="229" y="0"/>
                    </a:lnTo>
                    <a:lnTo>
                      <a:pt x="231" y="1"/>
                    </a:lnTo>
                    <a:lnTo>
                      <a:pt x="237" y="3"/>
                    </a:lnTo>
                    <a:lnTo>
                      <a:pt x="246" y="7"/>
                    </a:lnTo>
                    <a:lnTo>
                      <a:pt x="258" y="11"/>
                    </a:lnTo>
                    <a:lnTo>
                      <a:pt x="271" y="17"/>
                    </a:lnTo>
                    <a:lnTo>
                      <a:pt x="288" y="24"/>
                    </a:lnTo>
                    <a:lnTo>
                      <a:pt x="321" y="39"/>
                    </a:lnTo>
                    <a:lnTo>
                      <a:pt x="355" y="54"/>
                    </a:lnTo>
                    <a:lnTo>
                      <a:pt x="387" y="69"/>
                    </a:lnTo>
                    <a:lnTo>
                      <a:pt x="399" y="76"/>
                    </a:lnTo>
                    <a:lnTo>
                      <a:pt x="411" y="82"/>
                    </a:lnTo>
                    <a:lnTo>
                      <a:pt x="418" y="86"/>
                    </a:lnTo>
                    <a:lnTo>
                      <a:pt x="422" y="90"/>
                    </a:lnTo>
                    <a:lnTo>
                      <a:pt x="438" y="110"/>
                    </a:lnTo>
                    <a:lnTo>
                      <a:pt x="455" y="135"/>
                    </a:lnTo>
                    <a:lnTo>
                      <a:pt x="471" y="162"/>
                    </a:lnTo>
                    <a:lnTo>
                      <a:pt x="486" y="193"/>
                    </a:lnTo>
                    <a:lnTo>
                      <a:pt x="497" y="228"/>
                    </a:lnTo>
                    <a:lnTo>
                      <a:pt x="504" y="265"/>
                    </a:lnTo>
                    <a:lnTo>
                      <a:pt x="505" y="285"/>
                    </a:lnTo>
                    <a:lnTo>
                      <a:pt x="504" y="306"/>
                    </a:lnTo>
                    <a:lnTo>
                      <a:pt x="502" y="327"/>
                    </a:lnTo>
                    <a:lnTo>
                      <a:pt x="497" y="350"/>
                    </a:lnTo>
                    <a:close/>
                  </a:path>
                </a:pathLst>
              </a:custGeom>
              <a:solidFill>
                <a:srgbClr val="85ff8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54" name="Freeform 176"/>
              <p:cNvSpPr/>
              <p:nvPr/>
            </p:nvSpPr>
            <p:spPr>
              <a:xfrm>
                <a:off x="3179160" y="4290480"/>
                <a:ext cx="266400" cy="257400"/>
              </a:xfrm>
              <a:custGeom>
                <a:avLst/>
                <a:gdLst>
                  <a:gd name="textAreaLeft" fmla="*/ 0 w 266400"/>
                  <a:gd name="textAreaRight" fmla="*/ 266760 w 266400"/>
                  <a:gd name="textAreaTop" fmla="*/ 0 h 257400"/>
                  <a:gd name="textAreaBottom" fmla="*/ 257760 h 257400"/>
                </a:gdLst>
                <a:ahLst/>
                <a:rect l="textAreaLeft" t="textAreaTop" r="textAreaRight" b="textAreaBottom"/>
                <a:pathLst>
                  <a:path w="468" h="452">
                    <a:moveTo>
                      <a:pt x="466" y="331"/>
                    </a:moveTo>
                    <a:lnTo>
                      <a:pt x="461" y="346"/>
                    </a:lnTo>
                    <a:lnTo>
                      <a:pt x="456" y="363"/>
                    </a:lnTo>
                    <a:lnTo>
                      <a:pt x="438" y="395"/>
                    </a:lnTo>
                    <a:lnTo>
                      <a:pt x="428" y="410"/>
                    </a:lnTo>
                    <a:lnTo>
                      <a:pt x="417" y="422"/>
                    </a:lnTo>
                    <a:lnTo>
                      <a:pt x="404" y="433"/>
                    </a:lnTo>
                    <a:lnTo>
                      <a:pt x="390" y="440"/>
                    </a:lnTo>
                    <a:lnTo>
                      <a:pt x="373" y="445"/>
                    </a:lnTo>
                    <a:lnTo>
                      <a:pt x="356" y="449"/>
                    </a:lnTo>
                    <a:lnTo>
                      <a:pt x="338" y="451"/>
                    </a:lnTo>
                    <a:lnTo>
                      <a:pt x="321" y="452"/>
                    </a:lnTo>
                    <a:lnTo>
                      <a:pt x="303" y="451"/>
                    </a:lnTo>
                    <a:lnTo>
                      <a:pt x="284" y="449"/>
                    </a:lnTo>
                    <a:lnTo>
                      <a:pt x="266" y="444"/>
                    </a:lnTo>
                    <a:lnTo>
                      <a:pt x="247" y="439"/>
                    </a:lnTo>
                    <a:lnTo>
                      <a:pt x="229" y="430"/>
                    </a:lnTo>
                    <a:lnTo>
                      <a:pt x="209" y="421"/>
                    </a:lnTo>
                    <a:lnTo>
                      <a:pt x="170" y="398"/>
                    </a:lnTo>
                    <a:lnTo>
                      <a:pt x="131" y="368"/>
                    </a:lnTo>
                    <a:lnTo>
                      <a:pt x="91" y="331"/>
                    </a:lnTo>
                    <a:lnTo>
                      <a:pt x="70" y="310"/>
                    </a:lnTo>
                    <a:lnTo>
                      <a:pt x="49" y="283"/>
                    </a:lnTo>
                    <a:lnTo>
                      <a:pt x="30" y="254"/>
                    </a:lnTo>
                    <a:lnTo>
                      <a:pt x="13" y="222"/>
                    </a:lnTo>
                    <a:lnTo>
                      <a:pt x="6" y="206"/>
                    </a:lnTo>
                    <a:lnTo>
                      <a:pt x="3" y="189"/>
                    </a:lnTo>
                    <a:lnTo>
                      <a:pt x="1" y="171"/>
                    </a:lnTo>
                    <a:lnTo>
                      <a:pt x="0" y="153"/>
                    </a:lnTo>
                    <a:lnTo>
                      <a:pt x="2" y="134"/>
                    </a:lnTo>
                    <a:lnTo>
                      <a:pt x="8" y="117"/>
                    </a:lnTo>
                    <a:lnTo>
                      <a:pt x="15" y="99"/>
                    </a:lnTo>
                    <a:lnTo>
                      <a:pt x="26" y="80"/>
                    </a:lnTo>
                    <a:lnTo>
                      <a:pt x="35" y="68"/>
                    </a:lnTo>
                    <a:lnTo>
                      <a:pt x="46" y="55"/>
                    </a:lnTo>
                    <a:lnTo>
                      <a:pt x="71" y="30"/>
                    </a:lnTo>
                    <a:lnTo>
                      <a:pt x="86" y="19"/>
                    </a:lnTo>
                    <a:lnTo>
                      <a:pt x="100" y="10"/>
                    </a:lnTo>
                    <a:lnTo>
                      <a:pt x="115" y="3"/>
                    </a:lnTo>
                    <a:lnTo>
                      <a:pt x="130" y="0"/>
                    </a:lnTo>
                    <a:lnTo>
                      <a:pt x="153" y="0"/>
                    </a:lnTo>
                    <a:lnTo>
                      <a:pt x="177" y="3"/>
                    </a:lnTo>
                    <a:lnTo>
                      <a:pt x="201" y="9"/>
                    </a:lnTo>
                    <a:lnTo>
                      <a:pt x="226" y="17"/>
                    </a:lnTo>
                    <a:lnTo>
                      <a:pt x="276" y="35"/>
                    </a:lnTo>
                    <a:lnTo>
                      <a:pt x="299" y="46"/>
                    </a:lnTo>
                    <a:lnTo>
                      <a:pt x="321" y="55"/>
                    </a:lnTo>
                    <a:lnTo>
                      <a:pt x="324" y="57"/>
                    </a:lnTo>
                    <a:lnTo>
                      <a:pt x="330" y="61"/>
                    </a:lnTo>
                    <a:lnTo>
                      <a:pt x="337" y="68"/>
                    </a:lnTo>
                    <a:lnTo>
                      <a:pt x="346" y="76"/>
                    </a:lnTo>
                    <a:lnTo>
                      <a:pt x="357" y="86"/>
                    </a:lnTo>
                    <a:lnTo>
                      <a:pt x="368" y="98"/>
                    </a:lnTo>
                    <a:lnTo>
                      <a:pt x="392" y="124"/>
                    </a:lnTo>
                    <a:lnTo>
                      <a:pt x="417" y="156"/>
                    </a:lnTo>
                    <a:lnTo>
                      <a:pt x="438" y="192"/>
                    </a:lnTo>
                    <a:lnTo>
                      <a:pt x="456" y="230"/>
                    </a:lnTo>
                    <a:lnTo>
                      <a:pt x="463" y="250"/>
                    </a:lnTo>
                    <a:lnTo>
                      <a:pt x="466" y="269"/>
                    </a:lnTo>
                    <a:lnTo>
                      <a:pt x="468" y="284"/>
                    </a:lnTo>
                    <a:lnTo>
                      <a:pt x="468" y="316"/>
                    </a:lnTo>
                    <a:lnTo>
                      <a:pt x="466" y="331"/>
                    </a:lnTo>
                    <a:close/>
                  </a:path>
                </a:pathLst>
              </a:custGeom>
              <a:solidFill>
                <a:srgbClr val="81ff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55" name="Freeform 177"/>
              <p:cNvSpPr/>
              <p:nvPr/>
            </p:nvSpPr>
            <p:spPr>
              <a:xfrm>
                <a:off x="4348080" y="3044520"/>
                <a:ext cx="253800" cy="250560"/>
              </a:xfrm>
              <a:custGeom>
                <a:avLst/>
                <a:gdLst>
                  <a:gd name="textAreaLeft" fmla="*/ 0 w 253800"/>
                  <a:gd name="textAreaRight" fmla="*/ 254160 w 253800"/>
                  <a:gd name="textAreaTop" fmla="*/ 0 h 250560"/>
                  <a:gd name="textAreaBottom" fmla="*/ 250920 h 250560"/>
                </a:gdLst>
                <a:ahLst/>
                <a:rect l="textAreaLeft" t="textAreaTop" r="textAreaRight" b="textAreaBottom"/>
                <a:pathLst>
                  <a:path w="447" h="441">
                    <a:moveTo>
                      <a:pt x="439" y="319"/>
                    </a:moveTo>
                    <a:lnTo>
                      <a:pt x="433" y="335"/>
                    </a:lnTo>
                    <a:lnTo>
                      <a:pt x="424" y="349"/>
                    </a:lnTo>
                    <a:lnTo>
                      <a:pt x="413" y="363"/>
                    </a:lnTo>
                    <a:lnTo>
                      <a:pt x="400" y="374"/>
                    </a:lnTo>
                    <a:lnTo>
                      <a:pt x="368" y="395"/>
                    </a:lnTo>
                    <a:lnTo>
                      <a:pt x="334" y="412"/>
                    </a:lnTo>
                    <a:lnTo>
                      <a:pt x="301" y="425"/>
                    </a:lnTo>
                    <a:lnTo>
                      <a:pt x="286" y="431"/>
                    </a:lnTo>
                    <a:lnTo>
                      <a:pt x="272" y="434"/>
                    </a:lnTo>
                    <a:lnTo>
                      <a:pt x="261" y="438"/>
                    </a:lnTo>
                    <a:lnTo>
                      <a:pt x="252" y="440"/>
                    </a:lnTo>
                    <a:lnTo>
                      <a:pt x="247" y="441"/>
                    </a:lnTo>
                    <a:lnTo>
                      <a:pt x="244" y="441"/>
                    </a:lnTo>
                    <a:lnTo>
                      <a:pt x="242" y="440"/>
                    </a:lnTo>
                    <a:lnTo>
                      <a:pt x="236" y="438"/>
                    </a:lnTo>
                    <a:lnTo>
                      <a:pt x="227" y="433"/>
                    </a:lnTo>
                    <a:lnTo>
                      <a:pt x="214" y="428"/>
                    </a:lnTo>
                    <a:lnTo>
                      <a:pt x="201" y="422"/>
                    </a:lnTo>
                    <a:lnTo>
                      <a:pt x="184" y="413"/>
                    </a:lnTo>
                    <a:lnTo>
                      <a:pt x="150" y="396"/>
                    </a:lnTo>
                    <a:lnTo>
                      <a:pt x="113" y="375"/>
                    </a:lnTo>
                    <a:lnTo>
                      <a:pt x="80" y="356"/>
                    </a:lnTo>
                    <a:lnTo>
                      <a:pt x="66" y="345"/>
                    </a:lnTo>
                    <a:lnTo>
                      <a:pt x="53" y="336"/>
                    </a:lnTo>
                    <a:lnTo>
                      <a:pt x="44" y="327"/>
                    </a:lnTo>
                    <a:lnTo>
                      <a:pt x="37" y="319"/>
                    </a:lnTo>
                    <a:lnTo>
                      <a:pt x="27" y="301"/>
                    </a:lnTo>
                    <a:lnTo>
                      <a:pt x="19" y="282"/>
                    </a:lnTo>
                    <a:lnTo>
                      <a:pt x="7" y="244"/>
                    </a:lnTo>
                    <a:lnTo>
                      <a:pt x="1" y="207"/>
                    </a:lnTo>
                    <a:lnTo>
                      <a:pt x="0" y="173"/>
                    </a:lnTo>
                    <a:lnTo>
                      <a:pt x="4" y="140"/>
                    </a:lnTo>
                    <a:lnTo>
                      <a:pt x="9" y="114"/>
                    </a:lnTo>
                    <a:lnTo>
                      <a:pt x="13" y="102"/>
                    </a:lnTo>
                    <a:lnTo>
                      <a:pt x="17" y="92"/>
                    </a:lnTo>
                    <a:lnTo>
                      <a:pt x="21" y="84"/>
                    </a:lnTo>
                    <a:lnTo>
                      <a:pt x="26" y="78"/>
                    </a:lnTo>
                    <a:lnTo>
                      <a:pt x="42" y="62"/>
                    </a:lnTo>
                    <a:lnTo>
                      <a:pt x="61" y="47"/>
                    </a:lnTo>
                    <a:lnTo>
                      <a:pt x="83" y="33"/>
                    </a:lnTo>
                    <a:lnTo>
                      <a:pt x="107" y="22"/>
                    </a:lnTo>
                    <a:lnTo>
                      <a:pt x="133" y="11"/>
                    </a:lnTo>
                    <a:lnTo>
                      <a:pt x="158" y="4"/>
                    </a:lnTo>
                    <a:lnTo>
                      <a:pt x="182" y="1"/>
                    </a:lnTo>
                    <a:lnTo>
                      <a:pt x="205" y="0"/>
                    </a:lnTo>
                    <a:lnTo>
                      <a:pt x="232" y="3"/>
                    </a:lnTo>
                    <a:lnTo>
                      <a:pt x="259" y="10"/>
                    </a:lnTo>
                    <a:lnTo>
                      <a:pt x="287" y="22"/>
                    </a:lnTo>
                    <a:lnTo>
                      <a:pt x="313" y="36"/>
                    </a:lnTo>
                    <a:lnTo>
                      <a:pt x="340" y="52"/>
                    </a:lnTo>
                    <a:lnTo>
                      <a:pt x="363" y="70"/>
                    </a:lnTo>
                    <a:lnTo>
                      <a:pt x="384" y="90"/>
                    </a:lnTo>
                    <a:lnTo>
                      <a:pt x="401" y="109"/>
                    </a:lnTo>
                    <a:lnTo>
                      <a:pt x="403" y="113"/>
                    </a:lnTo>
                    <a:lnTo>
                      <a:pt x="407" y="119"/>
                    </a:lnTo>
                    <a:lnTo>
                      <a:pt x="416" y="134"/>
                    </a:lnTo>
                    <a:lnTo>
                      <a:pt x="425" y="153"/>
                    </a:lnTo>
                    <a:lnTo>
                      <a:pt x="436" y="178"/>
                    </a:lnTo>
                    <a:lnTo>
                      <a:pt x="443" y="208"/>
                    </a:lnTo>
                    <a:lnTo>
                      <a:pt x="447" y="242"/>
                    </a:lnTo>
                    <a:lnTo>
                      <a:pt x="447" y="260"/>
                    </a:lnTo>
                    <a:lnTo>
                      <a:pt x="446" y="279"/>
                    </a:lnTo>
                    <a:lnTo>
                      <a:pt x="444" y="298"/>
                    </a:lnTo>
                    <a:lnTo>
                      <a:pt x="439" y="319"/>
                    </a:lnTo>
                    <a:close/>
                  </a:path>
                </a:pathLst>
              </a:custGeom>
              <a:solidFill>
                <a:srgbClr val="88ff88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56" name="Freeform 178"/>
              <p:cNvSpPr/>
              <p:nvPr/>
            </p:nvSpPr>
            <p:spPr>
              <a:xfrm>
                <a:off x="3198600" y="4303080"/>
                <a:ext cx="231120" cy="228960"/>
              </a:xfrm>
              <a:custGeom>
                <a:avLst/>
                <a:gdLst>
                  <a:gd name="textAreaLeft" fmla="*/ 0 w 231120"/>
                  <a:gd name="textAreaRight" fmla="*/ 231480 w 231120"/>
                  <a:gd name="textAreaTop" fmla="*/ 0 h 228960"/>
                  <a:gd name="textAreaBottom" fmla="*/ 229320 h 228960"/>
                </a:gdLst>
                <a:ahLst/>
                <a:rect l="textAreaLeft" t="textAreaTop" r="textAreaRight" b="textAreaBottom"/>
                <a:pathLst>
                  <a:path w="408" h="403">
                    <a:moveTo>
                      <a:pt x="403" y="309"/>
                    </a:moveTo>
                    <a:lnTo>
                      <a:pt x="396" y="332"/>
                    </a:lnTo>
                    <a:lnTo>
                      <a:pt x="385" y="357"/>
                    </a:lnTo>
                    <a:lnTo>
                      <a:pt x="378" y="368"/>
                    </a:lnTo>
                    <a:lnTo>
                      <a:pt x="371" y="377"/>
                    </a:lnTo>
                    <a:lnTo>
                      <a:pt x="362" y="385"/>
                    </a:lnTo>
                    <a:lnTo>
                      <a:pt x="352" y="391"/>
                    </a:lnTo>
                    <a:lnTo>
                      <a:pt x="331" y="398"/>
                    </a:lnTo>
                    <a:lnTo>
                      <a:pt x="305" y="402"/>
                    </a:lnTo>
                    <a:lnTo>
                      <a:pt x="279" y="403"/>
                    </a:lnTo>
                    <a:lnTo>
                      <a:pt x="252" y="402"/>
                    </a:lnTo>
                    <a:lnTo>
                      <a:pt x="226" y="397"/>
                    </a:lnTo>
                    <a:lnTo>
                      <a:pt x="200" y="391"/>
                    </a:lnTo>
                    <a:lnTo>
                      <a:pt x="179" y="381"/>
                    </a:lnTo>
                    <a:lnTo>
                      <a:pt x="159" y="369"/>
                    </a:lnTo>
                    <a:lnTo>
                      <a:pt x="117" y="336"/>
                    </a:lnTo>
                    <a:lnTo>
                      <a:pt x="83" y="304"/>
                    </a:lnTo>
                    <a:lnTo>
                      <a:pt x="54" y="271"/>
                    </a:lnTo>
                    <a:lnTo>
                      <a:pt x="31" y="240"/>
                    </a:lnTo>
                    <a:lnTo>
                      <a:pt x="15" y="209"/>
                    </a:lnTo>
                    <a:lnTo>
                      <a:pt x="3" y="179"/>
                    </a:lnTo>
                    <a:lnTo>
                      <a:pt x="0" y="150"/>
                    </a:lnTo>
                    <a:lnTo>
                      <a:pt x="1" y="123"/>
                    </a:lnTo>
                    <a:lnTo>
                      <a:pt x="6" y="104"/>
                    </a:lnTo>
                    <a:lnTo>
                      <a:pt x="14" y="86"/>
                    </a:lnTo>
                    <a:lnTo>
                      <a:pt x="24" y="66"/>
                    </a:lnTo>
                    <a:lnTo>
                      <a:pt x="37" y="49"/>
                    </a:lnTo>
                    <a:lnTo>
                      <a:pt x="52" y="32"/>
                    </a:lnTo>
                    <a:lnTo>
                      <a:pt x="67" y="19"/>
                    </a:lnTo>
                    <a:lnTo>
                      <a:pt x="83" y="9"/>
                    </a:lnTo>
                    <a:lnTo>
                      <a:pt x="100" y="3"/>
                    </a:lnTo>
                    <a:lnTo>
                      <a:pt x="123" y="0"/>
                    </a:lnTo>
                    <a:lnTo>
                      <a:pt x="149" y="1"/>
                    </a:lnTo>
                    <a:lnTo>
                      <a:pt x="175" y="3"/>
                    </a:lnTo>
                    <a:lnTo>
                      <a:pt x="203" y="10"/>
                    </a:lnTo>
                    <a:lnTo>
                      <a:pt x="228" y="18"/>
                    </a:lnTo>
                    <a:lnTo>
                      <a:pt x="252" y="29"/>
                    </a:lnTo>
                    <a:lnTo>
                      <a:pt x="274" y="42"/>
                    </a:lnTo>
                    <a:lnTo>
                      <a:pt x="291" y="57"/>
                    </a:lnTo>
                    <a:lnTo>
                      <a:pt x="298" y="65"/>
                    </a:lnTo>
                    <a:lnTo>
                      <a:pt x="308" y="73"/>
                    </a:lnTo>
                    <a:lnTo>
                      <a:pt x="328" y="96"/>
                    </a:lnTo>
                    <a:lnTo>
                      <a:pt x="350" y="124"/>
                    </a:lnTo>
                    <a:lnTo>
                      <a:pt x="372" y="156"/>
                    </a:lnTo>
                    <a:lnTo>
                      <a:pt x="389" y="191"/>
                    </a:lnTo>
                    <a:lnTo>
                      <a:pt x="397" y="209"/>
                    </a:lnTo>
                    <a:lnTo>
                      <a:pt x="403" y="229"/>
                    </a:lnTo>
                    <a:lnTo>
                      <a:pt x="407" y="248"/>
                    </a:lnTo>
                    <a:lnTo>
                      <a:pt x="408" y="269"/>
                    </a:lnTo>
                    <a:lnTo>
                      <a:pt x="407" y="289"/>
                    </a:lnTo>
                    <a:lnTo>
                      <a:pt x="403" y="309"/>
                    </a:lnTo>
                    <a:close/>
                  </a:path>
                </a:pathLst>
              </a:custGeom>
              <a:solidFill>
                <a:srgbClr val="85ff8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57" name="Freeform 179"/>
              <p:cNvSpPr/>
              <p:nvPr/>
            </p:nvSpPr>
            <p:spPr>
              <a:xfrm>
                <a:off x="4363920" y="3063960"/>
                <a:ext cx="221040" cy="211680"/>
              </a:xfrm>
              <a:custGeom>
                <a:avLst/>
                <a:gdLst>
                  <a:gd name="textAreaLeft" fmla="*/ 0 w 221040"/>
                  <a:gd name="textAreaRight" fmla="*/ 221400 w 221040"/>
                  <a:gd name="textAreaTop" fmla="*/ 0 h 211680"/>
                  <a:gd name="textAreaBottom" fmla="*/ 212040 h 211680"/>
                </a:gdLst>
                <a:ahLst/>
                <a:rect l="textAreaLeft" t="textAreaTop" r="textAreaRight" b="textAreaBottom"/>
                <a:pathLst>
                  <a:path w="388" h="375">
                    <a:moveTo>
                      <a:pt x="388" y="223"/>
                    </a:moveTo>
                    <a:lnTo>
                      <a:pt x="380" y="245"/>
                    </a:lnTo>
                    <a:lnTo>
                      <a:pt x="371" y="265"/>
                    </a:lnTo>
                    <a:lnTo>
                      <a:pt x="359" y="284"/>
                    </a:lnTo>
                    <a:lnTo>
                      <a:pt x="346" y="300"/>
                    </a:lnTo>
                    <a:lnTo>
                      <a:pt x="332" y="314"/>
                    </a:lnTo>
                    <a:lnTo>
                      <a:pt x="318" y="326"/>
                    </a:lnTo>
                    <a:lnTo>
                      <a:pt x="288" y="346"/>
                    </a:lnTo>
                    <a:lnTo>
                      <a:pt x="259" y="360"/>
                    </a:lnTo>
                    <a:lnTo>
                      <a:pt x="246" y="364"/>
                    </a:lnTo>
                    <a:lnTo>
                      <a:pt x="236" y="369"/>
                    </a:lnTo>
                    <a:lnTo>
                      <a:pt x="227" y="371"/>
                    </a:lnTo>
                    <a:lnTo>
                      <a:pt x="220" y="374"/>
                    </a:lnTo>
                    <a:lnTo>
                      <a:pt x="215" y="375"/>
                    </a:lnTo>
                    <a:lnTo>
                      <a:pt x="213" y="375"/>
                    </a:lnTo>
                    <a:lnTo>
                      <a:pt x="210" y="374"/>
                    </a:lnTo>
                    <a:lnTo>
                      <a:pt x="203" y="371"/>
                    </a:lnTo>
                    <a:lnTo>
                      <a:pt x="195" y="368"/>
                    </a:lnTo>
                    <a:lnTo>
                      <a:pt x="183" y="362"/>
                    </a:lnTo>
                    <a:lnTo>
                      <a:pt x="170" y="355"/>
                    </a:lnTo>
                    <a:lnTo>
                      <a:pt x="157" y="347"/>
                    </a:lnTo>
                    <a:lnTo>
                      <a:pt x="126" y="327"/>
                    </a:lnTo>
                    <a:lnTo>
                      <a:pt x="93" y="304"/>
                    </a:lnTo>
                    <a:lnTo>
                      <a:pt x="61" y="279"/>
                    </a:lnTo>
                    <a:lnTo>
                      <a:pt x="32" y="253"/>
                    </a:lnTo>
                    <a:lnTo>
                      <a:pt x="21" y="238"/>
                    </a:lnTo>
                    <a:lnTo>
                      <a:pt x="10" y="224"/>
                    </a:lnTo>
                    <a:lnTo>
                      <a:pt x="10" y="223"/>
                    </a:lnTo>
                    <a:lnTo>
                      <a:pt x="9" y="220"/>
                    </a:lnTo>
                    <a:lnTo>
                      <a:pt x="6" y="209"/>
                    </a:lnTo>
                    <a:lnTo>
                      <a:pt x="2" y="193"/>
                    </a:lnTo>
                    <a:lnTo>
                      <a:pt x="0" y="173"/>
                    </a:lnTo>
                    <a:lnTo>
                      <a:pt x="0" y="150"/>
                    </a:lnTo>
                    <a:lnTo>
                      <a:pt x="3" y="127"/>
                    </a:lnTo>
                    <a:lnTo>
                      <a:pt x="11" y="105"/>
                    </a:lnTo>
                    <a:lnTo>
                      <a:pt x="17" y="94"/>
                    </a:lnTo>
                    <a:lnTo>
                      <a:pt x="25" y="84"/>
                    </a:lnTo>
                    <a:lnTo>
                      <a:pt x="40" y="69"/>
                    </a:lnTo>
                    <a:lnTo>
                      <a:pt x="58" y="54"/>
                    </a:lnTo>
                    <a:lnTo>
                      <a:pt x="97" y="27"/>
                    </a:lnTo>
                    <a:lnTo>
                      <a:pt x="117" y="16"/>
                    </a:lnTo>
                    <a:lnTo>
                      <a:pt x="139" y="7"/>
                    </a:lnTo>
                    <a:lnTo>
                      <a:pt x="160" y="1"/>
                    </a:lnTo>
                    <a:lnTo>
                      <a:pt x="180" y="0"/>
                    </a:lnTo>
                    <a:lnTo>
                      <a:pt x="198" y="3"/>
                    </a:lnTo>
                    <a:lnTo>
                      <a:pt x="217" y="10"/>
                    </a:lnTo>
                    <a:lnTo>
                      <a:pt x="236" y="19"/>
                    </a:lnTo>
                    <a:lnTo>
                      <a:pt x="255" y="30"/>
                    </a:lnTo>
                    <a:lnTo>
                      <a:pt x="289" y="57"/>
                    </a:lnTo>
                    <a:lnTo>
                      <a:pt x="304" y="71"/>
                    </a:lnTo>
                    <a:lnTo>
                      <a:pt x="318" y="84"/>
                    </a:lnTo>
                    <a:lnTo>
                      <a:pt x="333" y="99"/>
                    </a:lnTo>
                    <a:lnTo>
                      <a:pt x="365" y="134"/>
                    </a:lnTo>
                    <a:lnTo>
                      <a:pt x="377" y="151"/>
                    </a:lnTo>
                    <a:lnTo>
                      <a:pt x="378" y="155"/>
                    </a:lnTo>
                    <a:lnTo>
                      <a:pt x="379" y="162"/>
                    </a:lnTo>
                    <a:lnTo>
                      <a:pt x="381" y="172"/>
                    </a:lnTo>
                    <a:lnTo>
                      <a:pt x="384" y="183"/>
                    </a:lnTo>
                    <a:lnTo>
                      <a:pt x="387" y="208"/>
                    </a:lnTo>
                    <a:lnTo>
                      <a:pt x="388" y="217"/>
                    </a:lnTo>
                    <a:lnTo>
                      <a:pt x="388" y="223"/>
                    </a:lnTo>
                    <a:close/>
                  </a:path>
                </a:pathLst>
              </a:custGeom>
              <a:solidFill>
                <a:srgbClr val="8cff8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58" name="Freeform 180"/>
              <p:cNvSpPr/>
              <p:nvPr/>
            </p:nvSpPr>
            <p:spPr>
              <a:xfrm>
                <a:off x="3217680" y="4320000"/>
                <a:ext cx="195840" cy="199440"/>
              </a:xfrm>
              <a:custGeom>
                <a:avLst/>
                <a:gdLst>
                  <a:gd name="textAreaLeft" fmla="*/ 0 w 195840"/>
                  <a:gd name="textAreaRight" fmla="*/ 196200 w 195840"/>
                  <a:gd name="textAreaTop" fmla="*/ 0 h 199440"/>
                  <a:gd name="textAreaBottom" fmla="*/ 199800 h 199440"/>
                </a:gdLst>
                <a:ahLst/>
                <a:rect l="textAreaLeft" t="textAreaTop" r="textAreaRight" b="textAreaBottom"/>
                <a:pathLst>
                  <a:path w="347" h="353">
                    <a:moveTo>
                      <a:pt x="341" y="281"/>
                    </a:moveTo>
                    <a:lnTo>
                      <a:pt x="337" y="295"/>
                    </a:lnTo>
                    <a:lnTo>
                      <a:pt x="331" y="310"/>
                    </a:lnTo>
                    <a:lnTo>
                      <a:pt x="323" y="324"/>
                    </a:lnTo>
                    <a:lnTo>
                      <a:pt x="313" y="333"/>
                    </a:lnTo>
                    <a:lnTo>
                      <a:pt x="294" y="342"/>
                    </a:lnTo>
                    <a:lnTo>
                      <a:pt x="272" y="348"/>
                    </a:lnTo>
                    <a:lnTo>
                      <a:pt x="249" y="352"/>
                    </a:lnTo>
                    <a:lnTo>
                      <a:pt x="225" y="353"/>
                    </a:lnTo>
                    <a:lnTo>
                      <a:pt x="201" y="351"/>
                    </a:lnTo>
                    <a:lnTo>
                      <a:pt x="178" y="346"/>
                    </a:lnTo>
                    <a:lnTo>
                      <a:pt x="157" y="339"/>
                    </a:lnTo>
                    <a:lnTo>
                      <a:pt x="140" y="329"/>
                    </a:lnTo>
                    <a:lnTo>
                      <a:pt x="114" y="308"/>
                    </a:lnTo>
                    <a:lnTo>
                      <a:pt x="93" y="288"/>
                    </a:lnTo>
                    <a:lnTo>
                      <a:pt x="74" y="270"/>
                    </a:lnTo>
                    <a:lnTo>
                      <a:pt x="57" y="251"/>
                    </a:lnTo>
                    <a:lnTo>
                      <a:pt x="43" y="234"/>
                    </a:lnTo>
                    <a:lnTo>
                      <a:pt x="31" y="217"/>
                    </a:lnTo>
                    <a:lnTo>
                      <a:pt x="22" y="201"/>
                    </a:lnTo>
                    <a:lnTo>
                      <a:pt x="15" y="186"/>
                    </a:lnTo>
                    <a:lnTo>
                      <a:pt x="10" y="171"/>
                    </a:lnTo>
                    <a:lnTo>
                      <a:pt x="5" y="158"/>
                    </a:lnTo>
                    <a:lnTo>
                      <a:pt x="0" y="133"/>
                    </a:lnTo>
                    <a:lnTo>
                      <a:pt x="0" y="112"/>
                    </a:lnTo>
                    <a:lnTo>
                      <a:pt x="4" y="95"/>
                    </a:lnTo>
                    <a:lnTo>
                      <a:pt x="7" y="81"/>
                    </a:lnTo>
                    <a:lnTo>
                      <a:pt x="13" y="67"/>
                    </a:lnTo>
                    <a:lnTo>
                      <a:pt x="28" y="38"/>
                    </a:lnTo>
                    <a:lnTo>
                      <a:pt x="38" y="26"/>
                    </a:lnTo>
                    <a:lnTo>
                      <a:pt x="49" y="15"/>
                    </a:lnTo>
                    <a:lnTo>
                      <a:pt x="60" y="7"/>
                    </a:lnTo>
                    <a:lnTo>
                      <a:pt x="73" y="3"/>
                    </a:lnTo>
                    <a:lnTo>
                      <a:pt x="96" y="0"/>
                    </a:lnTo>
                    <a:lnTo>
                      <a:pt x="121" y="1"/>
                    </a:lnTo>
                    <a:lnTo>
                      <a:pt x="148" y="5"/>
                    </a:lnTo>
                    <a:lnTo>
                      <a:pt x="175" y="13"/>
                    </a:lnTo>
                    <a:lnTo>
                      <a:pt x="201" y="22"/>
                    </a:lnTo>
                    <a:lnTo>
                      <a:pt x="225" y="34"/>
                    </a:lnTo>
                    <a:lnTo>
                      <a:pt x="247" y="48"/>
                    </a:lnTo>
                    <a:lnTo>
                      <a:pt x="264" y="64"/>
                    </a:lnTo>
                    <a:lnTo>
                      <a:pt x="287" y="90"/>
                    </a:lnTo>
                    <a:lnTo>
                      <a:pt x="307" y="118"/>
                    </a:lnTo>
                    <a:lnTo>
                      <a:pt x="323" y="145"/>
                    </a:lnTo>
                    <a:lnTo>
                      <a:pt x="336" y="174"/>
                    </a:lnTo>
                    <a:lnTo>
                      <a:pt x="344" y="202"/>
                    </a:lnTo>
                    <a:lnTo>
                      <a:pt x="347" y="230"/>
                    </a:lnTo>
                    <a:lnTo>
                      <a:pt x="346" y="256"/>
                    </a:lnTo>
                    <a:lnTo>
                      <a:pt x="341" y="281"/>
                    </a:lnTo>
                    <a:close/>
                  </a:path>
                </a:pathLst>
              </a:custGeom>
              <a:solidFill>
                <a:srgbClr val="88ff88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59" name="Freeform 181"/>
              <p:cNvSpPr/>
              <p:nvPr/>
            </p:nvSpPr>
            <p:spPr>
              <a:xfrm>
                <a:off x="3236040" y="4334760"/>
                <a:ext cx="162000" cy="165240"/>
              </a:xfrm>
              <a:custGeom>
                <a:avLst/>
                <a:gdLst>
                  <a:gd name="textAreaLeft" fmla="*/ 0 w 162000"/>
                  <a:gd name="textAreaRight" fmla="*/ 162360 w 162000"/>
                  <a:gd name="textAreaTop" fmla="*/ 0 h 165240"/>
                  <a:gd name="textAreaBottom" fmla="*/ 165600 h 165240"/>
                </a:gdLst>
                <a:ahLst/>
                <a:rect l="textAreaLeft" t="textAreaTop" r="textAreaRight" b="textAreaBottom"/>
                <a:pathLst>
                  <a:path w="285" h="290">
                    <a:moveTo>
                      <a:pt x="279" y="253"/>
                    </a:moveTo>
                    <a:lnTo>
                      <a:pt x="276" y="261"/>
                    </a:lnTo>
                    <a:lnTo>
                      <a:pt x="272" y="267"/>
                    </a:lnTo>
                    <a:lnTo>
                      <a:pt x="253" y="276"/>
                    </a:lnTo>
                    <a:lnTo>
                      <a:pt x="231" y="283"/>
                    </a:lnTo>
                    <a:lnTo>
                      <a:pt x="208" y="288"/>
                    </a:lnTo>
                    <a:lnTo>
                      <a:pt x="183" y="290"/>
                    </a:lnTo>
                    <a:lnTo>
                      <a:pt x="159" y="289"/>
                    </a:lnTo>
                    <a:lnTo>
                      <a:pt x="136" y="286"/>
                    </a:lnTo>
                    <a:lnTo>
                      <a:pt x="115" y="280"/>
                    </a:lnTo>
                    <a:lnTo>
                      <a:pt x="98" y="270"/>
                    </a:lnTo>
                    <a:lnTo>
                      <a:pt x="91" y="264"/>
                    </a:lnTo>
                    <a:lnTo>
                      <a:pt x="84" y="257"/>
                    </a:lnTo>
                    <a:lnTo>
                      <a:pt x="65" y="240"/>
                    </a:lnTo>
                    <a:lnTo>
                      <a:pt x="47" y="218"/>
                    </a:lnTo>
                    <a:lnTo>
                      <a:pt x="29" y="191"/>
                    </a:lnTo>
                    <a:lnTo>
                      <a:pt x="14" y="162"/>
                    </a:lnTo>
                    <a:lnTo>
                      <a:pt x="3" y="131"/>
                    </a:lnTo>
                    <a:lnTo>
                      <a:pt x="1" y="116"/>
                    </a:lnTo>
                    <a:lnTo>
                      <a:pt x="0" y="99"/>
                    </a:lnTo>
                    <a:lnTo>
                      <a:pt x="1" y="83"/>
                    </a:lnTo>
                    <a:lnTo>
                      <a:pt x="4" y="67"/>
                    </a:lnTo>
                    <a:lnTo>
                      <a:pt x="10" y="48"/>
                    </a:lnTo>
                    <a:lnTo>
                      <a:pt x="19" y="30"/>
                    </a:lnTo>
                    <a:lnTo>
                      <a:pt x="30" y="14"/>
                    </a:lnTo>
                    <a:lnTo>
                      <a:pt x="37" y="8"/>
                    </a:lnTo>
                    <a:lnTo>
                      <a:pt x="44" y="5"/>
                    </a:lnTo>
                    <a:lnTo>
                      <a:pt x="67" y="0"/>
                    </a:lnTo>
                    <a:lnTo>
                      <a:pt x="92" y="0"/>
                    </a:lnTo>
                    <a:lnTo>
                      <a:pt x="118" y="5"/>
                    </a:lnTo>
                    <a:lnTo>
                      <a:pt x="146" y="14"/>
                    </a:lnTo>
                    <a:lnTo>
                      <a:pt x="173" y="25"/>
                    </a:lnTo>
                    <a:lnTo>
                      <a:pt x="197" y="39"/>
                    </a:lnTo>
                    <a:lnTo>
                      <a:pt x="219" y="55"/>
                    </a:lnTo>
                    <a:lnTo>
                      <a:pt x="236" y="71"/>
                    </a:lnTo>
                    <a:lnTo>
                      <a:pt x="237" y="73"/>
                    </a:lnTo>
                    <a:lnTo>
                      <a:pt x="239" y="76"/>
                    </a:lnTo>
                    <a:lnTo>
                      <a:pt x="243" y="81"/>
                    </a:lnTo>
                    <a:lnTo>
                      <a:pt x="247" y="86"/>
                    </a:lnTo>
                    <a:lnTo>
                      <a:pt x="258" y="105"/>
                    </a:lnTo>
                    <a:lnTo>
                      <a:pt x="269" y="127"/>
                    </a:lnTo>
                    <a:lnTo>
                      <a:pt x="279" y="154"/>
                    </a:lnTo>
                    <a:lnTo>
                      <a:pt x="284" y="184"/>
                    </a:lnTo>
                    <a:lnTo>
                      <a:pt x="285" y="202"/>
                    </a:lnTo>
                    <a:lnTo>
                      <a:pt x="285" y="218"/>
                    </a:lnTo>
                    <a:lnTo>
                      <a:pt x="283" y="236"/>
                    </a:lnTo>
                    <a:lnTo>
                      <a:pt x="279" y="253"/>
                    </a:lnTo>
                    <a:close/>
                  </a:path>
                </a:pathLst>
              </a:custGeom>
              <a:solidFill>
                <a:srgbClr val="8cff8c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60" name="Freeform 182"/>
              <p:cNvSpPr/>
              <p:nvPr/>
            </p:nvSpPr>
            <p:spPr>
              <a:xfrm>
                <a:off x="4404600" y="3086640"/>
                <a:ext cx="141480" cy="167760"/>
              </a:xfrm>
              <a:custGeom>
                <a:avLst/>
                <a:gdLst>
                  <a:gd name="textAreaLeft" fmla="*/ 0 w 141480"/>
                  <a:gd name="textAreaRight" fmla="*/ 141840 w 141480"/>
                  <a:gd name="textAreaTop" fmla="*/ 0 h 167760"/>
                  <a:gd name="textAreaBottom" fmla="*/ 168120 h 167760"/>
                </a:gdLst>
                <a:ahLst/>
                <a:rect l="textAreaLeft" t="textAreaTop" r="textAreaRight" b="textAreaBottom"/>
                <a:pathLst>
                  <a:path w="250" h="295">
                    <a:moveTo>
                      <a:pt x="212" y="245"/>
                    </a:moveTo>
                    <a:lnTo>
                      <a:pt x="197" y="261"/>
                    </a:lnTo>
                    <a:lnTo>
                      <a:pt x="179" y="277"/>
                    </a:lnTo>
                    <a:lnTo>
                      <a:pt x="159" y="290"/>
                    </a:lnTo>
                    <a:lnTo>
                      <a:pt x="149" y="293"/>
                    </a:lnTo>
                    <a:lnTo>
                      <a:pt x="139" y="295"/>
                    </a:lnTo>
                    <a:lnTo>
                      <a:pt x="119" y="291"/>
                    </a:lnTo>
                    <a:lnTo>
                      <a:pt x="98" y="283"/>
                    </a:lnTo>
                    <a:lnTo>
                      <a:pt x="79" y="270"/>
                    </a:lnTo>
                    <a:lnTo>
                      <a:pt x="59" y="254"/>
                    </a:lnTo>
                    <a:lnTo>
                      <a:pt x="42" y="236"/>
                    </a:lnTo>
                    <a:lnTo>
                      <a:pt x="27" y="216"/>
                    </a:lnTo>
                    <a:lnTo>
                      <a:pt x="14" y="197"/>
                    </a:lnTo>
                    <a:lnTo>
                      <a:pt x="5" y="177"/>
                    </a:lnTo>
                    <a:lnTo>
                      <a:pt x="0" y="162"/>
                    </a:lnTo>
                    <a:lnTo>
                      <a:pt x="0" y="144"/>
                    </a:lnTo>
                    <a:lnTo>
                      <a:pt x="2" y="125"/>
                    </a:lnTo>
                    <a:lnTo>
                      <a:pt x="5" y="107"/>
                    </a:lnTo>
                    <a:lnTo>
                      <a:pt x="12" y="88"/>
                    </a:lnTo>
                    <a:lnTo>
                      <a:pt x="20" y="71"/>
                    </a:lnTo>
                    <a:lnTo>
                      <a:pt x="29" y="56"/>
                    </a:lnTo>
                    <a:lnTo>
                      <a:pt x="40" y="43"/>
                    </a:lnTo>
                    <a:lnTo>
                      <a:pt x="56" y="30"/>
                    </a:lnTo>
                    <a:lnTo>
                      <a:pt x="74" y="15"/>
                    </a:lnTo>
                    <a:lnTo>
                      <a:pt x="94" y="4"/>
                    </a:lnTo>
                    <a:lnTo>
                      <a:pt x="104" y="1"/>
                    </a:lnTo>
                    <a:lnTo>
                      <a:pt x="113" y="0"/>
                    </a:lnTo>
                    <a:lnTo>
                      <a:pt x="117" y="1"/>
                    </a:lnTo>
                    <a:lnTo>
                      <a:pt x="124" y="4"/>
                    </a:lnTo>
                    <a:lnTo>
                      <a:pt x="134" y="11"/>
                    </a:lnTo>
                    <a:lnTo>
                      <a:pt x="148" y="19"/>
                    </a:lnTo>
                    <a:lnTo>
                      <a:pt x="163" y="30"/>
                    </a:lnTo>
                    <a:lnTo>
                      <a:pt x="179" y="42"/>
                    </a:lnTo>
                    <a:lnTo>
                      <a:pt x="195" y="56"/>
                    </a:lnTo>
                    <a:lnTo>
                      <a:pt x="211" y="72"/>
                    </a:lnTo>
                    <a:lnTo>
                      <a:pt x="225" y="89"/>
                    </a:lnTo>
                    <a:lnTo>
                      <a:pt x="237" y="109"/>
                    </a:lnTo>
                    <a:lnTo>
                      <a:pt x="246" y="129"/>
                    </a:lnTo>
                    <a:lnTo>
                      <a:pt x="250" y="151"/>
                    </a:lnTo>
                    <a:lnTo>
                      <a:pt x="249" y="172"/>
                    </a:lnTo>
                    <a:lnTo>
                      <a:pt x="243" y="197"/>
                    </a:lnTo>
                    <a:lnTo>
                      <a:pt x="239" y="208"/>
                    </a:lnTo>
                    <a:lnTo>
                      <a:pt x="232" y="220"/>
                    </a:lnTo>
                    <a:lnTo>
                      <a:pt x="223" y="232"/>
                    </a:lnTo>
                    <a:lnTo>
                      <a:pt x="212" y="245"/>
                    </a:lnTo>
                    <a:close/>
                  </a:path>
                </a:pathLst>
              </a:custGeom>
              <a:solidFill>
                <a:srgbClr val="8fff8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61" name="Freeform 183"/>
              <p:cNvSpPr/>
              <p:nvPr/>
            </p:nvSpPr>
            <p:spPr>
              <a:xfrm>
                <a:off x="3255120" y="4359960"/>
                <a:ext cx="127800" cy="109800"/>
              </a:xfrm>
              <a:custGeom>
                <a:avLst/>
                <a:gdLst>
                  <a:gd name="textAreaLeft" fmla="*/ 0 w 127800"/>
                  <a:gd name="textAreaRight" fmla="*/ 128160 w 127800"/>
                  <a:gd name="textAreaTop" fmla="*/ 0 h 109800"/>
                  <a:gd name="textAreaBottom" fmla="*/ 110160 h 109800"/>
                </a:gdLst>
                <a:ahLst/>
                <a:rect l="textAreaLeft" t="textAreaTop" r="textAreaRight" b="textAreaBottom"/>
                <a:pathLst>
                  <a:path w="227" h="192">
                    <a:moveTo>
                      <a:pt x="226" y="153"/>
                    </a:moveTo>
                    <a:lnTo>
                      <a:pt x="211" y="166"/>
                    </a:lnTo>
                    <a:lnTo>
                      <a:pt x="191" y="176"/>
                    </a:lnTo>
                    <a:lnTo>
                      <a:pt x="169" y="184"/>
                    </a:lnTo>
                    <a:lnTo>
                      <a:pt x="146" y="190"/>
                    </a:lnTo>
                    <a:lnTo>
                      <a:pt x="122" y="192"/>
                    </a:lnTo>
                    <a:lnTo>
                      <a:pt x="98" y="192"/>
                    </a:lnTo>
                    <a:lnTo>
                      <a:pt x="76" y="190"/>
                    </a:lnTo>
                    <a:lnTo>
                      <a:pt x="56" y="184"/>
                    </a:lnTo>
                    <a:lnTo>
                      <a:pt x="45" y="178"/>
                    </a:lnTo>
                    <a:lnTo>
                      <a:pt x="36" y="168"/>
                    </a:lnTo>
                    <a:lnTo>
                      <a:pt x="28" y="156"/>
                    </a:lnTo>
                    <a:lnTo>
                      <a:pt x="21" y="143"/>
                    </a:lnTo>
                    <a:lnTo>
                      <a:pt x="9" y="113"/>
                    </a:lnTo>
                    <a:lnTo>
                      <a:pt x="2" y="85"/>
                    </a:lnTo>
                    <a:lnTo>
                      <a:pt x="1" y="75"/>
                    </a:lnTo>
                    <a:lnTo>
                      <a:pt x="0" y="63"/>
                    </a:lnTo>
                    <a:lnTo>
                      <a:pt x="1" y="38"/>
                    </a:lnTo>
                    <a:lnTo>
                      <a:pt x="2" y="26"/>
                    </a:lnTo>
                    <a:lnTo>
                      <a:pt x="7" y="16"/>
                    </a:lnTo>
                    <a:lnTo>
                      <a:pt x="12" y="8"/>
                    </a:lnTo>
                    <a:lnTo>
                      <a:pt x="20" y="3"/>
                    </a:lnTo>
                    <a:lnTo>
                      <a:pt x="30" y="1"/>
                    </a:lnTo>
                    <a:lnTo>
                      <a:pt x="42" y="0"/>
                    </a:lnTo>
                    <a:lnTo>
                      <a:pt x="65" y="3"/>
                    </a:lnTo>
                    <a:lnTo>
                      <a:pt x="89" y="11"/>
                    </a:lnTo>
                    <a:lnTo>
                      <a:pt x="114" y="24"/>
                    </a:lnTo>
                    <a:lnTo>
                      <a:pt x="137" y="39"/>
                    </a:lnTo>
                    <a:lnTo>
                      <a:pt x="160" y="55"/>
                    </a:lnTo>
                    <a:lnTo>
                      <a:pt x="182" y="71"/>
                    </a:lnTo>
                    <a:lnTo>
                      <a:pt x="202" y="85"/>
                    </a:lnTo>
                    <a:lnTo>
                      <a:pt x="204" y="88"/>
                    </a:lnTo>
                    <a:lnTo>
                      <a:pt x="209" y="95"/>
                    </a:lnTo>
                    <a:lnTo>
                      <a:pt x="218" y="116"/>
                    </a:lnTo>
                    <a:lnTo>
                      <a:pt x="226" y="139"/>
                    </a:lnTo>
                    <a:lnTo>
                      <a:pt x="227" y="147"/>
                    </a:lnTo>
                    <a:lnTo>
                      <a:pt x="226" y="153"/>
                    </a:lnTo>
                    <a:close/>
                  </a:path>
                </a:pathLst>
              </a:custGeom>
              <a:solidFill>
                <a:srgbClr val="8fff8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62" name="Freeform 184"/>
              <p:cNvSpPr/>
              <p:nvPr/>
            </p:nvSpPr>
            <p:spPr>
              <a:xfrm>
                <a:off x="4445640" y="3115080"/>
                <a:ext cx="61920" cy="111960"/>
              </a:xfrm>
              <a:custGeom>
                <a:avLst/>
                <a:gdLst>
                  <a:gd name="textAreaLeft" fmla="*/ 0 w 61920"/>
                  <a:gd name="textAreaRight" fmla="*/ 62280 w 61920"/>
                  <a:gd name="textAreaTop" fmla="*/ 0 h 111960"/>
                  <a:gd name="textAreaBottom" fmla="*/ 112320 h 111960"/>
                </a:gdLst>
                <a:ahLst/>
                <a:rect l="textAreaLeft" t="textAreaTop" r="textAreaRight" b="textAreaBottom"/>
                <a:pathLst>
                  <a:path w="109" h="197">
                    <a:moveTo>
                      <a:pt x="64" y="196"/>
                    </a:moveTo>
                    <a:lnTo>
                      <a:pt x="63" y="197"/>
                    </a:lnTo>
                    <a:lnTo>
                      <a:pt x="54" y="195"/>
                    </a:lnTo>
                    <a:lnTo>
                      <a:pt x="45" y="190"/>
                    </a:lnTo>
                    <a:lnTo>
                      <a:pt x="37" y="182"/>
                    </a:lnTo>
                    <a:lnTo>
                      <a:pt x="29" y="172"/>
                    </a:lnTo>
                    <a:lnTo>
                      <a:pt x="16" y="149"/>
                    </a:lnTo>
                    <a:lnTo>
                      <a:pt x="10" y="138"/>
                    </a:lnTo>
                    <a:lnTo>
                      <a:pt x="6" y="128"/>
                    </a:lnTo>
                    <a:lnTo>
                      <a:pt x="1" y="113"/>
                    </a:lnTo>
                    <a:lnTo>
                      <a:pt x="0" y="96"/>
                    </a:lnTo>
                    <a:lnTo>
                      <a:pt x="0" y="61"/>
                    </a:lnTo>
                    <a:lnTo>
                      <a:pt x="0" y="52"/>
                    </a:lnTo>
                    <a:lnTo>
                      <a:pt x="3" y="42"/>
                    </a:lnTo>
                    <a:lnTo>
                      <a:pt x="8" y="32"/>
                    </a:lnTo>
                    <a:lnTo>
                      <a:pt x="14" y="22"/>
                    </a:lnTo>
                    <a:lnTo>
                      <a:pt x="21" y="14"/>
                    </a:lnTo>
                    <a:lnTo>
                      <a:pt x="29" y="7"/>
                    </a:lnTo>
                    <a:lnTo>
                      <a:pt x="37" y="2"/>
                    </a:lnTo>
                    <a:lnTo>
                      <a:pt x="46" y="0"/>
                    </a:lnTo>
                    <a:lnTo>
                      <a:pt x="54" y="1"/>
                    </a:lnTo>
                    <a:lnTo>
                      <a:pt x="61" y="4"/>
                    </a:lnTo>
                    <a:lnTo>
                      <a:pt x="74" y="14"/>
                    </a:lnTo>
                    <a:lnTo>
                      <a:pt x="84" y="29"/>
                    </a:lnTo>
                    <a:lnTo>
                      <a:pt x="92" y="47"/>
                    </a:lnTo>
                    <a:lnTo>
                      <a:pt x="99" y="68"/>
                    </a:lnTo>
                    <a:lnTo>
                      <a:pt x="103" y="90"/>
                    </a:lnTo>
                    <a:lnTo>
                      <a:pt x="107" y="111"/>
                    </a:lnTo>
                    <a:lnTo>
                      <a:pt x="109" y="128"/>
                    </a:lnTo>
                    <a:lnTo>
                      <a:pt x="109" y="137"/>
                    </a:lnTo>
                    <a:lnTo>
                      <a:pt x="106" y="146"/>
                    </a:lnTo>
                    <a:lnTo>
                      <a:pt x="94" y="165"/>
                    </a:lnTo>
                    <a:lnTo>
                      <a:pt x="79" y="181"/>
                    </a:lnTo>
                    <a:lnTo>
                      <a:pt x="64" y="196"/>
                    </a:lnTo>
                    <a:close/>
                  </a:path>
                </a:pathLst>
              </a:custGeom>
              <a:solidFill>
                <a:srgbClr val="92ff9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63" name="Freeform 185"/>
              <p:cNvSpPr/>
              <p:nvPr/>
            </p:nvSpPr>
            <p:spPr>
              <a:xfrm>
                <a:off x="3976920" y="1906560"/>
                <a:ext cx="14400" cy="720"/>
              </a:xfrm>
              <a:custGeom>
                <a:avLst/>
                <a:gdLst>
                  <a:gd name="textAreaLeft" fmla="*/ 0 w 14400"/>
                  <a:gd name="textAreaRight" fmla="*/ 14760 w 14400"/>
                  <a:gd name="textAreaTop" fmla="*/ 0 h 720"/>
                  <a:gd name="textAreaBottom" fmla="*/ 1080 h 720"/>
                </a:gdLst>
                <a:ahLst/>
                <a:rect l="textAreaLeft" t="textAreaTop" r="textAreaRight" b="textAreaBottom"/>
                <a:pathLst>
                  <a:path w="25" h="0">
                    <a:moveTo>
                      <a:pt x="25" y="0"/>
                    </a:moveTo>
                    <a:lnTo>
                      <a:pt x="0" y="0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007e8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3920" bIns="-4392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64" name="Freeform 186"/>
              <p:cNvSpPr/>
              <p:nvPr/>
            </p:nvSpPr>
            <p:spPr>
              <a:xfrm>
                <a:off x="3274560" y="4407480"/>
                <a:ext cx="1800" cy="2880"/>
              </a:xfrm>
              <a:custGeom>
                <a:avLst/>
                <a:gdLst>
                  <a:gd name="textAreaLeft" fmla="*/ 0 w 1800"/>
                  <a:gd name="textAreaRight" fmla="*/ 2160 w 1800"/>
                  <a:gd name="textAreaTop" fmla="*/ 0 h 2880"/>
                  <a:gd name="textAreaBottom" fmla="*/ 3240 h 2880"/>
                </a:gdLst>
                <a:ahLst/>
                <a:rect l="textAreaLeft" t="textAreaTop" r="textAreaRight" b="textAreaBottom"/>
                <a:pathLst>
                  <a:path w="4" h="7">
                    <a:moveTo>
                      <a:pt x="2" y="7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4" y="2"/>
                    </a:lnTo>
                    <a:lnTo>
                      <a:pt x="2" y="7"/>
                    </a:lnTo>
                    <a:close/>
                  </a:path>
                </a:pathLst>
              </a:custGeom>
              <a:solidFill>
                <a:srgbClr val="92ff9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41760" bIns="-417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65" name="Freeform 187"/>
              <p:cNvSpPr/>
              <p:nvPr/>
            </p:nvSpPr>
            <p:spPr>
              <a:xfrm>
                <a:off x="3976920" y="1906560"/>
                <a:ext cx="1761840" cy="3524400"/>
              </a:xfrm>
              <a:custGeom>
                <a:avLst/>
                <a:gdLst>
                  <a:gd name="textAreaLeft" fmla="*/ 0 w 1761840"/>
                  <a:gd name="textAreaRight" fmla="*/ 1762200 w 1761840"/>
                  <a:gd name="textAreaTop" fmla="*/ 0 h 3524400"/>
                  <a:gd name="textAreaBottom" fmla="*/ 3524760 h 3524400"/>
                </a:gdLst>
                <a:ahLst/>
                <a:rect l="textAreaLeft" t="textAreaTop" r="textAreaRight" b="textAreaBottom"/>
                <a:pathLst>
                  <a:path w="3107" h="6213">
                    <a:moveTo>
                      <a:pt x="3107" y="3106"/>
                    </a:moveTo>
                    <a:lnTo>
                      <a:pt x="3104" y="3234"/>
                    </a:lnTo>
                    <a:lnTo>
                      <a:pt x="3096" y="3362"/>
                    </a:lnTo>
                    <a:lnTo>
                      <a:pt x="3084" y="3487"/>
                    </a:lnTo>
                    <a:lnTo>
                      <a:pt x="3066" y="3610"/>
                    </a:lnTo>
                    <a:lnTo>
                      <a:pt x="3043" y="3733"/>
                    </a:lnTo>
                    <a:lnTo>
                      <a:pt x="3016" y="3854"/>
                    </a:lnTo>
                    <a:lnTo>
                      <a:pt x="2984" y="3972"/>
                    </a:lnTo>
                    <a:lnTo>
                      <a:pt x="2948" y="4089"/>
                    </a:lnTo>
                    <a:lnTo>
                      <a:pt x="2907" y="4204"/>
                    </a:lnTo>
                    <a:lnTo>
                      <a:pt x="2862" y="4316"/>
                    </a:lnTo>
                    <a:lnTo>
                      <a:pt x="2813" y="4426"/>
                    </a:lnTo>
                    <a:lnTo>
                      <a:pt x="2760" y="4534"/>
                    </a:lnTo>
                    <a:lnTo>
                      <a:pt x="2702" y="4640"/>
                    </a:lnTo>
                    <a:lnTo>
                      <a:pt x="2640" y="4743"/>
                    </a:lnTo>
                    <a:lnTo>
                      <a:pt x="2576" y="4843"/>
                    </a:lnTo>
                    <a:lnTo>
                      <a:pt x="2506" y="4941"/>
                    </a:lnTo>
                    <a:lnTo>
                      <a:pt x="2434" y="5037"/>
                    </a:lnTo>
                    <a:lnTo>
                      <a:pt x="2358" y="5128"/>
                    </a:lnTo>
                    <a:lnTo>
                      <a:pt x="2278" y="5216"/>
                    </a:lnTo>
                    <a:lnTo>
                      <a:pt x="2195" y="5303"/>
                    </a:lnTo>
                    <a:lnTo>
                      <a:pt x="2110" y="5386"/>
                    </a:lnTo>
                    <a:lnTo>
                      <a:pt x="2021" y="5465"/>
                    </a:lnTo>
                    <a:lnTo>
                      <a:pt x="1929" y="5541"/>
                    </a:lnTo>
                    <a:lnTo>
                      <a:pt x="1834" y="5614"/>
                    </a:lnTo>
                    <a:lnTo>
                      <a:pt x="1736" y="5683"/>
                    </a:lnTo>
                    <a:lnTo>
                      <a:pt x="1636" y="5747"/>
                    </a:lnTo>
                    <a:lnTo>
                      <a:pt x="1533" y="5809"/>
                    </a:lnTo>
                    <a:lnTo>
                      <a:pt x="1427" y="5866"/>
                    </a:lnTo>
                    <a:lnTo>
                      <a:pt x="1319" y="5919"/>
                    </a:lnTo>
                    <a:lnTo>
                      <a:pt x="1208" y="5969"/>
                    </a:lnTo>
                    <a:lnTo>
                      <a:pt x="1097" y="6014"/>
                    </a:lnTo>
                    <a:lnTo>
                      <a:pt x="981" y="6054"/>
                    </a:lnTo>
                    <a:lnTo>
                      <a:pt x="865" y="6091"/>
                    </a:lnTo>
                    <a:lnTo>
                      <a:pt x="746" y="6122"/>
                    </a:lnTo>
                    <a:lnTo>
                      <a:pt x="625" y="6150"/>
                    </a:lnTo>
                    <a:lnTo>
                      <a:pt x="503" y="6171"/>
                    </a:lnTo>
                    <a:lnTo>
                      <a:pt x="380" y="6190"/>
                    </a:lnTo>
                    <a:lnTo>
                      <a:pt x="254" y="6203"/>
                    </a:lnTo>
                    <a:lnTo>
                      <a:pt x="128" y="6211"/>
                    </a:lnTo>
                    <a:lnTo>
                      <a:pt x="0" y="6213"/>
                    </a:lnTo>
                    <a:lnTo>
                      <a:pt x="77" y="6212"/>
                    </a:lnTo>
                    <a:lnTo>
                      <a:pt x="154" y="6208"/>
                    </a:lnTo>
                    <a:lnTo>
                      <a:pt x="230" y="6204"/>
                    </a:lnTo>
                    <a:lnTo>
                      <a:pt x="306" y="6197"/>
                    </a:lnTo>
                    <a:lnTo>
                      <a:pt x="382" y="6188"/>
                    </a:lnTo>
                    <a:lnTo>
                      <a:pt x="457" y="6177"/>
                    </a:lnTo>
                    <a:lnTo>
                      <a:pt x="531" y="6165"/>
                    </a:lnTo>
                    <a:lnTo>
                      <a:pt x="605" y="6150"/>
                    </a:lnTo>
                    <a:lnTo>
                      <a:pt x="677" y="6133"/>
                    </a:lnTo>
                    <a:lnTo>
                      <a:pt x="750" y="6115"/>
                    </a:lnTo>
                    <a:lnTo>
                      <a:pt x="821" y="6095"/>
                    </a:lnTo>
                    <a:lnTo>
                      <a:pt x="891" y="6074"/>
                    </a:lnTo>
                    <a:lnTo>
                      <a:pt x="962" y="6049"/>
                    </a:lnTo>
                    <a:lnTo>
                      <a:pt x="1031" y="6024"/>
                    </a:lnTo>
                    <a:lnTo>
                      <a:pt x="1100" y="5997"/>
                    </a:lnTo>
                    <a:lnTo>
                      <a:pt x="1168" y="5969"/>
                    </a:lnTo>
                    <a:lnTo>
                      <a:pt x="1235" y="5939"/>
                    </a:lnTo>
                    <a:lnTo>
                      <a:pt x="1300" y="5906"/>
                    </a:lnTo>
                    <a:lnTo>
                      <a:pt x="1365" y="5873"/>
                    </a:lnTo>
                    <a:lnTo>
                      <a:pt x="1429" y="5839"/>
                    </a:lnTo>
                    <a:lnTo>
                      <a:pt x="1493" y="5802"/>
                    </a:lnTo>
                    <a:lnTo>
                      <a:pt x="1555" y="5764"/>
                    </a:lnTo>
                    <a:lnTo>
                      <a:pt x="1677" y="5683"/>
                    </a:lnTo>
                    <a:lnTo>
                      <a:pt x="1736" y="5640"/>
                    </a:lnTo>
                    <a:lnTo>
                      <a:pt x="1795" y="5595"/>
                    </a:lnTo>
                    <a:lnTo>
                      <a:pt x="1852" y="5551"/>
                    </a:lnTo>
                    <a:lnTo>
                      <a:pt x="1907" y="5503"/>
                    </a:lnTo>
                    <a:lnTo>
                      <a:pt x="1963" y="5455"/>
                    </a:lnTo>
                    <a:lnTo>
                      <a:pt x="2017" y="5406"/>
                    </a:lnTo>
                    <a:lnTo>
                      <a:pt x="2070" y="5355"/>
                    </a:lnTo>
                    <a:lnTo>
                      <a:pt x="2121" y="5303"/>
                    </a:lnTo>
                    <a:lnTo>
                      <a:pt x="2171" y="5250"/>
                    </a:lnTo>
                    <a:lnTo>
                      <a:pt x="2220" y="5196"/>
                    </a:lnTo>
                    <a:lnTo>
                      <a:pt x="2268" y="5139"/>
                    </a:lnTo>
                    <a:lnTo>
                      <a:pt x="2314" y="5083"/>
                    </a:lnTo>
                    <a:lnTo>
                      <a:pt x="2360" y="5024"/>
                    </a:lnTo>
                    <a:lnTo>
                      <a:pt x="2404" y="4965"/>
                    </a:lnTo>
                    <a:lnTo>
                      <a:pt x="2447" y="4904"/>
                    </a:lnTo>
                    <a:lnTo>
                      <a:pt x="2487" y="4843"/>
                    </a:lnTo>
                    <a:lnTo>
                      <a:pt x="2527" y="4781"/>
                    </a:lnTo>
                    <a:lnTo>
                      <a:pt x="2565" y="4718"/>
                    </a:lnTo>
                    <a:lnTo>
                      <a:pt x="2602" y="4653"/>
                    </a:lnTo>
                    <a:lnTo>
                      <a:pt x="2638" y="4587"/>
                    </a:lnTo>
                    <a:lnTo>
                      <a:pt x="2671" y="4521"/>
                    </a:lnTo>
                    <a:lnTo>
                      <a:pt x="2703" y="4453"/>
                    </a:lnTo>
                    <a:lnTo>
                      <a:pt x="2735" y="4385"/>
                    </a:lnTo>
                    <a:lnTo>
                      <a:pt x="2763" y="4316"/>
                    </a:lnTo>
                    <a:lnTo>
                      <a:pt x="2791" y="4245"/>
                    </a:lnTo>
                    <a:lnTo>
                      <a:pt x="2817" y="4175"/>
                    </a:lnTo>
                    <a:lnTo>
                      <a:pt x="2842" y="4102"/>
                    </a:lnTo>
                    <a:lnTo>
                      <a:pt x="2865" y="4030"/>
                    </a:lnTo>
                    <a:lnTo>
                      <a:pt x="2885" y="3957"/>
                    </a:lnTo>
                    <a:lnTo>
                      <a:pt x="2905" y="3882"/>
                    </a:lnTo>
                    <a:lnTo>
                      <a:pt x="2922" y="3807"/>
                    </a:lnTo>
                    <a:lnTo>
                      <a:pt x="2938" y="3733"/>
                    </a:lnTo>
                    <a:lnTo>
                      <a:pt x="2952" y="3657"/>
                    </a:lnTo>
                    <a:lnTo>
                      <a:pt x="2965" y="3579"/>
                    </a:lnTo>
                    <a:lnTo>
                      <a:pt x="2975" y="3502"/>
                    </a:lnTo>
                    <a:lnTo>
                      <a:pt x="2984" y="3424"/>
                    </a:lnTo>
                    <a:lnTo>
                      <a:pt x="2990" y="3346"/>
                    </a:lnTo>
                    <a:lnTo>
                      <a:pt x="2996" y="3266"/>
                    </a:lnTo>
                    <a:lnTo>
                      <a:pt x="2998" y="3187"/>
                    </a:lnTo>
                    <a:lnTo>
                      <a:pt x="2999" y="3106"/>
                    </a:lnTo>
                    <a:lnTo>
                      <a:pt x="2998" y="3025"/>
                    </a:lnTo>
                    <a:lnTo>
                      <a:pt x="2996" y="2946"/>
                    </a:lnTo>
                    <a:lnTo>
                      <a:pt x="2990" y="2867"/>
                    </a:lnTo>
                    <a:lnTo>
                      <a:pt x="2984" y="2788"/>
                    </a:lnTo>
                    <a:lnTo>
                      <a:pt x="2975" y="2711"/>
                    </a:lnTo>
                    <a:lnTo>
                      <a:pt x="2965" y="2632"/>
                    </a:lnTo>
                    <a:lnTo>
                      <a:pt x="2952" y="2556"/>
                    </a:lnTo>
                    <a:lnTo>
                      <a:pt x="2938" y="2480"/>
                    </a:lnTo>
                    <a:lnTo>
                      <a:pt x="2922" y="2404"/>
                    </a:lnTo>
                    <a:lnTo>
                      <a:pt x="2905" y="2329"/>
                    </a:lnTo>
                    <a:lnTo>
                      <a:pt x="2885" y="2256"/>
                    </a:lnTo>
                    <a:lnTo>
                      <a:pt x="2865" y="2182"/>
                    </a:lnTo>
                    <a:lnTo>
                      <a:pt x="2842" y="2109"/>
                    </a:lnTo>
                    <a:lnTo>
                      <a:pt x="2817" y="2038"/>
                    </a:lnTo>
                    <a:lnTo>
                      <a:pt x="2791" y="1967"/>
                    </a:lnTo>
                    <a:lnTo>
                      <a:pt x="2763" y="1897"/>
                    </a:lnTo>
                    <a:lnTo>
                      <a:pt x="2735" y="1827"/>
                    </a:lnTo>
                    <a:lnTo>
                      <a:pt x="2703" y="1759"/>
                    </a:lnTo>
                    <a:lnTo>
                      <a:pt x="2671" y="1692"/>
                    </a:lnTo>
                    <a:lnTo>
                      <a:pt x="2638" y="1626"/>
                    </a:lnTo>
                    <a:lnTo>
                      <a:pt x="2602" y="1560"/>
                    </a:lnTo>
                    <a:lnTo>
                      <a:pt x="2565" y="1495"/>
                    </a:lnTo>
                    <a:lnTo>
                      <a:pt x="2527" y="1432"/>
                    </a:lnTo>
                    <a:lnTo>
                      <a:pt x="2447" y="1308"/>
                    </a:lnTo>
                    <a:lnTo>
                      <a:pt x="2404" y="1248"/>
                    </a:lnTo>
                    <a:lnTo>
                      <a:pt x="2360" y="1189"/>
                    </a:lnTo>
                    <a:lnTo>
                      <a:pt x="2314" y="1130"/>
                    </a:lnTo>
                    <a:lnTo>
                      <a:pt x="2268" y="1074"/>
                    </a:lnTo>
                    <a:lnTo>
                      <a:pt x="2220" y="1017"/>
                    </a:lnTo>
                    <a:lnTo>
                      <a:pt x="2171" y="963"/>
                    </a:lnTo>
                    <a:lnTo>
                      <a:pt x="2070" y="857"/>
                    </a:lnTo>
                    <a:lnTo>
                      <a:pt x="2017" y="806"/>
                    </a:lnTo>
                    <a:lnTo>
                      <a:pt x="1963" y="757"/>
                    </a:lnTo>
                    <a:lnTo>
                      <a:pt x="1852" y="662"/>
                    </a:lnTo>
                    <a:lnTo>
                      <a:pt x="1795" y="618"/>
                    </a:lnTo>
                    <a:lnTo>
                      <a:pt x="1736" y="573"/>
                    </a:lnTo>
                    <a:lnTo>
                      <a:pt x="1677" y="530"/>
                    </a:lnTo>
                    <a:lnTo>
                      <a:pt x="1555" y="449"/>
                    </a:lnTo>
                    <a:lnTo>
                      <a:pt x="1493" y="411"/>
                    </a:lnTo>
                    <a:lnTo>
                      <a:pt x="1429" y="374"/>
                    </a:lnTo>
                    <a:lnTo>
                      <a:pt x="1365" y="340"/>
                    </a:lnTo>
                    <a:lnTo>
                      <a:pt x="1300" y="307"/>
                    </a:lnTo>
                    <a:lnTo>
                      <a:pt x="1235" y="274"/>
                    </a:lnTo>
                    <a:lnTo>
                      <a:pt x="1168" y="244"/>
                    </a:lnTo>
                    <a:lnTo>
                      <a:pt x="1100" y="215"/>
                    </a:lnTo>
                    <a:lnTo>
                      <a:pt x="1031" y="189"/>
                    </a:lnTo>
                    <a:lnTo>
                      <a:pt x="962" y="164"/>
                    </a:lnTo>
                    <a:lnTo>
                      <a:pt x="891" y="139"/>
                    </a:lnTo>
                    <a:lnTo>
                      <a:pt x="821" y="118"/>
                    </a:lnTo>
                    <a:lnTo>
                      <a:pt x="750" y="98"/>
                    </a:lnTo>
                    <a:lnTo>
                      <a:pt x="677" y="80"/>
                    </a:lnTo>
                    <a:lnTo>
                      <a:pt x="605" y="63"/>
                    </a:lnTo>
                    <a:lnTo>
                      <a:pt x="531" y="48"/>
                    </a:lnTo>
                    <a:lnTo>
                      <a:pt x="457" y="36"/>
                    </a:lnTo>
                    <a:lnTo>
                      <a:pt x="382" y="25"/>
                    </a:lnTo>
                    <a:lnTo>
                      <a:pt x="306" y="16"/>
                    </a:lnTo>
                    <a:lnTo>
                      <a:pt x="230" y="9"/>
                    </a:lnTo>
                    <a:lnTo>
                      <a:pt x="154" y="5"/>
                    </a:lnTo>
                    <a:lnTo>
                      <a:pt x="77" y="1"/>
                    </a:lnTo>
                    <a:lnTo>
                      <a:pt x="0" y="0"/>
                    </a:lnTo>
                    <a:lnTo>
                      <a:pt x="128" y="2"/>
                    </a:lnTo>
                    <a:lnTo>
                      <a:pt x="254" y="10"/>
                    </a:lnTo>
                    <a:lnTo>
                      <a:pt x="380" y="23"/>
                    </a:lnTo>
                    <a:lnTo>
                      <a:pt x="504" y="42"/>
                    </a:lnTo>
                    <a:lnTo>
                      <a:pt x="627" y="63"/>
                    </a:lnTo>
                    <a:lnTo>
                      <a:pt x="746" y="91"/>
                    </a:lnTo>
                    <a:lnTo>
                      <a:pt x="865" y="122"/>
                    </a:lnTo>
                    <a:lnTo>
                      <a:pt x="982" y="159"/>
                    </a:lnTo>
                    <a:lnTo>
                      <a:pt x="1097" y="199"/>
                    </a:lnTo>
                    <a:lnTo>
                      <a:pt x="1209" y="244"/>
                    </a:lnTo>
                    <a:lnTo>
                      <a:pt x="1320" y="294"/>
                    </a:lnTo>
                    <a:lnTo>
                      <a:pt x="1427" y="347"/>
                    </a:lnTo>
                    <a:lnTo>
                      <a:pt x="1533" y="404"/>
                    </a:lnTo>
                    <a:lnTo>
                      <a:pt x="1637" y="465"/>
                    </a:lnTo>
                    <a:lnTo>
                      <a:pt x="1737" y="531"/>
                    </a:lnTo>
                    <a:lnTo>
                      <a:pt x="1835" y="600"/>
                    </a:lnTo>
                    <a:lnTo>
                      <a:pt x="1929" y="673"/>
                    </a:lnTo>
                    <a:lnTo>
                      <a:pt x="2021" y="749"/>
                    </a:lnTo>
                    <a:lnTo>
                      <a:pt x="2110" y="828"/>
                    </a:lnTo>
                    <a:lnTo>
                      <a:pt x="2197" y="910"/>
                    </a:lnTo>
                    <a:lnTo>
                      <a:pt x="2280" y="997"/>
                    </a:lnTo>
                    <a:lnTo>
                      <a:pt x="2359" y="1085"/>
                    </a:lnTo>
                    <a:lnTo>
                      <a:pt x="2435" y="1177"/>
                    </a:lnTo>
                    <a:lnTo>
                      <a:pt x="2508" y="1272"/>
                    </a:lnTo>
                    <a:lnTo>
                      <a:pt x="2576" y="1370"/>
                    </a:lnTo>
                    <a:lnTo>
                      <a:pt x="2641" y="1471"/>
                    </a:lnTo>
                    <a:lnTo>
                      <a:pt x="2702" y="1574"/>
                    </a:lnTo>
                    <a:lnTo>
                      <a:pt x="2760" y="1680"/>
                    </a:lnTo>
                    <a:lnTo>
                      <a:pt x="2813" y="1787"/>
                    </a:lnTo>
                    <a:lnTo>
                      <a:pt x="2862" y="1897"/>
                    </a:lnTo>
                    <a:lnTo>
                      <a:pt x="2907" y="2009"/>
                    </a:lnTo>
                    <a:lnTo>
                      <a:pt x="2948" y="2124"/>
                    </a:lnTo>
                    <a:lnTo>
                      <a:pt x="2984" y="2241"/>
                    </a:lnTo>
                    <a:lnTo>
                      <a:pt x="3016" y="2361"/>
                    </a:lnTo>
                    <a:lnTo>
                      <a:pt x="3043" y="2480"/>
                    </a:lnTo>
                    <a:lnTo>
                      <a:pt x="3066" y="2602"/>
                    </a:lnTo>
                    <a:lnTo>
                      <a:pt x="3084" y="2727"/>
                    </a:lnTo>
                    <a:lnTo>
                      <a:pt x="3096" y="2852"/>
                    </a:lnTo>
                    <a:lnTo>
                      <a:pt x="3104" y="2978"/>
                    </a:lnTo>
                    <a:lnTo>
                      <a:pt x="3107" y="3106"/>
                    </a:lnTo>
                    <a:close/>
                  </a:path>
                </a:pathLst>
              </a:custGeom>
              <a:solidFill>
                <a:srgbClr val="00ff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66" name="Freeform 188"/>
              <p:cNvSpPr/>
              <p:nvPr/>
            </p:nvSpPr>
            <p:spPr>
              <a:xfrm>
                <a:off x="5712120" y="3667680"/>
                <a:ext cx="31320" cy="288000"/>
              </a:xfrm>
              <a:custGeom>
                <a:avLst/>
                <a:gdLst>
                  <a:gd name="textAreaLeft" fmla="*/ 0 w 31320"/>
                  <a:gd name="textAreaRight" fmla="*/ 31680 w 31320"/>
                  <a:gd name="textAreaTop" fmla="*/ 0 h 288000"/>
                  <a:gd name="textAreaBottom" fmla="*/ 288360 h 288000"/>
                </a:gdLst>
                <a:ahLst/>
                <a:rect l="textAreaLeft" t="textAreaTop" r="textAreaRight" b="textAreaBottom"/>
                <a:pathLst>
                  <a:path w="57" h="507">
                    <a:moveTo>
                      <a:pt x="41" y="1"/>
                    </a:moveTo>
                    <a:lnTo>
                      <a:pt x="41" y="0"/>
                    </a:lnTo>
                    <a:lnTo>
                      <a:pt x="38" y="14"/>
                    </a:lnTo>
                    <a:lnTo>
                      <a:pt x="38" y="94"/>
                    </a:lnTo>
                    <a:lnTo>
                      <a:pt x="37" y="112"/>
                    </a:lnTo>
                    <a:lnTo>
                      <a:pt x="37" y="128"/>
                    </a:lnTo>
                    <a:lnTo>
                      <a:pt x="36" y="141"/>
                    </a:lnTo>
                    <a:lnTo>
                      <a:pt x="34" y="175"/>
                    </a:lnTo>
                    <a:lnTo>
                      <a:pt x="34" y="191"/>
                    </a:lnTo>
                    <a:lnTo>
                      <a:pt x="31" y="222"/>
                    </a:lnTo>
                    <a:lnTo>
                      <a:pt x="30" y="238"/>
                    </a:lnTo>
                    <a:lnTo>
                      <a:pt x="30" y="254"/>
                    </a:lnTo>
                    <a:lnTo>
                      <a:pt x="28" y="269"/>
                    </a:lnTo>
                    <a:lnTo>
                      <a:pt x="27" y="285"/>
                    </a:lnTo>
                    <a:lnTo>
                      <a:pt x="24" y="300"/>
                    </a:lnTo>
                    <a:lnTo>
                      <a:pt x="23" y="317"/>
                    </a:lnTo>
                    <a:lnTo>
                      <a:pt x="21" y="333"/>
                    </a:lnTo>
                    <a:lnTo>
                      <a:pt x="20" y="348"/>
                    </a:lnTo>
                    <a:lnTo>
                      <a:pt x="17" y="364"/>
                    </a:lnTo>
                    <a:lnTo>
                      <a:pt x="16" y="380"/>
                    </a:lnTo>
                    <a:lnTo>
                      <a:pt x="14" y="394"/>
                    </a:lnTo>
                    <a:lnTo>
                      <a:pt x="12" y="411"/>
                    </a:lnTo>
                    <a:lnTo>
                      <a:pt x="9" y="425"/>
                    </a:lnTo>
                    <a:lnTo>
                      <a:pt x="7" y="442"/>
                    </a:lnTo>
                    <a:lnTo>
                      <a:pt x="6" y="456"/>
                    </a:lnTo>
                    <a:lnTo>
                      <a:pt x="4" y="473"/>
                    </a:lnTo>
                    <a:lnTo>
                      <a:pt x="0" y="487"/>
                    </a:lnTo>
                    <a:lnTo>
                      <a:pt x="0" y="505"/>
                    </a:lnTo>
                    <a:lnTo>
                      <a:pt x="0" y="504"/>
                    </a:lnTo>
                    <a:lnTo>
                      <a:pt x="16" y="507"/>
                    </a:lnTo>
                    <a:lnTo>
                      <a:pt x="16" y="505"/>
                    </a:lnTo>
                    <a:lnTo>
                      <a:pt x="16" y="489"/>
                    </a:lnTo>
                    <a:lnTo>
                      <a:pt x="20" y="476"/>
                    </a:lnTo>
                    <a:lnTo>
                      <a:pt x="22" y="458"/>
                    </a:lnTo>
                    <a:lnTo>
                      <a:pt x="23" y="444"/>
                    </a:lnTo>
                    <a:lnTo>
                      <a:pt x="26" y="427"/>
                    </a:lnTo>
                    <a:lnTo>
                      <a:pt x="28" y="413"/>
                    </a:lnTo>
                    <a:lnTo>
                      <a:pt x="30" y="396"/>
                    </a:lnTo>
                    <a:lnTo>
                      <a:pt x="32" y="382"/>
                    </a:lnTo>
                    <a:lnTo>
                      <a:pt x="34" y="366"/>
                    </a:lnTo>
                    <a:lnTo>
                      <a:pt x="36" y="350"/>
                    </a:lnTo>
                    <a:lnTo>
                      <a:pt x="37" y="335"/>
                    </a:lnTo>
                    <a:lnTo>
                      <a:pt x="39" y="319"/>
                    </a:lnTo>
                    <a:lnTo>
                      <a:pt x="41" y="303"/>
                    </a:lnTo>
                    <a:lnTo>
                      <a:pt x="43" y="288"/>
                    </a:lnTo>
                    <a:lnTo>
                      <a:pt x="44" y="272"/>
                    </a:lnTo>
                    <a:lnTo>
                      <a:pt x="46" y="257"/>
                    </a:lnTo>
                    <a:lnTo>
                      <a:pt x="46" y="238"/>
                    </a:lnTo>
                    <a:lnTo>
                      <a:pt x="47" y="224"/>
                    </a:lnTo>
                    <a:lnTo>
                      <a:pt x="50" y="191"/>
                    </a:lnTo>
                    <a:lnTo>
                      <a:pt x="50" y="175"/>
                    </a:lnTo>
                    <a:lnTo>
                      <a:pt x="52" y="144"/>
                    </a:lnTo>
                    <a:lnTo>
                      <a:pt x="53" y="128"/>
                    </a:lnTo>
                    <a:lnTo>
                      <a:pt x="53" y="112"/>
                    </a:lnTo>
                    <a:lnTo>
                      <a:pt x="54" y="94"/>
                    </a:lnTo>
                    <a:lnTo>
                      <a:pt x="54" y="16"/>
                    </a:lnTo>
                    <a:lnTo>
                      <a:pt x="57" y="2"/>
                    </a:lnTo>
                    <a:lnTo>
                      <a:pt x="57" y="1"/>
                    </a:lnTo>
                    <a:lnTo>
                      <a:pt x="41" y="1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67" name="Freeform 189"/>
              <p:cNvSpPr/>
              <p:nvPr/>
            </p:nvSpPr>
            <p:spPr>
              <a:xfrm>
                <a:off x="5645160" y="3953520"/>
                <a:ext cx="75600" cy="273240"/>
              </a:xfrm>
              <a:custGeom>
                <a:avLst/>
                <a:gdLst>
                  <a:gd name="textAreaLeft" fmla="*/ 0 w 75600"/>
                  <a:gd name="textAreaRight" fmla="*/ 75960 w 75600"/>
                  <a:gd name="textAreaTop" fmla="*/ 0 h 273240"/>
                  <a:gd name="textAreaBottom" fmla="*/ 273600 h 273240"/>
                </a:gdLst>
                <a:ahLst/>
                <a:rect l="textAreaLeft" t="textAreaTop" r="textAreaRight" b="textAreaBottom"/>
                <a:pathLst>
                  <a:path w="134" h="483">
                    <a:moveTo>
                      <a:pt x="118" y="1"/>
                    </a:moveTo>
                    <a:lnTo>
                      <a:pt x="118" y="0"/>
                    </a:lnTo>
                    <a:lnTo>
                      <a:pt x="111" y="28"/>
                    </a:lnTo>
                    <a:lnTo>
                      <a:pt x="108" y="46"/>
                    </a:lnTo>
                    <a:lnTo>
                      <a:pt x="106" y="60"/>
                    </a:lnTo>
                    <a:lnTo>
                      <a:pt x="102" y="77"/>
                    </a:lnTo>
                    <a:lnTo>
                      <a:pt x="100" y="91"/>
                    </a:lnTo>
                    <a:lnTo>
                      <a:pt x="96" y="107"/>
                    </a:lnTo>
                    <a:lnTo>
                      <a:pt x="94" y="122"/>
                    </a:lnTo>
                    <a:lnTo>
                      <a:pt x="87" y="151"/>
                    </a:lnTo>
                    <a:lnTo>
                      <a:pt x="84" y="168"/>
                    </a:lnTo>
                    <a:lnTo>
                      <a:pt x="81" y="182"/>
                    </a:lnTo>
                    <a:lnTo>
                      <a:pt x="78" y="197"/>
                    </a:lnTo>
                    <a:lnTo>
                      <a:pt x="73" y="211"/>
                    </a:lnTo>
                    <a:lnTo>
                      <a:pt x="70" y="227"/>
                    </a:lnTo>
                    <a:lnTo>
                      <a:pt x="68" y="242"/>
                    </a:lnTo>
                    <a:lnTo>
                      <a:pt x="63" y="256"/>
                    </a:lnTo>
                    <a:lnTo>
                      <a:pt x="58" y="271"/>
                    </a:lnTo>
                    <a:lnTo>
                      <a:pt x="55" y="286"/>
                    </a:lnTo>
                    <a:lnTo>
                      <a:pt x="50" y="301"/>
                    </a:lnTo>
                    <a:lnTo>
                      <a:pt x="47" y="315"/>
                    </a:lnTo>
                    <a:lnTo>
                      <a:pt x="42" y="331"/>
                    </a:lnTo>
                    <a:lnTo>
                      <a:pt x="38" y="346"/>
                    </a:lnTo>
                    <a:lnTo>
                      <a:pt x="35" y="361"/>
                    </a:lnTo>
                    <a:lnTo>
                      <a:pt x="29" y="375"/>
                    </a:lnTo>
                    <a:lnTo>
                      <a:pt x="26" y="388"/>
                    </a:lnTo>
                    <a:lnTo>
                      <a:pt x="21" y="403"/>
                    </a:lnTo>
                    <a:lnTo>
                      <a:pt x="17" y="420"/>
                    </a:lnTo>
                    <a:lnTo>
                      <a:pt x="13" y="433"/>
                    </a:lnTo>
                    <a:lnTo>
                      <a:pt x="6" y="447"/>
                    </a:lnTo>
                    <a:lnTo>
                      <a:pt x="3" y="461"/>
                    </a:lnTo>
                    <a:lnTo>
                      <a:pt x="0" y="479"/>
                    </a:lnTo>
                    <a:lnTo>
                      <a:pt x="0" y="478"/>
                    </a:lnTo>
                    <a:lnTo>
                      <a:pt x="16" y="483"/>
                    </a:lnTo>
                    <a:lnTo>
                      <a:pt x="16" y="482"/>
                    </a:lnTo>
                    <a:lnTo>
                      <a:pt x="19" y="466"/>
                    </a:lnTo>
                    <a:lnTo>
                      <a:pt x="23" y="452"/>
                    </a:lnTo>
                    <a:lnTo>
                      <a:pt x="29" y="438"/>
                    </a:lnTo>
                    <a:lnTo>
                      <a:pt x="33" y="424"/>
                    </a:lnTo>
                    <a:lnTo>
                      <a:pt x="38" y="408"/>
                    </a:lnTo>
                    <a:lnTo>
                      <a:pt x="42" y="393"/>
                    </a:lnTo>
                    <a:lnTo>
                      <a:pt x="46" y="379"/>
                    </a:lnTo>
                    <a:lnTo>
                      <a:pt x="51" y="365"/>
                    </a:lnTo>
                    <a:lnTo>
                      <a:pt x="54" y="350"/>
                    </a:lnTo>
                    <a:lnTo>
                      <a:pt x="58" y="335"/>
                    </a:lnTo>
                    <a:lnTo>
                      <a:pt x="63" y="319"/>
                    </a:lnTo>
                    <a:lnTo>
                      <a:pt x="66" y="305"/>
                    </a:lnTo>
                    <a:lnTo>
                      <a:pt x="71" y="291"/>
                    </a:lnTo>
                    <a:lnTo>
                      <a:pt x="74" y="276"/>
                    </a:lnTo>
                    <a:lnTo>
                      <a:pt x="79" y="261"/>
                    </a:lnTo>
                    <a:lnTo>
                      <a:pt x="84" y="247"/>
                    </a:lnTo>
                    <a:lnTo>
                      <a:pt x="86" y="229"/>
                    </a:lnTo>
                    <a:lnTo>
                      <a:pt x="89" y="216"/>
                    </a:lnTo>
                    <a:lnTo>
                      <a:pt x="94" y="202"/>
                    </a:lnTo>
                    <a:lnTo>
                      <a:pt x="97" y="185"/>
                    </a:lnTo>
                    <a:lnTo>
                      <a:pt x="100" y="171"/>
                    </a:lnTo>
                    <a:lnTo>
                      <a:pt x="103" y="156"/>
                    </a:lnTo>
                    <a:lnTo>
                      <a:pt x="110" y="125"/>
                    </a:lnTo>
                    <a:lnTo>
                      <a:pt x="112" y="110"/>
                    </a:lnTo>
                    <a:lnTo>
                      <a:pt x="116" y="94"/>
                    </a:lnTo>
                    <a:lnTo>
                      <a:pt x="118" y="80"/>
                    </a:lnTo>
                    <a:lnTo>
                      <a:pt x="122" y="62"/>
                    </a:lnTo>
                    <a:lnTo>
                      <a:pt x="124" y="49"/>
                    </a:lnTo>
                    <a:lnTo>
                      <a:pt x="127" y="32"/>
                    </a:lnTo>
                    <a:lnTo>
                      <a:pt x="134" y="5"/>
                    </a:lnTo>
                    <a:lnTo>
                      <a:pt x="134" y="4"/>
                    </a:lnTo>
                    <a:lnTo>
                      <a:pt x="118" y="1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68" name="Freeform 190"/>
              <p:cNvSpPr/>
              <p:nvPr/>
            </p:nvSpPr>
            <p:spPr>
              <a:xfrm>
                <a:off x="5538240" y="4224960"/>
                <a:ext cx="115560" cy="255960"/>
              </a:xfrm>
              <a:custGeom>
                <a:avLst/>
                <a:gdLst>
                  <a:gd name="textAreaLeft" fmla="*/ 0 w 115560"/>
                  <a:gd name="textAreaRight" fmla="*/ 115920 w 115560"/>
                  <a:gd name="textAreaTop" fmla="*/ 0 h 255960"/>
                  <a:gd name="textAreaBottom" fmla="*/ 256320 h 255960"/>
                </a:gdLst>
                <a:ahLst/>
                <a:rect l="textAreaLeft" t="textAreaTop" r="textAreaRight" b="textAreaBottom"/>
                <a:pathLst>
                  <a:path w="204" h="453">
                    <a:moveTo>
                      <a:pt x="188" y="1"/>
                    </a:moveTo>
                    <a:lnTo>
                      <a:pt x="189" y="0"/>
                    </a:lnTo>
                    <a:lnTo>
                      <a:pt x="181" y="15"/>
                    </a:lnTo>
                    <a:lnTo>
                      <a:pt x="177" y="29"/>
                    </a:lnTo>
                    <a:lnTo>
                      <a:pt x="170" y="43"/>
                    </a:lnTo>
                    <a:lnTo>
                      <a:pt x="167" y="57"/>
                    </a:lnTo>
                    <a:lnTo>
                      <a:pt x="161" y="70"/>
                    </a:lnTo>
                    <a:lnTo>
                      <a:pt x="156" y="85"/>
                    </a:lnTo>
                    <a:lnTo>
                      <a:pt x="151" y="100"/>
                    </a:lnTo>
                    <a:lnTo>
                      <a:pt x="147" y="114"/>
                    </a:lnTo>
                    <a:lnTo>
                      <a:pt x="139" y="127"/>
                    </a:lnTo>
                    <a:lnTo>
                      <a:pt x="136" y="142"/>
                    </a:lnTo>
                    <a:lnTo>
                      <a:pt x="129" y="156"/>
                    </a:lnTo>
                    <a:lnTo>
                      <a:pt x="124" y="171"/>
                    </a:lnTo>
                    <a:lnTo>
                      <a:pt x="120" y="183"/>
                    </a:lnTo>
                    <a:lnTo>
                      <a:pt x="113" y="197"/>
                    </a:lnTo>
                    <a:lnTo>
                      <a:pt x="107" y="212"/>
                    </a:lnTo>
                    <a:lnTo>
                      <a:pt x="102" y="226"/>
                    </a:lnTo>
                    <a:lnTo>
                      <a:pt x="95" y="240"/>
                    </a:lnTo>
                    <a:lnTo>
                      <a:pt x="91" y="254"/>
                    </a:lnTo>
                    <a:lnTo>
                      <a:pt x="84" y="267"/>
                    </a:lnTo>
                    <a:lnTo>
                      <a:pt x="78" y="281"/>
                    </a:lnTo>
                    <a:lnTo>
                      <a:pt x="71" y="295"/>
                    </a:lnTo>
                    <a:lnTo>
                      <a:pt x="60" y="323"/>
                    </a:lnTo>
                    <a:lnTo>
                      <a:pt x="53" y="337"/>
                    </a:lnTo>
                    <a:lnTo>
                      <a:pt x="47" y="349"/>
                    </a:lnTo>
                    <a:lnTo>
                      <a:pt x="6" y="432"/>
                    </a:lnTo>
                    <a:lnTo>
                      <a:pt x="0" y="447"/>
                    </a:lnTo>
                    <a:lnTo>
                      <a:pt x="1" y="446"/>
                    </a:lnTo>
                    <a:lnTo>
                      <a:pt x="15" y="453"/>
                    </a:lnTo>
                    <a:lnTo>
                      <a:pt x="16" y="452"/>
                    </a:lnTo>
                    <a:lnTo>
                      <a:pt x="19" y="439"/>
                    </a:lnTo>
                    <a:lnTo>
                      <a:pt x="61" y="356"/>
                    </a:lnTo>
                    <a:lnTo>
                      <a:pt x="67" y="343"/>
                    </a:lnTo>
                    <a:lnTo>
                      <a:pt x="74" y="330"/>
                    </a:lnTo>
                    <a:lnTo>
                      <a:pt x="85" y="302"/>
                    </a:lnTo>
                    <a:lnTo>
                      <a:pt x="92" y="288"/>
                    </a:lnTo>
                    <a:lnTo>
                      <a:pt x="98" y="274"/>
                    </a:lnTo>
                    <a:lnTo>
                      <a:pt x="105" y="260"/>
                    </a:lnTo>
                    <a:lnTo>
                      <a:pt x="109" y="247"/>
                    </a:lnTo>
                    <a:lnTo>
                      <a:pt x="116" y="233"/>
                    </a:lnTo>
                    <a:lnTo>
                      <a:pt x="123" y="217"/>
                    </a:lnTo>
                    <a:lnTo>
                      <a:pt x="126" y="204"/>
                    </a:lnTo>
                    <a:lnTo>
                      <a:pt x="133" y="190"/>
                    </a:lnTo>
                    <a:lnTo>
                      <a:pt x="140" y="175"/>
                    </a:lnTo>
                    <a:lnTo>
                      <a:pt x="145" y="163"/>
                    </a:lnTo>
                    <a:lnTo>
                      <a:pt x="152" y="146"/>
                    </a:lnTo>
                    <a:lnTo>
                      <a:pt x="155" y="134"/>
                    </a:lnTo>
                    <a:lnTo>
                      <a:pt x="161" y="121"/>
                    </a:lnTo>
                    <a:lnTo>
                      <a:pt x="167" y="105"/>
                    </a:lnTo>
                    <a:lnTo>
                      <a:pt x="173" y="90"/>
                    </a:lnTo>
                    <a:lnTo>
                      <a:pt x="177" y="75"/>
                    </a:lnTo>
                    <a:lnTo>
                      <a:pt x="183" y="61"/>
                    </a:lnTo>
                    <a:lnTo>
                      <a:pt x="186" y="47"/>
                    </a:lnTo>
                    <a:lnTo>
                      <a:pt x="193" y="34"/>
                    </a:lnTo>
                    <a:lnTo>
                      <a:pt x="197" y="20"/>
                    </a:lnTo>
                    <a:lnTo>
                      <a:pt x="203" y="7"/>
                    </a:lnTo>
                    <a:lnTo>
                      <a:pt x="204" y="6"/>
                    </a:lnTo>
                    <a:lnTo>
                      <a:pt x="188" y="1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69" name="Freeform 191"/>
              <p:cNvSpPr/>
              <p:nvPr/>
            </p:nvSpPr>
            <p:spPr>
              <a:xfrm>
                <a:off x="5395320" y="4475520"/>
                <a:ext cx="150480" cy="236880"/>
              </a:xfrm>
              <a:custGeom>
                <a:avLst/>
                <a:gdLst>
                  <a:gd name="textAreaLeft" fmla="*/ 0 w 150480"/>
                  <a:gd name="textAreaRight" fmla="*/ 150840 w 150480"/>
                  <a:gd name="textAreaTop" fmla="*/ 0 h 236880"/>
                  <a:gd name="textAreaBottom" fmla="*/ 237240 h 236880"/>
                </a:gdLst>
                <a:ahLst/>
                <a:rect l="textAreaLeft" t="textAreaTop" r="textAreaRight" b="textAreaBottom"/>
                <a:pathLst>
                  <a:path w="267" h="417">
                    <a:moveTo>
                      <a:pt x="253" y="2"/>
                    </a:moveTo>
                    <a:lnTo>
                      <a:pt x="254" y="0"/>
                    </a:lnTo>
                    <a:lnTo>
                      <a:pt x="243" y="11"/>
                    </a:lnTo>
                    <a:lnTo>
                      <a:pt x="215" y="68"/>
                    </a:lnTo>
                    <a:lnTo>
                      <a:pt x="208" y="79"/>
                    </a:lnTo>
                    <a:lnTo>
                      <a:pt x="201" y="93"/>
                    </a:lnTo>
                    <a:lnTo>
                      <a:pt x="193" y="106"/>
                    </a:lnTo>
                    <a:lnTo>
                      <a:pt x="179" y="131"/>
                    </a:lnTo>
                    <a:lnTo>
                      <a:pt x="170" y="144"/>
                    </a:lnTo>
                    <a:lnTo>
                      <a:pt x="163" y="156"/>
                    </a:lnTo>
                    <a:lnTo>
                      <a:pt x="155" y="170"/>
                    </a:lnTo>
                    <a:lnTo>
                      <a:pt x="148" y="183"/>
                    </a:lnTo>
                    <a:lnTo>
                      <a:pt x="139" y="194"/>
                    </a:lnTo>
                    <a:lnTo>
                      <a:pt x="132" y="209"/>
                    </a:lnTo>
                    <a:lnTo>
                      <a:pt x="116" y="232"/>
                    </a:lnTo>
                    <a:lnTo>
                      <a:pt x="108" y="245"/>
                    </a:lnTo>
                    <a:lnTo>
                      <a:pt x="100" y="259"/>
                    </a:lnTo>
                    <a:lnTo>
                      <a:pt x="93" y="270"/>
                    </a:lnTo>
                    <a:lnTo>
                      <a:pt x="84" y="283"/>
                    </a:lnTo>
                    <a:lnTo>
                      <a:pt x="67" y="308"/>
                    </a:lnTo>
                    <a:lnTo>
                      <a:pt x="58" y="320"/>
                    </a:lnTo>
                    <a:lnTo>
                      <a:pt x="50" y="333"/>
                    </a:lnTo>
                    <a:lnTo>
                      <a:pt x="41" y="345"/>
                    </a:lnTo>
                    <a:lnTo>
                      <a:pt x="34" y="357"/>
                    </a:lnTo>
                    <a:lnTo>
                      <a:pt x="24" y="369"/>
                    </a:lnTo>
                    <a:lnTo>
                      <a:pt x="17" y="381"/>
                    </a:lnTo>
                    <a:lnTo>
                      <a:pt x="6" y="394"/>
                    </a:lnTo>
                    <a:lnTo>
                      <a:pt x="0" y="409"/>
                    </a:lnTo>
                    <a:lnTo>
                      <a:pt x="0" y="407"/>
                    </a:lnTo>
                    <a:lnTo>
                      <a:pt x="13" y="417"/>
                    </a:lnTo>
                    <a:lnTo>
                      <a:pt x="13" y="416"/>
                    </a:lnTo>
                    <a:lnTo>
                      <a:pt x="20" y="403"/>
                    </a:lnTo>
                    <a:lnTo>
                      <a:pt x="31" y="390"/>
                    </a:lnTo>
                    <a:lnTo>
                      <a:pt x="38" y="379"/>
                    </a:lnTo>
                    <a:lnTo>
                      <a:pt x="48" y="366"/>
                    </a:lnTo>
                    <a:lnTo>
                      <a:pt x="55" y="354"/>
                    </a:lnTo>
                    <a:lnTo>
                      <a:pt x="64" y="342"/>
                    </a:lnTo>
                    <a:lnTo>
                      <a:pt x="72" y="329"/>
                    </a:lnTo>
                    <a:lnTo>
                      <a:pt x="81" y="318"/>
                    </a:lnTo>
                    <a:lnTo>
                      <a:pt x="97" y="292"/>
                    </a:lnTo>
                    <a:lnTo>
                      <a:pt x="107" y="280"/>
                    </a:lnTo>
                    <a:lnTo>
                      <a:pt x="114" y="268"/>
                    </a:lnTo>
                    <a:lnTo>
                      <a:pt x="122" y="254"/>
                    </a:lnTo>
                    <a:lnTo>
                      <a:pt x="130" y="242"/>
                    </a:lnTo>
                    <a:lnTo>
                      <a:pt x="138" y="230"/>
                    </a:lnTo>
                    <a:lnTo>
                      <a:pt x="146" y="216"/>
                    </a:lnTo>
                    <a:lnTo>
                      <a:pt x="153" y="204"/>
                    </a:lnTo>
                    <a:lnTo>
                      <a:pt x="162" y="192"/>
                    </a:lnTo>
                    <a:lnTo>
                      <a:pt x="169" y="177"/>
                    </a:lnTo>
                    <a:lnTo>
                      <a:pt x="177" y="166"/>
                    </a:lnTo>
                    <a:lnTo>
                      <a:pt x="184" y="153"/>
                    </a:lnTo>
                    <a:lnTo>
                      <a:pt x="193" y="140"/>
                    </a:lnTo>
                    <a:lnTo>
                      <a:pt x="200" y="125"/>
                    </a:lnTo>
                    <a:lnTo>
                      <a:pt x="207" y="115"/>
                    </a:lnTo>
                    <a:lnTo>
                      <a:pt x="215" y="100"/>
                    </a:lnTo>
                    <a:lnTo>
                      <a:pt x="222" y="86"/>
                    </a:lnTo>
                    <a:lnTo>
                      <a:pt x="229" y="75"/>
                    </a:lnTo>
                    <a:lnTo>
                      <a:pt x="256" y="20"/>
                    </a:lnTo>
                    <a:lnTo>
                      <a:pt x="266" y="11"/>
                    </a:lnTo>
                    <a:lnTo>
                      <a:pt x="267" y="9"/>
                    </a:lnTo>
                    <a:lnTo>
                      <a:pt x="253" y="2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70" name="Freeform 192"/>
              <p:cNvSpPr/>
              <p:nvPr/>
            </p:nvSpPr>
            <p:spPr>
              <a:xfrm>
                <a:off x="5218200" y="4707000"/>
                <a:ext cx="184680" cy="210600"/>
              </a:xfrm>
              <a:custGeom>
                <a:avLst/>
                <a:gdLst>
                  <a:gd name="textAreaLeft" fmla="*/ 0 w 184680"/>
                  <a:gd name="textAreaRight" fmla="*/ 185040 w 184680"/>
                  <a:gd name="textAreaTop" fmla="*/ 0 h 210600"/>
                  <a:gd name="textAreaBottom" fmla="*/ 210960 h 210600"/>
                </a:gdLst>
                <a:ahLst/>
                <a:rect l="textAreaLeft" t="textAreaTop" r="textAreaRight" b="textAreaBottom"/>
                <a:pathLst>
                  <a:path w="324" h="374">
                    <a:moveTo>
                      <a:pt x="311" y="1"/>
                    </a:moveTo>
                    <a:lnTo>
                      <a:pt x="312" y="0"/>
                    </a:lnTo>
                    <a:lnTo>
                      <a:pt x="301" y="11"/>
                    </a:lnTo>
                    <a:lnTo>
                      <a:pt x="290" y="23"/>
                    </a:lnTo>
                    <a:lnTo>
                      <a:pt x="283" y="36"/>
                    </a:lnTo>
                    <a:lnTo>
                      <a:pt x="273" y="48"/>
                    </a:lnTo>
                    <a:lnTo>
                      <a:pt x="264" y="60"/>
                    </a:lnTo>
                    <a:lnTo>
                      <a:pt x="246" y="83"/>
                    </a:lnTo>
                    <a:lnTo>
                      <a:pt x="238" y="96"/>
                    </a:lnTo>
                    <a:lnTo>
                      <a:pt x="229" y="105"/>
                    </a:lnTo>
                    <a:lnTo>
                      <a:pt x="218" y="119"/>
                    </a:lnTo>
                    <a:lnTo>
                      <a:pt x="210" y="129"/>
                    </a:lnTo>
                    <a:lnTo>
                      <a:pt x="201" y="141"/>
                    </a:lnTo>
                    <a:lnTo>
                      <a:pt x="191" y="152"/>
                    </a:lnTo>
                    <a:lnTo>
                      <a:pt x="182" y="163"/>
                    </a:lnTo>
                    <a:lnTo>
                      <a:pt x="170" y="175"/>
                    </a:lnTo>
                    <a:lnTo>
                      <a:pt x="163" y="187"/>
                    </a:lnTo>
                    <a:lnTo>
                      <a:pt x="152" y="197"/>
                    </a:lnTo>
                    <a:lnTo>
                      <a:pt x="142" y="208"/>
                    </a:lnTo>
                    <a:lnTo>
                      <a:pt x="132" y="219"/>
                    </a:lnTo>
                    <a:lnTo>
                      <a:pt x="123" y="231"/>
                    </a:lnTo>
                    <a:lnTo>
                      <a:pt x="112" y="241"/>
                    </a:lnTo>
                    <a:lnTo>
                      <a:pt x="103" y="253"/>
                    </a:lnTo>
                    <a:lnTo>
                      <a:pt x="93" y="263"/>
                    </a:lnTo>
                    <a:lnTo>
                      <a:pt x="82" y="275"/>
                    </a:lnTo>
                    <a:lnTo>
                      <a:pt x="72" y="285"/>
                    </a:lnTo>
                    <a:lnTo>
                      <a:pt x="62" y="296"/>
                    </a:lnTo>
                    <a:lnTo>
                      <a:pt x="51" y="307"/>
                    </a:lnTo>
                    <a:lnTo>
                      <a:pt x="42" y="317"/>
                    </a:lnTo>
                    <a:lnTo>
                      <a:pt x="11" y="348"/>
                    </a:lnTo>
                    <a:lnTo>
                      <a:pt x="0" y="363"/>
                    </a:lnTo>
                    <a:lnTo>
                      <a:pt x="1" y="362"/>
                    </a:lnTo>
                    <a:lnTo>
                      <a:pt x="12" y="374"/>
                    </a:lnTo>
                    <a:lnTo>
                      <a:pt x="13" y="372"/>
                    </a:lnTo>
                    <a:lnTo>
                      <a:pt x="23" y="360"/>
                    </a:lnTo>
                    <a:lnTo>
                      <a:pt x="54" y="329"/>
                    </a:lnTo>
                    <a:lnTo>
                      <a:pt x="63" y="318"/>
                    </a:lnTo>
                    <a:lnTo>
                      <a:pt x="73" y="308"/>
                    </a:lnTo>
                    <a:lnTo>
                      <a:pt x="84" y="296"/>
                    </a:lnTo>
                    <a:lnTo>
                      <a:pt x="94" y="286"/>
                    </a:lnTo>
                    <a:lnTo>
                      <a:pt x="104" y="275"/>
                    </a:lnTo>
                    <a:lnTo>
                      <a:pt x="115" y="264"/>
                    </a:lnTo>
                    <a:lnTo>
                      <a:pt x="124" y="253"/>
                    </a:lnTo>
                    <a:lnTo>
                      <a:pt x="134" y="242"/>
                    </a:lnTo>
                    <a:lnTo>
                      <a:pt x="143" y="231"/>
                    </a:lnTo>
                    <a:lnTo>
                      <a:pt x="154" y="219"/>
                    </a:lnTo>
                    <a:lnTo>
                      <a:pt x="163" y="209"/>
                    </a:lnTo>
                    <a:lnTo>
                      <a:pt x="175" y="198"/>
                    </a:lnTo>
                    <a:lnTo>
                      <a:pt x="184" y="185"/>
                    </a:lnTo>
                    <a:lnTo>
                      <a:pt x="193" y="174"/>
                    </a:lnTo>
                    <a:lnTo>
                      <a:pt x="202" y="164"/>
                    </a:lnTo>
                    <a:lnTo>
                      <a:pt x="213" y="150"/>
                    </a:lnTo>
                    <a:lnTo>
                      <a:pt x="222" y="139"/>
                    </a:lnTo>
                    <a:lnTo>
                      <a:pt x="230" y="128"/>
                    </a:lnTo>
                    <a:lnTo>
                      <a:pt x="240" y="117"/>
                    </a:lnTo>
                    <a:lnTo>
                      <a:pt x="249" y="105"/>
                    </a:lnTo>
                    <a:lnTo>
                      <a:pt x="260" y="92"/>
                    </a:lnTo>
                    <a:lnTo>
                      <a:pt x="278" y="69"/>
                    </a:lnTo>
                    <a:lnTo>
                      <a:pt x="286" y="57"/>
                    </a:lnTo>
                    <a:lnTo>
                      <a:pt x="297" y="45"/>
                    </a:lnTo>
                    <a:lnTo>
                      <a:pt x="304" y="33"/>
                    </a:lnTo>
                    <a:lnTo>
                      <a:pt x="313" y="22"/>
                    </a:lnTo>
                    <a:lnTo>
                      <a:pt x="323" y="12"/>
                    </a:lnTo>
                    <a:lnTo>
                      <a:pt x="324" y="11"/>
                    </a:lnTo>
                    <a:lnTo>
                      <a:pt x="311" y="1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71" name="Freeform 193"/>
              <p:cNvSpPr/>
              <p:nvPr/>
            </p:nvSpPr>
            <p:spPr>
              <a:xfrm>
                <a:off x="5014080" y="4911480"/>
                <a:ext cx="211680" cy="18360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183600"/>
                  <a:gd name="textAreaBottom" fmla="*/ 183960 h 183600"/>
                </a:gdLst>
                <a:ahLst/>
                <a:rect l="textAreaLeft" t="textAreaTop" r="textAreaRight" b="textAreaBottom"/>
                <a:pathLst>
                  <a:path w="373" h="325">
                    <a:moveTo>
                      <a:pt x="362" y="1"/>
                    </a:moveTo>
                    <a:lnTo>
                      <a:pt x="363" y="0"/>
                    </a:lnTo>
                    <a:lnTo>
                      <a:pt x="348" y="11"/>
                    </a:lnTo>
                    <a:lnTo>
                      <a:pt x="317" y="43"/>
                    </a:lnTo>
                    <a:lnTo>
                      <a:pt x="306" y="52"/>
                    </a:lnTo>
                    <a:lnTo>
                      <a:pt x="286" y="72"/>
                    </a:lnTo>
                    <a:lnTo>
                      <a:pt x="274" y="83"/>
                    </a:lnTo>
                    <a:lnTo>
                      <a:pt x="255" y="104"/>
                    </a:lnTo>
                    <a:lnTo>
                      <a:pt x="242" y="112"/>
                    </a:lnTo>
                    <a:lnTo>
                      <a:pt x="220" y="132"/>
                    </a:lnTo>
                    <a:lnTo>
                      <a:pt x="208" y="142"/>
                    </a:lnTo>
                    <a:lnTo>
                      <a:pt x="197" y="152"/>
                    </a:lnTo>
                    <a:lnTo>
                      <a:pt x="187" y="163"/>
                    </a:lnTo>
                    <a:lnTo>
                      <a:pt x="176" y="170"/>
                    </a:lnTo>
                    <a:lnTo>
                      <a:pt x="162" y="182"/>
                    </a:lnTo>
                    <a:lnTo>
                      <a:pt x="152" y="191"/>
                    </a:lnTo>
                    <a:lnTo>
                      <a:pt x="140" y="202"/>
                    </a:lnTo>
                    <a:lnTo>
                      <a:pt x="130" y="210"/>
                    </a:lnTo>
                    <a:lnTo>
                      <a:pt x="119" y="218"/>
                    </a:lnTo>
                    <a:lnTo>
                      <a:pt x="105" y="228"/>
                    </a:lnTo>
                    <a:lnTo>
                      <a:pt x="94" y="238"/>
                    </a:lnTo>
                    <a:lnTo>
                      <a:pt x="83" y="246"/>
                    </a:lnTo>
                    <a:lnTo>
                      <a:pt x="71" y="256"/>
                    </a:lnTo>
                    <a:lnTo>
                      <a:pt x="60" y="264"/>
                    </a:lnTo>
                    <a:lnTo>
                      <a:pt x="47" y="274"/>
                    </a:lnTo>
                    <a:lnTo>
                      <a:pt x="36" y="283"/>
                    </a:lnTo>
                    <a:lnTo>
                      <a:pt x="23" y="290"/>
                    </a:lnTo>
                    <a:lnTo>
                      <a:pt x="10" y="302"/>
                    </a:lnTo>
                    <a:lnTo>
                      <a:pt x="0" y="312"/>
                    </a:lnTo>
                    <a:lnTo>
                      <a:pt x="1" y="311"/>
                    </a:lnTo>
                    <a:lnTo>
                      <a:pt x="10" y="325"/>
                    </a:lnTo>
                    <a:lnTo>
                      <a:pt x="11" y="324"/>
                    </a:lnTo>
                    <a:lnTo>
                      <a:pt x="22" y="313"/>
                    </a:lnTo>
                    <a:lnTo>
                      <a:pt x="32" y="304"/>
                    </a:lnTo>
                    <a:lnTo>
                      <a:pt x="45" y="297"/>
                    </a:lnTo>
                    <a:lnTo>
                      <a:pt x="56" y="286"/>
                    </a:lnTo>
                    <a:lnTo>
                      <a:pt x="69" y="278"/>
                    </a:lnTo>
                    <a:lnTo>
                      <a:pt x="81" y="269"/>
                    </a:lnTo>
                    <a:lnTo>
                      <a:pt x="92" y="260"/>
                    </a:lnTo>
                    <a:lnTo>
                      <a:pt x="106" y="250"/>
                    </a:lnTo>
                    <a:lnTo>
                      <a:pt x="116" y="240"/>
                    </a:lnTo>
                    <a:lnTo>
                      <a:pt x="128" y="231"/>
                    </a:lnTo>
                    <a:lnTo>
                      <a:pt x="139" y="223"/>
                    </a:lnTo>
                    <a:lnTo>
                      <a:pt x="152" y="213"/>
                    </a:lnTo>
                    <a:lnTo>
                      <a:pt x="164" y="203"/>
                    </a:lnTo>
                    <a:lnTo>
                      <a:pt x="174" y="193"/>
                    </a:lnTo>
                    <a:lnTo>
                      <a:pt x="185" y="184"/>
                    </a:lnTo>
                    <a:lnTo>
                      <a:pt x="198" y="175"/>
                    </a:lnTo>
                    <a:lnTo>
                      <a:pt x="208" y="163"/>
                    </a:lnTo>
                    <a:lnTo>
                      <a:pt x="220" y="153"/>
                    </a:lnTo>
                    <a:lnTo>
                      <a:pt x="231" y="144"/>
                    </a:lnTo>
                    <a:lnTo>
                      <a:pt x="251" y="123"/>
                    </a:lnTo>
                    <a:lnTo>
                      <a:pt x="264" y="115"/>
                    </a:lnTo>
                    <a:lnTo>
                      <a:pt x="286" y="94"/>
                    </a:lnTo>
                    <a:lnTo>
                      <a:pt x="297" y="84"/>
                    </a:lnTo>
                    <a:lnTo>
                      <a:pt x="318" y="63"/>
                    </a:lnTo>
                    <a:lnTo>
                      <a:pt x="328" y="54"/>
                    </a:lnTo>
                    <a:lnTo>
                      <a:pt x="359" y="23"/>
                    </a:lnTo>
                    <a:lnTo>
                      <a:pt x="372" y="14"/>
                    </a:lnTo>
                    <a:lnTo>
                      <a:pt x="373" y="13"/>
                    </a:lnTo>
                    <a:lnTo>
                      <a:pt x="362" y="1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72" name="Freeform 194"/>
              <p:cNvSpPr/>
              <p:nvPr/>
            </p:nvSpPr>
            <p:spPr>
              <a:xfrm>
                <a:off x="4783680" y="5087160"/>
                <a:ext cx="235800" cy="151560"/>
              </a:xfrm>
              <a:custGeom>
                <a:avLst/>
                <a:gdLst>
                  <a:gd name="textAreaLeft" fmla="*/ 0 w 235800"/>
                  <a:gd name="textAreaRight" fmla="*/ 236160 w 235800"/>
                  <a:gd name="textAreaTop" fmla="*/ 0 h 151560"/>
                  <a:gd name="textAreaBottom" fmla="*/ 151920 h 151560"/>
                </a:gdLst>
                <a:ahLst/>
                <a:rect l="textAreaLeft" t="textAreaTop" r="textAreaRight" b="textAreaBottom"/>
                <a:pathLst>
                  <a:path w="417" h="266">
                    <a:moveTo>
                      <a:pt x="408" y="0"/>
                    </a:moveTo>
                    <a:lnTo>
                      <a:pt x="409" y="0"/>
                    </a:lnTo>
                    <a:lnTo>
                      <a:pt x="394" y="7"/>
                    </a:lnTo>
                    <a:lnTo>
                      <a:pt x="383" y="17"/>
                    </a:lnTo>
                    <a:lnTo>
                      <a:pt x="370" y="24"/>
                    </a:lnTo>
                    <a:lnTo>
                      <a:pt x="359" y="35"/>
                    </a:lnTo>
                    <a:lnTo>
                      <a:pt x="346" y="41"/>
                    </a:lnTo>
                    <a:lnTo>
                      <a:pt x="333" y="51"/>
                    </a:lnTo>
                    <a:lnTo>
                      <a:pt x="322" y="59"/>
                    </a:lnTo>
                    <a:lnTo>
                      <a:pt x="309" y="68"/>
                    </a:lnTo>
                    <a:lnTo>
                      <a:pt x="296" y="76"/>
                    </a:lnTo>
                    <a:lnTo>
                      <a:pt x="285" y="84"/>
                    </a:lnTo>
                    <a:lnTo>
                      <a:pt x="272" y="93"/>
                    </a:lnTo>
                    <a:lnTo>
                      <a:pt x="260" y="100"/>
                    </a:lnTo>
                    <a:lnTo>
                      <a:pt x="222" y="124"/>
                    </a:lnTo>
                    <a:lnTo>
                      <a:pt x="210" y="132"/>
                    </a:lnTo>
                    <a:lnTo>
                      <a:pt x="196" y="139"/>
                    </a:lnTo>
                    <a:lnTo>
                      <a:pt x="183" y="149"/>
                    </a:lnTo>
                    <a:lnTo>
                      <a:pt x="171" y="155"/>
                    </a:lnTo>
                    <a:lnTo>
                      <a:pt x="159" y="164"/>
                    </a:lnTo>
                    <a:lnTo>
                      <a:pt x="144" y="170"/>
                    </a:lnTo>
                    <a:lnTo>
                      <a:pt x="132" y="180"/>
                    </a:lnTo>
                    <a:lnTo>
                      <a:pt x="107" y="193"/>
                    </a:lnTo>
                    <a:lnTo>
                      <a:pt x="94" y="202"/>
                    </a:lnTo>
                    <a:lnTo>
                      <a:pt x="68" y="215"/>
                    </a:lnTo>
                    <a:lnTo>
                      <a:pt x="12" y="243"/>
                    </a:lnTo>
                    <a:lnTo>
                      <a:pt x="0" y="253"/>
                    </a:lnTo>
                    <a:lnTo>
                      <a:pt x="3" y="252"/>
                    </a:lnTo>
                    <a:lnTo>
                      <a:pt x="10" y="266"/>
                    </a:lnTo>
                    <a:lnTo>
                      <a:pt x="12" y="265"/>
                    </a:lnTo>
                    <a:lnTo>
                      <a:pt x="21" y="257"/>
                    </a:lnTo>
                    <a:lnTo>
                      <a:pt x="75" y="229"/>
                    </a:lnTo>
                    <a:lnTo>
                      <a:pt x="101" y="215"/>
                    </a:lnTo>
                    <a:lnTo>
                      <a:pt x="114" y="207"/>
                    </a:lnTo>
                    <a:lnTo>
                      <a:pt x="141" y="193"/>
                    </a:lnTo>
                    <a:lnTo>
                      <a:pt x="154" y="184"/>
                    </a:lnTo>
                    <a:lnTo>
                      <a:pt x="166" y="177"/>
                    </a:lnTo>
                    <a:lnTo>
                      <a:pt x="180" y="169"/>
                    </a:lnTo>
                    <a:lnTo>
                      <a:pt x="193" y="162"/>
                    </a:lnTo>
                    <a:lnTo>
                      <a:pt x="205" y="153"/>
                    </a:lnTo>
                    <a:lnTo>
                      <a:pt x="219" y="146"/>
                    </a:lnTo>
                    <a:lnTo>
                      <a:pt x="231" y="138"/>
                    </a:lnTo>
                    <a:lnTo>
                      <a:pt x="269" y="114"/>
                    </a:lnTo>
                    <a:lnTo>
                      <a:pt x="281" y="107"/>
                    </a:lnTo>
                    <a:lnTo>
                      <a:pt x="294" y="98"/>
                    </a:lnTo>
                    <a:lnTo>
                      <a:pt x="306" y="90"/>
                    </a:lnTo>
                    <a:lnTo>
                      <a:pt x="318" y="82"/>
                    </a:lnTo>
                    <a:lnTo>
                      <a:pt x="331" y="73"/>
                    </a:lnTo>
                    <a:lnTo>
                      <a:pt x="342" y="64"/>
                    </a:lnTo>
                    <a:lnTo>
                      <a:pt x="355" y="55"/>
                    </a:lnTo>
                    <a:lnTo>
                      <a:pt x="368" y="48"/>
                    </a:lnTo>
                    <a:lnTo>
                      <a:pt x="379" y="38"/>
                    </a:lnTo>
                    <a:lnTo>
                      <a:pt x="392" y="31"/>
                    </a:lnTo>
                    <a:lnTo>
                      <a:pt x="404" y="21"/>
                    </a:lnTo>
                    <a:lnTo>
                      <a:pt x="416" y="14"/>
                    </a:lnTo>
                    <a:lnTo>
                      <a:pt x="417" y="14"/>
                    </a:lnTo>
                    <a:lnTo>
                      <a:pt x="40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73" name="Freeform 195"/>
              <p:cNvSpPr/>
              <p:nvPr/>
            </p:nvSpPr>
            <p:spPr>
              <a:xfrm>
                <a:off x="4531680" y="5230440"/>
                <a:ext cx="255960" cy="115560"/>
              </a:xfrm>
              <a:custGeom>
                <a:avLst/>
                <a:gdLst>
                  <a:gd name="textAreaLeft" fmla="*/ 0 w 255960"/>
                  <a:gd name="textAreaRight" fmla="*/ 256320 w 255960"/>
                  <a:gd name="textAreaTop" fmla="*/ 0 h 115560"/>
                  <a:gd name="textAreaBottom" fmla="*/ 115920 h 115560"/>
                </a:gdLst>
                <a:ahLst/>
                <a:rect l="textAreaLeft" t="textAreaTop" r="textAreaRight" b="textAreaBottom"/>
                <a:pathLst>
                  <a:path w="453" h="204">
                    <a:moveTo>
                      <a:pt x="446" y="1"/>
                    </a:moveTo>
                    <a:lnTo>
                      <a:pt x="447" y="0"/>
                    </a:lnTo>
                    <a:lnTo>
                      <a:pt x="432" y="6"/>
                    </a:lnTo>
                    <a:lnTo>
                      <a:pt x="349" y="47"/>
                    </a:lnTo>
                    <a:lnTo>
                      <a:pt x="336" y="53"/>
                    </a:lnTo>
                    <a:lnTo>
                      <a:pt x="322" y="60"/>
                    </a:lnTo>
                    <a:lnTo>
                      <a:pt x="295" y="72"/>
                    </a:lnTo>
                    <a:lnTo>
                      <a:pt x="281" y="78"/>
                    </a:lnTo>
                    <a:lnTo>
                      <a:pt x="267" y="84"/>
                    </a:lnTo>
                    <a:lnTo>
                      <a:pt x="253" y="91"/>
                    </a:lnTo>
                    <a:lnTo>
                      <a:pt x="239" y="96"/>
                    </a:lnTo>
                    <a:lnTo>
                      <a:pt x="226" y="103"/>
                    </a:lnTo>
                    <a:lnTo>
                      <a:pt x="212" y="107"/>
                    </a:lnTo>
                    <a:lnTo>
                      <a:pt x="197" y="113"/>
                    </a:lnTo>
                    <a:lnTo>
                      <a:pt x="183" y="120"/>
                    </a:lnTo>
                    <a:lnTo>
                      <a:pt x="170" y="125"/>
                    </a:lnTo>
                    <a:lnTo>
                      <a:pt x="155" y="129"/>
                    </a:lnTo>
                    <a:lnTo>
                      <a:pt x="142" y="136"/>
                    </a:lnTo>
                    <a:lnTo>
                      <a:pt x="127" y="139"/>
                    </a:lnTo>
                    <a:lnTo>
                      <a:pt x="114" y="148"/>
                    </a:lnTo>
                    <a:lnTo>
                      <a:pt x="100" y="151"/>
                    </a:lnTo>
                    <a:lnTo>
                      <a:pt x="85" y="157"/>
                    </a:lnTo>
                    <a:lnTo>
                      <a:pt x="70" y="161"/>
                    </a:lnTo>
                    <a:lnTo>
                      <a:pt x="56" y="167"/>
                    </a:lnTo>
                    <a:lnTo>
                      <a:pt x="42" y="171"/>
                    </a:lnTo>
                    <a:lnTo>
                      <a:pt x="29" y="178"/>
                    </a:lnTo>
                    <a:lnTo>
                      <a:pt x="15" y="181"/>
                    </a:lnTo>
                    <a:lnTo>
                      <a:pt x="0" y="189"/>
                    </a:lnTo>
                    <a:lnTo>
                      <a:pt x="1" y="188"/>
                    </a:lnTo>
                    <a:lnTo>
                      <a:pt x="6" y="204"/>
                    </a:lnTo>
                    <a:lnTo>
                      <a:pt x="7" y="203"/>
                    </a:lnTo>
                    <a:lnTo>
                      <a:pt x="19" y="197"/>
                    </a:lnTo>
                    <a:lnTo>
                      <a:pt x="33" y="194"/>
                    </a:lnTo>
                    <a:lnTo>
                      <a:pt x="47" y="187"/>
                    </a:lnTo>
                    <a:lnTo>
                      <a:pt x="61" y="183"/>
                    </a:lnTo>
                    <a:lnTo>
                      <a:pt x="75" y="178"/>
                    </a:lnTo>
                    <a:lnTo>
                      <a:pt x="90" y="173"/>
                    </a:lnTo>
                    <a:lnTo>
                      <a:pt x="105" y="167"/>
                    </a:lnTo>
                    <a:lnTo>
                      <a:pt x="121" y="161"/>
                    </a:lnTo>
                    <a:lnTo>
                      <a:pt x="133" y="156"/>
                    </a:lnTo>
                    <a:lnTo>
                      <a:pt x="146" y="152"/>
                    </a:lnTo>
                    <a:lnTo>
                      <a:pt x="162" y="145"/>
                    </a:lnTo>
                    <a:lnTo>
                      <a:pt x="175" y="141"/>
                    </a:lnTo>
                    <a:lnTo>
                      <a:pt x="190" y="134"/>
                    </a:lnTo>
                    <a:lnTo>
                      <a:pt x="204" y="127"/>
                    </a:lnTo>
                    <a:lnTo>
                      <a:pt x="216" y="123"/>
                    </a:lnTo>
                    <a:lnTo>
                      <a:pt x="233" y="116"/>
                    </a:lnTo>
                    <a:lnTo>
                      <a:pt x="246" y="110"/>
                    </a:lnTo>
                    <a:lnTo>
                      <a:pt x="260" y="105"/>
                    </a:lnTo>
                    <a:lnTo>
                      <a:pt x="274" y="98"/>
                    </a:lnTo>
                    <a:lnTo>
                      <a:pt x="288" y="92"/>
                    </a:lnTo>
                    <a:lnTo>
                      <a:pt x="302" y="85"/>
                    </a:lnTo>
                    <a:lnTo>
                      <a:pt x="329" y="74"/>
                    </a:lnTo>
                    <a:lnTo>
                      <a:pt x="343" y="67"/>
                    </a:lnTo>
                    <a:lnTo>
                      <a:pt x="356" y="61"/>
                    </a:lnTo>
                    <a:lnTo>
                      <a:pt x="439" y="20"/>
                    </a:lnTo>
                    <a:lnTo>
                      <a:pt x="451" y="16"/>
                    </a:lnTo>
                    <a:lnTo>
                      <a:pt x="453" y="15"/>
                    </a:lnTo>
                    <a:lnTo>
                      <a:pt x="446" y="1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74" name="Freeform 196"/>
              <p:cNvSpPr/>
              <p:nvPr/>
            </p:nvSpPr>
            <p:spPr>
              <a:xfrm>
                <a:off x="4260600" y="5337000"/>
                <a:ext cx="274320" cy="75600"/>
              </a:xfrm>
              <a:custGeom>
                <a:avLst/>
                <a:gdLst>
                  <a:gd name="textAreaLeft" fmla="*/ 0 w 274320"/>
                  <a:gd name="textAreaRight" fmla="*/ 274680 w 274320"/>
                  <a:gd name="textAreaTop" fmla="*/ 0 h 75600"/>
                  <a:gd name="textAreaBottom" fmla="*/ 75960 h 75600"/>
                </a:gdLst>
                <a:ahLst/>
                <a:rect l="textAreaLeft" t="textAreaTop" r="textAreaRight" b="textAreaBottom"/>
                <a:pathLst>
                  <a:path w="483" h="134">
                    <a:moveTo>
                      <a:pt x="478" y="0"/>
                    </a:moveTo>
                    <a:lnTo>
                      <a:pt x="479" y="0"/>
                    </a:lnTo>
                    <a:lnTo>
                      <a:pt x="461" y="3"/>
                    </a:lnTo>
                    <a:lnTo>
                      <a:pt x="447" y="7"/>
                    </a:lnTo>
                    <a:lnTo>
                      <a:pt x="433" y="14"/>
                    </a:lnTo>
                    <a:lnTo>
                      <a:pt x="419" y="17"/>
                    </a:lnTo>
                    <a:lnTo>
                      <a:pt x="403" y="22"/>
                    </a:lnTo>
                    <a:lnTo>
                      <a:pt x="388" y="26"/>
                    </a:lnTo>
                    <a:lnTo>
                      <a:pt x="374" y="30"/>
                    </a:lnTo>
                    <a:lnTo>
                      <a:pt x="361" y="34"/>
                    </a:lnTo>
                    <a:lnTo>
                      <a:pt x="344" y="38"/>
                    </a:lnTo>
                    <a:lnTo>
                      <a:pt x="331" y="42"/>
                    </a:lnTo>
                    <a:lnTo>
                      <a:pt x="314" y="47"/>
                    </a:lnTo>
                    <a:lnTo>
                      <a:pt x="301" y="51"/>
                    </a:lnTo>
                    <a:lnTo>
                      <a:pt x="286" y="55"/>
                    </a:lnTo>
                    <a:lnTo>
                      <a:pt x="256" y="62"/>
                    </a:lnTo>
                    <a:lnTo>
                      <a:pt x="242" y="68"/>
                    </a:lnTo>
                    <a:lnTo>
                      <a:pt x="227" y="70"/>
                    </a:lnTo>
                    <a:lnTo>
                      <a:pt x="211" y="74"/>
                    </a:lnTo>
                    <a:lnTo>
                      <a:pt x="196" y="78"/>
                    </a:lnTo>
                    <a:lnTo>
                      <a:pt x="182" y="81"/>
                    </a:lnTo>
                    <a:lnTo>
                      <a:pt x="167" y="84"/>
                    </a:lnTo>
                    <a:lnTo>
                      <a:pt x="152" y="86"/>
                    </a:lnTo>
                    <a:lnTo>
                      <a:pt x="135" y="90"/>
                    </a:lnTo>
                    <a:lnTo>
                      <a:pt x="121" y="93"/>
                    </a:lnTo>
                    <a:lnTo>
                      <a:pt x="106" y="97"/>
                    </a:lnTo>
                    <a:lnTo>
                      <a:pt x="91" y="99"/>
                    </a:lnTo>
                    <a:lnTo>
                      <a:pt x="76" y="102"/>
                    </a:lnTo>
                    <a:lnTo>
                      <a:pt x="60" y="105"/>
                    </a:lnTo>
                    <a:lnTo>
                      <a:pt x="46" y="107"/>
                    </a:lnTo>
                    <a:lnTo>
                      <a:pt x="28" y="110"/>
                    </a:lnTo>
                    <a:lnTo>
                      <a:pt x="0" y="117"/>
                    </a:lnTo>
                    <a:lnTo>
                      <a:pt x="1" y="117"/>
                    </a:lnTo>
                    <a:lnTo>
                      <a:pt x="3" y="134"/>
                    </a:lnTo>
                    <a:lnTo>
                      <a:pt x="5" y="134"/>
                    </a:lnTo>
                    <a:lnTo>
                      <a:pt x="32" y="127"/>
                    </a:lnTo>
                    <a:lnTo>
                      <a:pt x="48" y="123"/>
                    </a:lnTo>
                    <a:lnTo>
                      <a:pt x="62" y="121"/>
                    </a:lnTo>
                    <a:lnTo>
                      <a:pt x="78" y="119"/>
                    </a:lnTo>
                    <a:lnTo>
                      <a:pt x="93" y="115"/>
                    </a:lnTo>
                    <a:lnTo>
                      <a:pt x="108" y="113"/>
                    </a:lnTo>
                    <a:lnTo>
                      <a:pt x="126" y="109"/>
                    </a:lnTo>
                    <a:lnTo>
                      <a:pt x="139" y="106"/>
                    </a:lnTo>
                    <a:lnTo>
                      <a:pt x="154" y="102"/>
                    </a:lnTo>
                    <a:lnTo>
                      <a:pt x="169" y="100"/>
                    </a:lnTo>
                    <a:lnTo>
                      <a:pt x="184" y="97"/>
                    </a:lnTo>
                    <a:lnTo>
                      <a:pt x="200" y="94"/>
                    </a:lnTo>
                    <a:lnTo>
                      <a:pt x="215" y="90"/>
                    </a:lnTo>
                    <a:lnTo>
                      <a:pt x="229" y="86"/>
                    </a:lnTo>
                    <a:lnTo>
                      <a:pt x="246" y="84"/>
                    </a:lnTo>
                    <a:lnTo>
                      <a:pt x="260" y="78"/>
                    </a:lnTo>
                    <a:lnTo>
                      <a:pt x="290" y="71"/>
                    </a:lnTo>
                    <a:lnTo>
                      <a:pt x="305" y="67"/>
                    </a:lnTo>
                    <a:lnTo>
                      <a:pt x="319" y="63"/>
                    </a:lnTo>
                    <a:lnTo>
                      <a:pt x="335" y="59"/>
                    </a:lnTo>
                    <a:lnTo>
                      <a:pt x="349" y="54"/>
                    </a:lnTo>
                    <a:lnTo>
                      <a:pt x="365" y="51"/>
                    </a:lnTo>
                    <a:lnTo>
                      <a:pt x="379" y="46"/>
                    </a:lnTo>
                    <a:lnTo>
                      <a:pt x="393" y="42"/>
                    </a:lnTo>
                    <a:lnTo>
                      <a:pt x="408" y="38"/>
                    </a:lnTo>
                    <a:lnTo>
                      <a:pt x="424" y="33"/>
                    </a:lnTo>
                    <a:lnTo>
                      <a:pt x="438" y="30"/>
                    </a:lnTo>
                    <a:lnTo>
                      <a:pt x="452" y="23"/>
                    </a:lnTo>
                    <a:lnTo>
                      <a:pt x="465" y="19"/>
                    </a:lnTo>
                    <a:lnTo>
                      <a:pt x="481" y="16"/>
                    </a:lnTo>
                    <a:lnTo>
                      <a:pt x="483" y="16"/>
                    </a:lnTo>
                    <a:lnTo>
                      <a:pt x="478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30960" bIns="309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75" name="Freeform 197"/>
              <p:cNvSpPr/>
              <p:nvPr/>
            </p:nvSpPr>
            <p:spPr>
              <a:xfrm>
                <a:off x="3975840" y="5403960"/>
                <a:ext cx="286560" cy="31320"/>
              </a:xfrm>
              <a:custGeom>
                <a:avLst/>
                <a:gdLst>
                  <a:gd name="textAreaLeft" fmla="*/ 0 w 286560"/>
                  <a:gd name="textAreaRight" fmla="*/ 286920 w 286560"/>
                  <a:gd name="textAreaTop" fmla="*/ 0 h 31320"/>
                  <a:gd name="textAreaBottom" fmla="*/ 31680 h 31320"/>
                </a:gdLst>
                <a:ahLst/>
                <a:rect l="textAreaLeft" t="textAreaTop" r="textAreaRight" b="textAreaBottom"/>
                <a:pathLst>
                  <a:path w="505" h="58">
                    <a:moveTo>
                      <a:pt x="503" y="0"/>
                    </a:moveTo>
                    <a:lnTo>
                      <a:pt x="504" y="0"/>
                    </a:lnTo>
                    <a:lnTo>
                      <a:pt x="486" y="0"/>
                    </a:lnTo>
                    <a:lnTo>
                      <a:pt x="471" y="4"/>
                    </a:lnTo>
                    <a:lnTo>
                      <a:pt x="455" y="7"/>
                    </a:lnTo>
                    <a:lnTo>
                      <a:pt x="441" y="8"/>
                    </a:lnTo>
                    <a:lnTo>
                      <a:pt x="424" y="11"/>
                    </a:lnTo>
                    <a:lnTo>
                      <a:pt x="410" y="13"/>
                    </a:lnTo>
                    <a:lnTo>
                      <a:pt x="393" y="15"/>
                    </a:lnTo>
                    <a:lnTo>
                      <a:pt x="379" y="18"/>
                    </a:lnTo>
                    <a:lnTo>
                      <a:pt x="363" y="19"/>
                    </a:lnTo>
                    <a:lnTo>
                      <a:pt x="348" y="21"/>
                    </a:lnTo>
                    <a:lnTo>
                      <a:pt x="331" y="22"/>
                    </a:lnTo>
                    <a:lnTo>
                      <a:pt x="315" y="25"/>
                    </a:lnTo>
                    <a:lnTo>
                      <a:pt x="300" y="26"/>
                    </a:lnTo>
                    <a:lnTo>
                      <a:pt x="284" y="28"/>
                    </a:lnTo>
                    <a:lnTo>
                      <a:pt x="269" y="29"/>
                    </a:lnTo>
                    <a:lnTo>
                      <a:pt x="254" y="31"/>
                    </a:lnTo>
                    <a:lnTo>
                      <a:pt x="238" y="31"/>
                    </a:lnTo>
                    <a:lnTo>
                      <a:pt x="221" y="33"/>
                    </a:lnTo>
                    <a:lnTo>
                      <a:pt x="191" y="35"/>
                    </a:lnTo>
                    <a:lnTo>
                      <a:pt x="175" y="35"/>
                    </a:lnTo>
                    <a:lnTo>
                      <a:pt x="141" y="37"/>
                    </a:lnTo>
                    <a:lnTo>
                      <a:pt x="128" y="38"/>
                    </a:lnTo>
                    <a:lnTo>
                      <a:pt x="111" y="38"/>
                    </a:lnTo>
                    <a:lnTo>
                      <a:pt x="94" y="40"/>
                    </a:lnTo>
                    <a:lnTo>
                      <a:pt x="14" y="40"/>
                    </a:lnTo>
                    <a:lnTo>
                      <a:pt x="0" y="42"/>
                    </a:lnTo>
                    <a:lnTo>
                      <a:pt x="1" y="42"/>
                    </a:lnTo>
                    <a:lnTo>
                      <a:pt x="1" y="58"/>
                    </a:lnTo>
                    <a:lnTo>
                      <a:pt x="2" y="58"/>
                    </a:lnTo>
                    <a:lnTo>
                      <a:pt x="16" y="56"/>
                    </a:lnTo>
                    <a:lnTo>
                      <a:pt x="94" y="56"/>
                    </a:lnTo>
                    <a:lnTo>
                      <a:pt x="111" y="55"/>
                    </a:lnTo>
                    <a:lnTo>
                      <a:pt x="128" y="55"/>
                    </a:lnTo>
                    <a:lnTo>
                      <a:pt x="144" y="53"/>
                    </a:lnTo>
                    <a:lnTo>
                      <a:pt x="175" y="51"/>
                    </a:lnTo>
                    <a:lnTo>
                      <a:pt x="191" y="51"/>
                    </a:lnTo>
                    <a:lnTo>
                      <a:pt x="208" y="50"/>
                    </a:lnTo>
                    <a:lnTo>
                      <a:pt x="223" y="49"/>
                    </a:lnTo>
                    <a:lnTo>
                      <a:pt x="238" y="48"/>
                    </a:lnTo>
                    <a:lnTo>
                      <a:pt x="257" y="48"/>
                    </a:lnTo>
                    <a:lnTo>
                      <a:pt x="272" y="45"/>
                    </a:lnTo>
                    <a:lnTo>
                      <a:pt x="287" y="44"/>
                    </a:lnTo>
                    <a:lnTo>
                      <a:pt x="303" y="42"/>
                    </a:lnTo>
                    <a:lnTo>
                      <a:pt x="318" y="41"/>
                    </a:lnTo>
                    <a:lnTo>
                      <a:pt x="334" y="38"/>
                    </a:lnTo>
                    <a:lnTo>
                      <a:pt x="350" y="37"/>
                    </a:lnTo>
                    <a:lnTo>
                      <a:pt x="365" y="35"/>
                    </a:lnTo>
                    <a:lnTo>
                      <a:pt x="381" y="34"/>
                    </a:lnTo>
                    <a:lnTo>
                      <a:pt x="395" y="31"/>
                    </a:lnTo>
                    <a:lnTo>
                      <a:pt x="412" y="29"/>
                    </a:lnTo>
                    <a:lnTo>
                      <a:pt x="426" y="27"/>
                    </a:lnTo>
                    <a:lnTo>
                      <a:pt x="443" y="25"/>
                    </a:lnTo>
                    <a:lnTo>
                      <a:pt x="457" y="23"/>
                    </a:lnTo>
                    <a:lnTo>
                      <a:pt x="475" y="20"/>
                    </a:lnTo>
                    <a:lnTo>
                      <a:pt x="488" y="17"/>
                    </a:lnTo>
                    <a:lnTo>
                      <a:pt x="504" y="17"/>
                    </a:lnTo>
                    <a:lnTo>
                      <a:pt x="505" y="17"/>
                    </a:lnTo>
                    <a:lnTo>
                      <a:pt x="503" y="0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3320" bIns="-1332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76" name="Freeform 198"/>
              <p:cNvSpPr/>
              <p:nvPr/>
            </p:nvSpPr>
            <p:spPr>
              <a:xfrm>
                <a:off x="3976920" y="3668760"/>
                <a:ext cx="1706400" cy="1766520"/>
              </a:xfrm>
              <a:custGeom>
                <a:avLst/>
                <a:gdLst>
                  <a:gd name="textAreaLeft" fmla="*/ 0 w 1706400"/>
                  <a:gd name="textAreaRight" fmla="*/ 1706760 w 1706400"/>
                  <a:gd name="textAreaTop" fmla="*/ 0 h 1766520"/>
                  <a:gd name="textAreaBottom" fmla="*/ 1766880 h 1766520"/>
                </a:gdLst>
                <a:ahLst/>
                <a:rect l="textAreaLeft" t="textAreaTop" r="textAreaRight" b="textAreaBottom"/>
                <a:pathLst>
                  <a:path w="3008" h="3115">
                    <a:moveTo>
                      <a:pt x="0" y="3115"/>
                    </a:moveTo>
                    <a:lnTo>
                      <a:pt x="152" y="3109"/>
                    </a:lnTo>
                    <a:lnTo>
                      <a:pt x="305" y="3098"/>
                    </a:lnTo>
                    <a:lnTo>
                      <a:pt x="456" y="3078"/>
                    </a:lnTo>
                    <a:lnTo>
                      <a:pt x="603" y="3052"/>
                    </a:lnTo>
                    <a:lnTo>
                      <a:pt x="750" y="3016"/>
                    </a:lnTo>
                    <a:lnTo>
                      <a:pt x="893" y="2974"/>
                    </a:lnTo>
                    <a:lnTo>
                      <a:pt x="1032" y="2925"/>
                    </a:lnTo>
                    <a:lnTo>
                      <a:pt x="1169" y="2868"/>
                    </a:lnTo>
                    <a:lnTo>
                      <a:pt x="1302" y="2806"/>
                    </a:lnTo>
                    <a:lnTo>
                      <a:pt x="1432" y="2737"/>
                    </a:lnTo>
                    <a:lnTo>
                      <a:pt x="1558" y="2663"/>
                    </a:lnTo>
                    <a:lnTo>
                      <a:pt x="1681" y="2583"/>
                    </a:lnTo>
                    <a:lnTo>
                      <a:pt x="1798" y="2495"/>
                    </a:lnTo>
                    <a:lnTo>
                      <a:pt x="1913" y="2402"/>
                    </a:lnTo>
                    <a:lnTo>
                      <a:pt x="2021" y="2304"/>
                    </a:lnTo>
                    <a:lnTo>
                      <a:pt x="2126" y="2203"/>
                    </a:lnTo>
                    <a:lnTo>
                      <a:pt x="2224" y="2093"/>
                    </a:lnTo>
                    <a:lnTo>
                      <a:pt x="2319" y="1980"/>
                    </a:lnTo>
                    <a:lnTo>
                      <a:pt x="2410" y="1863"/>
                    </a:lnTo>
                    <a:lnTo>
                      <a:pt x="2493" y="1741"/>
                    </a:lnTo>
                    <a:lnTo>
                      <a:pt x="2571" y="1614"/>
                    </a:lnTo>
                    <a:lnTo>
                      <a:pt x="2642" y="1484"/>
                    </a:lnTo>
                    <a:lnTo>
                      <a:pt x="2709" y="1349"/>
                    </a:lnTo>
                    <a:lnTo>
                      <a:pt x="2770" y="1211"/>
                    </a:lnTo>
                    <a:lnTo>
                      <a:pt x="2824" y="1069"/>
                    </a:lnTo>
                    <a:lnTo>
                      <a:pt x="2870" y="925"/>
                    </a:lnTo>
                    <a:lnTo>
                      <a:pt x="2912" y="776"/>
                    </a:lnTo>
                    <a:lnTo>
                      <a:pt x="2945" y="625"/>
                    </a:lnTo>
                    <a:lnTo>
                      <a:pt x="2972" y="472"/>
                    </a:lnTo>
                    <a:lnTo>
                      <a:pt x="2991" y="318"/>
                    </a:lnTo>
                    <a:lnTo>
                      <a:pt x="3002" y="158"/>
                    </a:lnTo>
                    <a:lnTo>
                      <a:pt x="3008" y="0"/>
                    </a:lnTo>
                    <a:lnTo>
                      <a:pt x="2991" y="0"/>
                    </a:lnTo>
                    <a:lnTo>
                      <a:pt x="2986" y="158"/>
                    </a:lnTo>
                    <a:lnTo>
                      <a:pt x="2975" y="316"/>
                    </a:lnTo>
                    <a:lnTo>
                      <a:pt x="2956" y="470"/>
                    </a:lnTo>
                    <a:lnTo>
                      <a:pt x="2929" y="623"/>
                    </a:lnTo>
                    <a:lnTo>
                      <a:pt x="2896" y="772"/>
                    </a:lnTo>
                    <a:lnTo>
                      <a:pt x="2854" y="920"/>
                    </a:lnTo>
                    <a:lnTo>
                      <a:pt x="2808" y="1064"/>
                    </a:lnTo>
                    <a:lnTo>
                      <a:pt x="2756" y="1204"/>
                    </a:lnTo>
                    <a:lnTo>
                      <a:pt x="2695" y="1342"/>
                    </a:lnTo>
                    <a:lnTo>
                      <a:pt x="2629" y="1477"/>
                    </a:lnTo>
                    <a:lnTo>
                      <a:pt x="2557" y="1605"/>
                    </a:lnTo>
                    <a:lnTo>
                      <a:pt x="2479" y="1731"/>
                    </a:lnTo>
                    <a:lnTo>
                      <a:pt x="2396" y="1854"/>
                    </a:lnTo>
                    <a:lnTo>
                      <a:pt x="2307" y="1971"/>
                    </a:lnTo>
                    <a:lnTo>
                      <a:pt x="2213" y="2082"/>
                    </a:lnTo>
                    <a:lnTo>
                      <a:pt x="2115" y="2191"/>
                    </a:lnTo>
                    <a:lnTo>
                      <a:pt x="2010" y="2292"/>
                    </a:lnTo>
                    <a:lnTo>
                      <a:pt x="1902" y="2390"/>
                    </a:lnTo>
                    <a:lnTo>
                      <a:pt x="1789" y="2481"/>
                    </a:lnTo>
                    <a:lnTo>
                      <a:pt x="1671" y="2569"/>
                    </a:lnTo>
                    <a:lnTo>
                      <a:pt x="1549" y="2650"/>
                    </a:lnTo>
                    <a:lnTo>
                      <a:pt x="1425" y="2723"/>
                    </a:lnTo>
                    <a:lnTo>
                      <a:pt x="1295" y="2792"/>
                    </a:lnTo>
                    <a:lnTo>
                      <a:pt x="1162" y="2855"/>
                    </a:lnTo>
                    <a:lnTo>
                      <a:pt x="1027" y="2909"/>
                    </a:lnTo>
                    <a:lnTo>
                      <a:pt x="888" y="2958"/>
                    </a:lnTo>
                    <a:lnTo>
                      <a:pt x="745" y="3000"/>
                    </a:lnTo>
                    <a:lnTo>
                      <a:pt x="601" y="3035"/>
                    </a:lnTo>
                    <a:lnTo>
                      <a:pt x="454" y="3062"/>
                    </a:lnTo>
                    <a:lnTo>
                      <a:pt x="303" y="3082"/>
                    </a:lnTo>
                    <a:lnTo>
                      <a:pt x="152" y="3093"/>
                    </a:lnTo>
                    <a:lnTo>
                      <a:pt x="0" y="3099"/>
                    </a:lnTo>
                    <a:lnTo>
                      <a:pt x="0" y="3115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77" name="Freeform 199"/>
              <p:cNvSpPr/>
              <p:nvPr/>
            </p:nvSpPr>
            <p:spPr>
              <a:xfrm>
                <a:off x="3976920" y="1901880"/>
                <a:ext cx="1706400" cy="1766520"/>
              </a:xfrm>
              <a:custGeom>
                <a:avLst/>
                <a:gdLst>
                  <a:gd name="textAreaLeft" fmla="*/ 0 w 1706400"/>
                  <a:gd name="textAreaRight" fmla="*/ 1706760 w 1706400"/>
                  <a:gd name="textAreaTop" fmla="*/ 0 h 1766520"/>
                  <a:gd name="textAreaBottom" fmla="*/ 1766880 h 1766520"/>
                </a:gdLst>
                <a:ahLst/>
                <a:rect l="textAreaLeft" t="textAreaTop" r="textAreaRight" b="textAreaBottom"/>
                <a:pathLst>
                  <a:path w="3008" h="3114">
                    <a:moveTo>
                      <a:pt x="3008" y="3114"/>
                    </a:moveTo>
                    <a:lnTo>
                      <a:pt x="3002" y="2953"/>
                    </a:lnTo>
                    <a:lnTo>
                      <a:pt x="2991" y="2794"/>
                    </a:lnTo>
                    <a:lnTo>
                      <a:pt x="2972" y="2638"/>
                    </a:lnTo>
                    <a:lnTo>
                      <a:pt x="2945" y="2485"/>
                    </a:lnTo>
                    <a:lnTo>
                      <a:pt x="2912" y="2334"/>
                    </a:lnTo>
                    <a:lnTo>
                      <a:pt x="2870" y="2185"/>
                    </a:lnTo>
                    <a:lnTo>
                      <a:pt x="2824" y="2041"/>
                    </a:lnTo>
                    <a:lnTo>
                      <a:pt x="2770" y="1900"/>
                    </a:lnTo>
                    <a:lnTo>
                      <a:pt x="2709" y="1763"/>
                    </a:lnTo>
                    <a:lnTo>
                      <a:pt x="2642" y="1628"/>
                    </a:lnTo>
                    <a:lnTo>
                      <a:pt x="2571" y="1498"/>
                    </a:lnTo>
                    <a:lnTo>
                      <a:pt x="2493" y="1371"/>
                    </a:lnTo>
                    <a:lnTo>
                      <a:pt x="2410" y="1250"/>
                    </a:lnTo>
                    <a:lnTo>
                      <a:pt x="2319" y="1132"/>
                    </a:lnTo>
                    <a:lnTo>
                      <a:pt x="2224" y="1018"/>
                    </a:lnTo>
                    <a:lnTo>
                      <a:pt x="2126" y="911"/>
                    </a:lnTo>
                    <a:lnTo>
                      <a:pt x="2021" y="808"/>
                    </a:lnTo>
                    <a:lnTo>
                      <a:pt x="1913" y="711"/>
                    </a:lnTo>
                    <a:lnTo>
                      <a:pt x="1798" y="616"/>
                    </a:lnTo>
                    <a:lnTo>
                      <a:pt x="1681" y="530"/>
                    </a:lnTo>
                    <a:lnTo>
                      <a:pt x="1558" y="449"/>
                    </a:lnTo>
                    <a:lnTo>
                      <a:pt x="1432" y="374"/>
                    </a:lnTo>
                    <a:lnTo>
                      <a:pt x="1302" y="306"/>
                    </a:lnTo>
                    <a:lnTo>
                      <a:pt x="1169" y="244"/>
                    </a:lnTo>
                    <a:lnTo>
                      <a:pt x="1032" y="187"/>
                    </a:lnTo>
                    <a:lnTo>
                      <a:pt x="893" y="138"/>
                    </a:lnTo>
                    <a:lnTo>
                      <a:pt x="750" y="97"/>
                    </a:lnTo>
                    <a:lnTo>
                      <a:pt x="603" y="61"/>
                    </a:lnTo>
                    <a:lnTo>
                      <a:pt x="456" y="35"/>
                    </a:lnTo>
                    <a:lnTo>
                      <a:pt x="305" y="15"/>
                    </a:lnTo>
                    <a:lnTo>
                      <a:pt x="152" y="3"/>
                    </a:lnTo>
                    <a:lnTo>
                      <a:pt x="0" y="0"/>
                    </a:lnTo>
                    <a:lnTo>
                      <a:pt x="0" y="16"/>
                    </a:lnTo>
                    <a:lnTo>
                      <a:pt x="152" y="20"/>
                    </a:lnTo>
                    <a:lnTo>
                      <a:pt x="303" y="31"/>
                    </a:lnTo>
                    <a:lnTo>
                      <a:pt x="454" y="51"/>
                    </a:lnTo>
                    <a:lnTo>
                      <a:pt x="601" y="77"/>
                    </a:lnTo>
                    <a:lnTo>
                      <a:pt x="745" y="113"/>
                    </a:lnTo>
                    <a:lnTo>
                      <a:pt x="888" y="154"/>
                    </a:lnTo>
                    <a:lnTo>
                      <a:pt x="1027" y="203"/>
                    </a:lnTo>
                    <a:lnTo>
                      <a:pt x="1162" y="258"/>
                    </a:lnTo>
                    <a:lnTo>
                      <a:pt x="1295" y="320"/>
                    </a:lnTo>
                    <a:lnTo>
                      <a:pt x="1425" y="388"/>
                    </a:lnTo>
                    <a:lnTo>
                      <a:pt x="1549" y="463"/>
                    </a:lnTo>
                    <a:lnTo>
                      <a:pt x="1671" y="544"/>
                    </a:lnTo>
                    <a:lnTo>
                      <a:pt x="1789" y="630"/>
                    </a:lnTo>
                    <a:lnTo>
                      <a:pt x="1902" y="722"/>
                    </a:lnTo>
                    <a:lnTo>
                      <a:pt x="2010" y="819"/>
                    </a:lnTo>
                    <a:lnTo>
                      <a:pt x="2115" y="923"/>
                    </a:lnTo>
                    <a:lnTo>
                      <a:pt x="2213" y="1030"/>
                    </a:lnTo>
                    <a:lnTo>
                      <a:pt x="2307" y="1142"/>
                    </a:lnTo>
                    <a:lnTo>
                      <a:pt x="2396" y="1259"/>
                    </a:lnTo>
                    <a:lnTo>
                      <a:pt x="2479" y="1380"/>
                    </a:lnTo>
                    <a:lnTo>
                      <a:pt x="2557" y="1507"/>
                    </a:lnTo>
                    <a:lnTo>
                      <a:pt x="2629" y="1635"/>
                    </a:lnTo>
                    <a:lnTo>
                      <a:pt x="2695" y="1770"/>
                    </a:lnTo>
                    <a:lnTo>
                      <a:pt x="2756" y="1907"/>
                    </a:lnTo>
                    <a:lnTo>
                      <a:pt x="2808" y="2046"/>
                    </a:lnTo>
                    <a:lnTo>
                      <a:pt x="2854" y="2190"/>
                    </a:lnTo>
                    <a:lnTo>
                      <a:pt x="2896" y="2339"/>
                    </a:lnTo>
                    <a:lnTo>
                      <a:pt x="2929" y="2487"/>
                    </a:lnTo>
                    <a:lnTo>
                      <a:pt x="2956" y="2640"/>
                    </a:lnTo>
                    <a:lnTo>
                      <a:pt x="2975" y="2796"/>
                    </a:lnTo>
                    <a:lnTo>
                      <a:pt x="2986" y="2953"/>
                    </a:lnTo>
                    <a:lnTo>
                      <a:pt x="2991" y="3114"/>
                    </a:lnTo>
                    <a:lnTo>
                      <a:pt x="3008" y="3114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78" name="Freeform 200"/>
              <p:cNvSpPr/>
              <p:nvPr/>
            </p:nvSpPr>
            <p:spPr>
              <a:xfrm>
                <a:off x="3976920" y="1901880"/>
                <a:ext cx="286560" cy="32400"/>
              </a:xfrm>
              <a:custGeom>
                <a:avLst/>
                <a:gdLst>
                  <a:gd name="textAreaLeft" fmla="*/ 0 w 286560"/>
                  <a:gd name="textAreaRight" fmla="*/ 286920 w 286560"/>
                  <a:gd name="textAreaTop" fmla="*/ 0 h 32400"/>
                  <a:gd name="textAreaBottom" fmla="*/ 32760 h 32400"/>
                </a:gdLst>
                <a:ahLst/>
                <a:rect l="textAreaLeft" t="textAreaTop" r="textAreaRight" b="textAreaBottom"/>
                <a:pathLst>
                  <a:path w="506" h="58">
                    <a:moveTo>
                      <a:pt x="0" y="16"/>
                    </a:moveTo>
                    <a:lnTo>
                      <a:pt x="93" y="16"/>
                    </a:lnTo>
                    <a:lnTo>
                      <a:pt x="110" y="17"/>
                    </a:lnTo>
                    <a:lnTo>
                      <a:pt x="142" y="17"/>
                    </a:lnTo>
                    <a:lnTo>
                      <a:pt x="190" y="21"/>
                    </a:lnTo>
                    <a:lnTo>
                      <a:pt x="205" y="21"/>
                    </a:lnTo>
                    <a:lnTo>
                      <a:pt x="220" y="23"/>
                    </a:lnTo>
                    <a:lnTo>
                      <a:pt x="236" y="24"/>
                    </a:lnTo>
                    <a:lnTo>
                      <a:pt x="254" y="26"/>
                    </a:lnTo>
                    <a:lnTo>
                      <a:pt x="269" y="26"/>
                    </a:lnTo>
                    <a:lnTo>
                      <a:pt x="284" y="28"/>
                    </a:lnTo>
                    <a:lnTo>
                      <a:pt x="299" y="30"/>
                    </a:lnTo>
                    <a:lnTo>
                      <a:pt x="316" y="31"/>
                    </a:lnTo>
                    <a:lnTo>
                      <a:pt x="330" y="32"/>
                    </a:lnTo>
                    <a:lnTo>
                      <a:pt x="347" y="35"/>
                    </a:lnTo>
                    <a:lnTo>
                      <a:pt x="362" y="36"/>
                    </a:lnTo>
                    <a:lnTo>
                      <a:pt x="378" y="38"/>
                    </a:lnTo>
                    <a:lnTo>
                      <a:pt x="393" y="40"/>
                    </a:lnTo>
                    <a:lnTo>
                      <a:pt x="409" y="41"/>
                    </a:lnTo>
                    <a:lnTo>
                      <a:pt x="424" y="44"/>
                    </a:lnTo>
                    <a:lnTo>
                      <a:pt x="440" y="47"/>
                    </a:lnTo>
                    <a:lnTo>
                      <a:pt x="455" y="48"/>
                    </a:lnTo>
                    <a:lnTo>
                      <a:pt x="471" y="51"/>
                    </a:lnTo>
                    <a:lnTo>
                      <a:pt x="486" y="54"/>
                    </a:lnTo>
                    <a:lnTo>
                      <a:pt x="503" y="58"/>
                    </a:lnTo>
                    <a:lnTo>
                      <a:pt x="506" y="41"/>
                    </a:lnTo>
                    <a:lnTo>
                      <a:pt x="488" y="38"/>
                    </a:lnTo>
                    <a:lnTo>
                      <a:pt x="473" y="35"/>
                    </a:lnTo>
                    <a:lnTo>
                      <a:pt x="457" y="32"/>
                    </a:lnTo>
                    <a:lnTo>
                      <a:pt x="442" y="31"/>
                    </a:lnTo>
                    <a:lnTo>
                      <a:pt x="426" y="28"/>
                    </a:lnTo>
                    <a:lnTo>
                      <a:pt x="411" y="25"/>
                    </a:lnTo>
                    <a:lnTo>
                      <a:pt x="395" y="24"/>
                    </a:lnTo>
                    <a:lnTo>
                      <a:pt x="380" y="22"/>
                    </a:lnTo>
                    <a:lnTo>
                      <a:pt x="364" y="20"/>
                    </a:lnTo>
                    <a:lnTo>
                      <a:pt x="349" y="18"/>
                    </a:lnTo>
                    <a:lnTo>
                      <a:pt x="333" y="16"/>
                    </a:lnTo>
                    <a:lnTo>
                      <a:pt x="318" y="15"/>
                    </a:lnTo>
                    <a:lnTo>
                      <a:pt x="302" y="14"/>
                    </a:lnTo>
                    <a:lnTo>
                      <a:pt x="287" y="12"/>
                    </a:lnTo>
                    <a:lnTo>
                      <a:pt x="269" y="10"/>
                    </a:lnTo>
                    <a:lnTo>
                      <a:pt x="254" y="10"/>
                    </a:lnTo>
                    <a:lnTo>
                      <a:pt x="238" y="8"/>
                    </a:lnTo>
                    <a:lnTo>
                      <a:pt x="222" y="7"/>
                    </a:lnTo>
                    <a:lnTo>
                      <a:pt x="207" y="5"/>
                    </a:lnTo>
                    <a:lnTo>
                      <a:pt x="190" y="5"/>
                    </a:lnTo>
                    <a:lnTo>
                      <a:pt x="142" y="1"/>
                    </a:lnTo>
                    <a:lnTo>
                      <a:pt x="110" y="1"/>
                    </a:lnTo>
                    <a:lnTo>
                      <a:pt x="93" y="0"/>
                    </a:lnTo>
                    <a:lnTo>
                      <a:pt x="0" y="0"/>
                    </a:lnTo>
                    <a:lnTo>
                      <a:pt x="0" y="1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12240" bIns="-122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79" name="Freeform 201"/>
              <p:cNvSpPr/>
              <p:nvPr/>
            </p:nvSpPr>
            <p:spPr>
              <a:xfrm>
                <a:off x="4262760" y="1925640"/>
                <a:ext cx="273240" cy="75600"/>
              </a:xfrm>
              <a:custGeom>
                <a:avLst/>
                <a:gdLst>
                  <a:gd name="textAreaLeft" fmla="*/ 0 w 273240"/>
                  <a:gd name="textAreaRight" fmla="*/ 273600 w 273240"/>
                  <a:gd name="textAreaTop" fmla="*/ 0 h 75600"/>
                  <a:gd name="textAreaBottom" fmla="*/ 75960 h 75600"/>
                </a:gdLst>
                <a:ahLst/>
                <a:rect l="textAreaLeft" t="textAreaTop" r="textAreaRight" b="textAreaBottom"/>
                <a:pathLst>
                  <a:path w="483" h="134">
                    <a:moveTo>
                      <a:pt x="0" y="17"/>
                    </a:moveTo>
                    <a:lnTo>
                      <a:pt x="14" y="17"/>
                    </a:lnTo>
                    <a:lnTo>
                      <a:pt x="27" y="20"/>
                    </a:lnTo>
                    <a:lnTo>
                      <a:pt x="45" y="24"/>
                    </a:lnTo>
                    <a:lnTo>
                      <a:pt x="59" y="26"/>
                    </a:lnTo>
                    <a:lnTo>
                      <a:pt x="75" y="28"/>
                    </a:lnTo>
                    <a:lnTo>
                      <a:pt x="90" y="32"/>
                    </a:lnTo>
                    <a:lnTo>
                      <a:pt x="105" y="34"/>
                    </a:lnTo>
                    <a:lnTo>
                      <a:pt x="120" y="37"/>
                    </a:lnTo>
                    <a:lnTo>
                      <a:pt x="134" y="41"/>
                    </a:lnTo>
                    <a:lnTo>
                      <a:pt x="151" y="44"/>
                    </a:lnTo>
                    <a:lnTo>
                      <a:pt x="166" y="47"/>
                    </a:lnTo>
                    <a:lnTo>
                      <a:pt x="225" y="60"/>
                    </a:lnTo>
                    <a:lnTo>
                      <a:pt x="241" y="65"/>
                    </a:lnTo>
                    <a:lnTo>
                      <a:pt x="269" y="72"/>
                    </a:lnTo>
                    <a:lnTo>
                      <a:pt x="284" y="75"/>
                    </a:lnTo>
                    <a:lnTo>
                      <a:pt x="300" y="80"/>
                    </a:lnTo>
                    <a:lnTo>
                      <a:pt x="314" y="83"/>
                    </a:lnTo>
                    <a:lnTo>
                      <a:pt x="344" y="93"/>
                    </a:lnTo>
                    <a:lnTo>
                      <a:pt x="359" y="96"/>
                    </a:lnTo>
                    <a:lnTo>
                      <a:pt x="373" y="101"/>
                    </a:lnTo>
                    <a:lnTo>
                      <a:pt x="387" y="104"/>
                    </a:lnTo>
                    <a:lnTo>
                      <a:pt x="401" y="109"/>
                    </a:lnTo>
                    <a:lnTo>
                      <a:pt x="417" y="113"/>
                    </a:lnTo>
                    <a:lnTo>
                      <a:pt x="432" y="117"/>
                    </a:lnTo>
                    <a:lnTo>
                      <a:pt x="446" y="124"/>
                    </a:lnTo>
                    <a:lnTo>
                      <a:pt x="460" y="127"/>
                    </a:lnTo>
                    <a:lnTo>
                      <a:pt x="476" y="133"/>
                    </a:lnTo>
                    <a:lnTo>
                      <a:pt x="477" y="134"/>
                    </a:lnTo>
                    <a:lnTo>
                      <a:pt x="482" y="118"/>
                    </a:lnTo>
                    <a:lnTo>
                      <a:pt x="483" y="119"/>
                    </a:lnTo>
                    <a:lnTo>
                      <a:pt x="464" y="111"/>
                    </a:lnTo>
                    <a:lnTo>
                      <a:pt x="451" y="108"/>
                    </a:lnTo>
                    <a:lnTo>
                      <a:pt x="437" y="101"/>
                    </a:lnTo>
                    <a:lnTo>
                      <a:pt x="422" y="97"/>
                    </a:lnTo>
                    <a:lnTo>
                      <a:pt x="406" y="93"/>
                    </a:lnTo>
                    <a:lnTo>
                      <a:pt x="392" y="88"/>
                    </a:lnTo>
                    <a:lnTo>
                      <a:pt x="378" y="85"/>
                    </a:lnTo>
                    <a:lnTo>
                      <a:pt x="363" y="80"/>
                    </a:lnTo>
                    <a:lnTo>
                      <a:pt x="348" y="77"/>
                    </a:lnTo>
                    <a:lnTo>
                      <a:pt x="318" y="67"/>
                    </a:lnTo>
                    <a:lnTo>
                      <a:pt x="304" y="64"/>
                    </a:lnTo>
                    <a:lnTo>
                      <a:pt x="288" y="59"/>
                    </a:lnTo>
                    <a:lnTo>
                      <a:pt x="273" y="56"/>
                    </a:lnTo>
                    <a:lnTo>
                      <a:pt x="246" y="49"/>
                    </a:lnTo>
                    <a:lnTo>
                      <a:pt x="230" y="44"/>
                    </a:lnTo>
                    <a:lnTo>
                      <a:pt x="168" y="30"/>
                    </a:lnTo>
                    <a:lnTo>
                      <a:pt x="153" y="28"/>
                    </a:lnTo>
                    <a:lnTo>
                      <a:pt x="139" y="25"/>
                    </a:lnTo>
                    <a:lnTo>
                      <a:pt x="125" y="21"/>
                    </a:lnTo>
                    <a:lnTo>
                      <a:pt x="107" y="18"/>
                    </a:lnTo>
                    <a:lnTo>
                      <a:pt x="92" y="15"/>
                    </a:lnTo>
                    <a:lnTo>
                      <a:pt x="77" y="12"/>
                    </a:lnTo>
                    <a:lnTo>
                      <a:pt x="61" y="10"/>
                    </a:lnTo>
                    <a:lnTo>
                      <a:pt x="48" y="7"/>
                    </a:lnTo>
                    <a:lnTo>
                      <a:pt x="31" y="4"/>
                    </a:lnTo>
                    <a:lnTo>
                      <a:pt x="16" y="0"/>
                    </a:lnTo>
                    <a:lnTo>
                      <a:pt x="1" y="0"/>
                    </a:lnTo>
                    <a:lnTo>
                      <a:pt x="3" y="0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30960" bIns="309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80" name="Freeform 202"/>
              <p:cNvSpPr/>
              <p:nvPr/>
            </p:nvSpPr>
            <p:spPr>
              <a:xfrm>
                <a:off x="4532760" y="1991520"/>
                <a:ext cx="254880" cy="115560"/>
              </a:xfrm>
              <a:custGeom>
                <a:avLst/>
                <a:gdLst>
                  <a:gd name="textAreaLeft" fmla="*/ 0 w 254880"/>
                  <a:gd name="textAreaRight" fmla="*/ 255240 w 254880"/>
                  <a:gd name="textAreaTop" fmla="*/ 0 h 115560"/>
                  <a:gd name="textAreaBottom" fmla="*/ 115920 h 115560"/>
                </a:gdLst>
                <a:ahLst/>
                <a:rect l="textAreaLeft" t="textAreaTop" r="textAreaRight" b="textAreaBottom"/>
                <a:pathLst>
                  <a:path w="451" h="203">
                    <a:moveTo>
                      <a:pt x="0" y="16"/>
                    </a:moveTo>
                    <a:lnTo>
                      <a:pt x="28" y="23"/>
                    </a:lnTo>
                    <a:lnTo>
                      <a:pt x="40" y="29"/>
                    </a:lnTo>
                    <a:lnTo>
                      <a:pt x="55" y="35"/>
                    </a:lnTo>
                    <a:lnTo>
                      <a:pt x="69" y="40"/>
                    </a:lnTo>
                    <a:lnTo>
                      <a:pt x="83" y="45"/>
                    </a:lnTo>
                    <a:lnTo>
                      <a:pt x="98" y="50"/>
                    </a:lnTo>
                    <a:lnTo>
                      <a:pt x="112" y="54"/>
                    </a:lnTo>
                    <a:lnTo>
                      <a:pt x="127" y="61"/>
                    </a:lnTo>
                    <a:lnTo>
                      <a:pt x="155" y="70"/>
                    </a:lnTo>
                    <a:lnTo>
                      <a:pt x="210" y="93"/>
                    </a:lnTo>
                    <a:lnTo>
                      <a:pt x="225" y="101"/>
                    </a:lnTo>
                    <a:lnTo>
                      <a:pt x="240" y="106"/>
                    </a:lnTo>
                    <a:lnTo>
                      <a:pt x="252" y="111"/>
                    </a:lnTo>
                    <a:lnTo>
                      <a:pt x="266" y="117"/>
                    </a:lnTo>
                    <a:lnTo>
                      <a:pt x="280" y="123"/>
                    </a:lnTo>
                    <a:lnTo>
                      <a:pt x="294" y="130"/>
                    </a:lnTo>
                    <a:lnTo>
                      <a:pt x="307" y="135"/>
                    </a:lnTo>
                    <a:lnTo>
                      <a:pt x="334" y="149"/>
                    </a:lnTo>
                    <a:lnTo>
                      <a:pt x="348" y="154"/>
                    </a:lnTo>
                    <a:lnTo>
                      <a:pt x="361" y="161"/>
                    </a:lnTo>
                    <a:lnTo>
                      <a:pt x="444" y="203"/>
                    </a:lnTo>
                    <a:lnTo>
                      <a:pt x="451" y="189"/>
                    </a:lnTo>
                    <a:lnTo>
                      <a:pt x="368" y="147"/>
                    </a:lnTo>
                    <a:lnTo>
                      <a:pt x="355" y="141"/>
                    </a:lnTo>
                    <a:lnTo>
                      <a:pt x="341" y="135"/>
                    </a:lnTo>
                    <a:lnTo>
                      <a:pt x="313" y="121"/>
                    </a:lnTo>
                    <a:lnTo>
                      <a:pt x="301" y="116"/>
                    </a:lnTo>
                    <a:lnTo>
                      <a:pt x="287" y="109"/>
                    </a:lnTo>
                    <a:lnTo>
                      <a:pt x="273" y="104"/>
                    </a:lnTo>
                    <a:lnTo>
                      <a:pt x="259" y="97"/>
                    </a:lnTo>
                    <a:lnTo>
                      <a:pt x="244" y="90"/>
                    </a:lnTo>
                    <a:lnTo>
                      <a:pt x="232" y="85"/>
                    </a:lnTo>
                    <a:lnTo>
                      <a:pt x="217" y="79"/>
                    </a:lnTo>
                    <a:lnTo>
                      <a:pt x="161" y="56"/>
                    </a:lnTo>
                    <a:lnTo>
                      <a:pt x="145" y="50"/>
                    </a:lnTo>
                    <a:lnTo>
                      <a:pt x="131" y="45"/>
                    </a:lnTo>
                    <a:lnTo>
                      <a:pt x="119" y="40"/>
                    </a:lnTo>
                    <a:lnTo>
                      <a:pt x="103" y="33"/>
                    </a:lnTo>
                    <a:lnTo>
                      <a:pt x="88" y="29"/>
                    </a:lnTo>
                    <a:lnTo>
                      <a:pt x="74" y="24"/>
                    </a:lnTo>
                    <a:lnTo>
                      <a:pt x="60" y="18"/>
                    </a:lnTo>
                    <a:lnTo>
                      <a:pt x="47" y="15"/>
                    </a:lnTo>
                    <a:lnTo>
                      <a:pt x="32" y="7"/>
                    </a:lnTo>
                    <a:lnTo>
                      <a:pt x="5" y="0"/>
                    </a:lnTo>
                    <a:lnTo>
                      <a:pt x="0" y="16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81" name="Freeform 203"/>
              <p:cNvSpPr/>
              <p:nvPr/>
            </p:nvSpPr>
            <p:spPr>
              <a:xfrm>
                <a:off x="4783680" y="2099520"/>
                <a:ext cx="236880" cy="151560"/>
              </a:xfrm>
              <a:custGeom>
                <a:avLst/>
                <a:gdLst>
                  <a:gd name="textAreaLeft" fmla="*/ 0 w 236880"/>
                  <a:gd name="textAreaRight" fmla="*/ 237240 w 236880"/>
                  <a:gd name="textAreaTop" fmla="*/ 0 h 151560"/>
                  <a:gd name="textAreaBottom" fmla="*/ 151920 h 151560"/>
                </a:gdLst>
                <a:ahLst/>
                <a:rect l="textAreaLeft" t="textAreaTop" r="textAreaRight" b="textAreaBottom"/>
                <a:pathLst>
                  <a:path w="417" h="267">
                    <a:moveTo>
                      <a:pt x="2" y="14"/>
                    </a:moveTo>
                    <a:lnTo>
                      <a:pt x="0" y="14"/>
                    </a:lnTo>
                    <a:lnTo>
                      <a:pt x="11" y="21"/>
                    </a:lnTo>
                    <a:lnTo>
                      <a:pt x="67" y="48"/>
                    </a:lnTo>
                    <a:lnTo>
                      <a:pt x="93" y="62"/>
                    </a:lnTo>
                    <a:lnTo>
                      <a:pt x="106" y="70"/>
                    </a:lnTo>
                    <a:lnTo>
                      <a:pt x="131" y="84"/>
                    </a:lnTo>
                    <a:lnTo>
                      <a:pt x="143" y="93"/>
                    </a:lnTo>
                    <a:lnTo>
                      <a:pt x="158" y="100"/>
                    </a:lnTo>
                    <a:lnTo>
                      <a:pt x="170" y="108"/>
                    </a:lnTo>
                    <a:lnTo>
                      <a:pt x="182" y="115"/>
                    </a:lnTo>
                    <a:lnTo>
                      <a:pt x="195" y="123"/>
                    </a:lnTo>
                    <a:lnTo>
                      <a:pt x="209" y="132"/>
                    </a:lnTo>
                    <a:lnTo>
                      <a:pt x="221" y="139"/>
                    </a:lnTo>
                    <a:lnTo>
                      <a:pt x="233" y="147"/>
                    </a:lnTo>
                    <a:lnTo>
                      <a:pt x="246" y="154"/>
                    </a:lnTo>
                    <a:lnTo>
                      <a:pt x="259" y="163"/>
                    </a:lnTo>
                    <a:lnTo>
                      <a:pt x="271" y="170"/>
                    </a:lnTo>
                    <a:lnTo>
                      <a:pt x="284" y="180"/>
                    </a:lnTo>
                    <a:lnTo>
                      <a:pt x="295" y="188"/>
                    </a:lnTo>
                    <a:lnTo>
                      <a:pt x="309" y="197"/>
                    </a:lnTo>
                    <a:lnTo>
                      <a:pt x="321" y="205"/>
                    </a:lnTo>
                    <a:lnTo>
                      <a:pt x="333" y="214"/>
                    </a:lnTo>
                    <a:lnTo>
                      <a:pt x="346" y="222"/>
                    </a:lnTo>
                    <a:lnTo>
                      <a:pt x="358" y="230"/>
                    </a:lnTo>
                    <a:lnTo>
                      <a:pt x="370" y="240"/>
                    </a:lnTo>
                    <a:lnTo>
                      <a:pt x="382" y="248"/>
                    </a:lnTo>
                    <a:lnTo>
                      <a:pt x="394" y="257"/>
                    </a:lnTo>
                    <a:lnTo>
                      <a:pt x="408" y="267"/>
                    </a:lnTo>
                    <a:lnTo>
                      <a:pt x="417" y="253"/>
                    </a:lnTo>
                    <a:lnTo>
                      <a:pt x="404" y="243"/>
                    </a:lnTo>
                    <a:lnTo>
                      <a:pt x="391" y="234"/>
                    </a:lnTo>
                    <a:lnTo>
                      <a:pt x="379" y="226"/>
                    </a:lnTo>
                    <a:lnTo>
                      <a:pt x="367" y="216"/>
                    </a:lnTo>
                    <a:lnTo>
                      <a:pt x="355" y="208"/>
                    </a:lnTo>
                    <a:lnTo>
                      <a:pt x="343" y="200"/>
                    </a:lnTo>
                    <a:lnTo>
                      <a:pt x="330" y="191"/>
                    </a:lnTo>
                    <a:lnTo>
                      <a:pt x="318" y="183"/>
                    </a:lnTo>
                    <a:lnTo>
                      <a:pt x="305" y="174"/>
                    </a:lnTo>
                    <a:lnTo>
                      <a:pt x="293" y="166"/>
                    </a:lnTo>
                    <a:lnTo>
                      <a:pt x="280" y="157"/>
                    </a:lnTo>
                    <a:lnTo>
                      <a:pt x="268" y="150"/>
                    </a:lnTo>
                    <a:lnTo>
                      <a:pt x="255" y="140"/>
                    </a:lnTo>
                    <a:lnTo>
                      <a:pt x="242" y="134"/>
                    </a:lnTo>
                    <a:lnTo>
                      <a:pt x="230" y="125"/>
                    </a:lnTo>
                    <a:lnTo>
                      <a:pt x="218" y="119"/>
                    </a:lnTo>
                    <a:lnTo>
                      <a:pt x="204" y="109"/>
                    </a:lnTo>
                    <a:lnTo>
                      <a:pt x="192" y="101"/>
                    </a:lnTo>
                    <a:lnTo>
                      <a:pt x="179" y="94"/>
                    </a:lnTo>
                    <a:lnTo>
                      <a:pt x="165" y="86"/>
                    </a:lnTo>
                    <a:lnTo>
                      <a:pt x="153" y="79"/>
                    </a:lnTo>
                    <a:lnTo>
                      <a:pt x="140" y="70"/>
                    </a:lnTo>
                    <a:lnTo>
                      <a:pt x="113" y="56"/>
                    </a:lnTo>
                    <a:lnTo>
                      <a:pt x="100" y="48"/>
                    </a:lnTo>
                    <a:lnTo>
                      <a:pt x="74" y="34"/>
                    </a:lnTo>
                    <a:lnTo>
                      <a:pt x="20" y="7"/>
                    </a:lnTo>
                    <a:lnTo>
                      <a:pt x="10" y="0"/>
                    </a:lnTo>
                    <a:lnTo>
                      <a:pt x="9" y="0"/>
                    </a:lnTo>
                    <a:lnTo>
                      <a:pt x="2" y="14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  <p:sp>
            <p:nvSpPr>
              <p:cNvPr id="682" name="Freeform 204"/>
              <p:cNvSpPr/>
              <p:nvPr/>
            </p:nvSpPr>
            <p:spPr>
              <a:xfrm>
                <a:off x="5015160" y="2243520"/>
                <a:ext cx="210600" cy="182520"/>
              </a:xfrm>
              <a:custGeom>
                <a:avLst/>
                <a:gdLst>
                  <a:gd name="textAreaLeft" fmla="*/ 0 w 210600"/>
                  <a:gd name="textAreaRight" fmla="*/ 210960 w 210600"/>
                  <a:gd name="textAreaTop" fmla="*/ 0 h 182520"/>
                  <a:gd name="textAreaBottom" fmla="*/ 182880 h 182520"/>
                </a:gdLst>
                <a:ahLst/>
                <a:rect l="textAreaLeft" t="textAreaTop" r="textAreaRight" b="textAreaBottom"/>
                <a:pathLst>
                  <a:path w="372" h="323">
                    <a:moveTo>
                      <a:pt x="0" y="14"/>
                    </a:moveTo>
                    <a:lnTo>
                      <a:pt x="11" y="20"/>
                    </a:lnTo>
                    <a:lnTo>
                      <a:pt x="21" y="31"/>
                    </a:lnTo>
                    <a:lnTo>
                      <a:pt x="35" y="38"/>
                    </a:lnTo>
                    <a:lnTo>
                      <a:pt x="45" y="48"/>
                    </a:lnTo>
                    <a:lnTo>
                      <a:pt x="59" y="58"/>
                    </a:lnTo>
                    <a:lnTo>
                      <a:pt x="69" y="65"/>
                    </a:lnTo>
                    <a:lnTo>
                      <a:pt x="81" y="74"/>
                    </a:lnTo>
                    <a:lnTo>
                      <a:pt x="94" y="84"/>
                    </a:lnTo>
                    <a:lnTo>
                      <a:pt x="117" y="104"/>
                    </a:lnTo>
                    <a:lnTo>
                      <a:pt x="128" y="111"/>
                    </a:lnTo>
                    <a:lnTo>
                      <a:pt x="138" y="121"/>
                    </a:lnTo>
                    <a:lnTo>
                      <a:pt x="150" y="131"/>
                    </a:lnTo>
                    <a:lnTo>
                      <a:pt x="160" y="140"/>
                    </a:lnTo>
                    <a:lnTo>
                      <a:pt x="186" y="160"/>
                    </a:lnTo>
                    <a:lnTo>
                      <a:pt x="196" y="169"/>
                    </a:lnTo>
                    <a:lnTo>
                      <a:pt x="218" y="189"/>
                    </a:lnTo>
                    <a:lnTo>
                      <a:pt x="229" y="199"/>
                    </a:lnTo>
                    <a:lnTo>
                      <a:pt x="240" y="209"/>
                    </a:lnTo>
                    <a:lnTo>
                      <a:pt x="251" y="218"/>
                    </a:lnTo>
                    <a:lnTo>
                      <a:pt x="262" y="228"/>
                    </a:lnTo>
                    <a:lnTo>
                      <a:pt x="273" y="239"/>
                    </a:lnTo>
                    <a:lnTo>
                      <a:pt x="284" y="249"/>
                    </a:lnTo>
                    <a:lnTo>
                      <a:pt x="295" y="260"/>
                    </a:lnTo>
                    <a:lnTo>
                      <a:pt x="347" y="311"/>
                    </a:lnTo>
                    <a:lnTo>
                      <a:pt x="362" y="323"/>
                    </a:lnTo>
                    <a:lnTo>
                      <a:pt x="361" y="323"/>
                    </a:lnTo>
                    <a:lnTo>
                      <a:pt x="372" y="311"/>
                    </a:lnTo>
                    <a:lnTo>
                      <a:pt x="371" y="311"/>
                    </a:lnTo>
                    <a:lnTo>
                      <a:pt x="359" y="300"/>
                    </a:lnTo>
                    <a:lnTo>
                      <a:pt x="307" y="248"/>
                    </a:lnTo>
                    <a:lnTo>
                      <a:pt x="295" y="238"/>
                    </a:lnTo>
                    <a:lnTo>
                      <a:pt x="285" y="227"/>
                    </a:lnTo>
                    <a:lnTo>
                      <a:pt x="273" y="217"/>
                    </a:lnTo>
                    <a:lnTo>
                      <a:pt x="263" y="207"/>
                    </a:lnTo>
                    <a:lnTo>
                      <a:pt x="251" y="197"/>
                    </a:lnTo>
                    <a:lnTo>
                      <a:pt x="241" y="187"/>
                    </a:lnTo>
                    <a:lnTo>
                      <a:pt x="229" y="178"/>
                    </a:lnTo>
                    <a:lnTo>
                      <a:pt x="205" y="157"/>
                    </a:lnTo>
                    <a:lnTo>
                      <a:pt x="195" y="149"/>
                    </a:lnTo>
                    <a:lnTo>
                      <a:pt x="185" y="139"/>
                    </a:lnTo>
                    <a:lnTo>
                      <a:pt x="172" y="128"/>
                    </a:lnTo>
                    <a:lnTo>
                      <a:pt x="162" y="119"/>
                    </a:lnTo>
                    <a:lnTo>
                      <a:pt x="150" y="110"/>
                    </a:lnTo>
                    <a:lnTo>
                      <a:pt x="137" y="99"/>
                    </a:lnTo>
                    <a:lnTo>
                      <a:pt x="126" y="90"/>
                    </a:lnTo>
                    <a:lnTo>
                      <a:pt x="103" y="73"/>
                    </a:lnTo>
                    <a:lnTo>
                      <a:pt x="90" y="63"/>
                    </a:lnTo>
                    <a:lnTo>
                      <a:pt x="79" y="53"/>
                    </a:lnTo>
                    <a:lnTo>
                      <a:pt x="68" y="44"/>
                    </a:lnTo>
                    <a:lnTo>
                      <a:pt x="54" y="36"/>
                    </a:lnTo>
                    <a:lnTo>
                      <a:pt x="44" y="25"/>
                    </a:lnTo>
                    <a:lnTo>
                      <a:pt x="30" y="18"/>
                    </a:lnTo>
                    <a:lnTo>
                      <a:pt x="20" y="8"/>
                    </a:lnTo>
                    <a:lnTo>
                      <a:pt x="9" y="0"/>
                    </a:lnTo>
                    <a:lnTo>
                      <a:pt x="0" y="14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en-GB" sz="1800" spc="-1" strike="noStrike">
                  <a:solidFill>
                    <a:srgbClr val="000000"/>
                  </a:solidFill>
                  <a:latin typeface="Calibri"/>
                </a:endParaRPr>
              </a:p>
            </p:txBody>
          </p:sp>
        </p:grpSp>
        <p:sp>
          <p:nvSpPr>
            <p:cNvPr id="683" name="Freeform 205"/>
            <p:cNvSpPr/>
            <p:nvPr/>
          </p:nvSpPr>
          <p:spPr>
            <a:xfrm>
              <a:off x="5219640" y="2419200"/>
              <a:ext cx="183600" cy="210600"/>
            </a:xfrm>
            <a:custGeom>
              <a:avLst/>
              <a:gdLst>
                <a:gd name="textAreaLeft" fmla="*/ 0 w 183600"/>
                <a:gd name="textAreaRight" fmla="*/ 183960 w 183600"/>
                <a:gd name="textAreaTop" fmla="*/ 0 h 210600"/>
                <a:gd name="textAreaBottom" fmla="*/ 210960 h 210600"/>
              </a:gdLst>
              <a:ahLst/>
              <a:rect l="textAreaLeft" t="textAreaTop" r="textAreaRight" b="textAreaBottom"/>
              <a:pathLst>
                <a:path w="323" h="373">
                  <a:moveTo>
                    <a:pt x="0" y="12"/>
                  </a:moveTo>
                  <a:lnTo>
                    <a:pt x="41" y="53"/>
                  </a:lnTo>
                  <a:lnTo>
                    <a:pt x="50" y="64"/>
                  </a:lnTo>
                  <a:lnTo>
                    <a:pt x="61" y="74"/>
                  </a:lnTo>
                  <a:lnTo>
                    <a:pt x="82" y="97"/>
                  </a:lnTo>
                  <a:lnTo>
                    <a:pt x="102" y="117"/>
                  </a:lnTo>
                  <a:lnTo>
                    <a:pt x="110" y="128"/>
                  </a:lnTo>
                  <a:lnTo>
                    <a:pt x="121" y="141"/>
                  </a:lnTo>
                  <a:lnTo>
                    <a:pt x="131" y="151"/>
                  </a:lnTo>
                  <a:lnTo>
                    <a:pt x="140" y="163"/>
                  </a:lnTo>
                  <a:lnTo>
                    <a:pt x="151" y="174"/>
                  </a:lnTo>
                  <a:lnTo>
                    <a:pt x="162" y="186"/>
                  </a:lnTo>
                  <a:lnTo>
                    <a:pt x="170" y="195"/>
                  </a:lnTo>
                  <a:lnTo>
                    <a:pt x="181" y="209"/>
                  </a:lnTo>
                  <a:lnTo>
                    <a:pt x="190" y="219"/>
                  </a:lnTo>
                  <a:lnTo>
                    <a:pt x="200" y="231"/>
                  </a:lnTo>
                  <a:lnTo>
                    <a:pt x="208" y="241"/>
                  </a:lnTo>
                  <a:lnTo>
                    <a:pt x="216" y="253"/>
                  </a:lnTo>
                  <a:lnTo>
                    <a:pt x="227" y="264"/>
                  </a:lnTo>
                  <a:lnTo>
                    <a:pt x="237" y="277"/>
                  </a:lnTo>
                  <a:lnTo>
                    <a:pt x="256" y="300"/>
                  </a:lnTo>
                  <a:lnTo>
                    <a:pt x="262" y="310"/>
                  </a:lnTo>
                  <a:lnTo>
                    <a:pt x="273" y="324"/>
                  </a:lnTo>
                  <a:lnTo>
                    <a:pt x="282" y="334"/>
                  </a:lnTo>
                  <a:lnTo>
                    <a:pt x="289" y="348"/>
                  </a:lnTo>
                  <a:lnTo>
                    <a:pt x="300" y="360"/>
                  </a:lnTo>
                  <a:lnTo>
                    <a:pt x="310" y="373"/>
                  </a:lnTo>
                  <a:lnTo>
                    <a:pt x="323" y="363"/>
                  </a:lnTo>
                  <a:lnTo>
                    <a:pt x="312" y="348"/>
                  </a:lnTo>
                  <a:lnTo>
                    <a:pt x="303" y="339"/>
                  </a:lnTo>
                  <a:lnTo>
                    <a:pt x="296" y="325"/>
                  </a:lnTo>
                  <a:lnTo>
                    <a:pt x="284" y="315"/>
                  </a:lnTo>
                  <a:lnTo>
                    <a:pt x="276" y="301"/>
                  </a:lnTo>
                  <a:lnTo>
                    <a:pt x="267" y="291"/>
                  </a:lnTo>
                  <a:lnTo>
                    <a:pt x="249" y="268"/>
                  </a:lnTo>
                  <a:lnTo>
                    <a:pt x="238" y="255"/>
                  </a:lnTo>
                  <a:lnTo>
                    <a:pt x="230" y="243"/>
                  </a:lnTo>
                  <a:lnTo>
                    <a:pt x="222" y="232"/>
                  </a:lnTo>
                  <a:lnTo>
                    <a:pt x="212" y="219"/>
                  </a:lnTo>
                  <a:lnTo>
                    <a:pt x="201" y="208"/>
                  </a:lnTo>
                  <a:lnTo>
                    <a:pt x="192" y="197"/>
                  </a:lnTo>
                  <a:lnTo>
                    <a:pt x="182" y="186"/>
                  </a:lnTo>
                  <a:lnTo>
                    <a:pt x="174" y="174"/>
                  </a:lnTo>
                  <a:lnTo>
                    <a:pt x="162" y="163"/>
                  </a:lnTo>
                  <a:lnTo>
                    <a:pt x="152" y="151"/>
                  </a:lnTo>
                  <a:lnTo>
                    <a:pt x="143" y="140"/>
                  </a:lnTo>
                  <a:lnTo>
                    <a:pt x="132" y="129"/>
                  </a:lnTo>
                  <a:lnTo>
                    <a:pt x="122" y="119"/>
                  </a:lnTo>
                  <a:lnTo>
                    <a:pt x="114" y="108"/>
                  </a:lnTo>
                  <a:lnTo>
                    <a:pt x="93" y="86"/>
                  </a:lnTo>
                  <a:lnTo>
                    <a:pt x="72" y="63"/>
                  </a:lnTo>
                  <a:lnTo>
                    <a:pt x="62" y="52"/>
                  </a:lnTo>
                  <a:lnTo>
                    <a:pt x="53" y="42"/>
                  </a:lnTo>
                  <a:lnTo>
                    <a:pt x="11" y="0"/>
                  </a:lnTo>
                  <a:lnTo>
                    <a:pt x="0" y="1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4" name="Freeform 206"/>
            <p:cNvSpPr/>
            <p:nvPr/>
          </p:nvSpPr>
          <p:spPr>
            <a:xfrm>
              <a:off x="5395320" y="2625840"/>
              <a:ext cx="150480" cy="235800"/>
            </a:xfrm>
            <a:custGeom>
              <a:avLst/>
              <a:gdLst>
                <a:gd name="textAreaLeft" fmla="*/ 0 w 150480"/>
                <a:gd name="textAreaRight" fmla="*/ 150840 w 150480"/>
                <a:gd name="textAreaTop" fmla="*/ 0 h 235800"/>
                <a:gd name="textAreaBottom" fmla="*/ 236160 h 235800"/>
              </a:gdLst>
              <a:ahLst/>
              <a:rect l="textAreaLeft" t="textAreaTop" r="textAreaRight" b="textAreaBottom"/>
              <a:pathLst>
                <a:path w="266" h="417">
                  <a:moveTo>
                    <a:pt x="0" y="10"/>
                  </a:moveTo>
                  <a:lnTo>
                    <a:pt x="16" y="34"/>
                  </a:lnTo>
                  <a:lnTo>
                    <a:pt x="24" y="44"/>
                  </a:lnTo>
                  <a:lnTo>
                    <a:pt x="33" y="58"/>
                  </a:lnTo>
                  <a:lnTo>
                    <a:pt x="41" y="68"/>
                  </a:lnTo>
                  <a:lnTo>
                    <a:pt x="49" y="82"/>
                  </a:lnTo>
                  <a:lnTo>
                    <a:pt x="57" y="94"/>
                  </a:lnTo>
                  <a:lnTo>
                    <a:pt x="66" y="106"/>
                  </a:lnTo>
                  <a:lnTo>
                    <a:pt x="75" y="119"/>
                  </a:lnTo>
                  <a:lnTo>
                    <a:pt x="83" y="130"/>
                  </a:lnTo>
                  <a:lnTo>
                    <a:pt x="92" y="143"/>
                  </a:lnTo>
                  <a:lnTo>
                    <a:pt x="100" y="156"/>
                  </a:lnTo>
                  <a:lnTo>
                    <a:pt x="107" y="168"/>
                  </a:lnTo>
                  <a:lnTo>
                    <a:pt x="123" y="194"/>
                  </a:lnTo>
                  <a:lnTo>
                    <a:pt x="131" y="208"/>
                  </a:lnTo>
                  <a:lnTo>
                    <a:pt x="139" y="219"/>
                  </a:lnTo>
                  <a:lnTo>
                    <a:pt x="155" y="243"/>
                  </a:lnTo>
                  <a:lnTo>
                    <a:pt x="169" y="271"/>
                  </a:lnTo>
                  <a:lnTo>
                    <a:pt x="178" y="284"/>
                  </a:lnTo>
                  <a:lnTo>
                    <a:pt x="185" y="295"/>
                  </a:lnTo>
                  <a:lnTo>
                    <a:pt x="192" y="309"/>
                  </a:lnTo>
                  <a:lnTo>
                    <a:pt x="200" y="323"/>
                  </a:lnTo>
                  <a:lnTo>
                    <a:pt x="214" y="347"/>
                  </a:lnTo>
                  <a:lnTo>
                    <a:pt x="242" y="403"/>
                  </a:lnTo>
                  <a:lnTo>
                    <a:pt x="252" y="417"/>
                  </a:lnTo>
                  <a:lnTo>
                    <a:pt x="252" y="416"/>
                  </a:lnTo>
                  <a:lnTo>
                    <a:pt x="266" y="409"/>
                  </a:lnTo>
                  <a:lnTo>
                    <a:pt x="266" y="408"/>
                  </a:lnTo>
                  <a:lnTo>
                    <a:pt x="255" y="394"/>
                  </a:lnTo>
                  <a:lnTo>
                    <a:pt x="228" y="340"/>
                  </a:lnTo>
                  <a:lnTo>
                    <a:pt x="214" y="314"/>
                  </a:lnTo>
                  <a:lnTo>
                    <a:pt x="206" y="302"/>
                  </a:lnTo>
                  <a:lnTo>
                    <a:pt x="199" y="288"/>
                  </a:lnTo>
                  <a:lnTo>
                    <a:pt x="192" y="274"/>
                  </a:lnTo>
                  <a:lnTo>
                    <a:pt x="183" y="262"/>
                  </a:lnTo>
                  <a:lnTo>
                    <a:pt x="176" y="250"/>
                  </a:lnTo>
                  <a:lnTo>
                    <a:pt x="169" y="236"/>
                  </a:lnTo>
                  <a:lnTo>
                    <a:pt x="153" y="210"/>
                  </a:lnTo>
                  <a:lnTo>
                    <a:pt x="145" y="198"/>
                  </a:lnTo>
                  <a:lnTo>
                    <a:pt x="137" y="185"/>
                  </a:lnTo>
                  <a:lnTo>
                    <a:pt x="121" y="159"/>
                  </a:lnTo>
                  <a:lnTo>
                    <a:pt x="114" y="147"/>
                  </a:lnTo>
                  <a:lnTo>
                    <a:pt x="106" y="134"/>
                  </a:lnTo>
                  <a:lnTo>
                    <a:pt x="96" y="121"/>
                  </a:lnTo>
                  <a:lnTo>
                    <a:pt x="88" y="110"/>
                  </a:lnTo>
                  <a:lnTo>
                    <a:pt x="80" y="97"/>
                  </a:lnTo>
                  <a:lnTo>
                    <a:pt x="71" y="84"/>
                  </a:lnTo>
                  <a:lnTo>
                    <a:pt x="63" y="73"/>
                  </a:lnTo>
                  <a:lnTo>
                    <a:pt x="55" y="59"/>
                  </a:lnTo>
                  <a:lnTo>
                    <a:pt x="47" y="49"/>
                  </a:lnTo>
                  <a:lnTo>
                    <a:pt x="38" y="35"/>
                  </a:lnTo>
                  <a:lnTo>
                    <a:pt x="30" y="24"/>
                  </a:lnTo>
                  <a:lnTo>
                    <a:pt x="13" y="0"/>
                  </a:lnTo>
                  <a:lnTo>
                    <a:pt x="0" y="1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5" name="Freeform 207"/>
            <p:cNvSpPr/>
            <p:nvPr/>
          </p:nvSpPr>
          <p:spPr>
            <a:xfrm>
              <a:off x="5538240" y="2857320"/>
              <a:ext cx="115560" cy="255960"/>
            </a:xfrm>
            <a:custGeom>
              <a:avLst/>
              <a:gdLst>
                <a:gd name="textAreaLeft" fmla="*/ 0 w 115560"/>
                <a:gd name="textAreaRight" fmla="*/ 115920 w 115560"/>
                <a:gd name="textAreaTop" fmla="*/ 0 h 255960"/>
                <a:gd name="textAreaBottom" fmla="*/ 256320 h 255960"/>
              </a:gdLst>
              <a:ahLst/>
              <a:rect l="textAreaLeft" t="textAreaTop" r="textAreaRight" b="textAreaBottom"/>
              <a:pathLst>
                <a:path w="203" h="452">
                  <a:moveTo>
                    <a:pt x="0" y="7"/>
                  </a:moveTo>
                  <a:lnTo>
                    <a:pt x="5" y="18"/>
                  </a:lnTo>
                  <a:lnTo>
                    <a:pt x="39" y="87"/>
                  </a:lnTo>
                  <a:lnTo>
                    <a:pt x="46" y="99"/>
                  </a:lnTo>
                  <a:lnTo>
                    <a:pt x="52" y="113"/>
                  </a:lnTo>
                  <a:lnTo>
                    <a:pt x="59" y="127"/>
                  </a:lnTo>
                  <a:lnTo>
                    <a:pt x="70" y="155"/>
                  </a:lnTo>
                  <a:lnTo>
                    <a:pt x="77" y="168"/>
                  </a:lnTo>
                  <a:lnTo>
                    <a:pt x="83" y="182"/>
                  </a:lnTo>
                  <a:lnTo>
                    <a:pt x="90" y="196"/>
                  </a:lnTo>
                  <a:lnTo>
                    <a:pt x="94" y="210"/>
                  </a:lnTo>
                  <a:lnTo>
                    <a:pt x="101" y="224"/>
                  </a:lnTo>
                  <a:lnTo>
                    <a:pt x="106" y="236"/>
                  </a:lnTo>
                  <a:lnTo>
                    <a:pt x="112" y="251"/>
                  </a:lnTo>
                  <a:lnTo>
                    <a:pt x="119" y="265"/>
                  </a:lnTo>
                  <a:lnTo>
                    <a:pt x="123" y="278"/>
                  </a:lnTo>
                  <a:lnTo>
                    <a:pt x="128" y="293"/>
                  </a:lnTo>
                  <a:lnTo>
                    <a:pt x="135" y="307"/>
                  </a:lnTo>
                  <a:lnTo>
                    <a:pt x="138" y="321"/>
                  </a:lnTo>
                  <a:lnTo>
                    <a:pt x="146" y="335"/>
                  </a:lnTo>
                  <a:lnTo>
                    <a:pt x="150" y="348"/>
                  </a:lnTo>
                  <a:lnTo>
                    <a:pt x="155" y="363"/>
                  </a:lnTo>
                  <a:lnTo>
                    <a:pt x="160" y="378"/>
                  </a:lnTo>
                  <a:lnTo>
                    <a:pt x="166" y="392"/>
                  </a:lnTo>
                  <a:lnTo>
                    <a:pt x="169" y="406"/>
                  </a:lnTo>
                  <a:lnTo>
                    <a:pt x="176" y="420"/>
                  </a:lnTo>
                  <a:lnTo>
                    <a:pt x="180" y="433"/>
                  </a:lnTo>
                  <a:lnTo>
                    <a:pt x="188" y="452"/>
                  </a:lnTo>
                  <a:lnTo>
                    <a:pt x="187" y="451"/>
                  </a:lnTo>
                  <a:lnTo>
                    <a:pt x="203" y="446"/>
                  </a:lnTo>
                  <a:lnTo>
                    <a:pt x="202" y="445"/>
                  </a:lnTo>
                  <a:lnTo>
                    <a:pt x="196" y="429"/>
                  </a:lnTo>
                  <a:lnTo>
                    <a:pt x="192" y="415"/>
                  </a:lnTo>
                  <a:lnTo>
                    <a:pt x="185" y="401"/>
                  </a:lnTo>
                  <a:lnTo>
                    <a:pt x="182" y="387"/>
                  </a:lnTo>
                  <a:lnTo>
                    <a:pt x="176" y="374"/>
                  </a:lnTo>
                  <a:lnTo>
                    <a:pt x="172" y="359"/>
                  </a:lnTo>
                  <a:lnTo>
                    <a:pt x="166" y="344"/>
                  </a:lnTo>
                  <a:lnTo>
                    <a:pt x="160" y="329"/>
                  </a:lnTo>
                  <a:lnTo>
                    <a:pt x="154" y="316"/>
                  </a:lnTo>
                  <a:lnTo>
                    <a:pt x="151" y="302"/>
                  </a:lnTo>
                  <a:lnTo>
                    <a:pt x="144" y="286"/>
                  </a:lnTo>
                  <a:lnTo>
                    <a:pt x="139" y="273"/>
                  </a:lnTo>
                  <a:lnTo>
                    <a:pt x="132" y="258"/>
                  </a:lnTo>
                  <a:lnTo>
                    <a:pt x="125" y="244"/>
                  </a:lnTo>
                  <a:lnTo>
                    <a:pt x="122" y="232"/>
                  </a:lnTo>
                  <a:lnTo>
                    <a:pt x="115" y="217"/>
                  </a:lnTo>
                  <a:lnTo>
                    <a:pt x="108" y="203"/>
                  </a:lnTo>
                  <a:lnTo>
                    <a:pt x="104" y="189"/>
                  </a:lnTo>
                  <a:lnTo>
                    <a:pt x="97" y="175"/>
                  </a:lnTo>
                  <a:lnTo>
                    <a:pt x="91" y="162"/>
                  </a:lnTo>
                  <a:lnTo>
                    <a:pt x="84" y="148"/>
                  </a:lnTo>
                  <a:lnTo>
                    <a:pt x="73" y="120"/>
                  </a:lnTo>
                  <a:lnTo>
                    <a:pt x="66" y="106"/>
                  </a:lnTo>
                  <a:lnTo>
                    <a:pt x="60" y="92"/>
                  </a:lnTo>
                  <a:lnTo>
                    <a:pt x="53" y="80"/>
                  </a:lnTo>
                  <a:lnTo>
                    <a:pt x="18" y="11"/>
                  </a:lnTo>
                  <a:lnTo>
                    <a:pt x="14" y="0"/>
                  </a:lnTo>
                  <a:lnTo>
                    <a:pt x="0" y="7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6" name="Freeform 208"/>
            <p:cNvSpPr/>
            <p:nvPr/>
          </p:nvSpPr>
          <p:spPr>
            <a:xfrm>
              <a:off x="5645160" y="3110400"/>
              <a:ext cx="75600" cy="273240"/>
            </a:xfrm>
            <a:custGeom>
              <a:avLst/>
              <a:gdLst>
                <a:gd name="textAreaLeft" fmla="*/ 0 w 75600"/>
                <a:gd name="textAreaRight" fmla="*/ 75960 w 75600"/>
                <a:gd name="textAreaTop" fmla="*/ 0 h 273240"/>
                <a:gd name="textAreaBottom" fmla="*/ 273600 h 273240"/>
              </a:gdLst>
              <a:ahLst/>
              <a:rect l="textAreaLeft" t="textAreaTop" r="textAreaRight" b="textAreaBottom"/>
              <a:pathLst>
                <a:path w="134" h="482">
                  <a:moveTo>
                    <a:pt x="0" y="5"/>
                  </a:moveTo>
                  <a:lnTo>
                    <a:pt x="6" y="32"/>
                  </a:lnTo>
                  <a:lnTo>
                    <a:pt x="13" y="46"/>
                  </a:lnTo>
                  <a:lnTo>
                    <a:pt x="17" y="61"/>
                  </a:lnTo>
                  <a:lnTo>
                    <a:pt x="26" y="91"/>
                  </a:lnTo>
                  <a:lnTo>
                    <a:pt x="29" y="105"/>
                  </a:lnTo>
                  <a:lnTo>
                    <a:pt x="35" y="120"/>
                  </a:lnTo>
                  <a:lnTo>
                    <a:pt x="38" y="135"/>
                  </a:lnTo>
                  <a:lnTo>
                    <a:pt x="42" y="149"/>
                  </a:lnTo>
                  <a:lnTo>
                    <a:pt x="47" y="165"/>
                  </a:lnTo>
                  <a:lnTo>
                    <a:pt x="50" y="180"/>
                  </a:lnTo>
                  <a:lnTo>
                    <a:pt x="55" y="194"/>
                  </a:lnTo>
                  <a:lnTo>
                    <a:pt x="58" y="209"/>
                  </a:lnTo>
                  <a:lnTo>
                    <a:pt x="63" y="224"/>
                  </a:lnTo>
                  <a:lnTo>
                    <a:pt x="68" y="240"/>
                  </a:lnTo>
                  <a:lnTo>
                    <a:pt x="70" y="252"/>
                  </a:lnTo>
                  <a:lnTo>
                    <a:pt x="73" y="269"/>
                  </a:lnTo>
                  <a:lnTo>
                    <a:pt x="78" y="283"/>
                  </a:lnTo>
                  <a:lnTo>
                    <a:pt x="81" y="297"/>
                  </a:lnTo>
                  <a:lnTo>
                    <a:pt x="84" y="312"/>
                  </a:lnTo>
                  <a:lnTo>
                    <a:pt x="91" y="345"/>
                  </a:lnTo>
                  <a:lnTo>
                    <a:pt x="94" y="358"/>
                  </a:lnTo>
                  <a:lnTo>
                    <a:pt x="96" y="373"/>
                  </a:lnTo>
                  <a:lnTo>
                    <a:pt x="100" y="388"/>
                  </a:lnTo>
                  <a:lnTo>
                    <a:pt x="102" y="403"/>
                  </a:lnTo>
                  <a:lnTo>
                    <a:pt x="106" y="419"/>
                  </a:lnTo>
                  <a:lnTo>
                    <a:pt x="108" y="433"/>
                  </a:lnTo>
                  <a:lnTo>
                    <a:pt x="111" y="452"/>
                  </a:lnTo>
                  <a:lnTo>
                    <a:pt x="115" y="466"/>
                  </a:lnTo>
                  <a:lnTo>
                    <a:pt x="118" y="482"/>
                  </a:lnTo>
                  <a:lnTo>
                    <a:pt x="134" y="479"/>
                  </a:lnTo>
                  <a:lnTo>
                    <a:pt x="131" y="461"/>
                  </a:lnTo>
                  <a:lnTo>
                    <a:pt x="127" y="447"/>
                  </a:lnTo>
                  <a:lnTo>
                    <a:pt x="124" y="431"/>
                  </a:lnTo>
                  <a:lnTo>
                    <a:pt x="122" y="417"/>
                  </a:lnTo>
                  <a:lnTo>
                    <a:pt x="118" y="401"/>
                  </a:lnTo>
                  <a:lnTo>
                    <a:pt x="116" y="386"/>
                  </a:lnTo>
                  <a:lnTo>
                    <a:pt x="112" y="371"/>
                  </a:lnTo>
                  <a:lnTo>
                    <a:pt x="110" y="356"/>
                  </a:lnTo>
                  <a:lnTo>
                    <a:pt x="107" y="340"/>
                  </a:lnTo>
                  <a:lnTo>
                    <a:pt x="103" y="324"/>
                  </a:lnTo>
                  <a:lnTo>
                    <a:pt x="100" y="310"/>
                  </a:lnTo>
                  <a:lnTo>
                    <a:pt x="97" y="295"/>
                  </a:lnTo>
                  <a:lnTo>
                    <a:pt x="94" y="279"/>
                  </a:lnTo>
                  <a:lnTo>
                    <a:pt x="89" y="264"/>
                  </a:lnTo>
                  <a:lnTo>
                    <a:pt x="86" y="250"/>
                  </a:lnTo>
                  <a:lnTo>
                    <a:pt x="84" y="235"/>
                  </a:lnTo>
                  <a:lnTo>
                    <a:pt x="79" y="219"/>
                  </a:lnTo>
                  <a:lnTo>
                    <a:pt x="74" y="204"/>
                  </a:lnTo>
                  <a:lnTo>
                    <a:pt x="71" y="189"/>
                  </a:lnTo>
                  <a:lnTo>
                    <a:pt x="66" y="175"/>
                  </a:lnTo>
                  <a:lnTo>
                    <a:pt x="63" y="160"/>
                  </a:lnTo>
                  <a:lnTo>
                    <a:pt x="58" y="144"/>
                  </a:lnTo>
                  <a:lnTo>
                    <a:pt x="54" y="130"/>
                  </a:lnTo>
                  <a:lnTo>
                    <a:pt x="51" y="115"/>
                  </a:lnTo>
                  <a:lnTo>
                    <a:pt x="46" y="100"/>
                  </a:lnTo>
                  <a:lnTo>
                    <a:pt x="42" y="86"/>
                  </a:lnTo>
                  <a:lnTo>
                    <a:pt x="33" y="57"/>
                  </a:lnTo>
                  <a:lnTo>
                    <a:pt x="29" y="42"/>
                  </a:lnTo>
                  <a:lnTo>
                    <a:pt x="23" y="28"/>
                  </a:lnTo>
                  <a:lnTo>
                    <a:pt x="16" y="0"/>
                  </a:lnTo>
                  <a:lnTo>
                    <a:pt x="0" y="5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7" name="Freeform 209"/>
            <p:cNvSpPr/>
            <p:nvPr/>
          </p:nvSpPr>
          <p:spPr>
            <a:xfrm>
              <a:off x="5712120" y="3382920"/>
              <a:ext cx="31320" cy="28692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86920"/>
                <a:gd name="textAreaBottom" fmla="*/ 287280 h 286920"/>
              </a:gdLst>
              <a:ahLst/>
              <a:rect l="textAreaLeft" t="textAreaTop" r="textAreaRight" b="textAreaBottom"/>
              <a:pathLst>
                <a:path w="57" h="506">
                  <a:moveTo>
                    <a:pt x="0" y="3"/>
                  </a:moveTo>
                  <a:lnTo>
                    <a:pt x="0" y="1"/>
                  </a:lnTo>
                  <a:lnTo>
                    <a:pt x="0" y="16"/>
                  </a:lnTo>
                  <a:lnTo>
                    <a:pt x="4" y="33"/>
                  </a:lnTo>
                  <a:lnTo>
                    <a:pt x="6" y="48"/>
                  </a:lnTo>
                  <a:lnTo>
                    <a:pt x="7" y="64"/>
                  </a:lnTo>
                  <a:lnTo>
                    <a:pt x="9" y="79"/>
                  </a:lnTo>
                  <a:lnTo>
                    <a:pt x="12" y="95"/>
                  </a:lnTo>
                  <a:lnTo>
                    <a:pt x="14" y="110"/>
                  </a:lnTo>
                  <a:lnTo>
                    <a:pt x="16" y="126"/>
                  </a:lnTo>
                  <a:lnTo>
                    <a:pt x="17" y="141"/>
                  </a:lnTo>
                  <a:lnTo>
                    <a:pt x="20" y="157"/>
                  </a:lnTo>
                  <a:lnTo>
                    <a:pt x="21" y="172"/>
                  </a:lnTo>
                  <a:lnTo>
                    <a:pt x="23" y="188"/>
                  </a:lnTo>
                  <a:lnTo>
                    <a:pt x="24" y="203"/>
                  </a:lnTo>
                  <a:lnTo>
                    <a:pt x="27" y="219"/>
                  </a:lnTo>
                  <a:lnTo>
                    <a:pt x="28" y="234"/>
                  </a:lnTo>
                  <a:lnTo>
                    <a:pt x="30" y="250"/>
                  </a:lnTo>
                  <a:lnTo>
                    <a:pt x="30" y="265"/>
                  </a:lnTo>
                  <a:lnTo>
                    <a:pt x="31" y="283"/>
                  </a:lnTo>
                  <a:lnTo>
                    <a:pt x="34" y="313"/>
                  </a:lnTo>
                  <a:lnTo>
                    <a:pt x="34" y="329"/>
                  </a:lnTo>
                  <a:lnTo>
                    <a:pt x="35" y="346"/>
                  </a:lnTo>
                  <a:lnTo>
                    <a:pt x="36" y="361"/>
                  </a:lnTo>
                  <a:lnTo>
                    <a:pt x="37" y="377"/>
                  </a:lnTo>
                  <a:lnTo>
                    <a:pt x="37" y="392"/>
                  </a:lnTo>
                  <a:lnTo>
                    <a:pt x="38" y="408"/>
                  </a:lnTo>
                  <a:lnTo>
                    <a:pt x="38" y="488"/>
                  </a:lnTo>
                  <a:lnTo>
                    <a:pt x="41" y="506"/>
                  </a:lnTo>
                  <a:lnTo>
                    <a:pt x="41" y="505"/>
                  </a:lnTo>
                  <a:lnTo>
                    <a:pt x="57" y="505"/>
                  </a:lnTo>
                  <a:lnTo>
                    <a:pt x="57" y="504"/>
                  </a:lnTo>
                  <a:lnTo>
                    <a:pt x="54" y="488"/>
                  </a:lnTo>
                  <a:lnTo>
                    <a:pt x="54" y="408"/>
                  </a:lnTo>
                  <a:lnTo>
                    <a:pt x="53" y="392"/>
                  </a:lnTo>
                  <a:lnTo>
                    <a:pt x="53" y="377"/>
                  </a:lnTo>
                  <a:lnTo>
                    <a:pt x="52" y="359"/>
                  </a:lnTo>
                  <a:lnTo>
                    <a:pt x="51" y="344"/>
                  </a:lnTo>
                  <a:lnTo>
                    <a:pt x="50" y="329"/>
                  </a:lnTo>
                  <a:lnTo>
                    <a:pt x="50" y="313"/>
                  </a:lnTo>
                  <a:lnTo>
                    <a:pt x="49" y="295"/>
                  </a:lnTo>
                  <a:lnTo>
                    <a:pt x="47" y="280"/>
                  </a:lnTo>
                  <a:lnTo>
                    <a:pt x="46" y="265"/>
                  </a:lnTo>
                  <a:lnTo>
                    <a:pt x="46" y="250"/>
                  </a:lnTo>
                  <a:lnTo>
                    <a:pt x="44" y="232"/>
                  </a:lnTo>
                  <a:lnTo>
                    <a:pt x="43" y="217"/>
                  </a:lnTo>
                  <a:lnTo>
                    <a:pt x="41" y="201"/>
                  </a:lnTo>
                  <a:lnTo>
                    <a:pt x="39" y="186"/>
                  </a:lnTo>
                  <a:lnTo>
                    <a:pt x="37" y="170"/>
                  </a:lnTo>
                  <a:lnTo>
                    <a:pt x="36" y="155"/>
                  </a:lnTo>
                  <a:lnTo>
                    <a:pt x="34" y="139"/>
                  </a:lnTo>
                  <a:lnTo>
                    <a:pt x="32" y="124"/>
                  </a:lnTo>
                  <a:lnTo>
                    <a:pt x="30" y="107"/>
                  </a:lnTo>
                  <a:lnTo>
                    <a:pt x="28" y="92"/>
                  </a:lnTo>
                  <a:lnTo>
                    <a:pt x="26" y="76"/>
                  </a:lnTo>
                  <a:lnTo>
                    <a:pt x="23" y="61"/>
                  </a:lnTo>
                  <a:lnTo>
                    <a:pt x="22" y="45"/>
                  </a:lnTo>
                  <a:lnTo>
                    <a:pt x="20" y="30"/>
                  </a:lnTo>
                  <a:lnTo>
                    <a:pt x="16" y="14"/>
                  </a:lnTo>
                  <a:lnTo>
                    <a:pt x="16" y="1"/>
                  </a:lnTo>
                  <a:lnTo>
                    <a:pt x="16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8" name="Freeform 210"/>
            <p:cNvSpPr/>
            <p:nvPr/>
          </p:nvSpPr>
          <p:spPr>
            <a:xfrm>
              <a:off x="3976920" y="1906560"/>
              <a:ext cx="1761840" cy="352440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3524400"/>
                <a:gd name="textAreaBottom" fmla="*/ 3524760 h 3524400"/>
              </a:gdLst>
              <a:ahLst/>
              <a:rect l="textAreaLeft" t="textAreaTop" r="textAreaRight" b="textAreaBottom"/>
              <a:pathLst>
                <a:path w="3107" h="6213">
                  <a:moveTo>
                    <a:pt x="3107" y="3106"/>
                  </a:moveTo>
                  <a:lnTo>
                    <a:pt x="3104" y="3234"/>
                  </a:lnTo>
                  <a:lnTo>
                    <a:pt x="3096" y="3362"/>
                  </a:lnTo>
                  <a:lnTo>
                    <a:pt x="3084" y="3487"/>
                  </a:lnTo>
                  <a:lnTo>
                    <a:pt x="3066" y="3610"/>
                  </a:lnTo>
                  <a:lnTo>
                    <a:pt x="3043" y="3733"/>
                  </a:lnTo>
                  <a:lnTo>
                    <a:pt x="3016" y="3854"/>
                  </a:lnTo>
                  <a:lnTo>
                    <a:pt x="2984" y="3972"/>
                  </a:lnTo>
                  <a:lnTo>
                    <a:pt x="2948" y="4089"/>
                  </a:lnTo>
                  <a:lnTo>
                    <a:pt x="2907" y="4204"/>
                  </a:lnTo>
                  <a:lnTo>
                    <a:pt x="2862" y="4316"/>
                  </a:lnTo>
                  <a:lnTo>
                    <a:pt x="2813" y="4426"/>
                  </a:lnTo>
                  <a:lnTo>
                    <a:pt x="2760" y="4534"/>
                  </a:lnTo>
                  <a:lnTo>
                    <a:pt x="2702" y="4640"/>
                  </a:lnTo>
                  <a:lnTo>
                    <a:pt x="2640" y="4743"/>
                  </a:lnTo>
                  <a:lnTo>
                    <a:pt x="2576" y="4843"/>
                  </a:lnTo>
                  <a:lnTo>
                    <a:pt x="2506" y="4941"/>
                  </a:lnTo>
                  <a:lnTo>
                    <a:pt x="2434" y="5037"/>
                  </a:lnTo>
                  <a:lnTo>
                    <a:pt x="2358" y="5128"/>
                  </a:lnTo>
                  <a:lnTo>
                    <a:pt x="2278" y="5216"/>
                  </a:lnTo>
                  <a:lnTo>
                    <a:pt x="2195" y="5303"/>
                  </a:lnTo>
                  <a:lnTo>
                    <a:pt x="2110" y="5386"/>
                  </a:lnTo>
                  <a:lnTo>
                    <a:pt x="2021" y="5465"/>
                  </a:lnTo>
                  <a:lnTo>
                    <a:pt x="1929" y="5541"/>
                  </a:lnTo>
                  <a:lnTo>
                    <a:pt x="1834" y="5614"/>
                  </a:lnTo>
                  <a:lnTo>
                    <a:pt x="1736" y="5683"/>
                  </a:lnTo>
                  <a:lnTo>
                    <a:pt x="1636" y="5747"/>
                  </a:lnTo>
                  <a:lnTo>
                    <a:pt x="1533" y="5809"/>
                  </a:lnTo>
                  <a:lnTo>
                    <a:pt x="1427" y="5866"/>
                  </a:lnTo>
                  <a:lnTo>
                    <a:pt x="1319" y="5919"/>
                  </a:lnTo>
                  <a:lnTo>
                    <a:pt x="1208" y="5969"/>
                  </a:lnTo>
                  <a:lnTo>
                    <a:pt x="1097" y="6014"/>
                  </a:lnTo>
                  <a:lnTo>
                    <a:pt x="981" y="6054"/>
                  </a:lnTo>
                  <a:lnTo>
                    <a:pt x="865" y="6091"/>
                  </a:lnTo>
                  <a:lnTo>
                    <a:pt x="746" y="6122"/>
                  </a:lnTo>
                  <a:lnTo>
                    <a:pt x="625" y="6150"/>
                  </a:lnTo>
                  <a:lnTo>
                    <a:pt x="503" y="6171"/>
                  </a:lnTo>
                  <a:lnTo>
                    <a:pt x="380" y="6190"/>
                  </a:lnTo>
                  <a:lnTo>
                    <a:pt x="254" y="6203"/>
                  </a:lnTo>
                  <a:lnTo>
                    <a:pt x="128" y="6211"/>
                  </a:lnTo>
                  <a:lnTo>
                    <a:pt x="0" y="6213"/>
                  </a:lnTo>
                  <a:lnTo>
                    <a:pt x="77" y="6212"/>
                  </a:lnTo>
                  <a:lnTo>
                    <a:pt x="154" y="6208"/>
                  </a:lnTo>
                  <a:lnTo>
                    <a:pt x="230" y="6204"/>
                  </a:lnTo>
                  <a:lnTo>
                    <a:pt x="306" y="6197"/>
                  </a:lnTo>
                  <a:lnTo>
                    <a:pt x="382" y="6188"/>
                  </a:lnTo>
                  <a:lnTo>
                    <a:pt x="457" y="6177"/>
                  </a:lnTo>
                  <a:lnTo>
                    <a:pt x="531" y="6165"/>
                  </a:lnTo>
                  <a:lnTo>
                    <a:pt x="605" y="6150"/>
                  </a:lnTo>
                  <a:lnTo>
                    <a:pt x="677" y="6133"/>
                  </a:lnTo>
                  <a:lnTo>
                    <a:pt x="750" y="6115"/>
                  </a:lnTo>
                  <a:lnTo>
                    <a:pt x="821" y="6095"/>
                  </a:lnTo>
                  <a:lnTo>
                    <a:pt x="891" y="6074"/>
                  </a:lnTo>
                  <a:lnTo>
                    <a:pt x="962" y="6049"/>
                  </a:lnTo>
                  <a:lnTo>
                    <a:pt x="1031" y="6024"/>
                  </a:lnTo>
                  <a:lnTo>
                    <a:pt x="1100" y="5997"/>
                  </a:lnTo>
                  <a:lnTo>
                    <a:pt x="1168" y="5969"/>
                  </a:lnTo>
                  <a:lnTo>
                    <a:pt x="1235" y="5939"/>
                  </a:lnTo>
                  <a:lnTo>
                    <a:pt x="1300" y="5906"/>
                  </a:lnTo>
                  <a:lnTo>
                    <a:pt x="1365" y="5873"/>
                  </a:lnTo>
                  <a:lnTo>
                    <a:pt x="1429" y="5839"/>
                  </a:lnTo>
                  <a:lnTo>
                    <a:pt x="1493" y="5802"/>
                  </a:lnTo>
                  <a:lnTo>
                    <a:pt x="1555" y="5764"/>
                  </a:lnTo>
                  <a:lnTo>
                    <a:pt x="1677" y="5683"/>
                  </a:lnTo>
                  <a:lnTo>
                    <a:pt x="1736" y="5640"/>
                  </a:lnTo>
                  <a:lnTo>
                    <a:pt x="1795" y="5595"/>
                  </a:lnTo>
                  <a:lnTo>
                    <a:pt x="1852" y="5551"/>
                  </a:lnTo>
                  <a:lnTo>
                    <a:pt x="1907" y="5503"/>
                  </a:lnTo>
                  <a:lnTo>
                    <a:pt x="1963" y="5455"/>
                  </a:lnTo>
                  <a:lnTo>
                    <a:pt x="2017" y="5406"/>
                  </a:lnTo>
                  <a:lnTo>
                    <a:pt x="2070" y="5355"/>
                  </a:lnTo>
                  <a:lnTo>
                    <a:pt x="2121" y="5303"/>
                  </a:lnTo>
                  <a:lnTo>
                    <a:pt x="2171" y="5250"/>
                  </a:lnTo>
                  <a:lnTo>
                    <a:pt x="2220" y="5196"/>
                  </a:lnTo>
                  <a:lnTo>
                    <a:pt x="2268" y="5139"/>
                  </a:lnTo>
                  <a:lnTo>
                    <a:pt x="2314" y="5083"/>
                  </a:lnTo>
                  <a:lnTo>
                    <a:pt x="2360" y="5024"/>
                  </a:lnTo>
                  <a:lnTo>
                    <a:pt x="2404" y="4965"/>
                  </a:lnTo>
                  <a:lnTo>
                    <a:pt x="2447" y="4904"/>
                  </a:lnTo>
                  <a:lnTo>
                    <a:pt x="2487" y="4843"/>
                  </a:lnTo>
                  <a:lnTo>
                    <a:pt x="2527" y="4781"/>
                  </a:lnTo>
                  <a:lnTo>
                    <a:pt x="2565" y="4718"/>
                  </a:lnTo>
                  <a:lnTo>
                    <a:pt x="2602" y="4653"/>
                  </a:lnTo>
                  <a:lnTo>
                    <a:pt x="2638" y="4587"/>
                  </a:lnTo>
                  <a:lnTo>
                    <a:pt x="2671" y="4521"/>
                  </a:lnTo>
                  <a:lnTo>
                    <a:pt x="2703" y="4453"/>
                  </a:lnTo>
                  <a:lnTo>
                    <a:pt x="2735" y="4385"/>
                  </a:lnTo>
                  <a:lnTo>
                    <a:pt x="2763" y="4316"/>
                  </a:lnTo>
                  <a:lnTo>
                    <a:pt x="2791" y="4245"/>
                  </a:lnTo>
                  <a:lnTo>
                    <a:pt x="2817" y="4175"/>
                  </a:lnTo>
                  <a:lnTo>
                    <a:pt x="2842" y="4102"/>
                  </a:lnTo>
                  <a:lnTo>
                    <a:pt x="2865" y="4030"/>
                  </a:lnTo>
                  <a:lnTo>
                    <a:pt x="2885" y="3957"/>
                  </a:lnTo>
                  <a:lnTo>
                    <a:pt x="2905" y="3882"/>
                  </a:lnTo>
                  <a:lnTo>
                    <a:pt x="2922" y="3807"/>
                  </a:lnTo>
                  <a:lnTo>
                    <a:pt x="2938" y="3733"/>
                  </a:lnTo>
                  <a:lnTo>
                    <a:pt x="2952" y="3657"/>
                  </a:lnTo>
                  <a:lnTo>
                    <a:pt x="2965" y="3579"/>
                  </a:lnTo>
                  <a:lnTo>
                    <a:pt x="2975" y="3502"/>
                  </a:lnTo>
                  <a:lnTo>
                    <a:pt x="2984" y="3424"/>
                  </a:lnTo>
                  <a:lnTo>
                    <a:pt x="2990" y="3346"/>
                  </a:lnTo>
                  <a:lnTo>
                    <a:pt x="2996" y="3266"/>
                  </a:lnTo>
                  <a:lnTo>
                    <a:pt x="2998" y="3187"/>
                  </a:lnTo>
                  <a:lnTo>
                    <a:pt x="2999" y="3106"/>
                  </a:lnTo>
                  <a:lnTo>
                    <a:pt x="2998" y="3025"/>
                  </a:lnTo>
                  <a:lnTo>
                    <a:pt x="2996" y="2946"/>
                  </a:lnTo>
                  <a:lnTo>
                    <a:pt x="2990" y="2867"/>
                  </a:lnTo>
                  <a:lnTo>
                    <a:pt x="2984" y="2788"/>
                  </a:lnTo>
                  <a:lnTo>
                    <a:pt x="2975" y="2711"/>
                  </a:lnTo>
                  <a:lnTo>
                    <a:pt x="2965" y="2632"/>
                  </a:lnTo>
                  <a:lnTo>
                    <a:pt x="2952" y="2556"/>
                  </a:lnTo>
                  <a:lnTo>
                    <a:pt x="2938" y="2480"/>
                  </a:lnTo>
                  <a:lnTo>
                    <a:pt x="2922" y="2404"/>
                  </a:lnTo>
                  <a:lnTo>
                    <a:pt x="2905" y="2329"/>
                  </a:lnTo>
                  <a:lnTo>
                    <a:pt x="2885" y="2256"/>
                  </a:lnTo>
                  <a:lnTo>
                    <a:pt x="2865" y="2182"/>
                  </a:lnTo>
                  <a:lnTo>
                    <a:pt x="2842" y="2109"/>
                  </a:lnTo>
                  <a:lnTo>
                    <a:pt x="2817" y="2038"/>
                  </a:lnTo>
                  <a:lnTo>
                    <a:pt x="2791" y="1967"/>
                  </a:lnTo>
                  <a:lnTo>
                    <a:pt x="2763" y="1897"/>
                  </a:lnTo>
                  <a:lnTo>
                    <a:pt x="2735" y="1827"/>
                  </a:lnTo>
                  <a:lnTo>
                    <a:pt x="2703" y="1759"/>
                  </a:lnTo>
                  <a:lnTo>
                    <a:pt x="2671" y="1692"/>
                  </a:lnTo>
                  <a:lnTo>
                    <a:pt x="2638" y="1626"/>
                  </a:lnTo>
                  <a:lnTo>
                    <a:pt x="2602" y="1560"/>
                  </a:lnTo>
                  <a:lnTo>
                    <a:pt x="2565" y="1495"/>
                  </a:lnTo>
                  <a:lnTo>
                    <a:pt x="2527" y="1432"/>
                  </a:lnTo>
                  <a:lnTo>
                    <a:pt x="2447" y="1308"/>
                  </a:lnTo>
                  <a:lnTo>
                    <a:pt x="2404" y="1248"/>
                  </a:lnTo>
                  <a:lnTo>
                    <a:pt x="2360" y="1189"/>
                  </a:lnTo>
                  <a:lnTo>
                    <a:pt x="2314" y="1130"/>
                  </a:lnTo>
                  <a:lnTo>
                    <a:pt x="2268" y="1074"/>
                  </a:lnTo>
                  <a:lnTo>
                    <a:pt x="2220" y="1017"/>
                  </a:lnTo>
                  <a:lnTo>
                    <a:pt x="2171" y="963"/>
                  </a:lnTo>
                  <a:lnTo>
                    <a:pt x="2070" y="857"/>
                  </a:lnTo>
                  <a:lnTo>
                    <a:pt x="2017" y="806"/>
                  </a:lnTo>
                  <a:lnTo>
                    <a:pt x="1963" y="757"/>
                  </a:lnTo>
                  <a:lnTo>
                    <a:pt x="1852" y="662"/>
                  </a:lnTo>
                  <a:lnTo>
                    <a:pt x="1795" y="618"/>
                  </a:lnTo>
                  <a:lnTo>
                    <a:pt x="1736" y="573"/>
                  </a:lnTo>
                  <a:lnTo>
                    <a:pt x="1677" y="530"/>
                  </a:lnTo>
                  <a:lnTo>
                    <a:pt x="1555" y="449"/>
                  </a:lnTo>
                  <a:lnTo>
                    <a:pt x="1493" y="411"/>
                  </a:lnTo>
                  <a:lnTo>
                    <a:pt x="1429" y="374"/>
                  </a:lnTo>
                  <a:lnTo>
                    <a:pt x="1365" y="340"/>
                  </a:lnTo>
                  <a:lnTo>
                    <a:pt x="1300" y="307"/>
                  </a:lnTo>
                  <a:lnTo>
                    <a:pt x="1235" y="274"/>
                  </a:lnTo>
                  <a:lnTo>
                    <a:pt x="1168" y="244"/>
                  </a:lnTo>
                  <a:lnTo>
                    <a:pt x="1100" y="215"/>
                  </a:lnTo>
                  <a:lnTo>
                    <a:pt x="1031" y="189"/>
                  </a:lnTo>
                  <a:lnTo>
                    <a:pt x="962" y="164"/>
                  </a:lnTo>
                  <a:lnTo>
                    <a:pt x="891" y="139"/>
                  </a:lnTo>
                  <a:lnTo>
                    <a:pt x="821" y="118"/>
                  </a:lnTo>
                  <a:lnTo>
                    <a:pt x="750" y="98"/>
                  </a:lnTo>
                  <a:lnTo>
                    <a:pt x="677" y="80"/>
                  </a:lnTo>
                  <a:lnTo>
                    <a:pt x="605" y="63"/>
                  </a:lnTo>
                  <a:lnTo>
                    <a:pt x="531" y="48"/>
                  </a:lnTo>
                  <a:lnTo>
                    <a:pt x="457" y="36"/>
                  </a:lnTo>
                  <a:lnTo>
                    <a:pt x="382" y="25"/>
                  </a:lnTo>
                  <a:lnTo>
                    <a:pt x="306" y="16"/>
                  </a:lnTo>
                  <a:lnTo>
                    <a:pt x="230" y="9"/>
                  </a:lnTo>
                  <a:lnTo>
                    <a:pt x="154" y="5"/>
                  </a:lnTo>
                  <a:lnTo>
                    <a:pt x="77" y="1"/>
                  </a:lnTo>
                  <a:lnTo>
                    <a:pt x="0" y="0"/>
                  </a:lnTo>
                  <a:lnTo>
                    <a:pt x="128" y="2"/>
                  </a:lnTo>
                  <a:lnTo>
                    <a:pt x="254" y="10"/>
                  </a:lnTo>
                  <a:lnTo>
                    <a:pt x="380" y="23"/>
                  </a:lnTo>
                  <a:lnTo>
                    <a:pt x="504" y="42"/>
                  </a:lnTo>
                  <a:lnTo>
                    <a:pt x="627" y="63"/>
                  </a:lnTo>
                  <a:lnTo>
                    <a:pt x="746" y="91"/>
                  </a:lnTo>
                  <a:lnTo>
                    <a:pt x="865" y="122"/>
                  </a:lnTo>
                  <a:lnTo>
                    <a:pt x="982" y="159"/>
                  </a:lnTo>
                  <a:lnTo>
                    <a:pt x="1097" y="199"/>
                  </a:lnTo>
                  <a:lnTo>
                    <a:pt x="1209" y="244"/>
                  </a:lnTo>
                  <a:lnTo>
                    <a:pt x="1320" y="294"/>
                  </a:lnTo>
                  <a:lnTo>
                    <a:pt x="1427" y="347"/>
                  </a:lnTo>
                  <a:lnTo>
                    <a:pt x="1533" y="404"/>
                  </a:lnTo>
                  <a:lnTo>
                    <a:pt x="1637" y="465"/>
                  </a:lnTo>
                  <a:lnTo>
                    <a:pt x="1737" y="531"/>
                  </a:lnTo>
                  <a:lnTo>
                    <a:pt x="1835" y="600"/>
                  </a:lnTo>
                  <a:lnTo>
                    <a:pt x="1929" y="673"/>
                  </a:lnTo>
                  <a:lnTo>
                    <a:pt x="2021" y="749"/>
                  </a:lnTo>
                  <a:lnTo>
                    <a:pt x="2110" y="828"/>
                  </a:lnTo>
                  <a:lnTo>
                    <a:pt x="2197" y="910"/>
                  </a:lnTo>
                  <a:lnTo>
                    <a:pt x="2280" y="997"/>
                  </a:lnTo>
                  <a:lnTo>
                    <a:pt x="2359" y="1085"/>
                  </a:lnTo>
                  <a:lnTo>
                    <a:pt x="2435" y="1177"/>
                  </a:lnTo>
                  <a:lnTo>
                    <a:pt x="2508" y="1272"/>
                  </a:lnTo>
                  <a:lnTo>
                    <a:pt x="2576" y="1370"/>
                  </a:lnTo>
                  <a:lnTo>
                    <a:pt x="2641" y="1471"/>
                  </a:lnTo>
                  <a:lnTo>
                    <a:pt x="2702" y="1574"/>
                  </a:lnTo>
                  <a:lnTo>
                    <a:pt x="2760" y="1680"/>
                  </a:lnTo>
                  <a:lnTo>
                    <a:pt x="2813" y="1787"/>
                  </a:lnTo>
                  <a:lnTo>
                    <a:pt x="2862" y="1897"/>
                  </a:lnTo>
                  <a:lnTo>
                    <a:pt x="2907" y="2009"/>
                  </a:lnTo>
                  <a:lnTo>
                    <a:pt x="2948" y="2124"/>
                  </a:lnTo>
                  <a:lnTo>
                    <a:pt x="2984" y="2241"/>
                  </a:lnTo>
                  <a:lnTo>
                    <a:pt x="3016" y="2361"/>
                  </a:lnTo>
                  <a:lnTo>
                    <a:pt x="3043" y="2480"/>
                  </a:lnTo>
                  <a:lnTo>
                    <a:pt x="3066" y="2602"/>
                  </a:lnTo>
                  <a:lnTo>
                    <a:pt x="3084" y="2727"/>
                  </a:lnTo>
                  <a:lnTo>
                    <a:pt x="3096" y="2852"/>
                  </a:lnTo>
                  <a:lnTo>
                    <a:pt x="3104" y="2978"/>
                  </a:lnTo>
                  <a:lnTo>
                    <a:pt x="3107" y="3106"/>
                  </a:lnTo>
                  <a:close/>
                </a:path>
              </a:pathLst>
            </a:custGeom>
            <a:solidFill>
              <a:srgbClr val="00cd3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89" name="Freeform 211"/>
            <p:cNvSpPr/>
            <p:nvPr/>
          </p:nvSpPr>
          <p:spPr>
            <a:xfrm>
              <a:off x="3976920" y="1906560"/>
              <a:ext cx="1761840" cy="352440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3524400"/>
                <a:gd name="textAreaBottom" fmla="*/ 3524760 h 3524400"/>
              </a:gdLst>
              <a:ahLst/>
              <a:rect l="textAreaLeft" t="textAreaTop" r="textAreaRight" b="textAreaBottom"/>
              <a:pathLst>
                <a:path w="3107" h="6213">
                  <a:moveTo>
                    <a:pt x="504" y="42"/>
                  </a:moveTo>
                  <a:lnTo>
                    <a:pt x="627" y="63"/>
                  </a:lnTo>
                  <a:lnTo>
                    <a:pt x="746" y="91"/>
                  </a:lnTo>
                  <a:lnTo>
                    <a:pt x="865" y="122"/>
                  </a:lnTo>
                  <a:lnTo>
                    <a:pt x="982" y="159"/>
                  </a:lnTo>
                  <a:lnTo>
                    <a:pt x="1097" y="199"/>
                  </a:lnTo>
                  <a:lnTo>
                    <a:pt x="1209" y="244"/>
                  </a:lnTo>
                  <a:lnTo>
                    <a:pt x="1320" y="294"/>
                  </a:lnTo>
                  <a:lnTo>
                    <a:pt x="1427" y="347"/>
                  </a:lnTo>
                  <a:lnTo>
                    <a:pt x="1533" y="404"/>
                  </a:lnTo>
                  <a:lnTo>
                    <a:pt x="1637" y="465"/>
                  </a:lnTo>
                  <a:lnTo>
                    <a:pt x="1737" y="531"/>
                  </a:lnTo>
                  <a:lnTo>
                    <a:pt x="1835" y="600"/>
                  </a:lnTo>
                  <a:lnTo>
                    <a:pt x="1929" y="673"/>
                  </a:lnTo>
                  <a:lnTo>
                    <a:pt x="2021" y="749"/>
                  </a:lnTo>
                  <a:lnTo>
                    <a:pt x="2110" y="828"/>
                  </a:lnTo>
                  <a:lnTo>
                    <a:pt x="2197" y="910"/>
                  </a:lnTo>
                  <a:lnTo>
                    <a:pt x="2280" y="997"/>
                  </a:lnTo>
                  <a:lnTo>
                    <a:pt x="2359" y="1085"/>
                  </a:lnTo>
                  <a:lnTo>
                    <a:pt x="2435" y="1177"/>
                  </a:lnTo>
                  <a:lnTo>
                    <a:pt x="2508" y="1272"/>
                  </a:lnTo>
                  <a:lnTo>
                    <a:pt x="2576" y="1370"/>
                  </a:lnTo>
                  <a:lnTo>
                    <a:pt x="2641" y="1471"/>
                  </a:lnTo>
                  <a:lnTo>
                    <a:pt x="2702" y="1574"/>
                  </a:lnTo>
                  <a:lnTo>
                    <a:pt x="2760" y="1680"/>
                  </a:lnTo>
                  <a:lnTo>
                    <a:pt x="2813" y="1787"/>
                  </a:lnTo>
                  <a:lnTo>
                    <a:pt x="2862" y="1897"/>
                  </a:lnTo>
                  <a:lnTo>
                    <a:pt x="2907" y="2009"/>
                  </a:lnTo>
                  <a:lnTo>
                    <a:pt x="2948" y="2124"/>
                  </a:lnTo>
                  <a:lnTo>
                    <a:pt x="2984" y="2241"/>
                  </a:lnTo>
                  <a:lnTo>
                    <a:pt x="3016" y="2361"/>
                  </a:lnTo>
                  <a:lnTo>
                    <a:pt x="3043" y="2480"/>
                  </a:lnTo>
                  <a:lnTo>
                    <a:pt x="3066" y="2602"/>
                  </a:lnTo>
                  <a:lnTo>
                    <a:pt x="3084" y="2727"/>
                  </a:lnTo>
                  <a:lnTo>
                    <a:pt x="3096" y="2852"/>
                  </a:lnTo>
                  <a:lnTo>
                    <a:pt x="3104" y="2978"/>
                  </a:lnTo>
                  <a:lnTo>
                    <a:pt x="3107" y="3106"/>
                  </a:lnTo>
                  <a:lnTo>
                    <a:pt x="3104" y="3234"/>
                  </a:lnTo>
                  <a:lnTo>
                    <a:pt x="3096" y="3362"/>
                  </a:lnTo>
                  <a:lnTo>
                    <a:pt x="3084" y="3487"/>
                  </a:lnTo>
                  <a:lnTo>
                    <a:pt x="3066" y="3610"/>
                  </a:lnTo>
                  <a:lnTo>
                    <a:pt x="3043" y="3733"/>
                  </a:lnTo>
                  <a:lnTo>
                    <a:pt x="3016" y="3854"/>
                  </a:lnTo>
                  <a:lnTo>
                    <a:pt x="2984" y="3972"/>
                  </a:lnTo>
                  <a:lnTo>
                    <a:pt x="2948" y="4089"/>
                  </a:lnTo>
                  <a:lnTo>
                    <a:pt x="2907" y="4204"/>
                  </a:lnTo>
                  <a:lnTo>
                    <a:pt x="2862" y="4316"/>
                  </a:lnTo>
                  <a:lnTo>
                    <a:pt x="2813" y="4426"/>
                  </a:lnTo>
                  <a:lnTo>
                    <a:pt x="2760" y="4534"/>
                  </a:lnTo>
                  <a:lnTo>
                    <a:pt x="2702" y="4640"/>
                  </a:lnTo>
                  <a:lnTo>
                    <a:pt x="2640" y="4743"/>
                  </a:lnTo>
                  <a:lnTo>
                    <a:pt x="2576" y="4843"/>
                  </a:lnTo>
                  <a:lnTo>
                    <a:pt x="2506" y="4941"/>
                  </a:lnTo>
                  <a:lnTo>
                    <a:pt x="2434" y="5037"/>
                  </a:lnTo>
                  <a:lnTo>
                    <a:pt x="2358" y="5128"/>
                  </a:lnTo>
                  <a:lnTo>
                    <a:pt x="2278" y="5216"/>
                  </a:lnTo>
                  <a:lnTo>
                    <a:pt x="2195" y="5303"/>
                  </a:lnTo>
                  <a:lnTo>
                    <a:pt x="2110" y="5386"/>
                  </a:lnTo>
                  <a:lnTo>
                    <a:pt x="2021" y="5465"/>
                  </a:lnTo>
                  <a:lnTo>
                    <a:pt x="1929" y="5541"/>
                  </a:lnTo>
                  <a:lnTo>
                    <a:pt x="1834" y="5614"/>
                  </a:lnTo>
                  <a:lnTo>
                    <a:pt x="1736" y="5683"/>
                  </a:lnTo>
                  <a:lnTo>
                    <a:pt x="1636" y="5747"/>
                  </a:lnTo>
                  <a:lnTo>
                    <a:pt x="1533" y="5809"/>
                  </a:lnTo>
                  <a:lnTo>
                    <a:pt x="1427" y="5866"/>
                  </a:lnTo>
                  <a:lnTo>
                    <a:pt x="1319" y="5919"/>
                  </a:lnTo>
                  <a:lnTo>
                    <a:pt x="1208" y="5969"/>
                  </a:lnTo>
                  <a:lnTo>
                    <a:pt x="1097" y="6014"/>
                  </a:lnTo>
                  <a:lnTo>
                    <a:pt x="981" y="6054"/>
                  </a:lnTo>
                  <a:lnTo>
                    <a:pt x="865" y="6091"/>
                  </a:lnTo>
                  <a:lnTo>
                    <a:pt x="746" y="6122"/>
                  </a:lnTo>
                  <a:lnTo>
                    <a:pt x="625" y="6150"/>
                  </a:lnTo>
                  <a:lnTo>
                    <a:pt x="503" y="6171"/>
                  </a:lnTo>
                  <a:lnTo>
                    <a:pt x="380" y="6190"/>
                  </a:lnTo>
                  <a:lnTo>
                    <a:pt x="254" y="6203"/>
                  </a:lnTo>
                  <a:lnTo>
                    <a:pt x="128" y="6211"/>
                  </a:lnTo>
                  <a:lnTo>
                    <a:pt x="0" y="6213"/>
                  </a:lnTo>
                  <a:lnTo>
                    <a:pt x="77" y="6212"/>
                  </a:lnTo>
                  <a:lnTo>
                    <a:pt x="154" y="6208"/>
                  </a:lnTo>
                  <a:lnTo>
                    <a:pt x="230" y="6204"/>
                  </a:lnTo>
                  <a:lnTo>
                    <a:pt x="306" y="6197"/>
                  </a:lnTo>
                  <a:lnTo>
                    <a:pt x="382" y="6188"/>
                  </a:lnTo>
                  <a:lnTo>
                    <a:pt x="457" y="6177"/>
                  </a:lnTo>
                  <a:lnTo>
                    <a:pt x="531" y="6165"/>
                  </a:lnTo>
                  <a:lnTo>
                    <a:pt x="605" y="6150"/>
                  </a:lnTo>
                  <a:lnTo>
                    <a:pt x="677" y="6133"/>
                  </a:lnTo>
                  <a:lnTo>
                    <a:pt x="750" y="6115"/>
                  </a:lnTo>
                  <a:lnTo>
                    <a:pt x="821" y="6095"/>
                  </a:lnTo>
                  <a:lnTo>
                    <a:pt x="891" y="6074"/>
                  </a:lnTo>
                  <a:lnTo>
                    <a:pt x="962" y="6049"/>
                  </a:lnTo>
                  <a:lnTo>
                    <a:pt x="1031" y="6024"/>
                  </a:lnTo>
                  <a:lnTo>
                    <a:pt x="1100" y="5997"/>
                  </a:lnTo>
                  <a:lnTo>
                    <a:pt x="1168" y="5969"/>
                  </a:lnTo>
                  <a:lnTo>
                    <a:pt x="1235" y="5939"/>
                  </a:lnTo>
                  <a:lnTo>
                    <a:pt x="1300" y="5906"/>
                  </a:lnTo>
                  <a:lnTo>
                    <a:pt x="1365" y="5873"/>
                  </a:lnTo>
                  <a:lnTo>
                    <a:pt x="1429" y="5839"/>
                  </a:lnTo>
                  <a:lnTo>
                    <a:pt x="1493" y="5802"/>
                  </a:lnTo>
                  <a:lnTo>
                    <a:pt x="1555" y="5764"/>
                  </a:lnTo>
                  <a:lnTo>
                    <a:pt x="1677" y="5683"/>
                  </a:lnTo>
                  <a:lnTo>
                    <a:pt x="1736" y="5640"/>
                  </a:lnTo>
                  <a:lnTo>
                    <a:pt x="1795" y="5595"/>
                  </a:lnTo>
                  <a:lnTo>
                    <a:pt x="1852" y="5551"/>
                  </a:lnTo>
                  <a:lnTo>
                    <a:pt x="1907" y="5503"/>
                  </a:lnTo>
                  <a:lnTo>
                    <a:pt x="1963" y="5455"/>
                  </a:lnTo>
                  <a:lnTo>
                    <a:pt x="2017" y="5406"/>
                  </a:lnTo>
                  <a:lnTo>
                    <a:pt x="2070" y="5355"/>
                  </a:lnTo>
                  <a:lnTo>
                    <a:pt x="2121" y="5303"/>
                  </a:lnTo>
                  <a:lnTo>
                    <a:pt x="2171" y="5250"/>
                  </a:lnTo>
                  <a:lnTo>
                    <a:pt x="2220" y="5196"/>
                  </a:lnTo>
                  <a:lnTo>
                    <a:pt x="2268" y="5139"/>
                  </a:lnTo>
                  <a:lnTo>
                    <a:pt x="2314" y="5083"/>
                  </a:lnTo>
                  <a:lnTo>
                    <a:pt x="2360" y="5024"/>
                  </a:lnTo>
                  <a:lnTo>
                    <a:pt x="2404" y="4965"/>
                  </a:lnTo>
                  <a:lnTo>
                    <a:pt x="2447" y="4904"/>
                  </a:lnTo>
                  <a:lnTo>
                    <a:pt x="2487" y="4843"/>
                  </a:lnTo>
                  <a:lnTo>
                    <a:pt x="2527" y="4781"/>
                  </a:lnTo>
                  <a:lnTo>
                    <a:pt x="2565" y="4718"/>
                  </a:lnTo>
                  <a:lnTo>
                    <a:pt x="2602" y="4653"/>
                  </a:lnTo>
                  <a:lnTo>
                    <a:pt x="2638" y="4587"/>
                  </a:lnTo>
                  <a:lnTo>
                    <a:pt x="2671" y="4521"/>
                  </a:lnTo>
                  <a:lnTo>
                    <a:pt x="2703" y="4453"/>
                  </a:lnTo>
                  <a:lnTo>
                    <a:pt x="2735" y="4385"/>
                  </a:lnTo>
                  <a:lnTo>
                    <a:pt x="2763" y="4316"/>
                  </a:lnTo>
                  <a:lnTo>
                    <a:pt x="2791" y="4245"/>
                  </a:lnTo>
                  <a:lnTo>
                    <a:pt x="2817" y="4175"/>
                  </a:lnTo>
                  <a:lnTo>
                    <a:pt x="2842" y="4102"/>
                  </a:lnTo>
                  <a:lnTo>
                    <a:pt x="2865" y="4030"/>
                  </a:lnTo>
                  <a:lnTo>
                    <a:pt x="2885" y="3957"/>
                  </a:lnTo>
                  <a:lnTo>
                    <a:pt x="2905" y="3882"/>
                  </a:lnTo>
                  <a:lnTo>
                    <a:pt x="2922" y="3807"/>
                  </a:lnTo>
                  <a:lnTo>
                    <a:pt x="2938" y="3733"/>
                  </a:lnTo>
                  <a:lnTo>
                    <a:pt x="2952" y="3657"/>
                  </a:lnTo>
                  <a:lnTo>
                    <a:pt x="2965" y="3579"/>
                  </a:lnTo>
                  <a:lnTo>
                    <a:pt x="2975" y="3502"/>
                  </a:lnTo>
                  <a:lnTo>
                    <a:pt x="2984" y="3424"/>
                  </a:lnTo>
                  <a:lnTo>
                    <a:pt x="2990" y="3346"/>
                  </a:lnTo>
                  <a:lnTo>
                    <a:pt x="2996" y="3266"/>
                  </a:lnTo>
                  <a:lnTo>
                    <a:pt x="2998" y="3187"/>
                  </a:lnTo>
                  <a:lnTo>
                    <a:pt x="2999" y="3106"/>
                  </a:lnTo>
                  <a:lnTo>
                    <a:pt x="2997" y="2988"/>
                  </a:lnTo>
                  <a:lnTo>
                    <a:pt x="2991" y="2872"/>
                  </a:lnTo>
                  <a:lnTo>
                    <a:pt x="2981" y="2756"/>
                  </a:lnTo>
                  <a:lnTo>
                    <a:pt x="2966" y="2642"/>
                  </a:lnTo>
                  <a:lnTo>
                    <a:pt x="2948" y="2529"/>
                  </a:lnTo>
                  <a:lnTo>
                    <a:pt x="2926" y="2417"/>
                  </a:lnTo>
                  <a:lnTo>
                    <a:pt x="2899" y="2308"/>
                  </a:lnTo>
                  <a:lnTo>
                    <a:pt x="2869" y="2199"/>
                  </a:lnTo>
                  <a:lnTo>
                    <a:pt x="2836" y="2092"/>
                  </a:lnTo>
                  <a:lnTo>
                    <a:pt x="2799" y="1987"/>
                  </a:lnTo>
                  <a:lnTo>
                    <a:pt x="2759" y="1884"/>
                  </a:lnTo>
                  <a:lnTo>
                    <a:pt x="2714" y="1782"/>
                  </a:lnTo>
                  <a:lnTo>
                    <a:pt x="2667" y="1683"/>
                  </a:lnTo>
                  <a:lnTo>
                    <a:pt x="2616" y="1585"/>
                  </a:lnTo>
                  <a:lnTo>
                    <a:pt x="2562" y="1491"/>
                  </a:lnTo>
                  <a:lnTo>
                    <a:pt x="2505" y="1397"/>
                  </a:lnTo>
                  <a:lnTo>
                    <a:pt x="2485" y="1364"/>
                  </a:lnTo>
                  <a:lnTo>
                    <a:pt x="2462" y="1328"/>
                  </a:lnTo>
                  <a:lnTo>
                    <a:pt x="2435" y="1289"/>
                  </a:lnTo>
                  <a:lnTo>
                    <a:pt x="2406" y="1248"/>
                  </a:lnTo>
                  <a:lnTo>
                    <a:pt x="2374" y="1203"/>
                  </a:lnTo>
                  <a:lnTo>
                    <a:pt x="2337" y="1156"/>
                  </a:lnTo>
                  <a:lnTo>
                    <a:pt x="2296" y="1106"/>
                  </a:lnTo>
                  <a:lnTo>
                    <a:pt x="2251" y="1053"/>
                  </a:lnTo>
                  <a:lnTo>
                    <a:pt x="2199" y="993"/>
                  </a:lnTo>
                  <a:lnTo>
                    <a:pt x="2145" y="934"/>
                  </a:lnTo>
                  <a:lnTo>
                    <a:pt x="2089" y="878"/>
                  </a:lnTo>
                  <a:lnTo>
                    <a:pt x="2033" y="823"/>
                  </a:lnTo>
                  <a:lnTo>
                    <a:pt x="1975" y="768"/>
                  </a:lnTo>
                  <a:lnTo>
                    <a:pt x="1916" y="717"/>
                  </a:lnTo>
                  <a:lnTo>
                    <a:pt x="1856" y="666"/>
                  </a:lnTo>
                  <a:lnTo>
                    <a:pt x="1793" y="616"/>
                  </a:lnTo>
                  <a:lnTo>
                    <a:pt x="1730" y="569"/>
                  </a:lnTo>
                  <a:lnTo>
                    <a:pt x="1666" y="523"/>
                  </a:lnTo>
                  <a:lnTo>
                    <a:pt x="1600" y="479"/>
                  </a:lnTo>
                  <a:lnTo>
                    <a:pt x="1533" y="437"/>
                  </a:lnTo>
                  <a:lnTo>
                    <a:pt x="1465" y="395"/>
                  </a:lnTo>
                  <a:lnTo>
                    <a:pt x="1396" y="357"/>
                  </a:lnTo>
                  <a:lnTo>
                    <a:pt x="1327" y="320"/>
                  </a:lnTo>
                  <a:lnTo>
                    <a:pt x="1255" y="285"/>
                  </a:lnTo>
                  <a:lnTo>
                    <a:pt x="1183" y="251"/>
                  </a:lnTo>
                  <a:lnTo>
                    <a:pt x="1110" y="220"/>
                  </a:lnTo>
                  <a:lnTo>
                    <a:pt x="1035" y="190"/>
                  </a:lnTo>
                  <a:lnTo>
                    <a:pt x="961" y="164"/>
                  </a:lnTo>
                  <a:lnTo>
                    <a:pt x="885" y="137"/>
                  </a:lnTo>
                  <a:lnTo>
                    <a:pt x="809" y="114"/>
                  </a:lnTo>
                  <a:lnTo>
                    <a:pt x="731" y="93"/>
                  </a:lnTo>
                  <a:lnTo>
                    <a:pt x="652" y="74"/>
                  </a:lnTo>
                  <a:lnTo>
                    <a:pt x="574" y="57"/>
                  </a:lnTo>
                  <a:lnTo>
                    <a:pt x="493" y="42"/>
                  </a:lnTo>
                  <a:lnTo>
                    <a:pt x="412" y="29"/>
                  </a:lnTo>
                  <a:lnTo>
                    <a:pt x="332" y="18"/>
                  </a:lnTo>
                  <a:lnTo>
                    <a:pt x="250" y="10"/>
                  </a:lnTo>
                  <a:lnTo>
                    <a:pt x="167" y="5"/>
                  </a:lnTo>
                  <a:lnTo>
                    <a:pt x="84" y="1"/>
                  </a:lnTo>
                  <a:lnTo>
                    <a:pt x="0" y="0"/>
                  </a:lnTo>
                  <a:lnTo>
                    <a:pt x="128" y="2"/>
                  </a:lnTo>
                  <a:lnTo>
                    <a:pt x="254" y="10"/>
                  </a:lnTo>
                  <a:lnTo>
                    <a:pt x="380" y="23"/>
                  </a:lnTo>
                  <a:lnTo>
                    <a:pt x="504" y="42"/>
                  </a:lnTo>
                  <a:close/>
                </a:path>
              </a:pathLst>
            </a:custGeom>
            <a:solidFill>
              <a:srgbClr val="00cd3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0" name="Freeform 212"/>
            <p:cNvSpPr/>
            <p:nvPr/>
          </p:nvSpPr>
          <p:spPr>
            <a:xfrm>
              <a:off x="3976920" y="1906560"/>
              <a:ext cx="1761840" cy="352440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3524400"/>
                <a:gd name="textAreaBottom" fmla="*/ 3524760 h 3524400"/>
              </a:gdLst>
              <a:ahLst/>
              <a:rect l="textAreaLeft" t="textAreaTop" r="textAreaRight" b="textAreaBottom"/>
              <a:pathLst>
                <a:path w="3107" h="6213">
                  <a:moveTo>
                    <a:pt x="504" y="42"/>
                  </a:moveTo>
                  <a:lnTo>
                    <a:pt x="627" y="63"/>
                  </a:lnTo>
                  <a:lnTo>
                    <a:pt x="746" y="91"/>
                  </a:lnTo>
                  <a:lnTo>
                    <a:pt x="865" y="122"/>
                  </a:lnTo>
                  <a:lnTo>
                    <a:pt x="982" y="159"/>
                  </a:lnTo>
                  <a:lnTo>
                    <a:pt x="1097" y="199"/>
                  </a:lnTo>
                  <a:lnTo>
                    <a:pt x="1209" y="244"/>
                  </a:lnTo>
                  <a:lnTo>
                    <a:pt x="1320" y="294"/>
                  </a:lnTo>
                  <a:lnTo>
                    <a:pt x="1427" y="347"/>
                  </a:lnTo>
                  <a:lnTo>
                    <a:pt x="1533" y="404"/>
                  </a:lnTo>
                  <a:lnTo>
                    <a:pt x="1637" y="465"/>
                  </a:lnTo>
                  <a:lnTo>
                    <a:pt x="1737" y="531"/>
                  </a:lnTo>
                  <a:lnTo>
                    <a:pt x="1835" y="600"/>
                  </a:lnTo>
                  <a:lnTo>
                    <a:pt x="1929" y="673"/>
                  </a:lnTo>
                  <a:lnTo>
                    <a:pt x="2021" y="749"/>
                  </a:lnTo>
                  <a:lnTo>
                    <a:pt x="2110" y="828"/>
                  </a:lnTo>
                  <a:lnTo>
                    <a:pt x="2197" y="910"/>
                  </a:lnTo>
                  <a:lnTo>
                    <a:pt x="2280" y="997"/>
                  </a:lnTo>
                  <a:lnTo>
                    <a:pt x="2359" y="1085"/>
                  </a:lnTo>
                  <a:lnTo>
                    <a:pt x="2435" y="1177"/>
                  </a:lnTo>
                  <a:lnTo>
                    <a:pt x="2508" y="1272"/>
                  </a:lnTo>
                  <a:lnTo>
                    <a:pt x="2576" y="1370"/>
                  </a:lnTo>
                  <a:lnTo>
                    <a:pt x="2641" y="1471"/>
                  </a:lnTo>
                  <a:lnTo>
                    <a:pt x="2702" y="1574"/>
                  </a:lnTo>
                  <a:lnTo>
                    <a:pt x="2760" y="1680"/>
                  </a:lnTo>
                  <a:lnTo>
                    <a:pt x="2813" y="1787"/>
                  </a:lnTo>
                  <a:lnTo>
                    <a:pt x="2862" y="1897"/>
                  </a:lnTo>
                  <a:lnTo>
                    <a:pt x="2907" y="2009"/>
                  </a:lnTo>
                  <a:lnTo>
                    <a:pt x="2948" y="2124"/>
                  </a:lnTo>
                  <a:lnTo>
                    <a:pt x="2984" y="2241"/>
                  </a:lnTo>
                  <a:lnTo>
                    <a:pt x="3016" y="2361"/>
                  </a:lnTo>
                  <a:lnTo>
                    <a:pt x="3043" y="2480"/>
                  </a:lnTo>
                  <a:lnTo>
                    <a:pt x="3066" y="2602"/>
                  </a:lnTo>
                  <a:lnTo>
                    <a:pt x="3084" y="2727"/>
                  </a:lnTo>
                  <a:lnTo>
                    <a:pt x="3096" y="2852"/>
                  </a:lnTo>
                  <a:lnTo>
                    <a:pt x="3104" y="2978"/>
                  </a:lnTo>
                  <a:lnTo>
                    <a:pt x="3107" y="3106"/>
                  </a:lnTo>
                  <a:lnTo>
                    <a:pt x="3104" y="3234"/>
                  </a:lnTo>
                  <a:lnTo>
                    <a:pt x="3096" y="3362"/>
                  </a:lnTo>
                  <a:lnTo>
                    <a:pt x="3084" y="3487"/>
                  </a:lnTo>
                  <a:lnTo>
                    <a:pt x="3066" y="3610"/>
                  </a:lnTo>
                  <a:lnTo>
                    <a:pt x="3043" y="3733"/>
                  </a:lnTo>
                  <a:lnTo>
                    <a:pt x="3016" y="3854"/>
                  </a:lnTo>
                  <a:lnTo>
                    <a:pt x="2984" y="3972"/>
                  </a:lnTo>
                  <a:lnTo>
                    <a:pt x="2948" y="4089"/>
                  </a:lnTo>
                  <a:lnTo>
                    <a:pt x="2907" y="4204"/>
                  </a:lnTo>
                  <a:lnTo>
                    <a:pt x="2862" y="4316"/>
                  </a:lnTo>
                  <a:lnTo>
                    <a:pt x="2813" y="4426"/>
                  </a:lnTo>
                  <a:lnTo>
                    <a:pt x="2760" y="4534"/>
                  </a:lnTo>
                  <a:lnTo>
                    <a:pt x="2702" y="4640"/>
                  </a:lnTo>
                  <a:lnTo>
                    <a:pt x="2640" y="4743"/>
                  </a:lnTo>
                  <a:lnTo>
                    <a:pt x="2576" y="4843"/>
                  </a:lnTo>
                  <a:lnTo>
                    <a:pt x="2506" y="4941"/>
                  </a:lnTo>
                  <a:lnTo>
                    <a:pt x="2434" y="5037"/>
                  </a:lnTo>
                  <a:lnTo>
                    <a:pt x="2358" y="5128"/>
                  </a:lnTo>
                  <a:lnTo>
                    <a:pt x="2278" y="5216"/>
                  </a:lnTo>
                  <a:lnTo>
                    <a:pt x="2195" y="5303"/>
                  </a:lnTo>
                  <a:lnTo>
                    <a:pt x="2110" y="5386"/>
                  </a:lnTo>
                  <a:lnTo>
                    <a:pt x="2021" y="5465"/>
                  </a:lnTo>
                  <a:lnTo>
                    <a:pt x="1929" y="5541"/>
                  </a:lnTo>
                  <a:lnTo>
                    <a:pt x="1834" y="5614"/>
                  </a:lnTo>
                  <a:lnTo>
                    <a:pt x="1736" y="5683"/>
                  </a:lnTo>
                  <a:lnTo>
                    <a:pt x="1636" y="5747"/>
                  </a:lnTo>
                  <a:lnTo>
                    <a:pt x="1533" y="5809"/>
                  </a:lnTo>
                  <a:lnTo>
                    <a:pt x="1427" y="5866"/>
                  </a:lnTo>
                  <a:lnTo>
                    <a:pt x="1319" y="5919"/>
                  </a:lnTo>
                  <a:lnTo>
                    <a:pt x="1208" y="5969"/>
                  </a:lnTo>
                  <a:lnTo>
                    <a:pt x="1097" y="6014"/>
                  </a:lnTo>
                  <a:lnTo>
                    <a:pt x="981" y="6054"/>
                  </a:lnTo>
                  <a:lnTo>
                    <a:pt x="865" y="6091"/>
                  </a:lnTo>
                  <a:lnTo>
                    <a:pt x="746" y="6122"/>
                  </a:lnTo>
                  <a:lnTo>
                    <a:pt x="625" y="6150"/>
                  </a:lnTo>
                  <a:lnTo>
                    <a:pt x="503" y="6171"/>
                  </a:lnTo>
                  <a:lnTo>
                    <a:pt x="380" y="6190"/>
                  </a:lnTo>
                  <a:lnTo>
                    <a:pt x="254" y="6203"/>
                  </a:lnTo>
                  <a:lnTo>
                    <a:pt x="128" y="6211"/>
                  </a:lnTo>
                  <a:lnTo>
                    <a:pt x="0" y="6213"/>
                  </a:lnTo>
                  <a:lnTo>
                    <a:pt x="77" y="6212"/>
                  </a:lnTo>
                  <a:lnTo>
                    <a:pt x="154" y="6208"/>
                  </a:lnTo>
                  <a:lnTo>
                    <a:pt x="230" y="6204"/>
                  </a:lnTo>
                  <a:lnTo>
                    <a:pt x="306" y="6197"/>
                  </a:lnTo>
                  <a:lnTo>
                    <a:pt x="382" y="6188"/>
                  </a:lnTo>
                  <a:lnTo>
                    <a:pt x="457" y="6177"/>
                  </a:lnTo>
                  <a:lnTo>
                    <a:pt x="531" y="6165"/>
                  </a:lnTo>
                  <a:lnTo>
                    <a:pt x="605" y="6150"/>
                  </a:lnTo>
                  <a:lnTo>
                    <a:pt x="677" y="6133"/>
                  </a:lnTo>
                  <a:lnTo>
                    <a:pt x="750" y="6115"/>
                  </a:lnTo>
                  <a:lnTo>
                    <a:pt x="821" y="6095"/>
                  </a:lnTo>
                  <a:lnTo>
                    <a:pt x="891" y="6074"/>
                  </a:lnTo>
                  <a:lnTo>
                    <a:pt x="962" y="6049"/>
                  </a:lnTo>
                  <a:lnTo>
                    <a:pt x="1031" y="6024"/>
                  </a:lnTo>
                  <a:lnTo>
                    <a:pt x="1100" y="5997"/>
                  </a:lnTo>
                  <a:lnTo>
                    <a:pt x="1168" y="5969"/>
                  </a:lnTo>
                  <a:lnTo>
                    <a:pt x="1235" y="5939"/>
                  </a:lnTo>
                  <a:lnTo>
                    <a:pt x="1300" y="5906"/>
                  </a:lnTo>
                  <a:lnTo>
                    <a:pt x="1365" y="5873"/>
                  </a:lnTo>
                  <a:lnTo>
                    <a:pt x="1429" y="5839"/>
                  </a:lnTo>
                  <a:lnTo>
                    <a:pt x="1493" y="5802"/>
                  </a:lnTo>
                  <a:lnTo>
                    <a:pt x="1555" y="5764"/>
                  </a:lnTo>
                  <a:lnTo>
                    <a:pt x="1677" y="5683"/>
                  </a:lnTo>
                  <a:lnTo>
                    <a:pt x="1736" y="5640"/>
                  </a:lnTo>
                  <a:lnTo>
                    <a:pt x="1795" y="5595"/>
                  </a:lnTo>
                  <a:lnTo>
                    <a:pt x="1852" y="5551"/>
                  </a:lnTo>
                  <a:lnTo>
                    <a:pt x="1907" y="5503"/>
                  </a:lnTo>
                  <a:lnTo>
                    <a:pt x="1963" y="5455"/>
                  </a:lnTo>
                  <a:lnTo>
                    <a:pt x="2017" y="5406"/>
                  </a:lnTo>
                  <a:lnTo>
                    <a:pt x="2070" y="5355"/>
                  </a:lnTo>
                  <a:lnTo>
                    <a:pt x="2121" y="5303"/>
                  </a:lnTo>
                  <a:lnTo>
                    <a:pt x="2171" y="5250"/>
                  </a:lnTo>
                  <a:lnTo>
                    <a:pt x="2220" y="5196"/>
                  </a:lnTo>
                  <a:lnTo>
                    <a:pt x="2268" y="5139"/>
                  </a:lnTo>
                  <a:lnTo>
                    <a:pt x="2314" y="5083"/>
                  </a:lnTo>
                  <a:lnTo>
                    <a:pt x="2360" y="5024"/>
                  </a:lnTo>
                  <a:lnTo>
                    <a:pt x="2404" y="4965"/>
                  </a:lnTo>
                  <a:lnTo>
                    <a:pt x="2447" y="4904"/>
                  </a:lnTo>
                  <a:lnTo>
                    <a:pt x="2487" y="4843"/>
                  </a:lnTo>
                  <a:lnTo>
                    <a:pt x="2527" y="4781"/>
                  </a:lnTo>
                  <a:lnTo>
                    <a:pt x="2565" y="4718"/>
                  </a:lnTo>
                  <a:lnTo>
                    <a:pt x="2602" y="4653"/>
                  </a:lnTo>
                  <a:lnTo>
                    <a:pt x="2638" y="4587"/>
                  </a:lnTo>
                  <a:lnTo>
                    <a:pt x="2671" y="4521"/>
                  </a:lnTo>
                  <a:lnTo>
                    <a:pt x="2703" y="4453"/>
                  </a:lnTo>
                  <a:lnTo>
                    <a:pt x="2735" y="4385"/>
                  </a:lnTo>
                  <a:lnTo>
                    <a:pt x="2763" y="4316"/>
                  </a:lnTo>
                  <a:lnTo>
                    <a:pt x="2791" y="4245"/>
                  </a:lnTo>
                  <a:lnTo>
                    <a:pt x="2817" y="4175"/>
                  </a:lnTo>
                  <a:lnTo>
                    <a:pt x="2842" y="4102"/>
                  </a:lnTo>
                  <a:lnTo>
                    <a:pt x="2865" y="4030"/>
                  </a:lnTo>
                  <a:lnTo>
                    <a:pt x="2885" y="3957"/>
                  </a:lnTo>
                  <a:lnTo>
                    <a:pt x="2905" y="3882"/>
                  </a:lnTo>
                  <a:lnTo>
                    <a:pt x="2922" y="3807"/>
                  </a:lnTo>
                  <a:lnTo>
                    <a:pt x="2938" y="3733"/>
                  </a:lnTo>
                  <a:lnTo>
                    <a:pt x="2952" y="3657"/>
                  </a:lnTo>
                  <a:lnTo>
                    <a:pt x="2965" y="3579"/>
                  </a:lnTo>
                  <a:lnTo>
                    <a:pt x="2975" y="3502"/>
                  </a:lnTo>
                  <a:lnTo>
                    <a:pt x="2984" y="3424"/>
                  </a:lnTo>
                  <a:lnTo>
                    <a:pt x="2990" y="3346"/>
                  </a:lnTo>
                  <a:lnTo>
                    <a:pt x="2996" y="3266"/>
                  </a:lnTo>
                  <a:lnTo>
                    <a:pt x="2998" y="3187"/>
                  </a:lnTo>
                  <a:lnTo>
                    <a:pt x="2999" y="3106"/>
                  </a:lnTo>
                  <a:lnTo>
                    <a:pt x="2998" y="3025"/>
                  </a:lnTo>
                  <a:lnTo>
                    <a:pt x="2996" y="2945"/>
                  </a:lnTo>
                  <a:lnTo>
                    <a:pt x="2990" y="2864"/>
                  </a:lnTo>
                  <a:lnTo>
                    <a:pt x="2983" y="2784"/>
                  </a:lnTo>
                  <a:lnTo>
                    <a:pt x="2975" y="2706"/>
                  </a:lnTo>
                  <a:lnTo>
                    <a:pt x="2952" y="2549"/>
                  </a:lnTo>
                  <a:lnTo>
                    <a:pt x="2937" y="2472"/>
                  </a:lnTo>
                  <a:lnTo>
                    <a:pt x="2921" y="2396"/>
                  </a:lnTo>
                  <a:lnTo>
                    <a:pt x="2903" y="2320"/>
                  </a:lnTo>
                  <a:lnTo>
                    <a:pt x="2883" y="2245"/>
                  </a:lnTo>
                  <a:lnTo>
                    <a:pt x="2861" y="2172"/>
                  </a:lnTo>
                  <a:lnTo>
                    <a:pt x="2838" y="2098"/>
                  </a:lnTo>
                  <a:lnTo>
                    <a:pt x="2813" y="2025"/>
                  </a:lnTo>
                  <a:lnTo>
                    <a:pt x="2786" y="1954"/>
                  </a:lnTo>
                  <a:lnTo>
                    <a:pt x="2758" y="1884"/>
                  </a:lnTo>
                  <a:lnTo>
                    <a:pt x="2755" y="1874"/>
                  </a:lnTo>
                  <a:lnTo>
                    <a:pt x="2754" y="1870"/>
                  </a:lnTo>
                  <a:lnTo>
                    <a:pt x="2753" y="1866"/>
                  </a:lnTo>
                  <a:lnTo>
                    <a:pt x="2714" y="1757"/>
                  </a:lnTo>
                  <a:lnTo>
                    <a:pt x="2670" y="1653"/>
                  </a:lnTo>
                  <a:lnTo>
                    <a:pt x="2623" y="1553"/>
                  </a:lnTo>
                  <a:lnTo>
                    <a:pt x="2572" y="1459"/>
                  </a:lnTo>
                  <a:lnTo>
                    <a:pt x="2518" y="1369"/>
                  </a:lnTo>
                  <a:lnTo>
                    <a:pt x="2463" y="1283"/>
                  </a:lnTo>
                  <a:lnTo>
                    <a:pt x="2404" y="1203"/>
                  </a:lnTo>
                  <a:lnTo>
                    <a:pt x="2344" y="1127"/>
                  </a:lnTo>
                  <a:lnTo>
                    <a:pt x="2284" y="1054"/>
                  </a:lnTo>
                  <a:lnTo>
                    <a:pt x="2222" y="987"/>
                  </a:lnTo>
                  <a:lnTo>
                    <a:pt x="2161" y="924"/>
                  </a:lnTo>
                  <a:lnTo>
                    <a:pt x="2099" y="865"/>
                  </a:lnTo>
                  <a:lnTo>
                    <a:pt x="2038" y="811"/>
                  </a:lnTo>
                  <a:lnTo>
                    <a:pt x="1978" y="760"/>
                  </a:lnTo>
                  <a:lnTo>
                    <a:pt x="1919" y="714"/>
                  </a:lnTo>
                  <a:lnTo>
                    <a:pt x="1863" y="672"/>
                  </a:lnTo>
                  <a:lnTo>
                    <a:pt x="1765" y="595"/>
                  </a:lnTo>
                  <a:lnTo>
                    <a:pt x="1664" y="522"/>
                  </a:lnTo>
                  <a:lnTo>
                    <a:pt x="1561" y="454"/>
                  </a:lnTo>
                  <a:lnTo>
                    <a:pt x="1455" y="389"/>
                  </a:lnTo>
                  <a:lnTo>
                    <a:pt x="1345" y="330"/>
                  </a:lnTo>
                  <a:lnTo>
                    <a:pt x="1234" y="274"/>
                  </a:lnTo>
                  <a:lnTo>
                    <a:pt x="1120" y="224"/>
                  </a:lnTo>
                  <a:lnTo>
                    <a:pt x="1003" y="179"/>
                  </a:lnTo>
                  <a:lnTo>
                    <a:pt x="885" y="137"/>
                  </a:lnTo>
                  <a:lnTo>
                    <a:pt x="764" y="101"/>
                  </a:lnTo>
                  <a:lnTo>
                    <a:pt x="640" y="71"/>
                  </a:lnTo>
                  <a:lnTo>
                    <a:pt x="516" y="46"/>
                  </a:lnTo>
                  <a:lnTo>
                    <a:pt x="389" y="27"/>
                  </a:lnTo>
                  <a:lnTo>
                    <a:pt x="261" y="12"/>
                  </a:lnTo>
                  <a:lnTo>
                    <a:pt x="131" y="4"/>
                  </a:lnTo>
                  <a:lnTo>
                    <a:pt x="0" y="0"/>
                  </a:lnTo>
                  <a:lnTo>
                    <a:pt x="128" y="2"/>
                  </a:lnTo>
                  <a:lnTo>
                    <a:pt x="254" y="10"/>
                  </a:lnTo>
                  <a:lnTo>
                    <a:pt x="380" y="23"/>
                  </a:lnTo>
                  <a:lnTo>
                    <a:pt x="504" y="42"/>
                  </a:lnTo>
                  <a:close/>
                </a:path>
              </a:pathLst>
            </a:custGeom>
            <a:solidFill>
              <a:srgbClr val="00c53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1" name="Freeform 213"/>
            <p:cNvSpPr/>
            <p:nvPr/>
          </p:nvSpPr>
          <p:spPr>
            <a:xfrm>
              <a:off x="3976920" y="1906560"/>
              <a:ext cx="1761840" cy="352440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3524400"/>
                <a:gd name="textAreaBottom" fmla="*/ 3524760 h 3524400"/>
              </a:gdLst>
              <a:ahLst/>
              <a:rect l="textAreaLeft" t="textAreaTop" r="textAreaRight" b="textAreaBottom"/>
              <a:pathLst>
                <a:path w="3107" h="6213">
                  <a:moveTo>
                    <a:pt x="504" y="42"/>
                  </a:moveTo>
                  <a:lnTo>
                    <a:pt x="627" y="63"/>
                  </a:lnTo>
                  <a:lnTo>
                    <a:pt x="746" y="91"/>
                  </a:lnTo>
                  <a:lnTo>
                    <a:pt x="865" y="122"/>
                  </a:lnTo>
                  <a:lnTo>
                    <a:pt x="982" y="159"/>
                  </a:lnTo>
                  <a:lnTo>
                    <a:pt x="1097" y="199"/>
                  </a:lnTo>
                  <a:lnTo>
                    <a:pt x="1209" y="244"/>
                  </a:lnTo>
                  <a:lnTo>
                    <a:pt x="1320" y="294"/>
                  </a:lnTo>
                  <a:lnTo>
                    <a:pt x="1427" y="347"/>
                  </a:lnTo>
                  <a:lnTo>
                    <a:pt x="1533" y="404"/>
                  </a:lnTo>
                  <a:lnTo>
                    <a:pt x="1637" y="465"/>
                  </a:lnTo>
                  <a:lnTo>
                    <a:pt x="1737" y="531"/>
                  </a:lnTo>
                  <a:lnTo>
                    <a:pt x="1835" y="600"/>
                  </a:lnTo>
                  <a:lnTo>
                    <a:pt x="1929" y="673"/>
                  </a:lnTo>
                  <a:lnTo>
                    <a:pt x="2021" y="749"/>
                  </a:lnTo>
                  <a:lnTo>
                    <a:pt x="2110" y="828"/>
                  </a:lnTo>
                  <a:lnTo>
                    <a:pt x="2197" y="910"/>
                  </a:lnTo>
                  <a:lnTo>
                    <a:pt x="2280" y="997"/>
                  </a:lnTo>
                  <a:lnTo>
                    <a:pt x="2359" y="1085"/>
                  </a:lnTo>
                  <a:lnTo>
                    <a:pt x="2435" y="1177"/>
                  </a:lnTo>
                  <a:lnTo>
                    <a:pt x="2508" y="1272"/>
                  </a:lnTo>
                  <a:lnTo>
                    <a:pt x="2576" y="1370"/>
                  </a:lnTo>
                  <a:lnTo>
                    <a:pt x="2641" y="1471"/>
                  </a:lnTo>
                  <a:lnTo>
                    <a:pt x="2702" y="1574"/>
                  </a:lnTo>
                  <a:lnTo>
                    <a:pt x="2760" y="1680"/>
                  </a:lnTo>
                  <a:lnTo>
                    <a:pt x="2813" y="1787"/>
                  </a:lnTo>
                  <a:lnTo>
                    <a:pt x="2862" y="1897"/>
                  </a:lnTo>
                  <a:lnTo>
                    <a:pt x="2907" y="2009"/>
                  </a:lnTo>
                  <a:lnTo>
                    <a:pt x="2948" y="2124"/>
                  </a:lnTo>
                  <a:lnTo>
                    <a:pt x="2984" y="2241"/>
                  </a:lnTo>
                  <a:lnTo>
                    <a:pt x="3016" y="2361"/>
                  </a:lnTo>
                  <a:lnTo>
                    <a:pt x="3043" y="2480"/>
                  </a:lnTo>
                  <a:lnTo>
                    <a:pt x="3066" y="2602"/>
                  </a:lnTo>
                  <a:lnTo>
                    <a:pt x="3084" y="2727"/>
                  </a:lnTo>
                  <a:lnTo>
                    <a:pt x="3096" y="2852"/>
                  </a:lnTo>
                  <a:lnTo>
                    <a:pt x="3104" y="2978"/>
                  </a:lnTo>
                  <a:lnTo>
                    <a:pt x="3107" y="3106"/>
                  </a:lnTo>
                  <a:lnTo>
                    <a:pt x="3104" y="3234"/>
                  </a:lnTo>
                  <a:lnTo>
                    <a:pt x="3096" y="3362"/>
                  </a:lnTo>
                  <a:lnTo>
                    <a:pt x="3084" y="3487"/>
                  </a:lnTo>
                  <a:lnTo>
                    <a:pt x="3066" y="3610"/>
                  </a:lnTo>
                  <a:lnTo>
                    <a:pt x="3043" y="3733"/>
                  </a:lnTo>
                  <a:lnTo>
                    <a:pt x="3016" y="3854"/>
                  </a:lnTo>
                  <a:lnTo>
                    <a:pt x="2984" y="3972"/>
                  </a:lnTo>
                  <a:lnTo>
                    <a:pt x="2948" y="4089"/>
                  </a:lnTo>
                  <a:lnTo>
                    <a:pt x="2907" y="4204"/>
                  </a:lnTo>
                  <a:lnTo>
                    <a:pt x="2862" y="4316"/>
                  </a:lnTo>
                  <a:lnTo>
                    <a:pt x="2813" y="4426"/>
                  </a:lnTo>
                  <a:lnTo>
                    <a:pt x="2760" y="4534"/>
                  </a:lnTo>
                  <a:lnTo>
                    <a:pt x="2702" y="4640"/>
                  </a:lnTo>
                  <a:lnTo>
                    <a:pt x="2640" y="4743"/>
                  </a:lnTo>
                  <a:lnTo>
                    <a:pt x="2576" y="4843"/>
                  </a:lnTo>
                  <a:lnTo>
                    <a:pt x="2506" y="4941"/>
                  </a:lnTo>
                  <a:lnTo>
                    <a:pt x="2434" y="5037"/>
                  </a:lnTo>
                  <a:lnTo>
                    <a:pt x="2358" y="5128"/>
                  </a:lnTo>
                  <a:lnTo>
                    <a:pt x="2278" y="5216"/>
                  </a:lnTo>
                  <a:lnTo>
                    <a:pt x="2195" y="5303"/>
                  </a:lnTo>
                  <a:lnTo>
                    <a:pt x="2110" y="5386"/>
                  </a:lnTo>
                  <a:lnTo>
                    <a:pt x="2021" y="5465"/>
                  </a:lnTo>
                  <a:lnTo>
                    <a:pt x="1929" y="5541"/>
                  </a:lnTo>
                  <a:lnTo>
                    <a:pt x="1834" y="5614"/>
                  </a:lnTo>
                  <a:lnTo>
                    <a:pt x="1736" y="5683"/>
                  </a:lnTo>
                  <a:lnTo>
                    <a:pt x="1636" y="5747"/>
                  </a:lnTo>
                  <a:lnTo>
                    <a:pt x="1533" y="5809"/>
                  </a:lnTo>
                  <a:lnTo>
                    <a:pt x="1427" y="5866"/>
                  </a:lnTo>
                  <a:lnTo>
                    <a:pt x="1319" y="5919"/>
                  </a:lnTo>
                  <a:lnTo>
                    <a:pt x="1208" y="5969"/>
                  </a:lnTo>
                  <a:lnTo>
                    <a:pt x="1097" y="6014"/>
                  </a:lnTo>
                  <a:lnTo>
                    <a:pt x="981" y="6054"/>
                  </a:lnTo>
                  <a:lnTo>
                    <a:pt x="865" y="6091"/>
                  </a:lnTo>
                  <a:lnTo>
                    <a:pt x="746" y="6122"/>
                  </a:lnTo>
                  <a:lnTo>
                    <a:pt x="625" y="6150"/>
                  </a:lnTo>
                  <a:lnTo>
                    <a:pt x="503" y="6171"/>
                  </a:lnTo>
                  <a:lnTo>
                    <a:pt x="380" y="6190"/>
                  </a:lnTo>
                  <a:lnTo>
                    <a:pt x="254" y="6203"/>
                  </a:lnTo>
                  <a:lnTo>
                    <a:pt x="128" y="6211"/>
                  </a:lnTo>
                  <a:lnTo>
                    <a:pt x="0" y="6213"/>
                  </a:lnTo>
                  <a:lnTo>
                    <a:pt x="77" y="6212"/>
                  </a:lnTo>
                  <a:lnTo>
                    <a:pt x="154" y="6208"/>
                  </a:lnTo>
                  <a:lnTo>
                    <a:pt x="230" y="6204"/>
                  </a:lnTo>
                  <a:lnTo>
                    <a:pt x="306" y="6197"/>
                  </a:lnTo>
                  <a:lnTo>
                    <a:pt x="382" y="6188"/>
                  </a:lnTo>
                  <a:lnTo>
                    <a:pt x="457" y="6177"/>
                  </a:lnTo>
                  <a:lnTo>
                    <a:pt x="531" y="6165"/>
                  </a:lnTo>
                  <a:lnTo>
                    <a:pt x="605" y="6150"/>
                  </a:lnTo>
                  <a:lnTo>
                    <a:pt x="677" y="6133"/>
                  </a:lnTo>
                  <a:lnTo>
                    <a:pt x="750" y="6115"/>
                  </a:lnTo>
                  <a:lnTo>
                    <a:pt x="821" y="6095"/>
                  </a:lnTo>
                  <a:lnTo>
                    <a:pt x="891" y="6074"/>
                  </a:lnTo>
                  <a:lnTo>
                    <a:pt x="962" y="6049"/>
                  </a:lnTo>
                  <a:lnTo>
                    <a:pt x="1031" y="6024"/>
                  </a:lnTo>
                  <a:lnTo>
                    <a:pt x="1100" y="5997"/>
                  </a:lnTo>
                  <a:lnTo>
                    <a:pt x="1168" y="5969"/>
                  </a:lnTo>
                  <a:lnTo>
                    <a:pt x="1235" y="5939"/>
                  </a:lnTo>
                  <a:lnTo>
                    <a:pt x="1300" y="5906"/>
                  </a:lnTo>
                  <a:lnTo>
                    <a:pt x="1365" y="5873"/>
                  </a:lnTo>
                  <a:lnTo>
                    <a:pt x="1429" y="5839"/>
                  </a:lnTo>
                  <a:lnTo>
                    <a:pt x="1493" y="5802"/>
                  </a:lnTo>
                  <a:lnTo>
                    <a:pt x="1555" y="5764"/>
                  </a:lnTo>
                  <a:lnTo>
                    <a:pt x="1677" y="5683"/>
                  </a:lnTo>
                  <a:lnTo>
                    <a:pt x="1736" y="5640"/>
                  </a:lnTo>
                  <a:lnTo>
                    <a:pt x="1795" y="5595"/>
                  </a:lnTo>
                  <a:lnTo>
                    <a:pt x="1852" y="5551"/>
                  </a:lnTo>
                  <a:lnTo>
                    <a:pt x="1907" y="5503"/>
                  </a:lnTo>
                  <a:lnTo>
                    <a:pt x="1963" y="5455"/>
                  </a:lnTo>
                  <a:lnTo>
                    <a:pt x="2017" y="5406"/>
                  </a:lnTo>
                  <a:lnTo>
                    <a:pt x="2070" y="5355"/>
                  </a:lnTo>
                  <a:lnTo>
                    <a:pt x="2121" y="5303"/>
                  </a:lnTo>
                  <a:lnTo>
                    <a:pt x="2171" y="5250"/>
                  </a:lnTo>
                  <a:lnTo>
                    <a:pt x="2220" y="5196"/>
                  </a:lnTo>
                  <a:lnTo>
                    <a:pt x="2268" y="5139"/>
                  </a:lnTo>
                  <a:lnTo>
                    <a:pt x="2314" y="5083"/>
                  </a:lnTo>
                  <a:lnTo>
                    <a:pt x="2360" y="5024"/>
                  </a:lnTo>
                  <a:lnTo>
                    <a:pt x="2404" y="4965"/>
                  </a:lnTo>
                  <a:lnTo>
                    <a:pt x="2447" y="4904"/>
                  </a:lnTo>
                  <a:lnTo>
                    <a:pt x="2487" y="4843"/>
                  </a:lnTo>
                  <a:lnTo>
                    <a:pt x="2527" y="4781"/>
                  </a:lnTo>
                  <a:lnTo>
                    <a:pt x="2565" y="4718"/>
                  </a:lnTo>
                  <a:lnTo>
                    <a:pt x="2602" y="4653"/>
                  </a:lnTo>
                  <a:lnTo>
                    <a:pt x="2638" y="4587"/>
                  </a:lnTo>
                  <a:lnTo>
                    <a:pt x="2671" y="4521"/>
                  </a:lnTo>
                  <a:lnTo>
                    <a:pt x="2703" y="4453"/>
                  </a:lnTo>
                  <a:lnTo>
                    <a:pt x="2735" y="4385"/>
                  </a:lnTo>
                  <a:lnTo>
                    <a:pt x="2763" y="4316"/>
                  </a:lnTo>
                  <a:lnTo>
                    <a:pt x="2791" y="4245"/>
                  </a:lnTo>
                  <a:lnTo>
                    <a:pt x="2817" y="4175"/>
                  </a:lnTo>
                  <a:lnTo>
                    <a:pt x="2842" y="4102"/>
                  </a:lnTo>
                  <a:lnTo>
                    <a:pt x="2865" y="4030"/>
                  </a:lnTo>
                  <a:lnTo>
                    <a:pt x="2885" y="3957"/>
                  </a:lnTo>
                  <a:lnTo>
                    <a:pt x="2905" y="3882"/>
                  </a:lnTo>
                  <a:lnTo>
                    <a:pt x="2922" y="3807"/>
                  </a:lnTo>
                  <a:lnTo>
                    <a:pt x="2938" y="3733"/>
                  </a:lnTo>
                  <a:lnTo>
                    <a:pt x="2952" y="3657"/>
                  </a:lnTo>
                  <a:lnTo>
                    <a:pt x="2965" y="3579"/>
                  </a:lnTo>
                  <a:lnTo>
                    <a:pt x="2975" y="3502"/>
                  </a:lnTo>
                  <a:lnTo>
                    <a:pt x="2984" y="3424"/>
                  </a:lnTo>
                  <a:lnTo>
                    <a:pt x="2990" y="3346"/>
                  </a:lnTo>
                  <a:lnTo>
                    <a:pt x="2996" y="3266"/>
                  </a:lnTo>
                  <a:lnTo>
                    <a:pt x="2998" y="3187"/>
                  </a:lnTo>
                  <a:lnTo>
                    <a:pt x="2999" y="3106"/>
                  </a:lnTo>
                  <a:lnTo>
                    <a:pt x="2997" y="2984"/>
                  </a:lnTo>
                  <a:lnTo>
                    <a:pt x="2990" y="2864"/>
                  </a:lnTo>
                  <a:lnTo>
                    <a:pt x="2980" y="2744"/>
                  </a:lnTo>
                  <a:lnTo>
                    <a:pt x="2964" y="2626"/>
                  </a:lnTo>
                  <a:lnTo>
                    <a:pt x="2944" y="2509"/>
                  </a:lnTo>
                  <a:lnTo>
                    <a:pt x="2920" y="2394"/>
                  </a:lnTo>
                  <a:lnTo>
                    <a:pt x="2892" y="2281"/>
                  </a:lnTo>
                  <a:lnTo>
                    <a:pt x="2860" y="2169"/>
                  </a:lnTo>
                  <a:lnTo>
                    <a:pt x="2849" y="2107"/>
                  </a:lnTo>
                  <a:lnTo>
                    <a:pt x="2835" y="2046"/>
                  </a:lnTo>
                  <a:lnTo>
                    <a:pt x="2820" y="1984"/>
                  </a:lnTo>
                  <a:lnTo>
                    <a:pt x="2802" y="1923"/>
                  </a:lnTo>
                  <a:lnTo>
                    <a:pt x="2783" y="1862"/>
                  </a:lnTo>
                  <a:lnTo>
                    <a:pt x="2761" y="1802"/>
                  </a:lnTo>
                  <a:lnTo>
                    <a:pt x="2738" y="1742"/>
                  </a:lnTo>
                  <a:lnTo>
                    <a:pt x="2714" y="1682"/>
                  </a:lnTo>
                  <a:lnTo>
                    <a:pt x="2686" y="1623"/>
                  </a:lnTo>
                  <a:lnTo>
                    <a:pt x="2657" y="1565"/>
                  </a:lnTo>
                  <a:lnTo>
                    <a:pt x="2627" y="1507"/>
                  </a:lnTo>
                  <a:lnTo>
                    <a:pt x="2594" y="1449"/>
                  </a:lnTo>
                  <a:lnTo>
                    <a:pt x="2561" y="1393"/>
                  </a:lnTo>
                  <a:lnTo>
                    <a:pt x="2525" y="1338"/>
                  </a:lnTo>
                  <a:lnTo>
                    <a:pt x="2487" y="1282"/>
                  </a:lnTo>
                  <a:lnTo>
                    <a:pt x="2448" y="1228"/>
                  </a:lnTo>
                  <a:lnTo>
                    <a:pt x="2407" y="1174"/>
                  </a:lnTo>
                  <a:lnTo>
                    <a:pt x="2365" y="1121"/>
                  </a:lnTo>
                  <a:lnTo>
                    <a:pt x="2321" y="1069"/>
                  </a:lnTo>
                  <a:lnTo>
                    <a:pt x="2276" y="1018"/>
                  </a:lnTo>
                  <a:lnTo>
                    <a:pt x="2229" y="969"/>
                  </a:lnTo>
                  <a:lnTo>
                    <a:pt x="2180" y="919"/>
                  </a:lnTo>
                  <a:lnTo>
                    <a:pt x="2131" y="872"/>
                  </a:lnTo>
                  <a:lnTo>
                    <a:pt x="2079" y="825"/>
                  </a:lnTo>
                  <a:lnTo>
                    <a:pt x="2026" y="779"/>
                  </a:lnTo>
                  <a:lnTo>
                    <a:pt x="1972" y="734"/>
                  </a:lnTo>
                  <a:lnTo>
                    <a:pt x="1917" y="690"/>
                  </a:lnTo>
                  <a:lnTo>
                    <a:pt x="1860" y="649"/>
                  </a:lnTo>
                  <a:lnTo>
                    <a:pt x="1803" y="607"/>
                  </a:lnTo>
                  <a:lnTo>
                    <a:pt x="1683" y="529"/>
                  </a:lnTo>
                  <a:lnTo>
                    <a:pt x="1621" y="492"/>
                  </a:lnTo>
                  <a:lnTo>
                    <a:pt x="1532" y="436"/>
                  </a:lnTo>
                  <a:lnTo>
                    <a:pt x="1441" y="381"/>
                  </a:lnTo>
                  <a:lnTo>
                    <a:pt x="1349" y="331"/>
                  </a:lnTo>
                  <a:lnTo>
                    <a:pt x="1254" y="283"/>
                  </a:lnTo>
                  <a:lnTo>
                    <a:pt x="1158" y="240"/>
                  </a:lnTo>
                  <a:lnTo>
                    <a:pt x="1060" y="199"/>
                  </a:lnTo>
                  <a:lnTo>
                    <a:pt x="959" y="162"/>
                  </a:lnTo>
                  <a:lnTo>
                    <a:pt x="859" y="129"/>
                  </a:lnTo>
                  <a:lnTo>
                    <a:pt x="756" y="99"/>
                  </a:lnTo>
                  <a:lnTo>
                    <a:pt x="652" y="74"/>
                  </a:lnTo>
                  <a:lnTo>
                    <a:pt x="546" y="52"/>
                  </a:lnTo>
                  <a:lnTo>
                    <a:pt x="439" y="33"/>
                  </a:lnTo>
                  <a:lnTo>
                    <a:pt x="330" y="18"/>
                  </a:lnTo>
                  <a:lnTo>
                    <a:pt x="222" y="8"/>
                  </a:lnTo>
                  <a:lnTo>
                    <a:pt x="112" y="2"/>
                  </a:lnTo>
                  <a:lnTo>
                    <a:pt x="0" y="0"/>
                  </a:lnTo>
                  <a:lnTo>
                    <a:pt x="128" y="2"/>
                  </a:lnTo>
                  <a:lnTo>
                    <a:pt x="254" y="10"/>
                  </a:lnTo>
                  <a:lnTo>
                    <a:pt x="380" y="23"/>
                  </a:lnTo>
                  <a:lnTo>
                    <a:pt x="504" y="42"/>
                  </a:lnTo>
                  <a:close/>
                </a:path>
              </a:pathLst>
            </a:custGeom>
            <a:solidFill>
              <a:srgbClr val="00be4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2" name="Freeform 214"/>
            <p:cNvSpPr/>
            <p:nvPr/>
          </p:nvSpPr>
          <p:spPr>
            <a:xfrm>
              <a:off x="3976920" y="1906560"/>
              <a:ext cx="1761840" cy="352440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3524400"/>
                <a:gd name="textAreaBottom" fmla="*/ 3524760 h 3524400"/>
              </a:gdLst>
              <a:ahLst/>
              <a:rect l="textAreaLeft" t="textAreaTop" r="textAreaRight" b="textAreaBottom"/>
              <a:pathLst>
                <a:path w="3107" h="6213">
                  <a:moveTo>
                    <a:pt x="504" y="42"/>
                  </a:moveTo>
                  <a:lnTo>
                    <a:pt x="627" y="63"/>
                  </a:lnTo>
                  <a:lnTo>
                    <a:pt x="746" y="91"/>
                  </a:lnTo>
                  <a:lnTo>
                    <a:pt x="865" y="122"/>
                  </a:lnTo>
                  <a:lnTo>
                    <a:pt x="982" y="159"/>
                  </a:lnTo>
                  <a:lnTo>
                    <a:pt x="1097" y="199"/>
                  </a:lnTo>
                  <a:lnTo>
                    <a:pt x="1209" y="244"/>
                  </a:lnTo>
                  <a:lnTo>
                    <a:pt x="1320" y="294"/>
                  </a:lnTo>
                  <a:lnTo>
                    <a:pt x="1427" y="347"/>
                  </a:lnTo>
                  <a:lnTo>
                    <a:pt x="1533" y="404"/>
                  </a:lnTo>
                  <a:lnTo>
                    <a:pt x="1637" y="465"/>
                  </a:lnTo>
                  <a:lnTo>
                    <a:pt x="1737" y="531"/>
                  </a:lnTo>
                  <a:lnTo>
                    <a:pt x="1835" y="600"/>
                  </a:lnTo>
                  <a:lnTo>
                    <a:pt x="1929" y="673"/>
                  </a:lnTo>
                  <a:lnTo>
                    <a:pt x="2021" y="749"/>
                  </a:lnTo>
                  <a:lnTo>
                    <a:pt x="2110" y="828"/>
                  </a:lnTo>
                  <a:lnTo>
                    <a:pt x="2197" y="910"/>
                  </a:lnTo>
                  <a:lnTo>
                    <a:pt x="2280" y="997"/>
                  </a:lnTo>
                  <a:lnTo>
                    <a:pt x="2359" y="1085"/>
                  </a:lnTo>
                  <a:lnTo>
                    <a:pt x="2435" y="1177"/>
                  </a:lnTo>
                  <a:lnTo>
                    <a:pt x="2508" y="1272"/>
                  </a:lnTo>
                  <a:lnTo>
                    <a:pt x="2576" y="1370"/>
                  </a:lnTo>
                  <a:lnTo>
                    <a:pt x="2641" y="1471"/>
                  </a:lnTo>
                  <a:lnTo>
                    <a:pt x="2702" y="1574"/>
                  </a:lnTo>
                  <a:lnTo>
                    <a:pt x="2760" y="1680"/>
                  </a:lnTo>
                  <a:lnTo>
                    <a:pt x="2813" y="1787"/>
                  </a:lnTo>
                  <a:lnTo>
                    <a:pt x="2862" y="1897"/>
                  </a:lnTo>
                  <a:lnTo>
                    <a:pt x="2907" y="2009"/>
                  </a:lnTo>
                  <a:lnTo>
                    <a:pt x="2948" y="2124"/>
                  </a:lnTo>
                  <a:lnTo>
                    <a:pt x="2984" y="2241"/>
                  </a:lnTo>
                  <a:lnTo>
                    <a:pt x="3016" y="2361"/>
                  </a:lnTo>
                  <a:lnTo>
                    <a:pt x="3043" y="2480"/>
                  </a:lnTo>
                  <a:lnTo>
                    <a:pt x="3066" y="2602"/>
                  </a:lnTo>
                  <a:lnTo>
                    <a:pt x="3084" y="2727"/>
                  </a:lnTo>
                  <a:lnTo>
                    <a:pt x="3096" y="2852"/>
                  </a:lnTo>
                  <a:lnTo>
                    <a:pt x="3104" y="2978"/>
                  </a:lnTo>
                  <a:lnTo>
                    <a:pt x="3107" y="3106"/>
                  </a:lnTo>
                  <a:lnTo>
                    <a:pt x="3104" y="3234"/>
                  </a:lnTo>
                  <a:lnTo>
                    <a:pt x="3096" y="3362"/>
                  </a:lnTo>
                  <a:lnTo>
                    <a:pt x="3084" y="3487"/>
                  </a:lnTo>
                  <a:lnTo>
                    <a:pt x="3066" y="3610"/>
                  </a:lnTo>
                  <a:lnTo>
                    <a:pt x="3043" y="3733"/>
                  </a:lnTo>
                  <a:lnTo>
                    <a:pt x="3016" y="3854"/>
                  </a:lnTo>
                  <a:lnTo>
                    <a:pt x="2984" y="3972"/>
                  </a:lnTo>
                  <a:lnTo>
                    <a:pt x="2948" y="4089"/>
                  </a:lnTo>
                  <a:lnTo>
                    <a:pt x="2907" y="4204"/>
                  </a:lnTo>
                  <a:lnTo>
                    <a:pt x="2862" y="4316"/>
                  </a:lnTo>
                  <a:lnTo>
                    <a:pt x="2813" y="4426"/>
                  </a:lnTo>
                  <a:lnTo>
                    <a:pt x="2760" y="4534"/>
                  </a:lnTo>
                  <a:lnTo>
                    <a:pt x="2702" y="4640"/>
                  </a:lnTo>
                  <a:lnTo>
                    <a:pt x="2640" y="4743"/>
                  </a:lnTo>
                  <a:lnTo>
                    <a:pt x="2576" y="4843"/>
                  </a:lnTo>
                  <a:lnTo>
                    <a:pt x="2506" y="4941"/>
                  </a:lnTo>
                  <a:lnTo>
                    <a:pt x="2434" y="5037"/>
                  </a:lnTo>
                  <a:lnTo>
                    <a:pt x="2358" y="5128"/>
                  </a:lnTo>
                  <a:lnTo>
                    <a:pt x="2278" y="5216"/>
                  </a:lnTo>
                  <a:lnTo>
                    <a:pt x="2195" y="5303"/>
                  </a:lnTo>
                  <a:lnTo>
                    <a:pt x="2110" y="5386"/>
                  </a:lnTo>
                  <a:lnTo>
                    <a:pt x="2021" y="5465"/>
                  </a:lnTo>
                  <a:lnTo>
                    <a:pt x="1929" y="5541"/>
                  </a:lnTo>
                  <a:lnTo>
                    <a:pt x="1834" y="5614"/>
                  </a:lnTo>
                  <a:lnTo>
                    <a:pt x="1736" y="5683"/>
                  </a:lnTo>
                  <a:lnTo>
                    <a:pt x="1636" y="5747"/>
                  </a:lnTo>
                  <a:lnTo>
                    <a:pt x="1533" y="5809"/>
                  </a:lnTo>
                  <a:lnTo>
                    <a:pt x="1427" y="5866"/>
                  </a:lnTo>
                  <a:lnTo>
                    <a:pt x="1319" y="5919"/>
                  </a:lnTo>
                  <a:lnTo>
                    <a:pt x="1208" y="5969"/>
                  </a:lnTo>
                  <a:lnTo>
                    <a:pt x="1097" y="6014"/>
                  </a:lnTo>
                  <a:lnTo>
                    <a:pt x="981" y="6054"/>
                  </a:lnTo>
                  <a:lnTo>
                    <a:pt x="865" y="6091"/>
                  </a:lnTo>
                  <a:lnTo>
                    <a:pt x="746" y="6122"/>
                  </a:lnTo>
                  <a:lnTo>
                    <a:pt x="625" y="6150"/>
                  </a:lnTo>
                  <a:lnTo>
                    <a:pt x="503" y="6171"/>
                  </a:lnTo>
                  <a:lnTo>
                    <a:pt x="380" y="6190"/>
                  </a:lnTo>
                  <a:lnTo>
                    <a:pt x="254" y="6203"/>
                  </a:lnTo>
                  <a:lnTo>
                    <a:pt x="128" y="6211"/>
                  </a:lnTo>
                  <a:lnTo>
                    <a:pt x="0" y="6213"/>
                  </a:lnTo>
                  <a:lnTo>
                    <a:pt x="77" y="6212"/>
                  </a:lnTo>
                  <a:lnTo>
                    <a:pt x="154" y="6208"/>
                  </a:lnTo>
                  <a:lnTo>
                    <a:pt x="230" y="6204"/>
                  </a:lnTo>
                  <a:lnTo>
                    <a:pt x="306" y="6197"/>
                  </a:lnTo>
                  <a:lnTo>
                    <a:pt x="382" y="6188"/>
                  </a:lnTo>
                  <a:lnTo>
                    <a:pt x="457" y="6177"/>
                  </a:lnTo>
                  <a:lnTo>
                    <a:pt x="531" y="6165"/>
                  </a:lnTo>
                  <a:lnTo>
                    <a:pt x="605" y="6150"/>
                  </a:lnTo>
                  <a:lnTo>
                    <a:pt x="677" y="6133"/>
                  </a:lnTo>
                  <a:lnTo>
                    <a:pt x="750" y="6115"/>
                  </a:lnTo>
                  <a:lnTo>
                    <a:pt x="821" y="6095"/>
                  </a:lnTo>
                  <a:lnTo>
                    <a:pt x="891" y="6074"/>
                  </a:lnTo>
                  <a:lnTo>
                    <a:pt x="962" y="6049"/>
                  </a:lnTo>
                  <a:lnTo>
                    <a:pt x="1031" y="6024"/>
                  </a:lnTo>
                  <a:lnTo>
                    <a:pt x="1100" y="5997"/>
                  </a:lnTo>
                  <a:lnTo>
                    <a:pt x="1168" y="5969"/>
                  </a:lnTo>
                  <a:lnTo>
                    <a:pt x="1235" y="5939"/>
                  </a:lnTo>
                  <a:lnTo>
                    <a:pt x="1300" y="5906"/>
                  </a:lnTo>
                  <a:lnTo>
                    <a:pt x="1365" y="5873"/>
                  </a:lnTo>
                  <a:lnTo>
                    <a:pt x="1429" y="5839"/>
                  </a:lnTo>
                  <a:lnTo>
                    <a:pt x="1493" y="5802"/>
                  </a:lnTo>
                  <a:lnTo>
                    <a:pt x="1555" y="5764"/>
                  </a:lnTo>
                  <a:lnTo>
                    <a:pt x="1677" y="5683"/>
                  </a:lnTo>
                  <a:lnTo>
                    <a:pt x="1736" y="5640"/>
                  </a:lnTo>
                  <a:lnTo>
                    <a:pt x="1795" y="5595"/>
                  </a:lnTo>
                  <a:lnTo>
                    <a:pt x="1852" y="5551"/>
                  </a:lnTo>
                  <a:lnTo>
                    <a:pt x="1907" y="5503"/>
                  </a:lnTo>
                  <a:lnTo>
                    <a:pt x="1963" y="5455"/>
                  </a:lnTo>
                  <a:lnTo>
                    <a:pt x="2017" y="5406"/>
                  </a:lnTo>
                  <a:lnTo>
                    <a:pt x="2070" y="5355"/>
                  </a:lnTo>
                  <a:lnTo>
                    <a:pt x="2121" y="5303"/>
                  </a:lnTo>
                  <a:lnTo>
                    <a:pt x="2171" y="5250"/>
                  </a:lnTo>
                  <a:lnTo>
                    <a:pt x="2220" y="5196"/>
                  </a:lnTo>
                  <a:lnTo>
                    <a:pt x="2268" y="5139"/>
                  </a:lnTo>
                  <a:lnTo>
                    <a:pt x="2314" y="5083"/>
                  </a:lnTo>
                  <a:lnTo>
                    <a:pt x="2360" y="5024"/>
                  </a:lnTo>
                  <a:lnTo>
                    <a:pt x="2404" y="4965"/>
                  </a:lnTo>
                  <a:lnTo>
                    <a:pt x="2447" y="4904"/>
                  </a:lnTo>
                  <a:lnTo>
                    <a:pt x="2487" y="4843"/>
                  </a:lnTo>
                  <a:lnTo>
                    <a:pt x="2527" y="4781"/>
                  </a:lnTo>
                  <a:lnTo>
                    <a:pt x="2565" y="4718"/>
                  </a:lnTo>
                  <a:lnTo>
                    <a:pt x="2602" y="4653"/>
                  </a:lnTo>
                  <a:lnTo>
                    <a:pt x="2638" y="4587"/>
                  </a:lnTo>
                  <a:lnTo>
                    <a:pt x="2671" y="4521"/>
                  </a:lnTo>
                  <a:lnTo>
                    <a:pt x="2703" y="4453"/>
                  </a:lnTo>
                  <a:lnTo>
                    <a:pt x="2735" y="4385"/>
                  </a:lnTo>
                  <a:lnTo>
                    <a:pt x="2763" y="4316"/>
                  </a:lnTo>
                  <a:lnTo>
                    <a:pt x="2791" y="4245"/>
                  </a:lnTo>
                  <a:lnTo>
                    <a:pt x="2817" y="4175"/>
                  </a:lnTo>
                  <a:lnTo>
                    <a:pt x="2842" y="4102"/>
                  </a:lnTo>
                  <a:lnTo>
                    <a:pt x="2865" y="4030"/>
                  </a:lnTo>
                  <a:lnTo>
                    <a:pt x="2885" y="3957"/>
                  </a:lnTo>
                  <a:lnTo>
                    <a:pt x="2905" y="3882"/>
                  </a:lnTo>
                  <a:lnTo>
                    <a:pt x="2922" y="3807"/>
                  </a:lnTo>
                  <a:lnTo>
                    <a:pt x="2938" y="3733"/>
                  </a:lnTo>
                  <a:lnTo>
                    <a:pt x="2952" y="3657"/>
                  </a:lnTo>
                  <a:lnTo>
                    <a:pt x="2965" y="3579"/>
                  </a:lnTo>
                  <a:lnTo>
                    <a:pt x="2975" y="3502"/>
                  </a:lnTo>
                  <a:lnTo>
                    <a:pt x="2984" y="3424"/>
                  </a:lnTo>
                  <a:lnTo>
                    <a:pt x="2990" y="3346"/>
                  </a:lnTo>
                  <a:lnTo>
                    <a:pt x="2996" y="3266"/>
                  </a:lnTo>
                  <a:lnTo>
                    <a:pt x="2998" y="3187"/>
                  </a:lnTo>
                  <a:lnTo>
                    <a:pt x="2999" y="3106"/>
                  </a:lnTo>
                  <a:lnTo>
                    <a:pt x="2998" y="3016"/>
                  </a:lnTo>
                  <a:lnTo>
                    <a:pt x="2995" y="2926"/>
                  </a:lnTo>
                  <a:lnTo>
                    <a:pt x="2988" y="2837"/>
                  </a:lnTo>
                  <a:lnTo>
                    <a:pt x="2980" y="2750"/>
                  </a:lnTo>
                  <a:lnTo>
                    <a:pt x="2969" y="2662"/>
                  </a:lnTo>
                  <a:lnTo>
                    <a:pt x="2956" y="2576"/>
                  </a:lnTo>
                  <a:lnTo>
                    <a:pt x="2941" y="2491"/>
                  </a:lnTo>
                  <a:lnTo>
                    <a:pt x="2922" y="2405"/>
                  </a:lnTo>
                  <a:lnTo>
                    <a:pt x="2914" y="2318"/>
                  </a:lnTo>
                  <a:lnTo>
                    <a:pt x="2903" y="2230"/>
                  </a:lnTo>
                  <a:lnTo>
                    <a:pt x="2887" y="2144"/>
                  </a:lnTo>
                  <a:lnTo>
                    <a:pt x="2867" y="2060"/>
                  </a:lnTo>
                  <a:lnTo>
                    <a:pt x="2844" y="1976"/>
                  </a:lnTo>
                  <a:lnTo>
                    <a:pt x="2817" y="1894"/>
                  </a:lnTo>
                  <a:lnTo>
                    <a:pt x="2787" y="1813"/>
                  </a:lnTo>
                  <a:lnTo>
                    <a:pt x="2755" y="1734"/>
                  </a:lnTo>
                  <a:lnTo>
                    <a:pt x="2720" y="1656"/>
                  </a:lnTo>
                  <a:lnTo>
                    <a:pt x="2682" y="1578"/>
                  </a:lnTo>
                  <a:lnTo>
                    <a:pt x="2640" y="1503"/>
                  </a:lnTo>
                  <a:lnTo>
                    <a:pt x="2596" y="1430"/>
                  </a:lnTo>
                  <a:lnTo>
                    <a:pt x="2550" y="1357"/>
                  </a:lnTo>
                  <a:lnTo>
                    <a:pt x="2502" y="1287"/>
                  </a:lnTo>
                  <a:lnTo>
                    <a:pt x="2452" y="1219"/>
                  </a:lnTo>
                  <a:lnTo>
                    <a:pt x="2399" y="1152"/>
                  </a:lnTo>
                  <a:lnTo>
                    <a:pt x="2345" y="1086"/>
                  </a:lnTo>
                  <a:lnTo>
                    <a:pt x="2290" y="1024"/>
                  </a:lnTo>
                  <a:lnTo>
                    <a:pt x="2232" y="963"/>
                  </a:lnTo>
                  <a:lnTo>
                    <a:pt x="2174" y="903"/>
                  </a:lnTo>
                  <a:lnTo>
                    <a:pt x="2114" y="847"/>
                  </a:lnTo>
                  <a:lnTo>
                    <a:pt x="2054" y="792"/>
                  </a:lnTo>
                  <a:lnTo>
                    <a:pt x="1992" y="739"/>
                  </a:lnTo>
                  <a:lnTo>
                    <a:pt x="1928" y="688"/>
                  </a:lnTo>
                  <a:lnTo>
                    <a:pt x="1865" y="639"/>
                  </a:lnTo>
                  <a:lnTo>
                    <a:pt x="1801" y="593"/>
                  </a:lnTo>
                  <a:lnTo>
                    <a:pt x="1737" y="550"/>
                  </a:lnTo>
                  <a:lnTo>
                    <a:pt x="1672" y="508"/>
                  </a:lnTo>
                  <a:lnTo>
                    <a:pt x="1608" y="469"/>
                  </a:lnTo>
                  <a:lnTo>
                    <a:pt x="1543" y="433"/>
                  </a:lnTo>
                  <a:lnTo>
                    <a:pt x="1480" y="399"/>
                  </a:lnTo>
                  <a:lnTo>
                    <a:pt x="1416" y="368"/>
                  </a:lnTo>
                  <a:lnTo>
                    <a:pt x="1336" y="325"/>
                  </a:lnTo>
                  <a:lnTo>
                    <a:pt x="1254" y="285"/>
                  </a:lnTo>
                  <a:lnTo>
                    <a:pt x="1173" y="247"/>
                  </a:lnTo>
                  <a:lnTo>
                    <a:pt x="1088" y="212"/>
                  </a:lnTo>
                  <a:lnTo>
                    <a:pt x="1003" y="179"/>
                  </a:lnTo>
                  <a:lnTo>
                    <a:pt x="917" y="149"/>
                  </a:lnTo>
                  <a:lnTo>
                    <a:pt x="830" y="121"/>
                  </a:lnTo>
                  <a:lnTo>
                    <a:pt x="742" y="96"/>
                  </a:lnTo>
                  <a:lnTo>
                    <a:pt x="652" y="74"/>
                  </a:lnTo>
                  <a:lnTo>
                    <a:pt x="561" y="54"/>
                  </a:lnTo>
                  <a:lnTo>
                    <a:pt x="470" y="38"/>
                  </a:lnTo>
                  <a:lnTo>
                    <a:pt x="378" y="24"/>
                  </a:lnTo>
                  <a:lnTo>
                    <a:pt x="284" y="14"/>
                  </a:lnTo>
                  <a:lnTo>
                    <a:pt x="190" y="6"/>
                  </a:lnTo>
                  <a:lnTo>
                    <a:pt x="96" y="1"/>
                  </a:lnTo>
                  <a:lnTo>
                    <a:pt x="0" y="0"/>
                  </a:lnTo>
                  <a:lnTo>
                    <a:pt x="128" y="2"/>
                  </a:lnTo>
                  <a:lnTo>
                    <a:pt x="254" y="10"/>
                  </a:lnTo>
                  <a:lnTo>
                    <a:pt x="380" y="23"/>
                  </a:lnTo>
                  <a:lnTo>
                    <a:pt x="504" y="42"/>
                  </a:lnTo>
                  <a:close/>
                </a:path>
              </a:pathLst>
            </a:custGeom>
            <a:solidFill>
              <a:srgbClr val="00b74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3" name="Freeform 215"/>
            <p:cNvSpPr/>
            <p:nvPr/>
          </p:nvSpPr>
          <p:spPr>
            <a:xfrm>
              <a:off x="3976920" y="1906560"/>
              <a:ext cx="1761840" cy="352440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3524400"/>
                <a:gd name="textAreaBottom" fmla="*/ 3524760 h 3524400"/>
              </a:gdLst>
              <a:ahLst/>
              <a:rect l="textAreaLeft" t="textAreaTop" r="textAreaRight" b="textAreaBottom"/>
              <a:pathLst>
                <a:path w="3107" h="6213">
                  <a:moveTo>
                    <a:pt x="504" y="42"/>
                  </a:moveTo>
                  <a:lnTo>
                    <a:pt x="627" y="63"/>
                  </a:lnTo>
                  <a:lnTo>
                    <a:pt x="746" y="91"/>
                  </a:lnTo>
                  <a:lnTo>
                    <a:pt x="865" y="122"/>
                  </a:lnTo>
                  <a:lnTo>
                    <a:pt x="982" y="159"/>
                  </a:lnTo>
                  <a:lnTo>
                    <a:pt x="1097" y="199"/>
                  </a:lnTo>
                  <a:lnTo>
                    <a:pt x="1209" y="244"/>
                  </a:lnTo>
                  <a:lnTo>
                    <a:pt x="1320" y="294"/>
                  </a:lnTo>
                  <a:lnTo>
                    <a:pt x="1427" y="347"/>
                  </a:lnTo>
                  <a:lnTo>
                    <a:pt x="1533" y="404"/>
                  </a:lnTo>
                  <a:lnTo>
                    <a:pt x="1637" y="465"/>
                  </a:lnTo>
                  <a:lnTo>
                    <a:pt x="1737" y="531"/>
                  </a:lnTo>
                  <a:lnTo>
                    <a:pt x="1835" y="600"/>
                  </a:lnTo>
                  <a:lnTo>
                    <a:pt x="1929" y="673"/>
                  </a:lnTo>
                  <a:lnTo>
                    <a:pt x="2021" y="749"/>
                  </a:lnTo>
                  <a:lnTo>
                    <a:pt x="2110" y="828"/>
                  </a:lnTo>
                  <a:lnTo>
                    <a:pt x="2197" y="910"/>
                  </a:lnTo>
                  <a:lnTo>
                    <a:pt x="2280" y="997"/>
                  </a:lnTo>
                  <a:lnTo>
                    <a:pt x="2359" y="1085"/>
                  </a:lnTo>
                  <a:lnTo>
                    <a:pt x="2435" y="1177"/>
                  </a:lnTo>
                  <a:lnTo>
                    <a:pt x="2508" y="1272"/>
                  </a:lnTo>
                  <a:lnTo>
                    <a:pt x="2576" y="1370"/>
                  </a:lnTo>
                  <a:lnTo>
                    <a:pt x="2641" y="1471"/>
                  </a:lnTo>
                  <a:lnTo>
                    <a:pt x="2702" y="1574"/>
                  </a:lnTo>
                  <a:lnTo>
                    <a:pt x="2760" y="1680"/>
                  </a:lnTo>
                  <a:lnTo>
                    <a:pt x="2813" y="1787"/>
                  </a:lnTo>
                  <a:lnTo>
                    <a:pt x="2862" y="1897"/>
                  </a:lnTo>
                  <a:lnTo>
                    <a:pt x="2907" y="2009"/>
                  </a:lnTo>
                  <a:lnTo>
                    <a:pt x="2948" y="2124"/>
                  </a:lnTo>
                  <a:lnTo>
                    <a:pt x="2984" y="2241"/>
                  </a:lnTo>
                  <a:lnTo>
                    <a:pt x="3016" y="2361"/>
                  </a:lnTo>
                  <a:lnTo>
                    <a:pt x="3043" y="2480"/>
                  </a:lnTo>
                  <a:lnTo>
                    <a:pt x="3066" y="2602"/>
                  </a:lnTo>
                  <a:lnTo>
                    <a:pt x="3084" y="2727"/>
                  </a:lnTo>
                  <a:lnTo>
                    <a:pt x="3096" y="2852"/>
                  </a:lnTo>
                  <a:lnTo>
                    <a:pt x="3104" y="2978"/>
                  </a:lnTo>
                  <a:lnTo>
                    <a:pt x="3107" y="3106"/>
                  </a:lnTo>
                  <a:lnTo>
                    <a:pt x="3104" y="3234"/>
                  </a:lnTo>
                  <a:lnTo>
                    <a:pt x="3096" y="3362"/>
                  </a:lnTo>
                  <a:lnTo>
                    <a:pt x="3084" y="3487"/>
                  </a:lnTo>
                  <a:lnTo>
                    <a:pt x="3066" y="3610"/>
                  </a:lnTo>
                  <a:lnTo>
                    <a:pt x="3043" y="3733"/>
                  </a:lnTo>
                  <a:lnTo>
                    <a:pt x="3016" y="3854"/>
                  </a:lnTo>
                  <a:lnTo>
                    <a:pt x="2984" y="3972"/>
                  </a:lnTo>
                  <a:lnTo>
                    <a:pt x="2948" y="4089"/>
                  </a:lnTo>
                  <a:lnTo>
                    <a:pt x="2907" y="4204"/>
                  </a:lnTo>
                  <a:lnTo>
                    <a:pt x="2862" y="4316"/>
                  </a:lnTo>
                  <a:lnTo>
                    <a:pt x="2813" y="4426"/>
                  </a:lnTo>
                  <a:lnTo>
                    <a:pt x="2760" y="4534"/>
                  </a:lnTo>
                  <a:lnTo>
                    <a:pt x="2702" y="4640"/>
                  </a:lnTo>
                  <a:lnTo>
                    <a:pt x="2640" y="4743"/>
                  </a:lnTo>
                  <a:lnTo>
                    <a:pt x="2576" y="4843"/>
                  </a:lnTo>
                  <a:lnTo>
                    <a:pt x="2506" y="4941"/>
                  </a:lnTo>
                  <a:lnTo>
                    <a:pt x="2434" y="5037"/>
                  </a:lnTo>
                  <a:lnTo>
                    <a:pt x="2358" y="5128"/>
                  </a:lnTo>
                  <a:lnTo>
                    <a:pt x="2278" y="5216"/>
                  </a:lnTo>
                  <a:lnTo>
                    <a:pt x="2195" y="5303"/>
                  </a:lnTo>
                  <a:lnTo>
                    <a:pt x="2110" y="5386"/>
                  </a:lnTo>
                  <a:lnTo>
                    <a:pt x="2021" y="5465"/>
                  </a:lnTo>
                  <a:lnTo>
                    <a:pt x="1929" y="5541"/>
                  </a:lnTo>
                  <a:lnTo>
                    <a:pt x="1834" y="5614"/>
                  </a:lnTo>
                  <a:lnTo>
                    <a:pt x="1736" y="5683"/>
                  </a:lnTo>
                  <a:lnTo>
                    <a:pt x="1636" y="5747"/>
                  </a:lnTo>
                  <a:lnTo>
                    <a:pt x="1533" y="5809"/>
                  </a:lnTo>
                  <a:lnTo>
                    <a:pt x="1427" y="5866"/>
                  </a:lnTo>
                  <a:lnTo>
                    <a:pt x="1319" y="5919"/>
                  </a:lnTo>
                  <a:lnTo>
                    <a:pt x="1208" y="5969"/>
                  </a:lnTo>
                  <a:lnTo>
                    <a:pt x="1097" y="6014"/>
                  </a:lnTo>
                  <a:lnTo>
                    <a:pt x="981" y="6054"/>
                  </a:lnTo>
                  <a:lnTo>
                    <a:pt x="865" y="6091"/>
                  </a:lnTo>
                  <a:lnTo>
                    <a:pt x="746" y="6122"/>
                  </a:lnTo>
                  <a:lnTo>
                    <a:pt x="625" y="6150"/>
                  </a:lnTo>
                  <a:lnTo>
                    <a:pt x="503" y="6171"/>
                  </a:lnTo>
                  <a:lnTo>
                    <a:pt x="380" y="6190"/>
                  </a:lnTo>
                  <a:lnTo>
                    <a:pt x="254" y="6203"/>
                  </a:lnTo>
                  <a:lnTo>
                    <a:pt x="128" y="6211"/>
                  </a:lnTo>
                  <a:lnTo>
                    <a:pt x="0" y="6213"/>
                  </a:lnTo>
                  <a:lnTo>
                    <a:pt x="77" y="6212"/>
                  </a:lnTo>
                  <a:lnTo>
                    <a:pt x="154" y="6208"/>
                  </a:lnTo>
                  <a:lnTo>
                    <a:pt x="230" y="6204"/>
                  </a:lnTo>
                  <a:lnTo>
                    <a:pt x="306" y="6197"/>
                  </a:lnTo>
                  <a:lnTo>
                    <a:pt x="382" y="6188"/>
                  </a:lnTo>
                  <a:lnTo>
                    <a:pt x="457" y="6177"/>
                  </a:lnTo>
                  <a:lnTo>
                    <a:pt x="531" y="6165"/>
                  </a:lnTo>
                  <a:lnTo>
                    <a:pt x="605" y="6150"/>
                  </a:lnTo>
                  <a:lnTo>
                    <a:pt x="677" y="6133"/>
                  </a:lnTo>
                  <a:lnTo>
                    <a:pt x="750" y="6115"/>
                  </a:lnTo>
                  <a:lnTo>
                    <a:pt x="821" y="6095"/>
                  </a:lnTo>
                  <a:lnTo>
                    <a:pt x="891" y="6074"/>
                  </a:lnTo>
                  <a:lnTo>
                    <a:pt x="962" y="6049"/>
                  </a:lnTo>
                  <a:lnTo>
                    <a:pt x="1031" y="6024"/>
                  </a:lnTo>
                  <a:lnTo>
                    <a:pt x="1100" y="5997"/>
                  </a:lnTo>
                  <a:lnTo>
                    <a:pt x="1168" y="5969"/>
                  </a:lnTo>
                  <a:lnTo>
                    <a:pt x="1235" y="5939"/>
                  </a:lnTo>
                  <a:lnTo>
                    <a:pt x="1300" y="5906"/>
                  </a:lnTo>
                  <a:lnTo>
                    <a:pt x="1365" y="5873"/>
                  </a:lnTo>
                  <a:lnTo>
                    <a:pt x="1429" y="5839"/>
                  </a:lnTo>
                  <a:lnTo>
                    <a:pt x="1493" y="5802"/>
                  </a:lnTo>
                  <a:lnTo>
                    <a:pt x="1555" y="5764"/>
                  </a:lnTo>
                  <a:lnTo>
                    <a:pt x="1677" y="5683"/>
                  </a:lnTo>
                  <a:lnTo>
                    <a:pt x="1736" y="5640"/>
                  </a:lnTo>
                  <a:lnTo>
                    <a:pt x="1795" y="5595"/>
                  </a:lnTo>
                  <a:lnTo>
                    <a:pt x="1852" y="5551"/>
                  </a:lnTo>
                  <a:lnTo>
                    <a:pt x="1907" y="5503"/>
                  </a:lnTo>
                  <a:lnTo>
                    <a:pt x="1963" y="5455"/>
                  </a:lnTo>
                  <a:lnTo>
                    <a:pt x="2017" y="5406"/>
                  </a:lnTo>
                  <a:lnTo>
                    <a:pt x="2070" y="5355"/>
                  </a:lnTo>
                  <a:lnTo>
                    <a:pt x="2121" y="5303"/>
                  </a:lnTo>
                  <a:lnTo>
                    <a:pt x="2171" y="5250"/>
                  </a:lnTo>
                  <a:lnTo>
                    <a:pt x="2220" y="5196"/>
                  </a:lnTo>
                  <a:lnTo>
                    <a:pt x="2268" y="5139"/>
                  </a:lnTo>
                  <a:lnTo>
                    <a:pt x="2314" y="5083"/>
                  </a:lnTo>
                  <a:lnTo>
                    <a:pt x="2360" y="5024"/>
                  </a:lnTo>
                  <a:lnTo>
                    <a:pt x="2404" y="4965"/>
                  </a:lnTo>
                  <a:lnTo>
                    <a:pt x="2447" y="4904"/>
                  </a:lnTo>
                  <a:lnTo>
                    <a:pt x="2487" y="4843"/>
                  </a:lnTo>
                  <a:lnTo>
                    <a:pt x="2527" y="4781"/>
                  </a:lnTo>
                  <a:lnTo>
                    <a:pt x="2565" y="4718"/>
                  </a:lnTo>
                  <a:lnTo>
                    <a:pt x="2602" y="4653"/>
                  </a:lnTo>
                  <a:lnTo>
                    <a:pt x="2638" y="4587"/>
                  </a:lnTo>
                  <a:lnTo>
                    <a:pt x="2671" y="4521"/>
                  </a:lnTo>
                  <a:lnTo>
                    <a:pt x="2703" y="4453"/>
                  </a:lnTo>
                  <a:lnTo>
                    <a:pt x="2735" y="4385"/>
                  </a:lnTo>
                  <a:lnTo>
                    <a:pt x="2763" y="4316"/>
                  </a:lnTo>
                  <a:lnTo>
                    <a:pt x="2791" y="4245"/>
                  </a:lnTo>
                  <a:lnTo>
                    <a:pt x="2817" y="4175"/>
                  </a:lnTo>
                  <a:lnTo>
                    <a:pt x="2842" y="4102"/>
                  </a:lnTo>
                  <a:lnTo>
                    <a:pt x="2865" y="4030"/>
                  </a:lnTo>
                  <a:lnTo>
                    <a:pt x="2885" y="3957"/>
                  </a:lnTo>
                  <a:lnTo>
                    <a:pt x="2905" y="3882"/>
                  </a:lnTo>
                  <a:lnTo>
                    <a:pt x="2922" y="3807"/>
                  </a:lnTo>
                  <a:lnTo>
                    <a:pt x="2938" y="3733"/>
                  </a:lnTo>
                  <a:lnTo>
                    <a:pt x="2952" y="3657"/>
                  </a:lnTo>
                  <a:lnTo>
                    <a:pt x="2965" y="3579"/>
                  </a:lnTo>
                  <a:lnTo>
                    <a:pt x="2975" y="3502"/>
                  </a:lnTo>
                  <a:lnTo>
                    <a:pt x="2984" y="3424"/>
                  </a:lnTo>
                  <a:lnTo>
                    <a:pt x="2990" y="3346"/>
                  </a:lnTo>
                  <a:lnTo>
                    <a:pt x="2996" y="3266"/>
                  </a:lnTo>
                  <a:lnTo>
                    <a:pt x="2998" y="3187"/>
                  </a:lnTo>
                  <a:lnTo>
                    <a:pt x="2999" y="3106"/>
                  </a:lnTo>
                  <a:lnTo>
                    <a:pt x="2997" y="2981"/>
                  </a:lnTo>
                  <a:lnTo>
                    <a:pt x="2990" y="2858"/>
                  </a:lnTo>
                  <a:lnTo>
                    <a:pt x="2979" y="2736"/>
                  </a:lnTo>
                  <a:lnTo>
                    <a:pt x="2963" y="2616"/>
                  </a:lnTo>
                  <a:lnTo>
                    <a:pt x="2963" y="2516"/>
                  </a:lnTo>
                  <a:lnTo>
                    <a:pt x="2957" y="2417"/>
                  </a:lnTo>
                  <a:lnTo>
                    <a:pt x="2945" y="2318"/>
                  </a:lnTo>
                  <a:lnTo>
                    <a:pt x="2930" y="2221"/>
                  </a:lnTo>
                  <a:lnTo>
                    <a:pt x="2910" y="2124"/>
                  </a:lnTo>
                  <a:lnTo>
                    <a:pt x="2884" y="2030"/>
                  </a:lnTo>
                  <a:lnTo>
                    <a:pt x="2855" y="1935"/>
                  </a:lnTo>
                  <a:lnTo>
                    <a:pt x="2822" y="1843"/>
                  </a:lnTo>
                  <a:lnTo>
                    <a:pt x="2785" y="1753"/>
                  </a:lnTo>
                  <a:lnTo>
                    <a:pt x="2744" y="1664"/>
                  </a:lnTo>
                  <a:lnTo>
                    <a:pt x="2699" y="1576"/>
                  </a:lnTo>
                  <a:lnTo>
                    <a:pt x="2650" y="1491"/>
                  </a:lnTo>
                  <a:lnTo>
                    <a:pt x="2599" y="1407"/>
                  </a:lnTo>
                  <a:lnTo>
                    <a:pt x="2544" y="1325"/>
                  </a:lnTo>
                  <a:lnTo>
                    <a:pt x="2487" y="1244"/>
                  </a:lnTo>
                  <a:lnTo>
                    <a:pt x="2426" y="1167"/>
                  </a:lnTo>
                  <a:lnTo>
                    <a:pt x="2364" y="1091"/>
                  </a:lnTo>
                  <a:lnTo>
                    <a:pt x="2298" y="1017"/>
                  </a:lnTo>
                  <a:lnTo>
                    <a:pt x="2230" y="946"/>
                  </a:lnTo>
                  <a:lnTo>
                    <a:pt x="2161" y="878"/>
                  </a:lnTo>
                  <a:lnTo>
                    <a:pt x="2089" y="811"/>
                  </a:lnTo>
                  <a:lnTo>
                    <a:pt x="2016" y="748"/>
                  </a:lnTo>
                  <a:lnTo>
                    <a:pt x="1941" y="687"/>
                  </a:lnTo>
                  <a:lnTo>
                    <a:pt x="1865" y="629"/>
                  </a:lnTo>
                  <a:lnTo>
                    <a:pt x="1788" y="573"/>
                  </a:lnTo>
                  <a:lnTo>
                    <a:pt x="1709" y="521"/>
                  </a:lnTo>
                  <a:lnTo>
                    <a:pt x="1631" y="471"/>
                  </a:lnTo>
                  <a:lnTo>
                    <a:pt x="1550" y="425"/>
                  </a:lnTo>
                  <a:lnTo>
                    <a:pt x="1471" y="381"/>
                  </a:lnTo>
                  <a:lnTo>
                    <a:pt x="1390" y="342"/>
                  </a:lnTo>
                  <a:lnTo>
                    <a:pt x="1310" y="305"/>
                  </a:lnTo>
                  <a:lnTo>
                    <a:pt x="1229" y="272"/>
                  </a:lnTo>
                  <a:lnTo>
                    <a:pt x="1158" y="240"/>
                  </a:lnTo>
                  <a:lnTo>
                    <a:pt x="1086" y="211"/>
                  </a:lnTo>
                  <a:lnTo>
                    <a:pt x="1014" y="182"/>
                  </a:lnTo>
                  <a:lnTo>
                    <a:pt x="940" y="156"/>
                  </a:lnTo>
                  <a:lnTo>
                    <a:pt x="866" y="131"/>
                  </a:lnTo>
                  <a:lnTo>
                    <a:pt x="790" y="110"/>
                  </a:lnTo>
                  <a:lnTo>
                    <a:pt x="714" y="89"/>
                  </a:lnTo>
                  <a:lnTo>
                    <a:pt x="638" y="70"/>
                  </a:lnTo>
                  <a:lnTo>
                    <a:pt x="561" y="54"/>
                  </a:lnTo>
                  <a:lnTo>
                    <a:pt x="483" y="40"/>
                  </a:lnTo>
                  <a:lnTo>
                    <a:pt x="403" y="28"/>
                  </a:lnTo>
                  <a:lnTo>
                    <a:pt x="324" y="18"/>
                  </a:lnTo>
                  <a:lnTo>
                    <a:pt x="244" y="10"/>
                  </a:lnTo>
                  <a:lnTo>
                    <a:pt x="163" y="5"/>
                  </a:lnTo>
                  <a:lnTo>
                    <a:pt x="82" y="1"/>
                  </a:lnTo>
                  <a:lnTo>
                    <a:pt x="0" y="0"/>
                  </a:lnTo>
                  <a:lnTo>
                    <a:pt x="128" y="2"/>
                  </a:lnTo>
                  <a:lnTo>
                    <a:pt x="254" y="10"/>
                  </a:lnTo>
                  <a:lnTo>
                    <a:pt x="380" y="23"/>
                  </a:lnTo>
                  <a:lnTo>
                    <a:pt x="504" y="42"/>
                  </a:lnTo>
                  <a:close/>
                </a:path>
              </a:pathLst>
            </a:custGeom>
            <a:solidFill>
              <a:srgbClr val="00b04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4" name="Freeform 216"/>
            <p:cNvSpPr/>
            <p:nvPr/>
          </p:nvSpPr>
          <p:spPr>
            <a:xfrm>
              <a:off x="3976920" y="2640600"/>
              <a:ext cx="1761840" cy="279000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2790000"/>
                <a:gd name="textAreaBottom" fmla="*/ 2790360 h 2790000"/>
              </a:gdLst>
              <a:ahLst/>
              <a:rect l="textAreaLeft" t="textAreaTop" r="textAreaRight" b="textAreaBottom"/>
              <a:pathLst>
                <a:path w="3107" h="4919">
                  <a:moveTo>
                    <a:pt x="2760" y="386"/>
                  </a:moveTo>
                  <a:lnTo>
                    <a:pt x="2813" y="493"/>
                  </a:lnTo>
                  <a:lnTo>
                    <a:pt x="2862" y="603"/>
                  </a:lnTo>
                  <a:lnTo>
                    <a:pt x="2907" y="715"/>
                  </a:lnTo>
                  <a:lnTo>
                    <a:pt x="2948" y="830"/>
                  </a:lnTo>
                  <a:lnTo>
                    <a:pt x="2984" y="947"/>
                  </a:lnTo>
                  <a:lnTo>
                    <a:pt x="3016" y="1067"/>
                  </a:lnTo>
                  <a:lnTo>
                    <a:pt x="3043" y="1186"/>
                  </a:lnTo>
                  <a:lnTo>
                    <a:pt x="3066" y="1308"/>
                  </a:lnTo>
                  <a:lnTo>
                    <a:pt x="3084" y="1433"/>
                  </a:lnTo>
                  <a:lnTo>
                    <a:pt x="3096" y="1558"/>
                  </a:lnTo>
                  <a:lnTo>
                    <a:pt x="3104" y="1684"/>
                  </a:lnTo>
                  <a:lnTo>
                    <a:pt x="3107" y="1812"/>
                  </a:lnTo>
                  <a:lnTo>
                    <a:pt x="3104" y="1940"/>
                  </a:lnTo>
                  <a:lnTo>
                    <a:pt x="3096" y="2068"/>
                  </a:lnTo>
                  <a:lnTo>
                    <a:pt x="3084" y="2193"/>
                  </a:lnTo>
                  <a:lnTo>
                    <a:pt x="3066" y="2316"/>
                  </a:lnTo>
                  <a:lnTo>
                    <a:pt x="3043" y="2439"/>
                  </a:lnTo>
                  <a:lnTo>
                    <a:pt x="3016" y="2560"/>
                  </a:lnTo>
                  <a:lnTo>
                    <a:pt x="2984" y="2678"/>
                  </a:lnTo>
                  <a:lnTo>
                    <a:pt x="2948" y="2795"/>
                  </a:lnTo>
                  <a:lnTo>
                    <a:pt x="2907" y="2910"/>
                  </a:lnTo>
                  <a:lnTo>
                    <a:pt x="2862" y="3022"/>
                  </a:lnTo>
                  <a:lnTo>
                    <a:pt x="2813" y="3132"/>
                  </a:lnTo>
                  <a:lnTo>
                    <a:pt x="2760" y="3240"/>
                  </a:lnTo>
                  <a:lnTo>
                    <a:pt x="2702" y="3346"/>
                  </a:lnTo>
                  <a:lnTo>
                    <a:pt x="2640" y="3449"/>
                  </a:lnTo>
                  <a:lnTo>
                    <a:pt x="2576" y="3549"/>
                  </a:lnTo>
                  <a:lnTo>
                    <a:pt x="2506" y="3647"/>
                  </a:lnTo>
                  <a:lnTo>
                    <a:pt x="2434" y="3743"/>
                  </a:lnTo>
                  <a:lnTo>
                    <a:pt x="2358" y="3834"/>
                  </a:lnTo>
                  <a:lnTo>
                    <a:pt x="2278" y="3922"/>
                  </a:lnTo>
                  <a:lnTo>
                    <a:pt x="2195" y="4009"/>
                  </a:lnTo>
                  <a:lnTo>
                    <a:pt x="2110" y="4092"/>
                  </a:lnTo>
                  <a:lnTo>
                    <a:pt x="2021" y="4171"/>
                  </a:lnTo>
                  <a:lnTo>
                    <a:pt x="1929" y="4247"/>
                  </a:lnTo>
                  <a:lnTo>
                    <a:pt x="1834" y="4320"/>
                  </a:lnTo>
                  <a:lnTo>
                    <a:pt x="1736" y="4389"/>
                  </a:lnTo>
                  <a:lnTo>
                    <a:pt x="1636" y="4453"/>
                  </a:lnTo>
                  <a:lnTo>
                    <a:pt x="1533" y="4515"/>
                  </a:lnTo>
                  <a:lnTo>
                    <a:pt x="1427" y="4572"/>
                  </a:lnTo>
                  <a:lnTo>
                    <a:pt x="1319" y="4625"/>
                  </a:lnTo>
                  <a:lnTo>
                    <a:pt x="1208" y="4675"/>
                  </a:lnTo>
                  <a:lnTo>
                    <a:pt x="1097" y="4720"/>
                  </a:lnTo>
                  <a:lnTo>
                    <a:pt x="981" y="4760"/>
                  </a:lnTo>
                  <a:lnTo>
                    <a:pt x="865" y="4797"/>
                  </a:lnTo>
                  <a:lnTo>
                    <a:pt x="746" y="4828"/>
                  </a:lnTo>
                  <a:lnTo>
                    <a:pt x="625" y="4856"/>
                  </a:lnTo>
                  <a:lnTo>
                    <a:pt x="503" y="4877"/>
                  </a:lnTo>
                  <a:lnTo>
                    <a:pt x="380" y="4896"/>
                  </a:lnTo>
                  <a:lnTo>
                    <a:pt x="254" y="4909"/>
                  </a:lnTo>
                  <a:lnTo>
                    <a:pt x="128" y="4917"/>
                  </a:lnTo>
                  <a:lnTo>
                    <a:pt x="0" y="4919"/>
                  </a:lnTo>
                  <a:lnTo>
                    <a:pt x="77" y="4918"/>
                  </a:lnTo>
                  <a:lnTo>
                    <a:pt x="154" y="4914"/>
                  </a:lnTo>
                  <a:lnTo>
                    <a:pt x="230" y="4910"/>
                  </a:lnTo>
                  <a:lnTo>
                    <a:pt x="306" y="4903"/>
                  </a:lnTo>
                  <a:lnTo>
                    <a:pt x="382" y="4894"/>
                  </a:lnTo>
                  <a:lnTo>
                    <a:pt x="457" y="4883"/>
                  </a:lnTo>
                  <a:lnTo>
                    <a:pt x="531" y="4871"/>
                  </a:lnTo>
                  <a:lnTo>
                    <a:pt x="605" y="4856"/>
                  </a:lnTo>
                  <a:lnTo>
                    <a:pt x="677" y="4839"/>
                  </a:lnTo>
                  <a:lnTo>
                    <a:pt x="750" y="4821"/>
                  </a:lnTo>
                  <a:lnTo>
                    <a:pt x="821" y="4801"/>
                  </a:lnTo>
                  <a:lnTo>
                    <a:pt x="891" y="4780"/>
                  </a:lnTo>
                  <a:lnTo>
                    <a:pt x="962" y="4755"/>
                  </a:lnTo>
                  <a:lnTo>
                    <a:pt x="1031" y="4730"/>
                  </a:lnTo>
                  <a:lnTo>
                    <a:pt x="1100" y="4703"/>
                  </a:lnTo>
                  <a:lnTo>
                    <a:pt x="1168" y="4675"/>
                  </a:lnTo>
                  <a:lnTo>
                    <a:pt x="1235" y="4645"/>
                  </a:lnTo>
                  <a:lnTo>
                    <a:pt x="1300" y="4612"/>
                  </a:lnTo>
                  <a:lnTo>
                    <a:pt x="1365" y="4579"/>
                  </a:lnTo>
                  <a:lnTo>
                    <a:pt x="1429" y="4545"/>
                  </a:lnTo>
                  <a:lnTo>
                    <a:pt x="1493" y="4508"/>
                  </a:lnTo>
                  <a:lnTo>
                    <a:pt x="1555" y="4470"/>
                  </a:lnTo>
                  <a:lnTo>
                    <a:pt x="1677" y="4389"/>
                  </a:lnTo>
                  <a:lnTo>
                    <a:pt x="1736" y="4346"/>
                  </a:lnTo>
                  <a:lnTo>
                    <a:pt x="1795" y="4301"/>
                  </a:lnTo>
                  <a:lnTo>
                    <a:pt x="1852" y="4257"/>
                  </a:lnTo>
                  <a:lnTo>
                    <a:pt x="1907" y="4209"/>
                  </a:lnTo>
                  <a:lnTo>
                    <a:pt x="1963" y="4161"/>
                  </a:lnTo>
                  <a:lnTo>
                    <a:pt x="2017" y="4112"/>
                  </a:lnTo>
                  <a:lnTo>
                    <a:pt x="2070" y="4061"/>
                  </a:lnTo>
                  <a:lnTo>
                    <a:pt x="2121" y="4009"/>
                  </a:lnTo>
                  <a:lnTo>
                    <a:pt x="2171" y="3956"/>
                  </a:lnTo>
                  <a:lnTo>
                    <a:pt x="2220" y="3902"/>
                  </a:lnTo>
                  <a:lnTo>
                    <a:pt x="2268" y="3845"/>
                  </a:lnTo>
                  <a:lnTo>
                    <a:pt x="2314" y="3789"/>
                  </a:lnTo>
                  <a:lnTo>
                    <a:pt x="2360" y="3730"/>
                  </a:lnTo>
                  <a:lnTo>
                    <a:pt x="2404" y="3671"/>
                  </a:lnTo>
                  <a:lnTo>
                    <a:pt x="2447" y="3610"/>
                  </a:lnTo>
                  <a:lnTo>
                    <a:pt x="2487" y="3549"/>
                  </a:lnTo>
                  <a:lnTo>
                    <a:pt x="2527" y="3487"/>
                  </a:lnTo>
                  <a:lnTo>
                    <a:pt x="2565" y="3424"/>
                  </a:lnTo>
                  <a:lnTo>
                    <a:pt x="2602" y="3359"/>
                  </a:lnTo>
                  <a:lnTo>
                    <a:pt x="2638" y="3293"/>
                  </a:lnTo>
                  <a:lnTo>
                    <a:pt x="2671" y="3227"/>
                  </a:lnTo>
                  <a:lnTo>
                    <a:pt x="2703" y="3159"/>
                  </a:lnTo>
                  <a:lnTo>
                    <a:pt x="2735" y="3091"/>
                  </a:lnTo>
                  <a:lnTo>
                    <a:pt x="2763" y="3022"/>
                  </a:lnTo>
                  <a:lnTo>
                    <a:pt x="2791" y="2951"/>
                  </a:lnTo>
                  <a:lnTo>
                    <a:pt x="2817" y="2881"/>
                  </a:lnTo>
                  <a:lnTo>
                    <a:pt x="2842" y="2808"/>
                  </a:lnTo>
                  <a:lnTo>
                    <a:pt x="2865" y="2736"/>
                  </a:lnTo>
                  <a:lnTo>
                    <a:pt x="2885" y="2663"/>
                  </a:lnTo>
                  <a:lnTo>
                    <a:pt x="2905" y="2588"/>
                  </a:lnTo>
                  <a:lnTo>
                    <a:pt x="2922" y="2513"/>
                  </a:lnTo>
                  <a:lnTo>
                    <a:pt x="2938" y="2439"/>
                  </a:lnTo>
                  <a:lnTo>
                    <a:pt x="2952" y="2363"/>
                  </a:lnTo>
                  <a:lnTo>
                    <a:pt x="2965" y="2285"/>
                  </a:lnTo>
                  <a:lnTo>
                    <a:pt x="2975" y="2208"/>
                  </a:lnTo>
                  <a:lnTo>
                    <a:pt x="2984" y="2130"/>
                  </a:lnTo>
                  <a:lnTo>
                    <a:pt x="2990" y="2052"/>
                  </a:lnTo>
                  <a:lnTo>
                    <a:pt x="2996" y="1972"/>
                  </a:lnTo>
                  <a:lnTo>
                    <a:pt x="2998" y="1893"/>
                  </a:lnTo>
                  <a:lnTo>
                    <a:pt x="2999" y="1812"/>
                  </a:lnTo>
                  <a:lnTo>
                    <a:pt x="2998" y="1738"/>
                  </a:lnTo>
                  <a:lnTo>
                    <a:pt x="2996" y="1664"/>
                  </a:lnTo>
                  <a:lnTo>
                    <a:pt x="2987" y="1518"/>
                  </a:lnTo>
                  <a:lnTo>
                    <a:pt x="2990" y="1485"/>
                  </a:lnTo>
                  <a:lnTo>
                    <a:pt x="2994" y="1450"/>
                  </a:lnTo>
                  <a:lnTo>
                    <a:pt x="2997" y="1360"/>
                  </a:lnTo>
                  <a:lnTo>
                    <a:pt x="2996" y="1269"/>
                  </a:lnTo>
                  <a:lnTo>
                    <a:pt x="2990" y="1179"/>
                  </a:lnTo>
                  <a:lnTo>
                    <a:pt x="2980" y="1088"/>
                  </a:lnTo>
                  <a:lnTo>
                    <a:pt x="2966" y="999"/>
                  </a:lnTo>
                  <a:lnTo>
                    <a:pt x="2948" y="908"/>
                  </a:lnTo>
                  <a:lnTo>
                    <a:pt x="2925" y="817"/>
                  </a:lnTo>
                  <a:lnTo>
                    <a:pt x="2897" y="726"/>
                  </a:lnTo>
                  <a:lnTo>
                    <a:pt x="2866" y="635"/>
                  </a:lnTo>
                  <a:lnTo>
                    <a:pt x="2830" y="545"/>
                  </a:lnTo>
                  <a:lnTo>
                    <a:pt x="2790" y="454"/>
                  </a:lnTo>
                  <a:lnTo>
                    <a:pt x="2745" y="363"/>
                  </a:lnTo>
                  <a:lnTo>
                    <a:pt x="2695" y="272"/>
                  </a:lnTo>
                  <a:lnTo>
                    <a:pt x="2642" y="181"/>
                  </a:lnTo>
                  <a:lnTo>
                    <a:pt x="2585" y="91"/>
                  </a:lnTo>
                  <a:lnTo>
                    <a:pt x="2523" y="0"/>
                  </a:lnTo>
                  <a:lnTo>
                    <a:pt x="2587" y="93"/>
                  </a:lnTo>
                  <a:lnTo>
                    <a:pt x="2648" y="188"/>
                  </a:lnTo>
                  <a:lnTo>
                    <a:pt x="2706" y="285"/>
                  </a:lnTo>
                  <a:lnTo>
                    <a:pt x="2760" y="386"/>
                  </a:lnTo>
                  <a:close/>
                </a:path>
              </a:pathLst>
            </a:custGeom>
            <a:solidFill>
              <a:srgbClr val="00a95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5" name="Freeform 217"/>
            <p:cNvSpPr/>
            <p:nvPr/>
          </p:nvSpPr>
          <p:spPr>
            <a:xfrm>
              <a:off x="3976920" y="1906560"/>
              <a:ext cx="1029960" cy="332280"/>
            </a:xfrm>
            <a:custGeom>
              <a:avLst/>
              <a:gdLst>
                <a:gd name="textAreaLeft" fmla="*/ 0 w 1029960"/>
                <a:gd name="textAreaRight" fmla="*/ 1030320 w 1029960"/>
                <a:gd name="textAreaTop" fmla="*/ 0 h 332280"/>
                <a:gd name="textAreaBottom" fmla="*/ 332640 h 332280"/>
              </a:gdLst>
              <a:ahLst/>
              <a:rect l="textAreaLeft" t="textAreaTop" r="textAreaRight" b="textAreaBottom"/>
              <a:pathLst>
                <a:path w="1816" h="586">
                  <a:moveTo>
                    <a:pt x="504" y="42"/>
                  </a:moveTo>
                  <a:lnTo>
                    <a:pt x="627" y="63"/>
                  </a:lnTo>
                  <a:lnTo>
                    <a:pt x="746" y="91"/>
                  </a:lnTo>
                  <a:lnTo>
                    <a:pt x="865" y="122"/>
                  </a:lnTo>
                  <a:lnTo>
                    <a:pt x="982" y="159"/>
                  </a:lnTo>
                  <a:lnTo>
                    <a:pt x="1097" y="199"/>
                  </a:lnTo>
                  <a:lnTo>
                    <a:pt x="1209" y="244"/>
                  </a:lnTo>
                  <a:lnTo>
                    <a:pt x="1320" y="294"/>
                  </a:lnTo>
                  <a:lnTo>
                    <a:pt x="1427" y="347"/>
                  </a:lnTo>
                  <a:lnTo>
                    <a:pt x="1528" y="401"/>
                  </a:lnTo>
                  <a:lnTo>
                    <a:pt x="1626" y="460"/>
                  </a:lnTo>
                  <a:lnTo>
                    <a:pt x="1723" y="522"/>
                  </a:lnTo>
                  <a:lnTo>
                    <a:pt x="1816" y="586"/>
                  </a:lnTo>
                  <a:lnTo>
                    <a:pt x="1721" y="521"/>
                  </a:lnTo>
                  <a:lnTo>
                    <a:pt x="1626" y="461"/>
                  </a:lnTo>
                  <a:lnTo>
                    <a:pt x="1533" y="406"/>
                  </a:lnTo>
                  <a:lnTo>
                    <a:pt x="1440" y="356"/>
                  </a:lnTo>
                  <a:lnTo>
                    <a:pt x="1345" y="310"/>
                  </a:lnTo>
                  <a:lnTo>
                    <a:pt x="1251" y="268"/>
                  </a:lnTo>
                  <a:lnTo>
                    <a:pt x="1153" y="232"/>
                  </a:lnTo>
                  <a:lnTo>
                    <a:pt x="1054" y="197"/>
                  </a:lnTo>
                  <a:lnTo>
                    <a:pt x="929" y="152"/>
                  </a:lnTo>
                  <a:lnTo>
                    <a:pt x="803" y="113"/>
                  </a:lnTo>
                  <a:lnTo>
                    <a:pt x="674" y="80"/>
                  </a:lnTo>
                  <a:lnTo>
                    <a:pt x="542" y="51"/>
                  </a:lnTo>
                  <a:lnTo>
                    <a:pt x="410" y="29"/>
                  </a:lnTo>
                  <a:lnTo>
                    <a:pt x="342" y="21"/>
                  </a:lnTo>
                  <a:lnTo>
                    <a:pt x="275" y="13"/>
                  </a:lnTo>
                  <a:lnTo>
                    <a:pt x="207" y="7"/>
                  </a:lnTo>
                  <a:lnTo>
                    <a:pt x="138" y="4"/>
                  </a:lnTo>
                  <a:lnTo>
                    <a:pt x="69" y="1"/>
                  </a:lnTo>
                  <a:lnTo>
                    <a:pt x="0" y="0"/>
                  </a:lnTo>
                  <a:lnTo>
                    <a:pt x="128" y="2"/>
                  </a:lnTo>
                  <a:lnTo>
                    <a:pt x="254" y="10"/>
                  </a:lnTo>
                  <a:lnTo>
                    <a:pt x="380" y="23"/>
                  </a:lnTo>
                  <a:lnTo>
                    <a:pt x="504" y="42"/>
                  </a:lnTo>
                  <a:close/>
                </a:path>
              </a:pathLst>
            </a:custGeom>
            <a:solidFill>
              <a:srgbClr val="00a95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6" name="Freeform 218"/>
            <p:cNvSpPr/>
            <p:nvPr/>
          </p:nvSpPr>
          <p:spPr>
            <a:xfrm>
              <a:off x="3976920" y="2884680"/>
              <a:ext cx="1761840" cy="254628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2546280"/>
                <a:gd name="textAreaBottom" fmla="*/ 2546640 h 2546280"/>
              </a:gdLst>
              <a:ahLst/>
              <a:rect l="textAreaLeft" t="textAreaTop" r="textAreaRight" b="textAreaBottom"/>
              <a:pathLst>
                <a:path w="3107" h="4488">
                  <a:moveTo>
                    <a:pt x="2948" y="399"/>
                  </a:moveTo>
                  <a:lnTo>
                    <a:pt x="2984" y="516"/>
                  </a:lnTo>
                  <a:lnTo>
                    <a:pt x="3016" y="636"/>
                  </a:lnTo>
                  <a:lnTo>
                    <a:pt x="3043" y="755"/>
                  </a:lnTo>
                  <a:lnTo>
                    <a:pt x="3066" y="877"/>
                  </a:lnTo>
                  <a:lnTo>
                    <a:pt x="3084" y="1002"/>
                  </a:lnTo>
                  <a:lnTo>
                    <a:pt x="3096" y="1127"/>
                  </a:lnTo>
                  <a:lnTo>
                    <a:pt x="3104" y="1253"/>
                  </a:lnTo>
                  <a:lnTo>
                    <a:pt x="3107" y="1381"/>
                  </a:lnTo>
                  <a:lnTo>
                    <a:pt x="3104" y="1509"/>
                  </a:lnTo>
                  <a:lnTo>
                    <a:pt x="3096" y="1637"/>
                  </a:lnTo>
                  <a:lnTo>
                    <a:pt x="3084" y="1762"/>
                  </a:lnTo>
                  <a:lnTo>
                    <a:pt x="3066" y="1885"/>
                  </a:lnTo>
                  <a:lnTo>
                    <a:pt x="3043" y="2008"/>
                  </a:lnTo>
                  <a:lnTo>
                    <a:pt x="3016" y="2129"/>
                  </a:lnTo>
                  <a:lnTo>
                    <a:pt x="2984" y="2247"/>
                  </a:lnTo>
                  <a:lnTo>
                    <a:pt x="2948" y="2364"/>
                  </a:lnTo>
                  <a:lnTo>
                    <a:pt x="2907" y="2479"/>
                  </a:lnTo>
                  <a:lnTo>
                    <a:pt x="2862" y="2591"/>
                  </a:lnTo>
                  <a:lnTo>
                    <a:pt x="2813" y="2701"/>
                  </a:lnTo>
                  <a:lnTo>
                    <a:pt x="2760" y="2809"/>
                  </a:lnTo>
                  <a:lnTo>
                    <a:pt x="2702" y="2915"/>
                  </a:lnTo>
                  <a:lnTo>
                    <a:pt x="2640" y="3018"/>
                  </a:lnTo>
                  <a:lnTo>
                    <a:pt x="2576" y="3118"/>
                  </a:lnTo>
                  <a:lnTo>
                    <a:pt x="2506" y="3216"/>
                  </a:lnTo>
                  <a:lnTo>
                    <a:pt x="2434" y="3312"/>
                  </a:lnTo>
                  <a:lnTo>
                    <a:pt x="2358" y="3403"/>
                  </a:lnTo>
                  <a:lnTo>
                    <a:pt x="2278" y="3491"/>
                  </a:lnTo>
                  <a:lnTo>
                    <a:pt x="2195" y="3578"/>
                  </a:lnTo>
                  <a:lnTo>
                    <a:pt x="2110" y="3661"/>
                  </a:lnTo>
                  <a:lnTo>
                    <a:pt x="2021" y="3740"/>
                  </a:lnTo>
                  <a:lnTo>
                    <a:pt x="1929" y="3816"/>
                  </a:lnTo>
                  <a:lnTo>
                    <a:pt x="1834" y="3889"/>
                  </a:lnTo>
                  <a:lnTo>
                    <a:pt x="1736" y="3958"/>
                  </a:lnTo>
                  <a:lnTo>
                    <a:pt x="1636" y="4022"/>
                  </a:lnTo>
                  <a:lnTo>
                    <a:pt x="1533" y="4084"/>
                  </a:lnTo>
                  <a:lnTo>
                    <a:pt x="1427" y="4141"/>
                  </a:lnTo>
                  <a:lnTo>
                    <a:pt x="1319" y="4194"/>
                  </a:lnTo>
                  <a:lnTo>
                    <a:pt x="1208" y="4244"/>
                  </a:lnTo>
                  <a:lnTo>
                    <a:pt x="1097" y="4289"/>
                  </a:lnTo>
                  <a:lnTo>
                    <a:pt x="981" y="4329"/>
                  </a:lnTo>
                  <a:lnTo>
                    <a:pt x="865" y="4366"/>
                  </a:lnTo>
                  <a:lnTo>
                    <a:pt x="746" y="4397"/>
                  </a:lnTo>
                  <a:lnTo>
                    <a:pt x="625" y="4425"/>
                  </a:lnTo>
                  <a:lnTo>
                    <a:pt x="503" y="4446"/>
                  </a:lnTo>
                  <a:lnTo>
                    <a:pt x="380" y="4465"/>
                  </a:lnTo>
                  <a:lnTo>
                    <a:pt x="254" y="4478"/>
                  </a:lnTo>
                  <a:lnTo>
                    <a:pt x="128" y="4486"/>
                  </a:lnTo>
                  <a:lnTo>
                    <a:pt x="0" y="4488"/>
                  </a:lnTo>
                  <a:lnTo>
                    <a:pt x="77" y="4487"/>
                  </a:lnTo>
                  <a:lnTo>
                    <a:pt x="154" y="4483"/>
                  </a:lnTo>
                  <a:lnTo>
                    <a:pt x="230" y="4479"/>
                  </a:lnTo>
                  <a:lnTo>
                    <a:pt x="306" y="4472"/>
                  </a:lnTo>
                  <a:lnTo>
                    <a:pt x="382" y="4463"/>
                  </a:lnTo>
                  <a:lnTo>
                    <a:pt x="457" y="4452"/>
                  </a:lnTo>
                  <a:lnTo>
                    <a:pt x="531" y="4440"/>
                  </a:lnTo>
                  <a:lnTo>
                    <a:pt x="605" y="4425"/>
                  </a:lnTo>
                  <a:lnTo>
                    <a:pt x="677" y="4408"/>
                  </a:lnTo>
                  <a:lnTo>
                    <a:pt x="750" y="4390"/>
                  </a:lnTo>
                  <a:lnTo>
                    <a:pt x="821" y="4370"/>
                  </a:lnTo>
                  <a:lnTo>
                    <a:pt x="891" y="4349"/>
                  </a:lnTo>
                  <a:lnTo>
                    <a:pt x="962" y="4324"/>
                  </a:lnTo>
                  <a:lnTo>
                    <a:pt x="1031" y="4299"/>
                  </a:lnTo>
                  <a:lnTo>
                    <a:pt x="1100" y="4272"/>
                  </a:lnTo>
                  <a:lnTo>
                    <a:pt x="1168" y="4244"/>
                  </a:lnTo>
                  <a:lnTo>
                    <a:pt x="1235" y="4214"/>
                  </a:lnTo>
                  <a:lnTo>
                    <a:pt x="1300" y="4181"/>
                  </a:lnTo>
                  <a:lnTo>
                    <a:pt x="1365" y="4148"/>
                  </a:lnTo>
                  <a:lnTo>
                    <a:pt x="1429" y="4114"/>
                  </a:lnTo>
                  <a:lnTo>
                    <a:pt x="1493" y="4077"/>
                  </a:lnTo>
                  <a:lnTo>
                    <a:pt x="1555" y="4039"/>
                  </a:lnTo>
                  <a:lnTo>
                    <a:pt x="1677" y="3958"/>
                  </a:lnTo>
                  <a:lnTo>
                    <a:pt x="1736" y="3915"/>
                  </a:lnTo>
                  <a:lnTo>
                    <a:pt x="1795" y="3870"/>
                  </a:lnTo>
                  <a:lnTo>
                    <a:pt x="1852" y="3826"/>
                  </a:lnTo>
                  <a:lnTo>
                    <a:pt x="1907" y="3778"/>
                  </a:lnTo>
                  <a:lnTo>
                    <a:pt x="1963" y="3730"/>
                  </a:lnTo>
                  <a:lnTo>
                    <a:pt x="2017" y="3681"/>
                  </a:lnTo>
                  <a:lnTo>
                    <a:pt x="2070" y="3630"/>
                  </a:lnTo>
                  <a:lnTo>
                    <a:pt x="2121" y="3578"/>
                  </a:lnTo>
                  <a:lnTo>
                    <a:pt x="2171" y="3525"/>
                  </a:lnTo>
                  <a:lnTo>
                    <a:pt x="2220" y="3471"/>
                  </a:lnTo>
                  <a:lnTo>
                    <a:pt x="2268" y="3414"/>
                  </a:lnTo>
                  <a:lnTo>
                    <a:pt x="2314" y="3358"/>
                  </a:lnTo>
                  <a:lnTo>
                    <a:pt x="2360" y="3299"/>
                  </a:lnTo>
                  <a:lnTo>
                    <a:pt x="2404" y="3240"/>
                  </a:lnTo>
                  <a:lnTo>
                    <a:pt x="2447" y="3179"/>
                  </a:lnTo>
                  <a:lnTo>
                    <a:pt x="2487" y="3118"/>
                  </a:lnTo>
                  <a:lnTo>
                    <a:pt x="2527" y="3056"/>
                  </a:lnTo>
                  <a:lnTo>
                    <a:pt x="2565" y="2993"/>
                  </a:lnTo>
                  <a:lnTo>
                    <a:pt x="2602" y="2928"/>
                  </a:lnTo>
                  <a:lnTo>
                    <a:pt x="2638" y="2862"/>
                  </a:lnTo>
                  <a:lnTo>
                    <a:pt x="2671" y="2796"/>
                  </a:lnTo>
                  <a:lnTo>
                    <a:pt x="2703" y="2728"/>
                  </a:lnTo>
                  <a:lnTo>
                    <a:pt x="2735" y="2660"/>
                  </a:lnTo>
                  <a:lnTo>
                    <a:pt x="2763" y="2591"/>
                  </a:lnTo>
                  <a:lnTo>
                    <a:pt x="2791" y="2520"/>
                  </a:lnTo>
                  <a:lnTo>
                    <a:pt x="2817" y="2450"/>
                  </a:lnTo>
                  <a:lnTo>
                    <a:pt x="2842" y="2377"/>
                  </a:lnTo>
                  <a:lnTo>
                    <a:pt x="2865" y="2305"/>
                  </a:lnTo>
                  <a:lnTo>
                    <a:pt x="2885" y="2232"/>
                  </a:lnTo>
                  <a:lnTo>
                    <a:pt x="2905" y="2157"/>
                  </a:lnTo>
                  <a:lnTo>
                    <a:pt x="2922" y="2082"/>
                  </a:lnTo>
                  <a:lnTo>
                    <a:pt x="2938" y="2008"/>
                  </a:lnTo>
                  <a:lnTo>
                    <a:pt x="2952" y="1932"/>
                  </a:lnTo>
                  <a:lnTo>
                    <a:pt x="2965" y="1854"/>
                  </a:lnTo>
                  <a:lnTo>
                    <a:pt x="2975" y="1777"/>
                  </a:lnTo>
                  <a:lnTo>
                    <a:pt x="2984" y="1699"/>
                  </a:lnTo>
                  <a:lnTo>
                    <a:pt x="2990" y="1621"/>
                  </a:lnTo>
                  <a:lnTo>
                    <a:pt x="2996" y="1541"/>
                  </a:lnTo>
                  <a:lnTo>
                    <a:pt x="2998" y="1462"/>
                  </a:lnTo>
                  <a:lnTo>
                    <a:pt x="2999" y="1381"/>
                  </a:lnTo>
                  <a:lnTo>
                    <a:pt x="2998" y="1275"/>
                  </a:lnTo>
                  <a:lnTo>
                    <a:pt x="3011" y="1200"/>
                  </a:lnTo>
                  <a:lnTo>
                    <a:pt x="3020" y="1124"/>
                  </a:lnTo>
                  <a:lnTo>
                    <a:pt x="3026" y="1047"/>
                  </a:lnTo>
                  <a:lnTo>
                    <a:pt x="3028" y="970"/>
                  </a:lnTo>
                  <a:lnTo>
                    <a:pt x="3027" y="892"/>
                  </a:lnTo>
                  <a:lnTo>
                    <a:pt x="3022" y="814"/>
                  </a:lnTo>
                  <a:lnTo>
                    <a:pt x="3013" y="735"/>
                  </a:lnTo>
                  <a:lnTo>
                    <a:pt x="3002" y="655"/>
                  </a:lnTo>
                  <a:lnTo>
                    <a:pt x="2987" y="574"/>
                  </a:lnTo>
                  <a:lnTo>
                    <a:pt x="2968" y="494"/>
                  </a:lnTo>
                  <a:lnTo>
                    <a:pt x="2946" y="413"/>
                  </a:lnTo>
                  <a:lnTo>
                    <a:pt x="2920" y="331"/>
                  </a:lnTo>
                  <a:lnTo>
                    <a:pt x="2891" y="250"/>
                  </a:lnTo>
                  <a:lnTo>
                    <a:pt x="2859" y="167"/>
                  </a:lnTo>
                  <a:lnTo>
                    <a:pt x="2822" y="84"/>
                  </a:lnTo>
                  <a:lnTo>
                    <a:pt x="2783" y="0"/>
                  </a:lnTo>
                  <a:lnTo>
                    <a:pt x="2829" y="98"/>
                  </a:lnTo>
                  <a:lnTo>
                    <a:pt x="2872" y="197"/>
                  </a:lnTo>
                  <a:lnTo>
                    <a:pt x="2912" y="297"/>
                  </a:lnTo>
                  <a:lnTo>
                    <a:pt x="2948" y="399"/>
                  </a:lnTo>
                  <a:close/>
                </a:path>
              </a:pathLst>
            </a:custGeom>
            <a:solidFill>
              <a:srgbClr val="00a2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7" name="Freeform 219"/>
            <p:cNvSpPr/>
            <p:nvPr/>
          </p:nvSpPr>
          <p:spPr>
            <a:xfrm>
              <a:off x="3976920" y="1906560"/>
              <a:ext cx="785880" cy="184680"/>
            </a:xfrm>
            <a:custGeom>
              <a:avLst/>
              <a:gdLst>
                <a:gd name="textAreaLeft" fmla="*/ 0 w 785880"/>
                <a:gd name="textAreaRight" fmla="*/ 786240 w 785880"/>
                <a:gd name="textAreaTop" fmla="*/ 0 h 184680"/>
                <a:gd name="textAreaBottom" fmla="*/ 185040 h 184680"/>
              </a:gdLst>
              <a:ahLst/>
              <a:rect l="textAreaLeft" t="textAreaTop" r="textAreaRight" b="textAreaBottom"/>
              <a:pathLst>
                <a:path w="1386" h="326">
                  <a:moveTo>
                    <a:pt x="504" y="42"/>
                  </a:moveTo>
                  <a:lnTo>
                    <a:pt x="627" y="63"/>
                  </a:lnTo>
                  <a:lnTo>
                    <a:pt x="746" y="91"/>
                  </a:lnTo>
                  <a:lnTo>
                    <a:pt x="865" y="122"/>
                  </a:lnTo>
                  <a:lnTo>
                    <a:pt x="982" y="159"/>
                  </a:lnTo>
                  <a:lnTo>
                    <a:pt x="1086" y="196"/>
                  </a:lnTo>
                  <a:lnTo>
                    <a:pt x="1188" y="236"/>
                  </a:lnTo>
                  <a:lnTo>
                    <a:pt x="1288" y="279"/>
                  </a:lnTo>
                  <a:lnTo>
                    <a:pt x="1386" y="326"/>
                  </a:lnTo>
                  <a:lnTo>
                    <a:pt x="1343" y="305"/>
                  </a:lnTo>
                  <a:lnTo>
                    <a:pt x="1302" y="286"/>
                  </a:lnTo>
                  <a:lnTo>
                    <a:pt x="1261" y="268"/>
                  </a:lnTo>
                  <a:lnTo>
                    <a:pt x="1223" y="252"/>
                  </a:lnTo>
                  <a:lnTo>
                    <a:pt x="1188" y="237"/>
                  </a:lnTo>
                  <a:lnTo>
                    <a:pt x="1152" y="224"/>
                  </a:lnTo>
                  <a:lnTo>
                    <a:pt x="1118" y="211"/>
                  </a:lnTo>
                  <a:lnTo>
                    <a:pt x="1087" y="199"/>
                  </a:lnTo>
                  <a:lnTo>
                    <a:pt x="1057" y="189"/>
                  </a:lnTo>
                  <a:lnTo>
                    <a:pt x="1029" y="180"/>
                  </a:lnTo>
                  <a:lnTo>
                    <a:pt x="1001" y="172"/>
                  </a:lnTo>
                  <a:lnTo>
                    <a:pt x="974" y="164"/>
                  </a:lnTo>
                  <a:lnTo>
                    <a:pt x="927" y="150"/>
                  </a:lnTo>
                  <a:lnTo>
                    <a:pt x="885" y="138"/>
                  </a:lnTo>
                  <a:lnTo>
                    <a:pt x="779" y="106"/>
                  </a:lnTo>
                  <a:lnTo>
                    <a:pt x="671" y="78"/>
                  </a:lnTo>
                  <a:lnTo>
                    <a:pt x="563" y="55"/>
                  </a:lnTo>
                  <a:lnTo>
                    <a:pt x="453" y="36"/>
                  </a:lnTo>
                  <a:lnTo>
                    <a:pt x="341" y="20"/>
                  </a:lnTo>
                  <a:lnTo>
                    <a:pt x="228" y="9"/>
                  </a:lnTo>
                  <a:lnTo>
                    <a:pt x="115" y="2"/>
                  </a:lnTo>
                  <a:lnTo>
                    <a:pt x="0" y="0"/>
                  </a:lnTo>
                  <a:lnTo>
                    <a:pt x="128" y="2"/>
                  </a:lnTo>
                  <a:lnTo>
                    <a:pt x="254" y="10"/>
                  </a:lnTo>
                  <a:lnTo>
                    <a:pt x="380" y="23"/>
                  </a:lnTo>
                  <a:lnTo>
                    <a:pt x="504" y="42"/>
                  </a:lnTo>
                  <a:close/>
                </a:path>
              </a:pathLst>
            </a:custGeom>
            <a:solidFill>
              <a:srgbClr val="00a2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8" name="Freeform 220"/>
            <p:cNvSpPr/>
            <p:nvPr/>
          </p:nvSpPr>
          <p:spPr>
            <a:xfrm>
              <a:off x="3976920" y="3060360"/>
              <a:ext cx="1761840" cy="237024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2370240"/>
                <a:gd name="textAreaBottom" fmla="*/ 2370600 h 2370240"/>
              </a:gdLst>
              <a:ahLst/>
              <a:rect l="textAreaLeft" t="textAreaTop" r="textAreaRight" b="textAreaBottom"/>
              <a:pathLst>
                <a:path w="3107" h="4178">
                  <a:moveTo>
                    <a:pt x="2948" y="89"/>
                  </a:moveTo>
                  <a:lnTo>
                    <a:pt x="2984" y="206"/>
                  </a:lnTo>
                  <a:lnTo>
                    <a:pt x="3016" y="326"/>
                  </a:lnTo>
                  <a:lnTo>
                    <a:pt x="3043" y="445"/>
                  </a:lnTo>
                  <a:lnTo>
                    <a:pt x="3066" y="567"/>
                  </a:lnTo>
                  <a:lnTo>
                    <a:pt x="3084" y="692"/>
                  </a:lnTo>
                  <a:lnTo>
                    <a:pt x="3096" y="817"/>
                  </a:lnTo>
                  <a:lnTo>
                    <a:pt x="3104" y="943"/>
                  </a:lnTo>
                  <a:lnTo>
                    <a:pt x="3107" y="1071"/>
                  </a:lnTo>
                  <a:lnTo>
                    <a:pt x="3104" y="1199"/>
                  </a:lnTo>
                  <a:lnTo>
                    <a:pt x="3096" y="1327"/>
                  </a:lnTo>
                  <a:lnTo>
                    <a:pt x="3084" y="1452"/>
                  </a:lnTo>
                  <a:lnTo>
                    <a:pt x="3066" y="1575"/>
                  </a:lnTo>
                  <a:lnTo>
                    <a:pt x="3043" y="1698"/>
                  </a:lnTo>
                  <a:lnTo>
                    <a:pt x="3016" y="1819"/>
                  </a:lnTo>
                  <a:lnTo>
                    <a:pt x="2984" y="1937"/>
                  </a:lnTo>
                  <a:lnTo>
                    <a:pt x="2948" y="2054"/>
                  </a:lnTo>
                  <a:lnTo>
                    <a:pt x="2907" y="2169"/>
                  </a:lnTo>
                  <a:lnTo>
                    <a:pt x="2862" y="2281"/>
                  </a:lnTo>
                  <a:lnTo>
                    <a:pt x="2813" y="2391"/>
                  </a:lnTo>
                  <a:lnTo>
                    <a:pt x="2760" y="2499"/>
                  </a:lnTo>
                  <a:lnTo>
                    <a:pt x="2702" y="2605"/>
                  </a:lnTo>
                  <a:lnTo>
                    <a:pt x="2640" y="2708"/>
                  </a:lnTo>
                  <a:lnTo>
                    <a:pt x="2576" y="2808"/>
                  </a:lnTo>
                  <a:lnTo>
                    <a:pt x="2506" y="2906"/>
                  </a:lnTo>
                  <a:lnTo>
                    <a:pt x="2434" y="3002"/>
                  </a:lnTo>
                  <a:lnTo>
                    <a:pt x="2358" y="3093"/>
                  </a:lnTo>
                  <a:lnTo>
                    <a:pt x="2278" y="3181"/>
                  </a:lnTo>
                  <a:lnTo>
                    <a:pt x="2195" y="3268"/>
                  </a:lnTo>
                  <a:lnTo>
                    <a:pt x="2110" y="3351"/>
                  </a:lnTo>
                  <a:lnTo>
                    <a:pt x="2021" y="3430"/>
                  </a:lnTo>
                  <a:lnTo>
                    <a:pt x="1929" y="3506"/>
                  </a:lnTo>
                  <a:lnTo>
                    <a:pt x="1834" y="3579"/>
                  </a:lnTo>
                  <a:lnTo>
                    <a:pt x="1736" y="3648"/>
                  </a:lnTo>
                  <a:lnTo>
                    <a:pt x="1636" y="3712"/>
                  </a:lnTo>
                  <a:lnTo>
                    <a:pt x="1533" y="3774"/>
                  </a:lnTo>
                  <a:lnTo>
                    <a:pt x="1427" y="3831"/>
                  </a:lnTo>
                  <a:lnTo>
                    <a:pt x="1319" y="3884"/>
                  </a:lnTo>
                  <a:lnTo>
                    <a:pt x="1208" y="3934"/>
                  </a:lnTo>
                  <a:lnTo>
                    <a:pt x="1097" y="3979"/>
                  </a:lnTo>
                  <a:lnTo>
                    <a:pt x="981" y="4019"/>
                  </a:lnTo>
                  <a:lnTo>
                    <a:pt x="865" y="4056"/>
                  </a:lnTo>
                  <a:lnTo>
                    <a:pt x="746" y="4087"/>
                  </a:lnTo>
                  <a:lnTo>
                    <a:pt x="625" y="4115"/>
                  </a:lnTo>
                  <a:lnTo>
                    <a:pt x="503" y="4136"/>
                  </a:lnTo>
                  <a:lnTo>
                    <a:pt x="380" y="4155"/>
                  </a:lnTo>
                  <a:lnTo>
                    <a:pt x="254" y="4168"/>
                  </a:lnTo>
                  <a:lnTo>
                    <a:pt x="128" y="4176"/>
                  </a:lnTo>
                  <a:lnTo>
                    <a:pt x="0" y="4178"/>
                  </a:lnTo>
                  <a:lnTo>
                    <a:pt x="76" y="4177"/>
                  </a:lnTo>
                  <a:lnTo>
                    <a:pt x="152" y="4174"/>
                  </a:lnTo>
                  <a:lnTo>
                    <a:pt x="227" y="4169"/>
                  </a:lnTo>
                  <a:lnTo>
                    <a:pt x="302" y="4162"/>
                  </a:lnTo>
                  <a:lnTo>
                    <a:pt x="377" y="4154"/>
                  </a:lnTo>
                  <a:lnTo>
                    <a:pt x="450" y="4143"/>
                  </a:lnTo>
                  <a:lnTo>
                    <a:pt x="523" y="4131"/>
                  </a:lnTo>
                  <a:lnTo>
                    <a:pt x="595" y="4117"/>
                  </a:lnTo>
                  <a:lnTo>
                    <a:pt x="668" y="4101"/>
                  </a:lnTo>
                  <a:lnTo>
                    <a:pt x="739" y="4083"/>
                  </a:lnTo>
                  <a:lnTo>
                    <a:pt x="810" y="4064"/>
                  </a:lnTo>
                  <a:lnTo>
                    <a:pt x="880" y="4042"/>
                  </a:lnTo>
                  <a:lnTo>
                    <a:pt x="949" y="4019"/>
                  </a:lnTo>
                  <a:lnTo>
                    <a:pt x="1017" y="3995"/>
                  </a:lnTo>
                  <a:lnTo>
                    <a:pt x="1085" y="3968"/>
                  </a:lnTo>
                  <a:lnTo>
                    <a:pt x="1152" y="3941"/>
                  </a:lnTo>
                  <a:lnTo>
                    <a:pt x="1283" y="3881"/>
                  </a:lnTo>
                  <a:lnTo>
                    <a:pt x="1348" y="3847"/>
                  </a:lnTo>
                  <a:lnTo>
                    <a:pt x="1411" y="3814"/>
                  </a:lnTo>
                  <a:lnTo>
                    <a:pt x="1473" y="3778"/>
                  </a:lnTo>
                  <a:lnTo>
                    <a:pt x="1535" y="3740"/>
                  </a:lnTo>
                  <a:lnTo>
                    <a:pt x="1596" y="3702"/>
                  </a:lnTo>
                  <a:lnTo>
                    <a:pt x="1656" y="3662"/>
                  </a:lnTo>
                  <a:lnTo>
                    <a:pt x="1715" y="3620"/>
                  </a:lnTo>
                  <a:lnTo>
                    <a:pt x="1773" y="3578"/>
                  </a:lnTo>
                  <a:lnTo>
                    <a:pt x="1829" y="3534"/>
                  </a:lnTo>
                  <a:lnTo>
                    <a:pt x="1886" y="3488"/>
                  </a:lnTo>
                  <a:lnTo>
                    <a:pt x="1940" y="3441"/>
                  </a:lnTo>
                  <a:lnTo>
                    <a:pt x="2046" y="3344"/>
                  </a:lnTo>
                  <a:lnTo>
                    <a:pt x="2098" y="3293"/>
                  </a:lnTo>
                  <a:lnTo>
                    <a:pt x="2147" y="3240"/>
                  </a:lnTo>
                  <a:lnTo>
                    <a:pt x="2195" y="3187"/>
                  </a:lnTo>
                  <a:lnTo>
                    <a:pt x="2244" y="3133"/>
                  </a:lnTo>
                  <a:lnTo>
                    <a:pt x="2290" y="3078"/>
                  </a:lnTo>
                  <a:lnTo>
                    <a:pt x="2335" y="3021"/>
                  </a:lnTo>
                  <a:lnTo>
                    <a:pt x="2380" y="2964"/>
                  </a:lnTo>
                  <a:lnTo>
                    <a:pt x="2422" y="2904"/>
                  </a:lnTo>
                  <a:lnTo>
                    <a:pt x="2464" y="2844"/>
                  </a:lnTo>
                  <a:lnTo>
                    <a:pt x="2542" y="2722"/>
                  </a:lnTo>
                  <a:lnTo>
                    <a:pt x="2579" y="2658"/>
                  </a:lnTo>
                  <a:lnTo>
                    <a:pt x="2615" y="2594"/>
                  </a:lnTo>
                  <a:lnTo>
                    <a:pt x="2649" y="2529"/>
                  </a:lnTo>
                  <a:lnTo>
                    <a:pt x="2682" y="2464"/>
                  </a:lnTo>
                  <a:lnTo>
                    <a:pt x="2714" y="2397"/>
                  </a:lnTo>
                  <a:lnTo>
                    <a:pt x="2744" y="2329"/>
                  </a:lnTo>
                  <a:lnTo>
                    <a:pt x="2771" y="2261"/>
                  </a:lnTo>
                  <a:lnTo>
                    <a:pt x="2799" y="2192"/>
                  </a:lnTo>
                  <a:lnTo>
                    <a:pt x="2823" y="2122"/>
                  </a:lnTo>
                  <a:lnTo>
                    <a:pt x="2847" y="2050"/>
                  </a:lnTo>
                  <a:lnTo>
                    <a:pt x="2869" y="1979"/>
                  </a:lnTo>
                  <a:lnTo>
                    <a:pt x="2890" y="1906"/>
                  </a:lnTo>
                  <a:lnTo>
                    <a:pt x="2908" y="1832"/>
                  </a:lnTo>
                  <a:lnTo>
                    <a:pt x="2926" y="1759"/>
                  </a:lnTo>
                  <a:lnTo>
                    <a:pt x="2941" y="1685"/>
                  </a:lnTo>
                  <a:lnTo>
                    <a:pt x="2955" y="1609"/>
                  </a:lnTo>
                  <a:lnTo>
                    <a:pt x="2966" y="1533"/>
                  </a:lnTo>
                  <a:lnTo>
                    <a:pt x="2976" y="1457"/>
                  </a:lnTo>
                  <a:lnTo>
                    <a:pt x="2984" y="1380"/>
                  </a:lnTo>
                  <a:lnTo>
                    <a:pt x="2991" y="1302"/>
                  </a:lnTo>
                  <a:lnTo>
                    <a:pt x="2996" y="1224"/>
                  </a:lnTo>
                  <a:lnTo>
                    <a:pt x="2998" y="1146"/>
                  </a:lnTo>
                  <a:lnTo>
                    <a:pt x="2999" y="1146"/>
                  </a:lnTo>
                  <a:lnTo>
                    <a:pt x="3008" y="1115"/>
                  </a:lnTo>
                  <a:lnTo>
                    <a:pt x="3016" y="1079"/>
                  </a:lnTo>
                  <a:lnTo>
                    <a:pt x="3025" y="1038"/>
                  </a:lnTo>
                  <a:lnTo>
                    <a:pt x="3033" y="989"/>
                  </a:lnTo>
                  <a:lnTo>
                    <a:pt x="3041" y="936"/>
                  </a:lnTo>
                  <a:lnTo>
                    <a:pt x="3047" y="877"/>
                  </a:lnTo>
                  <a:lnTo>
                    <a:pt x="3051" y="814"/>
                  </a:lnTo>
                  <a:lnTo>
                    <a:pt x="3054" y="744"/>
                  </a:lnTo>
                  <a:lnTo>
                    <a:pt x="3054" y="669"/>
                  </a:lnTo>
                  <a:lnTo>
                    <a:pt x="3051" y="630"/>
                  </a:lnTo>
                  <a:lnTo>
                    <a:pt x="3049" y="589"/>
                  </a:lnTo>
                  <a:lnTo>
                    <a:pt x="3046" y="547"/>
                  </a:lnTo>
                  <a:lnTo>
                    <a:pt x="3040" y="504"/>
                  </a:lnTo>
                  <a:lnTo>
                    <a:pt x="3034" y="459"/>
                  </a:lnTo>
                  <a:lnTo>
                    <a:pt x="3027" y="413"/>
                  </a:lnTo>
                  <a:lnTo>
                    <a:pt x="3019" y="366"/>
                  </a:lnTo>
                  <a:lnTo>
                    <a:pt x="3009" y="317"/>
                  </a:lnTo>
                  <a:lnTo>
                    <a:pt x="2997" y="268"/>
                  </a:lnTo>
                  <a:lnTo>
                    <a:pt x="2984" y="216"/>
                  </a:lnTo>
                  <a:lnTo>
                    <a:pt x="2969" y="164"/>
                  </a:lnTo>
                  <a:lnTo>
                    <a:pt x="2953" y="110"/>
                  </a:lnTo>
                  <a:lnTo>
                    <a:pt x="2936" y="56"/>
                  </a:lnTo>
                  <a:lnTo>
                    <a:pt x="2917" y="0"/>
                  </a:lnTo>
                  <a:lnTo>
                    <a:pt x="2933" y="44"/>
                  </a:lnTo>
                  <a:lnTo>
                    <a:pt x="2948" y="89"/>
                  </a:lnTo>
                  <a:close/>
                </a:path>
              </a:pathLst>
            </a:custGeom>
            <a:solidFill>
              <a:srgbClr val="009b6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699" name="Freeform 221"/>
            <p:cNvSpPr/>
            <p:nvPr/>
          </p:nvSpPr>
          <p:spPr>
            <a:xfrm>
              <a:off x="3976920" y="1906560"/>
              <a:ext cx="610200" cy="108720"/>
            </a:xfrm>
            <a:custGeom>
              <a:avLst/>
              <a:gdLst>
                <a:gd name="textAreaLeft" fmla="*/ 0 w 610200"/>
                <a:gd name="textAreaRight" fmla="*/ 610560 w 610200"/>
                <a:gd name="textAreaTop" fmla="*/ 0 h 108720"/>
                <a:gd name="textAreaBottom" fmla="*/ 109080 h 108720"/>
              </a:gdLst>
              <a:ahLst/>
              <a:rect l="textAreaLeft" t="textAreaTop" r="textAreaRight" b="textAreaBottom"/>
              <a:pathLst>
                <a:path w="1076" h="191">
                  <a:moveTo>
                    <a:pt x="504" y="42"/>
                  </a:moveTo>
                  <a:lnTo>
                    <a:pt x="627" y="63"/>
                  </a:lnTo>
                  <a:lnTo>
                    <a:pt x="746" y="91"/>
                  </a:lnTo>
                  <a:lnTo>
                    <a:pt x="865" y="122"/>
                  </a:lnTo>
                  <a:lnTo>
                    <a:pt x="982" y="159"/>
                  </a:lnTo>
                  <a:lnTo>
                    <a:pt x="1030" y="175"/>
                  </a:lnTo>
                  <a:lnTo>
                    <a:pt x="1076" y="191"/>
                  </a:lnTo>
                  <a:lnTo>
                    <a:pt x="1018" y="172"/>
                  </a:lnTo>
                  <a:lnTo>
                    <a:pt x="965" y="154"/>
                  </a:lnTo>
                  <a:lnTo>
                    <a:pt x="918" y="139"/>
                  </a:lnTo>
                  <a:lnTo>
                    <a:pt x="873" y="127"/>
                  </a:lnTo>
                  <a:lnTo>
                    <a:pt x="832" y="116"/>
                  </a:lnTo>
                  <a:lnTo>
                    <a:pt x="794" y="107"/>
                  </a:lnTo>
                  <a:lnTo>
                    <a:pt x="720" y="91"/>
                  </a:lnTo>
                  <a:lnTo>
                    <a:pt x="633" y="70"/>
                  </a:lnTo>
                  <a:lnTo>
                    <a:pt x="545" y="52"/>
                  </a:lnTo>
                  <a:lnTo>
                    <a:pt x="456" y="36"/>
                  </a:lnTo>
                  <a:lnTo>
                    <a:pt x="366" y="23"/>
                  </a:lnTo>
                  <a:lnTo>
                    <a:pt x="276" y="13"/>
                  </a:lnTo>
                  <a:lnTo>
                    <a:pt x="184" y="6"/>
                  </a:lnTo>
                  <a:lnTo>
                    <a:pt x="92" y="1"/>
                  </a:lnTo>
                  <a:lnTo>
                    <a:pt x="0" y="0"/>
                  </a:lnTo>
                  <a:lnTo>
                    <a:pt x="128" y="2"/>
                  </a:lnTo>
                  <a:lnTo>
                    <a:pt x="254" y="10"/>
                  </a:lnTo>
                  <a:lnTo>
                    <a:pt x="380" y="23"/>
                  </a:lnTo>
                  <a:lnTo>
                    <a:pt x="504" y="42"/>
                  </a:lnTo>
                  <a:close/>
                </a:path>
              </a:pathLst>
            </a:custGeom>
            <a:solidFill>
              <a:srgbClr val="009b6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0" name="Freeform 222"/>
            <p:cNvSpPr/>
            <p:nvPr/>
          </p:nvSpPr>
          <p:spPr>
            <a:xfrm>
              <a:off x="3976920" y="3214800"/>
              <a:ext cx="1761840" cy="221580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2215800"/>
                <a:gd name="textAreaBottom" fmla="*/ 2216160 h 2215800"/>
              </a:gdLst>
              <a:ahLst/>
              <a:rect l="textAreaLeft" t="textAreaTop" r="textAreaRight" b="textAreaBottom"/>
              <a:pathLst>
                <a:path w="3107" h="3908">
                  <a:moveTo>
                    <a:pt x="3066" y="297"/>
                  </a:moveTo>
                  <a:lnTo>
                    <a:pt x="3084" y="422"/>
                  </a:lnTo>
                  <a:lnTo>
                    <a:pt x="3096" y="547"/>
                  </a:lnTo>
                  <a:lnTo>
                    <a:pt x="3104" y="673"/>
                  </a:lnTo>
                  <a:lnTo>
                    <a:pt x="3107" y="801"/>
                  </a:lnTo>
                  <a:lnTo>
                    <a:pt x="3104" y="929"/>
                  </a:lnTo>
                  <a:lnTo>
                    <a:pt x="3096" y="1057"/>
                  </a:lnTo>
                  <a:lnTo>
                    <a:pt x="3084" y="1182"/>
                  </a:lnTo>
                  <a:lnTo>
                    <a:pt x="3066" y="1305"/>
                  </a:lnTo>
                  <a:lnTo>
                    <a:pt x="3043" y="1428"/>
                  </a:lnTo>
                  <a:lnTo>
                    <a:pt x="3016" y="1549"/>
                  </a:lnTo>
                  <a:lnTo>
                    <a:pt x="2984" y="1667"/>
                  </a:lnTo>
                  <a:lnTo>
                    <a:pt x="2948" y="1784"/>
                  </a:lnTo>
                  <a:lnTo>
                    <a:pt x="2907" y="1899"/>
                  </a:lnTo>
                  <a:lnTo>
                    <a:pt x="2862" y="2011"/>
                  </a:lnTo>
                  <a:lnTo>
                    <a:pt x="2813" y="2121"/>
                  </a:lnTo>
                  <a:lnTo>
                    <a:pt x="2760" y="2229"/>
                  </a:lnTo>
                  <a:lnTo>
                    <a:pt x="2702" y="2335"/>
                  </a:lnTo>
                  <a:lnTo>
                    <a:pt x="2640" y="2438"/>
                  </a:lnTo>
                  <a:lnTo>
                    <a:pt x="2576" y="2538"/>
                  </a:lnTo>
                  <a:lnTo>
                    <a:pt x="2506" y="2636"/>
                  </a:lnTo>
                  <a:lnTo>
                    <a:pt x="2434" y="2732"/>
                  </a:lnTo>
                  <a:lnTo>
                    <a:pt x="2358" y="2823"/>
                  </a:lnTo>
                  <a:lnTo>
                    <a:pt x="2278" y="2911"/>
                  </a:lnTo>
                  <a:lnTo>
                    <a:pt x="2195" y="2998"/>
                  </a:lnTo>
                  <a:lnTo>
                    <a:pt x="2110" y="3081"/>
                  </a:lnTo>
                  <a:lnTo>
                    <a:pt x="2021" y="3160"/>
                  </a:lnTo>
                  <a:lnTo>
                    <a:pt x="1929" y="3236"/>
                  </a:lnTo>
                  <a:lnTo>
                    <a:pt x="1834" y="3309"/>
                  </a:lnTo>
                  <a:lnTo>
                    <a:pt x="1736" y="3378"/>
                  </a:lnTo>
                  <a:lnTo>
                    <a:pt x="1636" y="3442"/>
                  </a:lnTo>
                  <a:lnTo>
                    <a:pt x="1533" y="3504"/>
                  </a:lnTo>
                  <a:lnTo>
                    <a:pt x="1427" y="3561"/>
                  </a:lnTo>
                  <a:lnTo>
                    <a:pt x="1319" y="3614"/>
                  </a:lnTo>
                  <a:lnTo>
                    <a:pt x="1208" y="3664"/>
                  </a:lnTo>
                  <a:lnTo>
                    <a:pt x="1097" y="3709"/>
                  </a:lnTo>
                  <a:lnTo>
                    <a:pt x="981" y="3749"/>
                  </a:lnTo>
                  <a:lnTo>
                    <a:pt x="865" y="3786"/>
                  </a:lnTo>
                  <a:lnTo>
                    <a:pt x="746" y="3817"/>
                  </a:lnTo>
                  <a:lnTo>
                    <a:pt x="625" y="3845"/>
                  </a:lnTo>
                  <a:lnTo>
                    <a:pt x="503" y="3866"/>
                  </a:lnTo>
                  <a:lnTo>
                    <a:pt x="380" y="3885"/>
                  </a:lnTo>
                  <a:lnTo>
                    <a:pt x="254" y="3898"/>
                  </a:lnTo>
                  <a:lnTo>
                    <a:pt x="128" y="3906"/>
                  </a:lnTo>
                  <a:lnTo>
                    <a:pt x="0" y="3908"/>
                  </a:lnTo>
                  <a:lnTo>
                    <a:pt x="74" y="3907"/>
                  </a:lnTo>
                  <a:lnTo>
                    <a:pt x="146" y="3904"/>
                  </a:lnTo>
                  <a:lnTo>
                    <a:pt x="220" y="3900"/>
                  </a:lnTo>
                  <a:lnTo>
                    <a:pt x="291" y="3893"/>
                  </a:lnTo>
                  <a:lnTo>
                    <a:pt x="364" y="3885"/>
                  </a:lnTo>
                  <a:lnTo>
                    <a:pt x="434" y="3876"/>
                  </a:lnTo>
                  <a:lnTo>
                    <a:pt x="506" y="3864"/>
                  </a:lnTo>
                  <a:lnTo>
                    <a:pt x="576" y="3850"/>
                  </a:lnTo>
                  <a:lnTo>
                    <a:pt x="645" y="3835"/>
                  </a:lnTo>
                  <a:lnTo>
                    <a:pt x="714" y="3819"/>
                  </a:lnTo>
                  <a:lnTo>
                    <a:pt x="782" y="3801"/>
                  </a:lnTo>
                  <a:lnTo>
                    <a:pt x="850" y="3781"/>
                  </a:lnTo>
                  <a:lnTo>
                    <a:pt x="917" y="3760"/>
                  </a:lnTo>
                  <a:lnTo>
                    <a:pt x="984" y="3737"/>
                  </a:lnTo>
                  <a:lnTo>
                    <a:pt x="1049" y="3712"/>
                  </a:lnTo>
                  <a:lnTo>
                    <a:pt x="1114" y="3687"/>
                  </a:lnTo>
                  <a:lnTo>
                    <a:pt x="1178" y="3659"/>
                  </a:lnTo>
                  <a:lnTo>
                    <a:pt x="1242" y="3630"/>
                  </a:lnTo>
                  <a:lnTo>
                    <a:pt x="1305" y="3599"/>
                  </a:lnTo>
                  <a:lnTo>
                    <a:pt x="1366" y="3567"/>
                  </a:lnTo>
                  <a:lnTo>
                    <a:pt x="1427" y="3534"/>
                  </a:lnTo>
                  <a:lnTo>
                    <a:pt x="1488" y="3499"/>
                  </a:lnTo>
                  <a:lnTo>
                    <a:pt x="1547" y="3463"/>
                  </a:lnTo>
                  <a:lnTo>
                    <a:pt x="1606" y="3425"/>
                  </a:lnTo>
                  <a:lnTo>
                    <a:pt x="1720" y="3347"/>
                  </a:lnTo>
                  <a:lnTo>
                    <a:pt x="1830" y="3263"/>
                  </a:lnTo>
                  <a:lnTo>
                    <a:pt x="1937" y="3173"/>
                  </a:lnTo>
                  <a:lnTo>
                    <a:pt x="2040" y="3080"/>
                  </a:lnTo>
                  <a:lnTo>
                    <a:pt x="2138" y="2981"/>
                  </a:lnTo>
                  <a:lnTo>
                    <a:pt x="2231" y="2877"/>
                  </a:lnTo>
                  <a:lnTo>
                    <a:pt x="2321" y="2770"/>
                  </a:lnTo>
                  <a:lnTo>
                    <a:pt x="2405" y="2658"/>
                  </a:lnTo>
                  <a:lnTo>
                    <a:pt x="2485" y="2542"/>
                  </a:lnTo>
                  <a:lnTo>
                    <a:pt x="2559" y="2423"/>
                  </a:lnTo>
                  <a:lnTo>
                    <a:pt x="2629" y="2300"/>
                  </a:lnTo>
                  <a:lnTo>
                    <a:pt x="2661" y="2236"/>
                  </a:lnTo>
                  <a:lnTo>
                    <a:pt x="2692" y="2172"/>
                  </a:lnTo>
                  <a:lnTo>
                    <a:pt x="2722" y="2107"/>
                  </a:lnTo>
                  <a:lnTo>
                    <a:pt x="2751" y="2043"/>
                  </a:lnTo>
                  <a:lnTo>
                    <a:pt x="2778" y="1976"/>
                  </a:lnTo>
                  <a:lnTo>
                    <a:pt x="2804" y="1909"/>
                  </a:lnTo>
                  <a:lnTo>
                    <a:pt x="2828" y="1841"/>
                  </a:lnTo>
                  <a:lnTo>
                    <a:pt x="2850" y="1773"/>
                  </a:lnTo>
                  <a:lnTo>
                    <a:pt x="2872" y="1703"/>
                  </a:lnTo>
                  <a:lnTo>
                    <a:pt x="2891" y="1634"/>
                  </a:lnTo>
                  <a:lnTo>
                    <a:pt x="2908" y="1562"/>
                  </a:lnTo>
                  <a:lnTo>
                    <a:pt x="2926" y="1492"/>
                  </a:lnTo>
                  <a:lnTo>
                    <a:pt x="2941" y="1420"/>
                  </a:lnTo>
                  <a:lnTo>
                    <a:pt x="2953" y="1347"/>
                  </a:lnTo>
                  <a:lnTo>
                    <a:pt x="2965" y="1274"/>
                  </a:lnTo>
                  <a:lnTo>
                    <a:pt x="2975" y="1201"/>
                  </a:lnTo>
                  <a:lnTo>
                    <a:pt x="2983" y="1127"/>
                  </a:lnTo>
                  <a:lnTo>
                    <a:pt x="2990" y="1052"/>
                  </a:lnTo>
                  <a:lnTo>
                    <a:pt x="3010" y="992"/>
                  </a:lnTo>
                  <a:lnTo>
                    <a:pt x="3026" y="931"/>
                  </a:lnTo>
                  <a:lnTo>
                    <a:pt x="3041" y="870"/>
                  </a:lnTo>
                  <a:lnTo>
                    <a:pt x="3052" y="808"/>
                  </a:lnTo>
                  <a:lnTo>
                    <a:pt x="3062" y="744"/>
                  </a:lnTo>
                  <a:lnTo>
                    <a:pt x="3069" y="681"/>
                  </a:lnTo>
                  <a:lnTo>
                    <a:pt x="3073" y="617"/>
                  </a:lnTo>
                  <a:lnTo>
                    <a:pt x="3075" y="552"/>
                  </a:lnTo>
                  <a:lnTo>
                    <a:pt x="3074" y="486"/>
                  </a:lnTo>
                  <a:lnTo>
                    <a:pt x="3072" y="420"/>
                  </a:lnTo>
                  <a:lnTo>
                    <a:pt x="3066" y="352"/>
                  </a:lnTo>
                  <a:lnTo>
                    <a:pt x="3058" y="284"/>
                  </a:lnTo>
                  <a:lnTo>
                    <a:pt x="3048" y="215"/>
                  </a:lnTo>
                  <a:lnTo>
                    <a:pt x="3035" y="144"/>
                  </a:lnTo>
                  <a:lnTo>
                    <a:pt x="3019" y="73"/>
                  </a:lnTo>
                  <a:lnTo>
                    <a:pt x="3002" y="0"/>
                  </a:lnTo>
                  <a:lnTo>
                    <a:pt x="3020" y="73"/>
                  </a:lnTo>
                  <a:lnTo>
                    <a:pt x="3037" y="148"/>
                  </a:lnTo>
                  <a:lnTo>
                    <a:pt x="3052" y="221"/>
                  </a:lnTo>
                  <a:lnTo>
                    <a:pt x="3066" y="297"/>
                  </a:lnTo>
                  <a:close/>
                </a:path>
              </a:pathLst>
            </a:custGeom>
            <a:solidFill>
              <a:srgbClr val="00936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1" name="Freeform 223"/>
            <p:cNvSpPr/>
            <p:nvPr/>
          </p:nvSpPr>
          <p:spPr>
            <a:xfrm>
              <a:off x="3976920" y="1906560"/>
              <a:ext cx="456840" cy="59760"/>
            </a:xfrm>
            <a:custGeom>
              <a:avLst/>
              <a:gdLst>
                <a:gd name="textAreaLeft" fmla="*/ 0 w 456840"/>
                <a:gd name="textAreaRight" fmla="*/ 457200 w 456840"/>
                <a:gd name="textAreaTop" fmla="*/ 0 h 59760"/>
                <a:gd name="textAreaBottom" fmla="*/ 60120 h 59760"/>
              </a:gdLst>
              <a:ahLst/>
              <a:rect l="textAreaLeft" t="textAreaTop" r="textAreaRight" b="textAreaBottom"/>
              <a:pathLst>
                <a:path w="805" h="106">
                  <a:moveTo>
                    <a:pt x="504" y="42"/>
                  </a:moveTo>
                  <a:lnTo>
                    <a:pt x="580" y="54"/>
                  </a:lnTo>
                  <a:lnTo>
                    <a:pt x="656" y="70"/>
                  </a:lnTo>
                  <a:lnTo>
                    <a:pt x="731" y="88"/>
                  </a:lnTo>
                  <a:lnTo>
                    <a:pt x="805" y="106"/>
                  </a:lnTo>
                  <a:lnTo>
                    <a:pt x="766" y="96"/>
                  </a:lnTo>
                  <a:lnTo>
                    <a:pt x="731" y="88"/>
                  </a:lnTo>
                  <a:lnTo>
                    <a:pt x="699" y="81"/>
                  </a:lnTo>
                  <a:lnTo>
                    <a:pt x="669" y="74"/>
                  </a:lnTo>
                  <a:lnTo>
                    <a:pt x="556" y="54"/>
                  </a:lnTo>
                  <a:lnTo>
                    <a:pt x="488" y="42"/>
                  </a:lnTo>
                  <a:lnTo>
                    <a:pt x="420" y="31"/>
                  </a:lnTo>
                  <a:lnTo>
                    <a:pt x="351" y="22"/>
                  </a:lnTo>
                  <a:lnTo>
                    <a:pt x="282" y="14"/>
                  </a:lnTo>
                  <a:lnTo>
                    <a:pt x="212" y="8"/>
                  </a:lnTo>
                  <a:lnTo>
                    <a:pt x="142" y="4"/>
                  </a:lnTo>
                  <a:lnTo>
                    <a:pt x="71" y="1"/>
                  </a:lnTo>
                  <a:lnTo>
                    <a:pt x="0" y="0"/>
                  </a:lnTo>
                  <a:lnTo>
                    <a:pt x="128" y="2"/>
                  </a:lnTo>
                  <a:lnTo>
                    <a:pt x="254" y="10"/>
                  </a:lnTo>
                  <a:lnTo>
                    <a:pt x="380" y="23"/>
                  </a:lnTo>
                  <a:lnTo>
                    <a:pt x="504" y="42"/>
                  </a:lnTo>
                  <a:close/>
                </a:path>
              </a:pathLst>
            </a:custGeom>
            <a:solidFill>
              <a:srgbClr val="00936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15120" bIns="151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2" name="Freeform 224"/>
            <p:cNvSpPr/>
            <p:nvPr/>
          </p:nvSpPr>
          <p:spPr>
            <a:xfrm>
              <a:off x="3976920" y="3356640"/>
              <a:ext cx="1761840" cy="207396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2073960"/>
                <a:gd name="textAreaBottom" fmla="*/ 2074320 h 2073960"/>
              </a:gdLst>
              <a:ahLst/>
              <a:rect l="textAreaLeft" t="textAreaTop" r="textAreaRight" b="textAreaBottom"/>
              <a:pathLst>
                <a:path w="3107" h="3658">
                  <a:moveTo>
                    <a:pt x="3066" y="47"/>
                  </a:moveTo>
                  <a:lnTo>
                    <a:pt x="3084" y="172"/>
                  </a:lnTo>
                  <a:lnTo>
                    <a:pt x="3096" y="297"/>
                  </a:lnTo>
                  <a:lnTo>
                    <a:pt x="3104" y="423"/>
                  </a:lnTo>
                  <a:lnTo>
                    <a:pt x="3107" y="551"/>
                  </a:lnTo>
                  <a:lnTo>
                    <a:pt x="3104" y="679"/>
                  </a:lnTo>
                  <a:lnTo>
                    <a:pt x="3096" y="807"/>
                  </a:lnTo>
                  <a:lnTo>
                    <a:pt x="3084" y="932"/>
                  </a:lnTo>
                  <a:lnTo>
                    <a:pt x="3066" y="1055"/>
                  </a:lnTo>
                  <a:lnTo>
                    <a:pt x="3043" y="1178"/>
                  </a:lnTo>
                  <a:lnTo>
                    <a:pt x="3016" y="1299"/>
                  </a:lnTo>
                  <a:lnTo>
                    <a:pt x="2984" y="1417"/>
                  </a:lnTo>
                  <a:lnTo>
                    <a:pt x="2948" y="1534"/>
                  </a:lnTo>
                  <a:lnTo>
                    <a:pt x="2907" y="1649"/>
                  </a:lnTo>
                  <a:lnTo>
                    <a:pt x="2862" y="1761"/>
                  </a:lnTo>
                  <a:lnTo>
                    <a:pt x="2813" y="1871"/>
                  </a:lnTo>
                  <a:lnTo>
                    <a:pt x="2760" y="1979"/>
                  </a:lnTo>
                  <a:lnTo>
                    <a:pt x="2702" y="2085"/>
                  </a:lnTo>
                  <a:lnTo>
                    <a:pt x="2640" y="2188"/>
                  </a:lnTo>
                  <a:lnTo>
                    <a:pt x="2576" y="2288"/>
                  </a:lnTo>
                  <a:lnTo>
                    <a:pt x="2506" y="2386"/>
                  </a:lnTo>
                  <a:lnTo>
                    <a:pt x="2434" y="2482"/>
                  </a:lnTo>
                  <a:lnTo>
                    <a:pt x="2358" y="2573"/>
                  </a:lnTo>
                  <a:lnTo>
                    <a:pt x="2278" y="2661"/>
                  </a:lnTo>
                  <a:lnTo>
                    <a:pt x="2195" y="2748"/>
                  </a:lnTo>
                  <a:lnTo>
                    <a:pt x="2110" y="2831"/>
                  </a:lnTo>
                  <a:lnTo>
                    <a:pt x="2021" y="2910"/>
                  </a:lnTo>
                  <a:lnTo>
                    <a:pt x="1929" y="2986"/>
                  </a:lnTo>
                  <a:lnTo>
                    <a:pt x="1834" y="3059"/>
                  </a:lnTo>
                  <a:lnTo>
                    <a:pt x="1736" y="3128"/>
                  </a:lnTo>
                  <a:lnTo>
                    <a:pt x="1636" y="3192"/>
                  </a:lnTo>
                  <a:lnTo>
                    <a:pt x="1533" y="3254"/>
                  </a:lnTo>
                  <a:lnTo>
                    <a:pt x="1427" y="3311"/>
                  </a:lnTo>
                  <a:lnTo>
                    <a:pt x="1319" y="3364"/>
                  </a:lnTo>
                  <a:lnTo>
                    <a:pt x="1208" y="3414"/>
                  </a:lnTo>
                  <a:lnTo>
                    <a:pt x="1097" y="3459"/>
                  </a:lnTo>
                  <a:lnTo>
                    <a:pt x="981" y="3499"/>
                  </a:lnTo>
                  <a:lnTo>
                    <a:pt x="865" y="3536"/>
                  </a:lnTo>
                  <a:lnTo>
                    <a:pt x="746" y="3567"/>
                  </a:lnTo>
                  <a:lnTo>
                    <a:pt x="625" y="3595"/>
                  </a:lnTo>
                  <a:lnTo>
                    <a:pt x="503" y="3616"/>
                  </a:lnTo>
                  <a:lnTo>
                    <a:pt x="380" y="3635"/>
                  </a:lnTo>
                  <a:lnTo>
                    <a:pt x="254" y="3648"/>
                  </a:lnTo>
                  <a:lnTo>
                    <a:pt x="128" y="3656"/>
                  </a:lnTo>
                  <a:lnTo>
                    <a:pt x="0" y="3658"/>
                  </a:lnTo>
                  <a:lnTo>
                    <a:pt x="71" y="3657"/>
                  </a:lnTo>
                  <a:lnTo>
                    <a:pt x="142" y="3654"/>
                  </a:lnTo>
                  <a:lnTo>
                    <a:pt x="212" y="3650"/>
                  </a:lnTo>
                  <a:lnTo>
                    <a:pt x="281" y="3644"/>
                  </a:lnTo>
                  <a:lnTo>
                    <a:pt x="350" y="3637"/>
                  </a:lnTo>
                  <a:lnTo>
                    <a:pt x="419" y="3628"/>
                  </a:lnTo>
                  <a:lnTo>
                    <a:pt x="487" y="3618"/>
                  </a:lnTo>
                  <a:lnTo>
                    <a:pt x="555" y="3605"/>
                  </a:lnTo>
                  <a:lnTo>
                    <a:pt x="623" y="3591"/>
                  </a:lnTo>
                  <a:lnTo>
                    <a:pt x="689" y="3575"/>
                  </a:lnTo>
                  <a:lnTo>
                    <a:pt x="756" y="3559"/>
                  </a:lnTo>
                  <a:lnTo>
                    <a:pt x="821" y="3540"/>
                  </a:lnTo>
                  <a:lnTo>
                    <a:pt x="950" y="3499"/>
                  </a:lnTo>
                  <a:lnTo>
                    <a:pt x="1077" y="3452"/>
                  </a:lnTo>
                  <a:lnTo>
                    <a:pt x="1201" y="3399"/>
                  </a:lnTo>
                  <a:lnTo>
                    <a:pt x="1322" y="3341"/>
                  </a:lnTo>
                  <a:lnTo>
                    <a:pt x="1440" y="3277"/>
                  </a:lnTo>
                  <a:lnTo>
                    <a:pt x="1555" y="3209"/>
                  </a:lnTo>
                  <a:lnTo>
                    <a:pt x="1667" y="3135"/>
                  </a:lnTo>
                  <a:lnTo>
                    <a:pt x="1775" y="3055"/>
                  </a:lnTo>
                  <a:lnTo>
                    <a:pt x="1880" y="2972"/>
                  </a:lnTo>
                  <a:lnTo>
                    <a:pt x="1981" y="2885"/>
                  </a:lnTo>
                  <a:lnTo>
                    <a:pt x="2078" y="2792"/>
                  </a:lnTo>
                  <a:lnTo>
                    <a:pt x="2171" y="2695"/>
                  </a:lnTo>
                  <a:lnTo>
                    <a:pt x="2260" y="2595"/>
                  </a:lnTo>
                  <a:lnTo>
                    <a:pt x="2345" y="2490"/>
                  </a:lnTo>
                  <a:lnTo>
                    <a:pt x="2425" y="2380"/>
                  </a:lnTo>
                  <a:lnTo>
                    <a:pt x="2501" y="2269"/>
                  </a:lnTo>
                  <a:lnTo>
                    <a:pt x="2571" y="2152"/>
                  </a:lnTo>
                  <a:lnTo>
                    <a:pt x="2638" y="2032"/>
                  </a:lnTo>
                  <a:lnTo>
                    <a:pt x="2699" y="1910"/>
                  </a:lnTo>
                  <a:lnTo>
                    <a:pt x="2754" y="1785"/>
                  </a:lnTo>
                  <a:lnTo>
                    <a:pt x="2805" y="1656"/>
                  </a:lnTo>
                  <a:lnTo>
                    <a:pt x="2850" y="1524"/>
                  </a:lnTo>
                  <a:lnTo>
                    <a:pt x="2889" y="1391"/>
                  </a:lnTo>
                  <a:lnTo>
                    <a:pt x="2922" y="1254"/>
                  </a:lnTo>
                  <a:lnTo>
                    <a:pt x="2937" y="1185"/>
                  </a:lnTo>
                  <a:lnTo>
                    <a:pt x="2950" y="1114"/>
                  </a:lnTo>
                  <a:lnTo>
                    <a:pt x="2961" y="1044"/>
                  </a:lnTo>
                  <a:lnTo>
                    <a:pt x="2972" y="974"/>
                  </a:lnTo>
                  <a:lnTo>
                    <a:pt x="2987" y="935"/>
                  </a:lnTo>
                  <a:lnTo>
                    <a:pt x="3003" y="893"/>
                  </a:lnTo>
                  <a:lnTo>
                    <a:pt x="3018" y="849"/>
                  </a:lnTo>
                  <a:lnTo>
                    <a:pt x="3032" y="803"/>
                  </a:lnTo>
                  <a:lnTo>
                    <a:pt x="3044" y="755"/>
                  </a:lnTo>
                  <a:lnTo>
                    <a:pt x="3057" y="703"/>
                  </a:lnTo>
                  <a:lnTo>
                    <a:pt x="3067" y="648"/>
                  </a:lnTo>
                  <a:lnTo>
                    <a:pt x="3075" y="590"/>
                  </a:lnTo>
                  <a:lnTo>
                    <a:pt x="3082" y="529"/>
                  </a:lnTo>
                  <a:lnTo>
                    <a:pt x="3087" y="465"/>
                  </a:lnTo>
                  <a:lnTo>
                    <a:pt x="3089" y="397"/>
                  </a:lnTo>
                  <a:lnTo>
                    <a:pt x="3089" y="325"/>
                  </a:lnTo>
                  <a:lnTo>
                    <a:pt x="3086" y="250"/>
                  </a:lnTo>
                  <a:lnTo>
                    <a:pt x="3080" y="171"/>
                  </a:lnTo>
                  <a:lnTo>
                    <a:pt x="3070" y="88"/>
                  </a:lnTo>
                  <a:lnTo>
                    <a:pt x="3057" y="0"/>
                  </a:lnTo>
                  <a:lnTo>
                    <a:pt x="3062" y="24"/>
                  </a:lnTo>
                  <a:lnTo>
                    <a:pt x="3066" y="47"/>
                  </a:lnTo>
                  <a:close/>
                </a:path>
              </a:pathLst>
            </a:custGeom>
            <a:solidFill>
              <a:srgbClr val="008c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3" name="Freeform 225"/>
            <p:cNvSpPr/>
            <p:nvPr/>
          </p:nvSpPr>
          <p:spPr>
            <a:xfrm>
              <a:off x="3976920" y="1906560"/>
              <a:ext cx="315000" cy="28080"/>
            </a:xfrm>
            <a:custGeom>
              <a:avLst/>
              <a:gdLst>
                <a:gd name="textAreaLeft" fmla="*/ 0 w 315000"/>
                <a:gd name="textAreaRight" fmla="*/ 315360 w 315000"/>
                <a:gd name="textAreaTop" fmla="*/ 0 h 28080"/>
                <a:gd name="textAreaBottom" fmla="*/ 28440 h 28080"/>
              </a:gdLst>
              <a:ahLst/>
              <a:rect l="textAreaLeft" t="textAreaTop" r="textAreaRight" b="textAreaBottom"/>
              <a:pathLst>
                <a:path w="555" h="51">
                  <a:moveTo>
                    <a:pt x="504" y="42"/>
                  </a:moveTo>
                  <a:lnTo>
                    <a:pt x="555" y="51"/>
                  </a:lnTo>
                  <a:lnTo>
                    <a:pt x="533" y="47"/>
                  </a:lnTo>
                  <a:lnTo>
                    <a:pt x="514" y="44"/>
                  </a:lnTo>
                  <a:lnTo>
                    <a:pt x="479" y="38"/>
                  </a:lnTo>
                  <a:lnTo>
                    <a:pt x="462" y="36"/>
                  </a:lnTo>
                  <a:lnTo>
                    <a:pt x="442" y="32"/>
                  </a:lnTo>
                  <a:lnTo>
                    <a:pt x="419" y="30"/>
                  </a:lnTo>
                  <a:lnTo>
                    <a:pt x="393" y="27"/>
                  </a:lnTo>
                  <a:lnTo>
                    <a:pt x="296" y="15"/>
                  </a:lnTo>
                  <a:lnTo>
                    <a:pt x="198" y="7"/>
                  </a:lnTo>
                  <a:lnTo>
                    <a:pt x="99" y="1"/>
                  </a:lnTo>
                  <a:lnTo>
                    <a:pt x="0" y="0"/>
                  </a:lnTo>
                  <a:lnTo>
                    <a:pt x="128" y="2"/>
                  </a:lnTo>
                  <a:lnTo>
                    <a:pt x="254" y="10"/>
                  </a:lnTo>
                  <a:lnTo>
                    <a:pt x="380" y="23"/>
                  </a:lnTo>
                  <a:lnTo>
                    <a:pt x="504" y="42"/>
                  </a:lnTo>
                  <a:close/>
                </a:path>
              </a:pathLst>
            </a:custGeom>
            <a:solidFill>
              <a:srgbClr val="008c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6560" bIns="-165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4" name="Freeform 226"/>
            <p:cNvSpPr/>
            <p:nvPr/>
          </p:nvSpPr>
          <p:spPr>
            <a:xfrm>
              <a:off x="3976920" y="3491640"/>
              <a:ext cx="1761840" cy="193896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1938960"/>
                <a:gd name="textAreaBottom" fmla="*/ 1939320 h 1938960"/>
              </a:gdLst>
              <a:ahLst/>
              <a:rect l="textAreaLeft" t="textAreaTop" r="textAreaRight" b="textAreaBottom"/>
              <a:pathLst>
                <a:path w="3107" h="3418">
                  <a:moveTo>
                    <a:pt x="3107" y="311"/>
                  </a:moveTo>
                  <a:lnTo>
                    <a:pt x="3104" y="439"/>
                  </a:lnTo>
                  <a:lnTo>
                    <a:pt x="3096" y="567"/>
                  </a:lnTo>
                  <a:lnTo>
                    <a:pt x="3084" y="692"/>
                  </a:lnTo>
                  <a:lnTo>
                    <a:pt x="3066" y="815"/>
                  </a:lnTo>
                  <a:lnTo>
                    <a:pt x="3043" y="938"/>
                  </a:lnTo>
                  <a:lnTo>
                    <a:pt x="3016" y="1059"/>
                  </a:lnTo>
                  <a:lnTo>
                    <a:pt x="2984" y="1177"/>
                  </a:lnTo>
                  <a:lnTo>
                    <a:pt x="2948" y="1294"/>
                  </a:lnTo>
                  <a:lnTo>
                    <a:pt x="2907" y="1409"/>
                  </a:lnTo>
                  <a:lnTo>
                    <a:pt x="2862" y="1521"/>
                  </a:lnTo>
                  <a:lnTo>
                    <a:pt x="2813" y="1631"/>
                  </a:lnTo>
                  <a:lnTo>
                    <a:pt x="2760" y="1739"/>
                  </a:lnTo>
                  <a:lnTo>
                    <a:pt x="2702" y="1845"/>
                  </a:lnTo>
                  <a:lnTo>
                    <a:pt x="2640" y="1948"/>
                  </a:lnTo>
                  <a:lnTo>
                    <a:pt x="2576" y="2048"/>
                  </a:lnTo>
                  <a:lnTo>
                    <a:pt x="2506" y="2146"/>
                  </a:lnTo>
                  <a:lnTo>
                    <a:pt x="2434" y="2242"/>
                  </a:lnTo>
                  <a:lnTo>
                    <a:pt x="2358" y="2333"/>
                  </a:lnTo>
                  <a:lnTo>
                    <a:pt x="2278" y="2421"/>
                  </a:lnTo>
                  <a:lnTo>
                    <a:pt x="2195" y="2508"/>
                  </a:lnTo>
                  <a:lnTo>
                    <a:pt x="2110" y="2591"/>
                  </a:lnTo>
                  <a:lnTo>
                    <a:pt x="2021" y="2670"/>
                  </a:lnTo>
                  <a:lnTo>
                    <a:pt x="1929" y="2746"/>
                  </a:lnTo>
                  <a:lnTo>
                    <a:pt x="1834" y="2819"/>
                  </a:lnTo>
                  <a:lnTo>
                    <a:pt x="1736" y="2888"/>
                  </a:lnTo>
                  <a:lnTo>
                    <a:pt x="1636" y="2952"/>
                  </a:lnTo>
                  <a:lnTo>
                    <a:pt x="1533" y="3014"/>
                  </a:lnTo>
                  <a:lnTo>
                    <a:pt x="1427" y="3071"/>
                  </a:lnTo>
                  <a:lnTo>
                    <a:pt x="1319" y="3124"/>
                  </a:lnTo>
                  <a:lnTo>
                    <a:pt x="1208" y="3174"/>
                  </a:lnTo>
                  <a:lnTo>
                    <a:pt x="1097" y="3219"/>
                  </a:lnTo>
                  <a:lnTo>
                    <a:pt x="981" y="3259"/>
                  </a:lnTo>
                  <a:lnTo>
                    <a:pt x="865" y="3296"/>
                  </a:lnTo>
                  <a:lnTo>
                    <a:pt x="746" y="3327"/>
                  </a:lnTo>
                  <a:lnTo>
                    <a:pt x="625" y="3355"/>
                  </a:lnTo>
                  <a:lnTo>
                    <a:pt x="503" y="3376"/>
                  </a:lnTo>
                  <a:lnTo>
                    <a:pt x="380" y="3395"/>
                  </a:lnTo>
                  <a:lnTo>
                    <a:pt x="254" y="3408"/>
                  </a:lnTo>
                  <a:lnTo>
                    <a:pt x="128" y="3416"/>
                  </a:lnTo>
                  <a:lnTo>
                    <a:pt x="0" y="3418"/>
                  </a:lnTo>
                  <a:lnTo>
                    <a:pt x="68" y="3417"/>
                  </a:lnTo>
                  <a:lnTo>
                    <a:pt x="136" y="3414"/>
                  </a:lnTo>
                  <a:lnTo>
                    <a:pt x="271" y="3405"/>
                  </a:lnTo>
                  <a:lnTo>
                    <a:pt x="404" y="3390"/>
                  </a:lnTo>
                  <a:lnTo>
                    <a:pt x="534" y="3368"/>
                  </a:lnTo>
                  <a:lnTo>
                    <a:pt x="665" y="3342"/>
                  </a:lnTo>
                  <a:lnTo>
                    <a:pt x="791" y="3308"/>
                  </a:lnTo>
                  <a:lnTo>
                    <a:pt x="916" y="3270"/>
                  </a:lnTo>
                  <a:lnTo>
                    <a:pt x="1039" y="3227"/>
                  </a:lnTo>
                  <a:lnTo>
                    <a:pt x="1159" y="3177"/>
                  </a:lnTo>
                  <a:lnTo>
                    <a:pt x="1276" y="3123"/>
                  </a:lnTo>
                  <a:lnTo>
                    <a:pt x="1391" y="3064"/>
                  </a:lnTo>
                  <a:lnTo>
                    <a:pt x="1503" y="3000"/>
                  </a:lnTo>
                  <a:lnTo>
                    <a:pt x="1613" y="2931"/>
                  </a:lnTo>
                  <a:lnTo>
                    <a:pt x="1719" y="2858"/>
                  </a:lnTo>
                  <a:lnTo>
                    <a:pt x="1821" y="2780"/>
                  </a:lnTo>
                  <a:lnTo>
                    <a:pt x="1920" y="2698"/>
                  </a:lnTo>
                  <a:lnTo>
                    <a:pt x="2016" y="2611"/>
                  </a:lnTo>
                  <a:lnTo>
                    <a:pt x="2108" y="2520"/>
                  </a:lnTo>
                  <a:lnTo>
                    <a:pt x="2197" y="2426"/>
                  </a:lnTo>
                  <a:lnTo>
                    <a:pt x="2281" y="2328"/>
                  </a:lnTo>
                  <a:lnTo>
                    <a:pt x="2361" y="2227"/>
                  </a:lnTo>
                  <a:lnTo>
                    <a:pt x="2438" y="2121"/>
                  </a:lnTo>
                  <a:lnTo>
                    <a:pt x="2510" y="2012"/>
                  </a:lnTo>
                  <a:lnTo>
                    <a:pt x="2578" y="1900"/>
                  </a:lnTo>
                  <a:lnTo>
                    <a:pt x="2641" y="1786"/>
                  </a:lnTo>
                  <a:lnTo>
                    <a:pt x="2700" y="1667"/>
                  </a:lnTo>
                  <a:lnTo>
                    <a:pt x="2753" y="1546"/>
                  </a:lnTo>
                  <a:lnTo>
                    <a:pt x="2802" y="1423"/>
                  </a:lnTo>
                  <a:lnTo>
                    <a:pt x="2846" y="1296"/>
                  </a:lnTo>
                  <a:lnTo>
                    <a:pt x="2884" y="1167"/>
                  </a:lnTo>
                  <a:lnTo>
                    <a:pt x="2918" y="1037"/>
                  </a:lnTo>
                  <a:lnTo>
                    <a:pt x="2945" y="903"/>
                  </a:lnTo>
                  <a:lnTo>
                    <a:pt x="2968" y="854"/>
                  </a:lnTo>
                  <a:lnTo>
                    <a:pt x="2990" y="803"/>
                  </a:lnTo>
                  <a:lnTo>
                    <a:pt x="3010" y="752"/>
                  </a:lnTo>
                  <a:lnTo>
                    <a:pt x="3027" y="700"/>
                  </a:lnTo>
                  <a:lnTo>
                    <a:pt x="3043" y="647"/>
                  </a:lnTo>
                  <a:lnTo>
                    <a:pt x="3057" y="593"/>
                  </a:lnTo>
                  <a:lnTo>
                    <a:pt x="3070" y="539"/>
                  </a:lnTo>
                  <a:lnTo>
                    <a:pt x="3079" y="483"/>
                  </a:lnTo>
                  <a:lnTo>
                    <a:pt x="3087" y="426"/>
                  </a:lnTo>
                  <a:lnTo>
                    <a:pt x="3094" y="369"/>
                  </a:lnTo>
                  <a:lnTo>
                    <a:pt x="3097" y="310"/>
                  </a:lnTo>
                  <a:lnTo>
                    <a:pt x="3100" y="250"/>
                  </a:lnTo>
                  <a:lnTo>
                    <a:pt x="3101" y="189"/>
                  </a:lnTo>
                  <a:lnTo>
                    <a:pt x="3100" y="128"/>
                  </a:lnTo>
                  <a:lnTo>
                    <a:pt x="3096" y="64"/>
                  </a:lnTo>
                  <a:lnTo>
                    <a:pt x="3090" y="0"/>
                  </a:lnTo>
                  <a:lnTo>
                    <a:pt x="3097" y="77"/>
                  </a:lnTo>
                  <a:lnTo>
                    <a:pt x="3102" y="154"/>
                  </a:lnTo>
                  <a:lnTo>
                    <a:pt x="3105" y="233"/>
                  </a:lnTo>
                  <a:lnTo>
                    <a:pt x="3107" y="311"/>
                  </a:lnTo>
                  <a:close/>
                </a:path>
              </a:pathLst>
            </a:custGeom>
            <a:solidFill>
              <a:srgbClr val="0085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5" name="Freeform 227"/>
            <p:cNvSpPr/>
            <p:nvPr/>
          </p:nvSpPr>
          <p:spPr>
            <a:xfrm>
              <a:off x="3976920" y="1906560"/>
              <a:ext cx="178920" cy="8640"/>
            </a:xfrm>
            <a:custGeom>
              <a:avLst/>
              <a:gdLst>
                <a:gd name="textAreaLeft" fmla="*/ 0 w 178920"/>
                <a:gd name="textAreaRight" fmla="*/ 179280 w 178920"/>
                <a:gd name="textAreaTop" fmla="*/ 0 h 8640"/>
                <a:gd name="textAreaBottom" fmla="*/ 9000 h 8640"/>
              </a:gdLst>
              <a:ahLst/>
              <a:rect l="textAreaLeft" t="textAreaTop" r="textAreaRight" b="textAreaBottom"/>
              <a:pathLst>
                <a:path w="316" h="16">
                  <a:moveTo>
                    <a:pt x="316" y="16"/>
                  </a:moveTo>
                  <a:lnTo>
                    <a:pt x="272" y="13"/>
                  </a:lnTo>
                  <a:lnTo>
                    <a:pt x="227" y="9"/>
                  </a:lnTo>
                  <a:lnTo>
                    <a:pt x="114" y="2"/>
                  </a:lnTo>
                  <a:lnTo>
                    <a:pt x="0" y="0"/>
                  </a:lnTo>
                  <a:lnTo>
                    <a:pt x="79" y="1"/>
                  </a:lnTo>
                  <a:lnTo>
                    <a:pt x="159" y="5"/>
                  </a:lnTo>
                  <a:lnTo>
                    <a:pt x="237" y="9"/>
                  </a:lnTo>
                  <a:lnTo>
                    <a:pt x="316" y="16"/>
                  </a:lnTo>
                  <a:close/>
                </a:path>
              </a:pathLst>
            </a:custGeom>
            <a:solidFill>
              <a:srgbClr val="00857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36000" bIns="-36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6" name="Freeform 228"/>
            <p:cNvSpPr/>
            <p:nvPr/>
          </p:nvSpPr>
          <p:spPr>
            <a:xfrm>
              <a:off x="3976920" y="3626640"/>
              <a:ext cx="1761840" cy="1803960"/>
            </a:xfrm>
            <a:custGeom>
              <a:avLst/>
              <a:gdLst>
                <a:gd name="textAreaLeft" fmla="*/ 0 w 1761840"/>
                <a:gd name="textAreaRight" fmla="*/ 1762200 w 1761840"/>
                <a:gd name="textAreaTop" fmla="*/ 0 h 1803960"/>
                <a:gd name="textAreaBottom" fmla="*/ 1804320 h 1803960"/>
              </a:gdLst>
              <a:ahLst/>
              <a:rect l="textAreaLeft" t="textAreaTop" r="textAreaRight" b="textAreaBottom"/>
              <a:pathLst>
                <a:path w="3107" h="3181">
                  <a:moveTo>
                    <a:pt x="3107" y="74"/>
                  </a:moveTo>
                  <a:lnTo>
                    <a:pt x="3104" y="202"/>
                  </a:lnTo>
                  <a:lnTo>
                    <a:pt x="3096" y="330"/>
                  </a:lnTo>
                  <a:lnTo>
                    <a:pt x="3084" y="455"/>
                  </a:lnTo>
                  <a:lnTo>
                    <a:pt x="3066" y="578"/>
                  </a:lnTo>
                  <a:lnTo>
                    <a:pt x="3043" y="701"/>
                  </a:lnTo>
                  <a:lnTo>
                    <a:pt x="3016" y="822"/>
                  </a:lnTo>
                  <a:lnTo>
                    <a:pt x="2984" y="940"/>
                  </a:lnTo>
                  <a:lnTo>
                    <a:pt x="2948" y="1057"/>
                  </a:lnTo>
                  <a:lnTo>
                    <a:pt x="2907" y="1172"/>
                  </a:lnTo>
                  <a:lnTo>
                    <a:pt x="2862" y="1284"/>
                  </a:lnTo>
                  <a:lnTo>
                    <a:pt x="2813" y="1394"/>
                  </a:lnTo>
                  <a:lnTo>
                    <a:pt x="2760" y="1502"/>
                  </a:lnTo>
                  <a:lnTo>
                    <a:pt x="2702" y="1608"/>
                  </a:lnTo>
                  <a:lnTo>
                    <a:pt x="2640" y="1711"/>
                  </a:lnTo>
                  <a:lnTo>
                    <a:pt x="2576" y="1811"/>
                  </a:lnTo>
                  <a:lnTo>
                    <a:pt x="2506" y="1909"/>
                  </a:lnTo>
                  <a:lnTo>
                    <a:pt x="2434" y="2005"/>
                  </a:lnTo>
                  <a:lnTo>
                    <a:pt x="2358" y="2096"/>
                  </a:lnTo>
                  <a:lnTo>
                    <a:pt x="2278" y="2184"/>
                  </a:lnTo>
                  <a:lnTo>
                    <a:pt x="2195" y="2271"/>
                  </a:lnTo>
                  <a:lnTo>
                    <a:pt x="2110" y="2354"/>
                  </a:lnTo>
                  <a:lnTo>
                    <a:pt x="2021" y="2433"/>
                  </a:lnTo>
                  <a:lnTo>
                    <a:pt x="1929" y="2509"/>
                  </a:lnTo>
                  <a:lnTo>
                    <a:pt x="1834" y="2582"/>
                  </a:lnTo>
                  <a:lnTo>
                    <a:pt x="1736" y="2651"/>
                  </a:lnTo>
                  <a:lnTo>
                    <a:pt x="1636" y="2715"/>
                  </a:lnTo>
                  <a:lnTo>
                    <a:pt x="1533" y="2777"/>
                  </a:lnTo>
                  <a:lnTo>
                    <a:pt x="1427" y="2834"/>
                  </a:lnTo>
                  <a:lnTo>
                    <a:pt x="1319" y="2887"/>
                  </a:lnTo>
                  <a:lnTo>
                    <a:pt x="1208" y="2937"/>
                  </a:lnTo>
                  <a:lnTo>
                    <a:pt x="1097" y="2982"/>
                  </a:lnTo>
                  <a:lnTo>
                    <a:pt x="981" y="3022"/>
                  </a:lnTo>
                  <a:lnTo>
                    <a:pt x="865" y="3059"/>
                  </a:lnTo>
                  <a:lnTo>
                    <a:pt x="746" y="3090"/>
                  </a:lnTo>
                  <a:lnTo>
                    <a:pt x="625" y="3118"/>
                  </a:lnTo>
                  <a:lnTo>
                    <a:pt x="503" y="3139"/>
                  </a:lnTo>
                  <a:lnTo>
                    <a:pt x="380" y="3158"/>
                  </a:lnTo>
                  <a:lnTo>
                    <a:pt x="254" y="3171"/>
                  </a:lnTo>
                  <a:lnTo>
                    <a:pt x="128" y="3179"/>
                  </a:lnTo>
                  <a:lnTo>
                    <a:pt x="0" y="3181"/>
                  </a:lnTo>
                  <a:lnTo>
                    <a:pt x="131" y="3177"/>
                  </a:lnTo>
                  <a:lnTo>
                    <a:pt x="260" y="3169"/>
                  </a:lnTo>
                  <a:lnTo>
                    <a:pt x="388" y="3156"/>
                  </a:lnTo>
                  <a:lnTo>
                    <a:pt x="515" y="3136"/>
                  </a:lnTo>
                  <a:lnTo>
                    <a:pt x="639" y="3111"/>
                  </a:lnTo>
                  <a:lnTo>
                    <a:pt x="761" y="3080"/>
                  </a:lnTo>
                  <a:lnTo>
                    <a:pt x="882" y="3045"/>
                  </a:lnTo>
                  <a:lnTo>
                    <a:pt x="1000" y="3004"/>
                  </a:lnTo>
                  <a:lnTo>
                    <a:pt x="1116" y="2959"/>
                  </a:lnTo>
                  <a:lnTo>
                    <a:pt x="1230" y="2908"/>
                  </a:lnTo>
                  <a:lnTo>
                    <a:pt x="1342" y="2854"/>
                  </a:lnTo>
                  <a:lnTo>
                    <a:pt x="1450" y="2794"/>
                  </a:lnTo>
                  <a:lnTo>
                    <a:pt x="1556" y="2730"/>
                  </a:lnTo>
                  <a:lnTo>
                    <a:pt x="1660" y="2663"/>
                  </a:lnTo>
                  <a:lnTo>
                    <a:pt x="1760" y="2590"/>
                  </a:lnTo>
                  <a:lnTo>
                    <a:pt x="1858" y="2514"/>
                  </a:lnTo>
                  <a:lnTo>
                    <a:pt x="1952" y="2433"/>
                  </a:lnTo>
                  <a:lnTo>
                    <a:pt x="2042" y="2349"/>
                  </a:lnTo>
                  <a:lnTo>
                    <a:pt x="2130" y="2262"/>
                  </a:lnTo>
                  <a:lnTo>
                    <a:pt x="2214" y="2169"/>
                  </a:lnTo>
                  <a:lnTo>
                    <a:pt x="2294" y="2075"/>
                  </a:lnTo>
                  <a:lnTo>
                    <a:pt x="2372" y="1977"/>
                  </a:lnTo>
                  <a:lnTo>
                    <a:pt x="2444" y="1876"/>
                  </a:lnTo>
                  <a:lnTo>
                    <a:pt x="2513" y="1771"/>
                  </a:lnTo>
                  <a:lnTo>
                    <a:pt x="2578" y="1663"/>
                  </a:lnTo>
                  <a:lnTo>
                    <a:pt x="2639" y="1552"/>
                  </a:lnTo>
                  <a:lnTo>
                    <a:pt x="2695" y="1439"/>
                  </a:lnTo>
                  <a:lnTo>
                    <a:pt x="2747" y="1323"/>
                  </a:lnTo>
                  <a:lnTo>
                    <a:pt x="2794" y="1205"/>
                  </a:lnTo>
                  <a:lnTo>
                    <a:pt x="2837" y="1084"/>
                  </a:lnTo>
                  <a:lnTo>
                    <a:pt x="2875" y="961"/>
                  </a:lnTo>
                  <a:lnTo>
                    <a:pt x="2908" y="835"/>
                  </a:lnTo>
                  <a:lnTo>
                    <a:pt x="2921" y="812"/>
                  </a:lnTo>
                  <a:lnTo>
                    <a:pt x="2935" y="787"/>
                  </a:lnTo>
                  <a:lnTo>
                    <a:pt x="2951" y="757"/>
                  </a:lnTo>
                  <a:lnTo>
                    <a:pt x="2967" y="724"/>
                  </a:lnTo>
                  <a:lnTo>
                    <a:pt x="2983" y="687"/>
                  </a:lnTo>
                  <a:lnTo>
                    <a:pt x="3001" y="645"/>
                  </a:lnTo>
                  <a:lnTo>
                    <a:pt x="3018" y="600"/>
                  </a:lnTo>
                  <a:lnTo>
                    <a:pt x="3034" y="551"/>
                  </a:lnTo>
                  <a:lnTo>
                    <a:pt x="3050" y="498"/>
                  </a:lnTo>
                  <a:lnTo>
                    <a:pt x="3064" y="440"/>
                  </a:lnTo>
                  <a:lnTo>
                    <a:pt x="3077" y="378"/>
                  </a:lnTo>
                  <a:lnTo>
                    <a:pt x="3088" y="312"/>
                  </a:lnTo>
                  <a:lnTo>
                    <a:pt x="3096" y="241"/>
                  </a:lnTo>
                  <a:lnTo>
                    <a:pt x="3102" y="165"/>
                  </a:lnTo>
                  <a:lnTo>
                    <a:pt x="3105" y="85"/>
                  </a:lnTo>
                  <a:lnTo>
                    <a:pt x="3105" y="0"/>
                  </a:lnTo>
                  <a:lnTo>
                    <a:pt x="3107" y="74"/>
                  </a:lnTo>
                  <a:close/>
                </a:path>
              </a:pathLst>
            </a:custGeom>
            <a:solidFill>
              <a:srgbClr val="007e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7" name="Freeform 229"/>
            <p:cNvSpPr/>
            <p:nvPr/>
          </p:nvSpPr>
          <p:spPr>
            <a:xfrm>
              <a:off x="3976920" y="1906560"/>
              <a:ext cx="33840" cy="720"/>
            </a:xfrm>
            <a:custGeom>
              <a:avLst/>
              <a:gdLst>
                <a:gd name="textAreaLeft" fmla="*/ 0 w 33840"/>
                <a:gd name="textAreaRight" fmla="*/ 34200 w 33840"/>
                <a:gd name="textAreaTop" fmla="*/ 0 h 720"/>
                <a:gd name="textAreaBottom" fmla="*/ 1080 h 720"/>
              </a:gdLst>
              <a:ahLst/>
              <a:rect l="textAreaLeft" t="textAreaTop" r="textAreaRight" b="textAreaBottom"/>
              <a:pathLst>
                <a:path w="61" h="1">
                  <a:moveTo>
                    <a:pt x="61" y="1"/>
                  </a:moveTo>
                  <a:lnTo>
                    <a:pt x="43" y="1"/>
                  </a:lnTo>
                  <a:lnTo>
                    <a:pt x="25" y="0"/>
                  </a:lnTo>
                  <a:lnTo>
                    <a:pt x="0" y="0"/>
                  </a:lnTo>
                  <a:lnTo>
                    <a:pt x="31" y="1"/>
                  </a:lnTo>
                  <a:lnTo>
                    <a:pt x="61" y="1"/>
                  </a:lnTo>
                  <a:close/>
                </a:path>
              </a:pathLst>
            </a:custGeom>
            <a:solidFill>
              <a:srgbClr val="007e8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43920" bIns="-4392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8" name="Freeform 230"/>
            <p:cNvSpPr/>
            <p:nvPr/>
          </p:nvSpPr>
          <p:spPr>
            <a:xfrm>
              <a:off x="3976920" y="3762000"/>
              <a:ext cx="1759680" cy="1668960"/>
            </a:xfrm>
            <a:custGeom>
              <a:avLst/>
              <a:gdLst>
                <a:gd name="textAreaLeft" fmla="*/ 0 w 1759680"/>
                <a:gd name="textAreaRight" fmla="*/ 1760040 w 1759680"/>
                <a:gd name="textAreaTop" fmla="*/ 0 h 1668960"/>
                <a:gd name="textAreaBottom" fmla="*/ 1669320 h 1668960"/>
              </a:gdLst>
              <a:ahLst/>
              <a:rect l="textAreaLeft" t="textAreaTop" r="textAreaRight" b="textAreaBottom"/>
              <a:pathLst>
                <a:path w="3102" h="2943">
                  <a:moveTo>
                    <a:pt x="3066" y="340"/>
                  </a:moveTo>
                  <a:lnTo>
                    <a:pt x="3043" y="463"/>
                  </a:lnTo>
                  <a:lnTo>
                    <a:pt x="3016" y="584"/>
                  </a:lnTo>
                  <a:lnTo>
                    <a:pt x="2984" y="702"/>
                  </a:lnTo>
                  <a:lnTo>
                    <a:pt x="2948" y="819"/>
                  </a:lnTo>
                  <a:lnTo>
                    <a:pt x="2907" y="934"/>
                  </a:lnTo>
                  <a:lnTo>
                    <a:pt x="2862" y="1046"/>
                  </a:lnTo>
                  <a:lnTo>
                    <a:pt x="2813" y="1156"/>
                  </a:lnTo>
                  <a:lnTo>
                    <a:pt x="2760" y="1264"/>
                  </a:lnTo>
                  <a:lnTo>
                    <a:pt x="2702" y="1370"/>
                  </a:lnTo>
                  <a:lnTo>
                    <a:pt x="2640" y="1473"/>
                  </a:lnTo>
                  <a:lnTo>
                    <a:pt x="2576" y="1573"/>
                  </a:lnTo>
                  <a:lnTo>
                    <a:pt x="2506" y="1671"/>
                  </a:lnTo>
                  <a:lnTo>
                    <a:pt x="2434" y="1767"/>
                  </a:lnTo>
                  <a:lnTo>
                    <a:pt x="2358" y="1858"/>
                  </a:lnTo>
                  <a:lnTo>
                    <a:pt x="2278" y="1946"/>
                  </a:lnTo>
                  <a:lnTo>
                    <a:pt x="2195" y="2033"/>
                  </a:lnTo>
                  <a:lnTo>
                    <a:pt x="2110" y="2116"/>
                  </a:lnTo>
                  <a:lnTo>
                    <a:pt x="2021" y="2195"/>
                  </a:lnTo>
                  <a:lnTo>
                    <a:pt x="1929" y="2271"/>
                  </a:lnTo>
                  <a:lnTo>
                    <a:pt x="1834" y="2344"/>
                  </a:lnTo>
                  <a:lnTo>
                    <a:pt x="1736" y="2413"/>
                  </a:lnTo>
                  <a:lnTo>
                    <a:pt x="1636" y="2477"/>
                  </a:lnTo>
                  <a:lnTo>
                    <a:pt x="1533" y="2539"/>
                  </a:lnTo>
                  <a:lnTo>
                    <a:pt x="1427" y="2596"/>
                  </a:lnTo>
                  <a:lnTo>
                    <a:pt x="1319" y="2649"/>
                  </a:lnTo>
                  <a:lnTo>
                    <a:pt x="1208" y="2699"/>
                  </a:lnTo>
                  <a:lnTo>
                    <a:pt x="1097" y="2744"/>
                  </a:lnTo>
                  <a:lnTo>
                    <a:pt x="981" y="2784"/>
                  </a:lnTo>
                  <a:lnTo>
                    <a:pt x="865" y="2821"/>
                  </a:lnTo>
                  <a:lnTo>
                    <a:pt x="746" y="2852"/>
                  </a:lnTo>
                  <a:lnTo>
                    <a:pt x="625" y="2880"/>
                  </a:lnTo>
                  <a:lnTo>
                    <a:pt x="503" y="2901"/>
                  </a:lnTo>
                  <a:lnTo>
                    <a:pt x="380" y="2920"/>
                  </a:lnTo>
                  <a:lnTo>
                    <a:pt x="254" y="2933"/>
                  </a:lnTo>
                  <a:lnTo>
                    <a:pt x="128" y="2941"/>
                  </a:lnTo>
                  <a:lnTo>
                    <a:pt x="0" y="2943"/>
                  </a:lnTo>
                  <a:lnTo>
                    <a:pt x="16" y="2943"/>
                  </a:lnTo>
                  <a:lnTo>
                    <a:pt x="140" y="2939"/>
                  </a:lnTo>
                  <a:lnTo>
                    <a:pt x="264" y="2931"/>
                  </a:lnTo>
                  <a:lnTo>
                    <a:pt x="386" y="2918"/>
                  </a:lnTo>
                  <a:lnTo>
                    <a:pt x="507" y="2899"/>
                  </a:lnTo>
                  <a:lnTo>
                    <a:pt x="625" y="2875"/>
                  </a:lnTo>
                  <a:lnTo>
                    <a:pt x="743" y="2847"/>
                  </a:lnTo>
                  <a:lnTo>
                    <a:pt x="858" y="2814"/>
                  </a:lnTo>
                  <a:lnTo>
                    <a:pt x="971" y="2776"/>
                  </a:lnTo>
                  <a:lnTo>
                    <a:pt x="1083" y="2734"/>
                  </a:lnTo>
                  <a:lnTo>
                    <a:pt x="1192" y="2688"/>
                  </a:lnTo>
                  <a:lnTo>
                    <a:pt x="1299" y="2638"/>
                  </a:lnTo>
                  <a:lnTo>
                    <a:pt x="1404" y="2582"/>
                  </a:lnTo>
                  <a:lnTo>
                    <a:pt x="1505" y="2524"/>
                  </a:lnTo>
                  <a:lnTo>
                    <a:pt x="1606" y="2460"/>
                  </a:lnTo>
                  <a:lnTo>
                    <a:pt x="1704" y="2393"/>
                  </a:lnTo>
                  <a:lnTo>
                    <a:pt x="1798" y="2323"/>
                  </a:lnTo>
                  <a:lnTo>
                    <a:pt x="1889" y="2249"/>
                  </a:lnTo>
                  <a:lnTo>
                    <a:pt x="1979" y="2171"/>
                  </a:lnTo>
                  <a:lnTo>
                    <a:pt x="2064" y="2090"/>
                  </a:lnTo>
                  <a:lnTo>
                    <a:pt x="2147" y="2006"/>
                  </a:lnTo>
                  <a:lnTo>
                    <a:pt x="2227" y="1918"/>
                  </a:lnTo>
                  <a:lnTo>
                    <a:pt x="2303" y="1827"/>
                  </a:lnTo>
                  <a:lnTo>
                    <a:pt x="2376" y="1733"/>
                  </a:lnTo>
                  <a:lnTo>
                    <a:pt x="2445" y="1637"/>
                  </a:lnTo>
                  <a:lnTo>
                    <a:pt x="2511" y="1536"/>
                  </a:lnTo>
                  <a:lnTo>
                    <a:pt x="2573" y="1434"/>
                  </a:lnTo>
                  <a:lnTo>
                    <a:pt x="2631" y="1329"/>
                  </a:lnTo>
                  <a:lnTo>
                    <a:pt x="2686" y="1222"/>
                  </a:lnTo>
                  <a:lnTo>
                    <a:pt x="2736" y="1111"/>
                  </a:lnTo>
                  <a:lnTo>
                    <a:pt x="2783" y="999"/>
                  </a:lnTo>
                  <a:lnTo>
                    <a:pt x="2824" y="884"/>
                  </a:lnTo>
                  <a:lnTo>
                    <a:pt x="2862" y="768"/>
                  </a:lnTo>
                  <a:lnTo>
                    <a:pt x="2896" y="715"/>
                  </a:lnTo>
                  <a:lnTo>
                    <a:pt x="2926" y="662"/>
                  </a:lnTo>
                  <a:lnTo>
                    <a:pt x="2952" y="610"/>
                  </a:lnTo>
                  <a:lnTo>
                    <a:pt x="2976" y="558"/>
                  </a:lnTo>
                  <a:lnTo>
                    <a:pt x="2998" y="506"/>
                  </a:lnTo>
                  <a:lnTo>
                    <a:pt x="3017" y="456"/>
                  </a:lnTo>
                  <a:lnTo>
                    <a:pt x="3033" y="406"/>
                  </a:lnTo>
                  <a:lnTo>
                    <a:pt x="3047" y="357"/>
                  </a:lnTo>
                  <a:lnTo>
                    <a:pt x="3059" y="308"/>
                  </a:lnTo>
                  <a:lnTo>
                    <a:pt x="3070" y="260"/>
                  </a:lnTo>
                  <a:lnTo>
                    <a:pt x="3078" y="214"/>
                  </a:lnTo>
                  <a:lnTo>
                    <a:pt x="3085" y="169"/>
                  </a:lnTo>
                  <a:lnTo>
                    <a:pt x="3090" y="124"/>
                  </a:lnTo>
                  <a:lnTo>
                    <a:pt x="3095" y="81"/>
                  </a:lnTo>
                  <a:lnTo>
                    <a:pt x="3099" y="40"/>
                  </a:lnTo>
                  <a:lnTo>
                    <a:pt x="3102" y="0"/>
                  </a:lnTo>
                  <a:lnTo>
                    <a:pt x="3096" y="86"/>
                  </a:lnTo>
                  <a:lnTo>
                    <a:pt x="3088" y="171"/>
                  </a:lnTo>
                  <a:lnTo>
                    <a:pt x="3078" y="256"/>
                  </a:lnTo>
                  <a:lnTo>
                    <a:pt x="3066" y="340"/>
                  </a:lnTo>
                  <a:close/>
                </a:path>
              </a:pathLst>
            </a:custGeom>
            <a:solidFill>
              <a:srgbClr val="0077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09" name="Freeform 231"/>
            <p:cNvSpPr/>
            <p:nvPr/>
          </p:nvSpPr>
          <p:spPr>
            <a:xfrm>
              <a:off x="4165200" y="3895560"/>
              <a:ext cx="1558800" cy="1524960"/>
            </a:xfrm>
            <a:custGeom>
              <a:avLst/>
              <a:gdLst>
                <a:gd name="textAreaLeft" fmla="*/ 0 w 1558800"/>
                <a:gd name="textAreaRight" fmla="*/ 1559160 w 1558800"/>
                <a:gd name="textAreaTop" fmla="*/ 0 h 1524960"/>
                <a:gd name="textAreaBottom" fmla="*/ 1525320 h 1524960"/>
              </a:gdLst>
              <a:ahLst/>
              <a:rect l="textAreaLeft" t="textAreaTop" r="textAreaRight" b="textAreaBottom"/>
              <a:pathLst>
                <a:path w="2747" h="2687">
                  <a:moveTo>
                    <a:pt x="2733" y="103"/>
                  </a:moveTo>
                  <a:lnTo>
                    <a:pt x="2710" y="226"/>
                  </a:lnTo>
                  <a:lnTo>
                    <a:pt x="2683" y="347"/>
                  </a:lnTo>
                  <a:lnTo>
                    <a:pt x="2651" y="465"/>
                  </a:lnTo>
                  <a:lnTo>
                    <a:pt x="2615" y="582"/>
                  </a:lnTo>
                  <a:lnTo>
                    <a:pt x="2574" y="697"/>
                  </a:lnTo>
                  <a:lnTo>
                    <a:pt x="2529" y="809"/>
                  </a:lnTo>
                  <a:lnTo>
                    <a:pt x="2480" y="919"/>
                  </a:lnTo>
                  <a:lnTo>
                    <a:pt x="2427" y="1027"/>
                  </a:lnTo>
                  <a:lnTo>
                    <a:pt x="2369" y="1133"/>
                  </a:lnTo>
                  <a:lnTo>
                    <a:pt x="2307" y="1236"/>
                  </a:lnTo>
                  <a:lnTo>
                    <a:pt x="2243" y="1336"/>
                  </a:lnTo>
                  <a:lnTo>
                    <a:pt x="2173" y="1434"/>
                  </a:lnTo>
                  <a:lnTo>
                    <a:pt x="2101" y="1530"/>
                  </a:lnTo>
                  <a:lnTo>
                    <a:pt x="2025" y="1621"/>
                  </a:lnTo>
                  <a:lnTo>
                    <a:pt x="1945" y="1709"/>
                  </a:lnTo>
                  <a:lnTo>
                    <a:pt x="1862" y="1796"/>
                  </a:lnTo>
                  <a:lnTo>
                    <a:pt x="1777" y="1879"/>
                  </a:lnTo>
                  <a:lnTo>
                    <a:pt x="1688" y="1958"/>
                  </a:lnTo>
                  <a:lnTo>
                    <a:pt x="1596" y="2034"/>
                  </a:lnTo>
                  <a:lnTo>
                    <a:pt x="1501" y="2107"/>
                  </a:lnTo>
                  <a:lnTo>
                    <a:pt x="1403" y="2176"/>
                  </a:lnTo>
                  <a:lnTo>
                    <a:pt x="1303" y="2240"/>
                  </a:lnTo>
                  <a:lnTo>
                    <a:pt x="1200" y="2302"/>
                  </a:lnTo>
                  <a:lnTo>
                    <a:pt x="1094" y="2359"/>
                  </a:lnTo>
                  <a:lnTo>
                    <a:pt x="986" y="2412"/>
                  </a:lnTo>
                  <a:lnTo>
                    <a:pt x="875" y="2462"/>
                  </a:lnTo>
                  <a:lnTo>
                    <a:pt x="764" y="2507"/>
                  </a:lnTo>
                  <a:lnTo>
                    <a:pt x="648" y="2547"/>
                  </a:lnTo>
                  <a:lnTo>
                    <a:pt x="532" y="2584"/>
                  </a:lnTo>
                  <a:lnTo>
                    <a:pt x="413" y="2615"/>
                  </a:lnTo>
                  <a:lnTo>
                    <a:pt x="292" y="2643"/>
                  </a:lnTo>
                  <a:lnTo>
                    <a:pt x="170" y="2664"/>
                  </a:lnTo>
                  <a:lnTo>
                    <a:pt x="85" y="2677"/>
                  </a:lnTo>
                  <a:lnTo>
                    <a:pt x="0" y="2687"/>
                  </a:lnTo>
                  <a:lnTo>
                    <a:pt x="25" y="2684"/>
                  </a:lnTo>
                  <a:lnTo>
                    <a:pt x="49" y="2681"/>
                  </a:lnTo>
                  <a:lnTo>
                    <a:pt x="153" y="2664"/>
                  </a:lnTo>
                  <a:lnTo>
                    <a:pt x="256" y="2646"/>
                  </a:lnTo>
                  <a:lnTo>
                    <a:pt x="357" y="2623"/>
                  </a:lnTo>
                  <a:lnTo>
                    <a:pt x="457" y="2596"/>
                  </a:lnTo>
                  <a:lnTo>
                    <a:pt x="555" y="2568"/>
                  </a:lnTo>
                  <a:lnTo>
                    <a:pt x="653" y="2534"/>
                  </a:lnTo>
                  <a:lnTo>
                    <a:pt x="749" y="2497"/>
                  </a:lnTo>
                  <a:lnTo>
                    <a:pt x="842" y="2458"/>
                  </a:lnTo>
                  <a:lnTo>
                    <a:pt x="935" y="2416"/>
                  </a:lnTo>
                  <a:lnTo>
                    <a:pt x="1025" y="2370"/>
                  </a:lnTo>
                  <a:lnTo>
                    <a:pt x="1115" y="2320"/>
                  </a:lnTo>
                  <a:lnTo>
                    <a:pt x="1202" y="2268"/>
                  </a:lnTo>
                  <a:lnTo>
                    <a:pt x="1288" y="2214"/>
                  </a:lnTo>
                  <a:lnTo>
                    <a:pt x="1371" y="2156"/>
                  </a:lnTo>
                  <a:lnTo>
                    <a:pt x="1452" y="2095"/>
                  </a:lnTo>
                  <a:lnTo>
                    <a:pt x="1532" y="2032"/>
                  </a:lnTo>
                  <a:lnTo>
                    <a:pt x="1609" y="1966"/>
                  </a:lnTo>
                  <a:lnTo>
                    <a:pt x="1684" y="1898"/>
                  </a:lnTo>
                  <a:lnTo>
                    <a:pt x="1756" y="1827"/>
                  </a:lnTo>
                  <a:lnTo>
                    <a:pt x="1828" y="1754"/>
                  </a:lnTo>
                  <a:lnTo>
                    <a:pt x="1896" y="1678"/>
                  </a:lnTo>
                  <a:lnTo>
                    <a:pt x="1961" y="1600"/>
                  </a:lnTo>
                  <a:lnTo>
                    <a:pt x="2025" y="1519"/>
                  </a:lnTo>
                  <a:lnTo>
                    <a:pt x="2086" y="1438"/>
                  </a:lnTo>
                  <a:lnTo>
                    <a:pt x="2143" y="1352"/>
                  </a:lnTo>
                  <a:lnTo>
                    <a:pt x="2199" y="1266"/>
                  </a:lnTo>
                  <a:lnTo>
                    <a:pt x="2252" y="1177"/>
                  </a:lnTo>
                  <a:lnTo>
                    <a:pt x="2301" y="1086"/>
                  </a:lnTo>
                  <a:lnTo>
                    <a:pt x="2347" y="994"/>
                  </a:lnTo>
                  <a:lnTo>
                    <a:pt x="2392" y="900"/>
                  </a:lnTo>
                  <a:lnTo>
                    <a:pt x="2433" y="804"/>
                  </a:lnTo>
                  <a:lnTo>
                    <a:pt x="2471" y="706"/>
                  </a:lnTo>
                  <a:lnTo>
                    <a:pt x="2513" y="644"/>
                  </a:lnTo>
                  <a:lnTo>
                    <a:pt x="2556" y="577"/>
                  </a:lnTo>
                  <a:lnTo>
                    <a:pt x="2577" y="541"/>
                  </a:lnTo>
                  <a:lnTo>
                    <a:pt x="2596" y="504"/>
                  </a:lnTo>
                  <a:lnTo>
                    <a:pt x="2616" y="465"/>
                  </a:lnTo>
                  <a:lnTo>
                    <a:pt x="2634" y="424"/>
                  </a:lnTo>
                  <a:lnTo>
                    <a:pt x="2653" y="380"/>
                  </a:lnTo>
                  <a:lnTo>
                    <a:pt x="2669" y="334"/>
                  </a:lnTo>
                  <a:lnTo>
                    <a:pt x="2685" y="286"/>
                  </a:lnTo>
                  <a:lnTo>
                    <a:pt x="2700" y="235"/>
                  </a:lnTo>
                  <a:lnTo>
                    <a:pt x="2714" y="181"/>
                  </a:lnTo>
                  <a:lnTo>
                    <a:pt x="2726" y="124"/>
                  </a:lnTo>
                  <a:lnTo>
                    <a:pt x="2738" y="63"/>
                  </a:lnTo>
                  <a:lnTo>
                    <a:pt x="2747" y="0"/>
                  </a:lnTo>
                  <a:lnTo>
                    <a:pt x="2733" y="103"/>
                  </a:lnTo>
                  <a:close/>
                </a:path>
              </a:pathLst>
            </a:custGeom>
            <a:solidFill>
              <a:srgbClr val="00708e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0" name="Freeform 232"/>
            <p:cNvSpPr/>
            <p:nvPr/>
          </p:nvSpPr>
          <p:spPr>
            <a:xfrm>
              <a:off x="4328640" y="4034160"/>
              <a:ext cx="1372680" cy="1361520"/>
            </a:xfrm>
            <a:custGeom>
              <a:avLst/>
              <a:gdLst>
                <a:gd name="textAreaLeft" fmla="*/ 0 w 1372680"/>
                <a:gd name="textAreaRight" fmla="*/ 1373040 w 1372680"/>
                <a:gd name="textAreaTop" fmla="*/ 0 h 1361520"/>
                <a:gd name="textAreaBottom" fmla="*/ 1361880 h 1361520"/>
              </a:gdLst>
              <a:ahLst/>
              <a:rect l="textAreaLeft" t="textAreaTop" r="textAreaRight" b="textAreaBottom"/>
              <a:pathLst>
                <a:path w="2420" h="2401">
                  <a:moveTo>
                    <a:pt x="2328" y="339"/>
                  </a:moveTo>
                  <a:lnTo>
                    <a:pt x="2287" y="454"/>
                  </a:lnTo>
                  <a:lnTo>
                    <a:pt x="2242" y="566"/>
                  </a:lnTo>
                  <a:lnTo>
                    <a:pt x="2193" y="676"/>
                  </a:lnTo>
                  <a:lnTo>
                    <a:pt x="2140" y="784"/>
                  </a:lnTo>
                  <a:lnTo>
                    <a:pt x="2082" y="890"/>
                  </a:lnTo>
                  <a:lnTo>
                    <a:pt x="2020" y="993"/>
                  </a:lnTo>
                  <a:lnTo>
                    <a:pt x="1956" y="1093"/>
                  </a:lnTo>
                  <a:lnTo>
                    <a:pt x="1886" y="1191"/>
                  </a:lnTo>
                  <a:lnTo>
                    <a:pt x="1814" y="1287"/>
                  </a:lnTo>
                  <a:lnTo>
                    <a:pt x="1738" y="1378"/>
                  </a:lnTo>
                  <a:lnTo>
                    <a:pt x="1658" y="1466"/>
                  </a:lnTo>
                  <a:lnTo>
                    <a:pt x="1575" y="1553"/>
                  </a:lnTo>
                  <a:lnTo>
                    <a:pt x="1490" y="1636"/>
                  </a:lnTo>
                  <a:lnTo>
                    <a:pt x="1401" y="1715"/>
                  </a:lnTo>
                  <a:lnTo>
                    <a:pt x="1309" y="1791"/>
                  </a:lnTo>
                  <a:lnTo>
                    <a:pt x="1214" y="1864"/>
                  </a:lnTo>
                  <a:lnTo>
                    <a:pt x="1116" y="1933"/>
                  </a:lnTo>
                  <a:lnTo>
                    <a:pt x="1016" y="1997"/>
                  </a:lnTo>
                  <a:lnTo>
                    <a:pt x="913" y="2059"/>
                  </a:lnTo>
                  <a:lnTo>
                    <a:pt x="807" y="2116"/>
                  </a:lnTo>
                  <a:lnTo>
                    <a:pt x="699" y="2169"/>
                  </a:lnTo>
                  <a:lnTo>
                    <a:pt x="588" y="2219"/>
                  </a:lnTo>
                  <a:lnTo>
                    <a:pt x="477" y="2264"/>
                  </a:lnTo>
                  <a:lnTo>
                    <a:pt x="361" y="2304"/>
                  </a:lnTo>
                  <a:lnTo>
                    <a:pt x="273" y="2333"/>
                  </a:lnTo>
                  <a:lnTo>
                    <a:pt x="183" y="2358"/>
                  </a:lnTo>
                  <a:lnTo>
                    <a:pt x="92" y="2381"/>
                  </a:lnTo>
                  <a:lnTo>
                    <a:pt x="0" y="2401"/>
                  </a:lnTo>
                  <a:lnTo>
                    <a:pt x="36" y="2393"/>
                  </a:lnTo>
                  <a:lnTo>
                    <a:pt x="56" y="2386"/>
                  </a:lnTo>
                  <a:lnTo>
                    <a:pt x="78" y="2378"/>
                  </a:lnTo>
                  <a:lnTo>
                    <a:pt x="162" y="2356"/>
                  </a:lnTo>
                  <a:lnTo>
                    <a:pt x="246" y="2330"/>
                  </a:lnTo>
                  <a:lnTo>
                    <a:pt x="328" y="2304"/>
                  </a:lnTo>
                  <a:lnTo>
                    <a:pt x="410" y="2274"/>
                  </a:lnTo>
                  <a:lnTo>
                    <a:pt x="490" y="2243"/>
                  </a:lnTo>
                  <a:lnTo>
                    <a:pt x="569" y="2208"/>
                  </a:lnTo>
                  <a:lnTo>
                    <a:pt x="647" y="2173"/>
                  </a:lnTo>
                  <a:lnTo>
                    <a:pt x="724" y="2133"/>
                  </a:lnTo>
                  <a:lnTo>
                    <a:pt x="800" y="2093"/>
                  </a:lnTo>
                  <a:lnTo>
                    <a:pt x="874" y="2050"/>
                  </a:lnTo>
                  <a:lnTo>
                    <a:pt x="948" y="2006"/>
                  </a:lnTo>
                  <a:lnTo>
                    <a:pt x="1019" y="1958"/>
                  </a:lnTo>
                  <a:lnTo>
                    <a:pt x="1089" y="1909"/>
                  </a:lnTo>
                  <a:lnTo>
                    <a:pt x="1158" y="1858"/>
                  </a:lnTo>
                  <a:lnTo>
                    <a:pt x="1225" y="1805"/>
                  </a:lnTo>
                  <a:lnTo>
                    <a:pt x="1291" y="1751"/>
                  </a:lnTo>
                  <a:lnTo>
                    <a:pt x="1355" y="1693"/>
                  </a:lnTo>
                  <a:lnTo>
                    <a:pt x="1419" y="1635"/>
                  </a:lnTo>
                  <a:lnTo>
                    <a:pt x="1480" y="1575"/>
                  </a:lnTo>
                  <a:lnTo>
                    <a:pt x="1540" y="1512"/>
                  </a:lnTo>
                  <a:lnTo>
                    <a:pt x="1597" y="1449"/>
                  </a:lnTo>
                  <a:lnTo>
                    <a:pt x="1653" y="1383"/>
                  </a:lnTo>
                  <a:lnTo>
                    <a:pt x="1708" y="1317"/>
                  </a:lnTo>
                  <a:lnTo>
                    <a:pt x="1760" y="1248"/>
                  </a:lnTo>
                  <a:lnTo>
                    <a:pt x="1810" y="1177"/>
                  </a:lnTo>
                  <a:lnTo>
                    <a:pt x="1859" y="1106"/>
                  </a:lnTo>
                  <a:lnTo>
                    <a:pt x="1906" y="1033"/>
                  </a:lnTo>
                  <a:lnTo>
                    <a:pt x="1951" y="958"/>
                  </a:lnTo>
                  <a:lnTo>
                    <a:pt x="1994" y="882"/>
                  </a:lnTo>
                  <a:lnTo>
                    <a:pt x="2035" y="805"/>
                  </a:lnTo>
                  <a:lnTo>
                    <a:pt x="2073" y="726"/>
                  </a:lnTo>
                  <a:lnTo>
                    <a:pt x="2110" y="646"/>
                  </a:lnTo>
                  <a:lnTo>
                    <a:pt x="2159" y="584"/>
                  </a:lnTo>
                  <a:lnTo>
                    <a:pt x="2206" y="518"/>
                  </a:lnTo>
                  <a:lnTo>
                    <a:pt x="2249" y="450"/>
                  </a:lnTo>
                  <a:lnTo>
                    <a:pt x="2270" y="413"/>
                  </a:lnTo>
                  <a:lnTo>
                    <a:pt x="2290" y="377"/>
                  </a:lnTo>
                  <a:lnTo>
                    <a:pt x="2308" y="337"/>
                  </a:lnTo>
                  <a:lnTo>
                    <a:pt x="2326" y="296"/>
                  </a:lnTo>
                  <a:lnTo>
                    <a:pt x="2344" y="252"/>
                  </a:lnTo>
                  <a:lnTo>
                    <a:pt x="2361" y="207"/>
                  </a:lnTo>
                  <a:lnTo>
                    <a:pt x="2377" y="160"/>
                  </a:lnTo>
                  <a:lnTo>
                    <a:pt x="2392" y="109"/>
                  </a:lnTo>
                  <a:lnTo>
                    <a:pt x="2406" y="56"/>
                  </a:lnTo>
                  <a:lnTo>
                    <a:pt x="2420" y="0"/>
                  </a:lnTo>
                  <a:lnTo>
                    <a:pt x="2400" y="86"/>
                  </a:lnTo>
                  <a:lnTo>
                    <a:pt x="2378" y="172"/>
                  </a:lnTo>
                  <a:lnTo>
                    <a:pt x="2354" y="256"/>
                  </a:lnTo>
                  <a:lnTo>
                    <a:pt x="2328" y="339"/>
                  </a:lnTo>
                  <a:close/>
                </a:path>
              </a:pathLst>
            </a:custGeom>
            <a:solidFill>
              <a:srgbClr val="00699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1" name="Freeform 233"/>
            <p:cNvSpPr/>
            <p:nvPr/>
          </p:nvSpPr>
          <p:spPr>
            <a:xfrm>
              <a:off x="4495320" y="4178160"/>
              <a:ext cx="1168560" cy="1175400"/>
            </a:xfrm>
            <a:custGeom>
              <a:avLst/>
              <a:gdLst>
                <a:gd name="textAreaLeft" fmla="*/ 0 w 1168560"/>
                <a:gd name="textAreaRight" fmla="*/ 1168920 w 1168560"/>
                <a:gd name="textAreaTop" fmla="*/ 0 h 1175400"/>
                <a:gd name="textAreaBottom" fmla="*/ 1175760 h 1175400"/>
              </a:gdLst>
              <a:ahLst/>
              <a:rect l="textAreaLeft" t="textAreaTop" r="textAreaRight" b="textAreaBottom"/>
              <a:pathLst>
                <a:path w="2061" h="2072">
                  <a:moveTo>
                    <a:pt x="2035" y="85"/>
                  </a:moveTo>
                  <a:lnTo>
                    <a:pt x="1994" y="200"/>
                  </a:lnTo>
                  <a:lnTo>
                    <a:pt x="1949" y="312"/>
                  </a:lnTo>
                  <a:lnTo>
                    <a:pt x="1900" y="422"/>
                  </a:lnTo>
                  <a:lnTo>
                    <a:pt x="1847" y="530"/>
                  </a:lnTo>
                  <a:lnTo>
                    <a:pt x="1789" y="636"/>
                  </a:lnTo>
                  <a:lnTo>
                    <a:pt x="1727" y="739"/>
                  </a:lnTo>
                  <a:lnTo>
                    <a:pt x="1663" y="839"/>
                  </a:lnTo>
                  <a:lnTo>
                    <a:pt x="1593" y="937"/>
                  </a:lnTo>
                  <a:lnTo>
                    <a:pt x="1521" y="1033"/>
                  </a:lnTo>
                  <a:lnTo>
                    <a:pt x="1445" y="1124"/>
                  </a:lnTo>
                  <a:lnTo>
                    <a:pt x="1365" y="1212"/>
                  </a:lnTo>
                  <a:lnTo>
                    <a:pt x="1282" y="1299"/>
                  </a:lnTo>
                  <a:lnTo>
                    <a:pt x="1197" y="1382"/>
                  </a:lnTo>
                  <a:lnTo>
                    <a:pt x="1108" y="1461"/>
                  </a:lnTo>
                  <a:lnTo>
                    <a:pt x="1016" y="1537"/>
                  </a:lnTo>
                  <a:lnTo>
                    <a:pt x="921" y="1610"/>
                  </a:lnTo>
                  <a:lnTo>
                    <a:pt x="823" y="1679"/>
                  </a:lnTo>
                  <a:lnTo>
                    <a:pt x="723" y="1743"/>
                  </a:lnTo>
                  <a:lnTo>
                    <a:pt x="620" y="1805"/>
                  </a:lnTo>
                  <a:lnTo>
                    <a:pt x="514" y="1862"/>
                  </a:lnTo>
                  <a:lnTo>
                    <a:pt x="406" y="1915"/>
                  </a:lnTo>
                  <a:lnTo>
                    <a:pt x="295" y="1965"/>
                  </a:lnTo>
                  <a:lnTo>
                    <a:pt x="184" y="2010"/>
                  </a:lnTo>
                  <a:lnTo>
                    <a:pt x="68" y="2050"/>
                  </a:lnTo>
                  <a:lnTo>
                    <a:pt x="0" y="2072"/>
                  </a:lnTo>
                  <a:lnTo>
                    <a:pt x="21" y="2065"/>
                  </a:lnTo>
                  <a:lnTo>
                    <a:pt x="46" y="2055"/>
                  </a:lnTo>
                  <a:lnTo>
                    <a:pt x="73" y="2043"/>
                  </a:lnTo>
                  <a:lnTo>
                    <a:pt x="101" y="2027"/>
                  </a:lnTo>
                  <a:lnTo>
                    <a:pt x="165" y="2002"/>
                  </a:lnTo>
                  <a:lnTo>
                    <a:pt x="230" y="1975"/>
                  </a:lnTo>
                  <a:lnTo>
                    <a:pt x="293" y="1947"/>
                  </a:lnTo>
                  <a:lnTo>
                    <a:pt x="355" y="1917"/>
                  </a:lnTo>
                  <a:lnTo>
                    <a:pt x="417" y="1886"/>
                  </a:lnTo>
                  <a:lnTo>
                    <a:pt x="478" y="1854"/>
                  </a:lnTo>
                  <a:lnTo>
                    <a:pt x="539" y="1821"/>
                  </a:lnTo>
                  <a:lnTo>
                    <a:pt x="598" y="1786"/>
                  </a:lnTo>
                  <a:lnTo>
                    <a:pt x="715" y="1711"/>
                  </a:lnTo>
                  <a:lnTo>
                    <a:pt x="827" y="1632"/>
                  </a:lnTo>
                  <a:lnTo>
                    <a:pt x="937" y="1548"/>
                  </a:lnTo>
                  <a:lnTo>
                    <a:pt x="1042" y="1459"/>
                  </a:lnTo>
                  <a:lnTo>
                    <a:pt x="1143" y="1364"/>
                  </a:lnTo>
                  <a:lnTo>
                    <a:pt x="1240" y="1265"/>
                  </a:lnTo>
                  <a:lnTo>
                    <a:pt x="1332" y="1163"/>
                  </a:lnTo>
                  <a:lnTo>
                    <a:pt x="1421" y="1055"/>
                  </a:lnTo>
                  <a:lnTo>
                    <a:pt x="1504" y="943"/>
                  </a:lnTo>
                  <a:lnTo>
                    <a:pt x="1582" y="828"/>
                  </a:lnTo>
                  <a:lnTo>
                    <a:pt x="1656" y="709"/>
                  </a:lnTo>
                  <a:lnTo>
                    <a:pt x="1724" y="586"/>
                  </a:lnTo>
                  <a:lnTo>
                    <a:pt x="1740" y="568"/>
                  </a:lnTo>
                  <a:lnTo>
                    <a:pt x="1777" y="527"/>
                  </a:lnTo>
                  <a:lnTo>
                    <a:pt x="1797" y="503"/>
                  </a:lnTo>
                  <a:lnTo>
                    <a:pt x="1818" y="476"/>
                  </a:lnTo>
                  <a:lnTo>
                    <a:pt x="1840" y="447"/>
                  </a:lnTo>
                  <a:lnTo>
                    <a:pt x="1863" y="416"/>
                  </a:lnTo>
                  <a:lnTo>
                    <a:pt x="1886" y="383"/>
                  </a:lnTo>
                  <a:lnTo>
                    <a:pt x="1909" y="346"/>
                  </a:lnTo>
                  <a:lnTo>
                    <a:pt x="1932" y="306"/>
                  </a:lnTo>
                  <a:lnTo>
                    <a:pt x="1955" y="263"/>
                  </a:lnTo>
                  <a:lnTo>
                    <a:pt x="1978" y="218"/>
                  </a:lnTo>
                  <a:lnTo>
                    <a:pt x="2000" y="169"/>
                  </a:lnTo>
                  <a:lnTo>
                    <a:pt x="2021" y="116"/>
                  </a:lnTo>
                  <a:lnTo>
                    <a:pt x="2042" y="60"/>
                  </a:lnTo>
                  <a:lnTo>
                    <a:pt x="2061" y="0"/>
                  </a:lnTo>
                  <a:lnTo>
                    <a:pt x="2035" y="85"/>
                  </a:lnTo>
                  <a:close/>
                </a:path>
              </a:pathLst>
            </a:custGeom>
            <a:solidFill>
              <a:srgbClr val="00619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2" name="Freeform 234"/>
            <p:cNvSpPr/>
            <p:nvPr/>
          </p:nvSpPr>
          <p:spPr>
            <a:xfrm>
              <a:off x="4674600" y="4338360"/>
              <a:ext cx="932400" cy="949320"/>
            </a:xfrm>
            <a:custGeom>
              <a:avLst/>
              <a:gdLst>
                <a:gd name="textAreaLeft" fmla="*/ 0 w 932400"/>
                <a:gd name="textAreaRight" fmla="*/ 932760 w 932400"/>
                <a:gd name="textAreaTop" fmla="*/ 0 h 949320"/>
                <a:gd name="textAreaBottom" fmla="*/ 949680 h 949320"/>
              </a:gdLst>
              <a:ahLst/>
              <a:rect l="textAreaLeft" t="textAreaTop" r="textAreaRight" b="textAreaBottom"/>
              <a:pathLst>
                <a:path w="1644" h="1673">
                  <a:moveTo>
                    <a:pt x="1530" y="248"/>
                  </a:moveTo>
                  <a:lnTo>
                    <a:pt x="1472" y="354"/>
                  </a:lnTo>
                  <a:lnTo>
                    <a:pt x="1410" y="457"/>
                  </a:lnTo>
                  <a:lnTo>
                    <a:pt x="1346" y="557"/>
                  </a:lnTo>
                  <a:lnTo>
                    <a:pt x="1276" y="655"/>
                  </a:lnTo>
                  <a:lnTo>
                    <a:pt x="1204" y="751"/>
                  </a:lnTo>
                  <a:lnTo>
                    <a:pt x="1128" y="842"/>
                  </a:lnTo>
                  <a:lnTo>
                    <a:pt x="1048" y="930"/>
                  </a:lnTo>
                  <a:lnTo>
                    <a:pt x="965" y="1017"/>
                  </a:lnTo>
                  <a:lnTo>
                    <a:pt x="880" y="1100"/>
                  </a:lnTo>
                  <a:lnTo>
                    <a:pt x="791" y="1179"/>
                  </a:lnTo>
                  <a:lnTo>
                    <a:pt x="699" y="1255"/>
                  </a:lnTo>
                  <a:lnTo>
                    <a:pt x="604" y="1328"/>
                  </a:lnTo>
                  <a:lnTo>
                    <a:pt x="506" y="1397"/>
                  </a:lnTo>
                  <a:lnTo>
                    <a:pt x="406" y="1461"/>
                  </a:lnTo>
                  <a:lnTo>
                    <a:pt x="303" y="1523"/>
                  </a:lnTo>
                  <a:lnTo>
                    <a:pt x="197" y="1580"/>
                  </a:lnTo>
                  <a:lnTo>
                    <a:pt x="99" y="1629"/>
                  </a:lnTo>
                  <a:lnTo>
                    <a:pt x="0" y="1673"/>
                  </a:lnTo>
                  <a:lnTo>
                    <a:pt x="1" y="1673"/>
                  </a:lnTo>
                  <a:lnTo>
                    <a:pt x="24" y="1662"/>
                  </a:lnTo>
                  <a:lnTo>
                    <a:pt x="45" y="1652"/>
                  </a:lnTo>
                  <a:lnTo>
                    <a:pt x="62" y="1640"/>
                  </a:lnTo>
                  <a:lnTo>
                    <a:pt x="77" y="1630"/>
                  </a:lnTo>
                  <a:lnTo>
                    <a:pt x="90" y="1620"/>
                  </a:lnTo>
                  <a:lnTo>
                    <a:pt x="100" y="1611"/>
                  </a:lnTo>
                  <a:lnTo>
                    <a:pt x="108" y="1603"/>
                  </a:lnTo>
                  <a:lnTo>
                    <a:pt x="116" y="1596"/>
                  </a:lnTo>
                  <a:lnTo>
                    <a:pt x="205" y="1549"/>
                  </a:lnTo>
                  <a:lnTo>
                    <a:pt x="290" y="1498"/>
                  </a:lnTo>
                  <a:lnTo>
                    <a:pt x="376" y="1444"/>
                  </a:lnTo>
                  <a:lnTo>
                    <a:pt x="459" y="1388"/>
                  </a:lnTo>
                  <a:lnTo>
                    <a:pt x="539" y="1329"/>
                  </a:lnTo>
                  <a:lnTo>
                    <a:pt x="618" y="1267"/>
                  </a:lnTo>
                  <a:lnTo>
                    <a:pt x="695" y="1203"/>
                  </a:lnTo>
                  <a:lnTo>
                    <a:pt x="768" y="1137"/>
                  </a:lnTo>
                  <a:lnTo>
                    <a:pt x="841" y="1066"/>
                  </a:lnTo>
                  <a:lnTo>
                    <a:pt x="911" y="995"/>
                  </a:lnTo>
                  <a:lnTo>
                    <a:pt x="979" y="921"/>
                  </a:lnTo>
                  <a:lnTo>
                    <a:pt x="1045" y="845"/>
                  </a:lnTo>
                  <a:lnTo>
                    <a:pt x="1108" y="766"/>
                  </a:lnTo>
                  <a:lnTo>
                    <a:pt x="1168" y="685"/>
                  </a:lnTo>
                  <a:lnTo>
                    <a:pt x="1227" y="603"/>
                  </a:lnTo>
                  <a:lnTo>
                    <a:pt x="1282" y="518"/>
                  </a:lnTo>
                  <a:lnTo>
                    <a:pt x="1342" y="460"/>
                  </a:lnTo>
                  <a:lnTo>
                    <a:pt x="1395" y="404"/>
                  </a:lnTo>
                  <a:lnTo>
                    <a:pt x="1445" y="346"/>
                  </a:lnTo>
                  <a:lnTo>
                    <a:pt x="1490" y="285"/>
                  </a:lnTo>
                  <a:lnTo>
                    <a:pt x="1531" y="222"/>
                  </a:lnTo>
                  <a:lnTo>
                    <a:pt x="1570" y="154"/>
                  </a:lnTo>
                  <a:lnTo>
                    <a:pt x="1607" y="80"/>
                  </a:lnTo>
                  <a:lnTo>
                    <a:pt x="1625" y="41"/>
                  </a:lnTo>
                  <a:lnTo>
                    <a:pt x="1644" y="0"/>
                  </a:lnTo>
                  <a:lnTo>
                    <a:pt x="1590" y="126"/>
                  </a:lnTo>
                  <a:lnTo>
                    <a:pt x="1530" y="248"/>
                  </a:lnTo>
                  <a:close/>
                </a:path>
              </a:pathLst>
            </a:custGeom>
            <a:solidFill>
              <a:srgbClr val="005aa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713" name="Freeform 235"/>
            <p:cNvSpPr/>
            <p:nvPr/>
          </p:nvSpPr>
          <p:spPr>
            <a:xfrm>
              <a:off x="4885920" y="4528800"/>
              <a:ext cx="629280" cy="649800"/>
            </a:xfrm>
            <a:custGeom>
              <a:avLst/>
              <a:gdLst>
                <a:gd name="textAreaLeft" fmla="*/ 0 w 629280"/>
                <a:gd name="textAreaRight" fmla="*/ 629640 w 629280"/>
                <a:gd name="textAreaTop" fmla="*/ 0 h 649800"/>
                <a:gd name="textAreaBottom" fmla="*/ 650160 h 649800"/>
              </a:gdLst>
              <a:ahLst/>
              <a:rect l="textAreaLeft" t="textAreaTop" r="textAreaRight" b="textAreaBottom"/>
              <a:pathLst>
                <a:path w="1109" h="1146">
                  <a:moveTo>
                    <a:pt x="904" y="319"/>
                  </a:moveTo>
                  <a:lnTo>
                    <a:pt x="832" y="415"/>
                  </a:lnTo>
                  <a:lnTo>
                    <a:pt x="756" y="506"/>
                  </a:lnTo>
                  <a:lnTo>
                    <a:pt x="676" y="594"/>
                  </a:lnTo>
                  <a:lnTo>
                    <a:pt x="593" y="681"/>
                  </a:lnTo>
                  <a:lnTo>
                    <a:pt x="508" y="764"/>
                  </a:lnTo>
                  <a:lnTo>
                    <a:pt x="419" y="843"/>
                  </a:lnTo>
                  <a:lnTo>
                    <a:pt x="327" y="919"/>
                  </a:lnTo>
                  <a:lnTo>
                    <a:pt x="232" y="992"/>
                  </a:lnTo>
                  <a:lnTo>
                    <a:pt x="118" y="1071"/>
                  </a:lnTo>
                  <a:lnTo>
                    <a:pt x="0" y="1146"/>
                  </a:lnTo>
                  <a:lnTo>
                    <a:pt x="13" y="1138"/>
                  </a:lnTo>
                  <a:lnTo>
                    <a:pt x="27" y="1128"/>
                  </a:lnTo>
                  <a:lnTo>
                    <a:pt x="43" y="1115"/>
                  </a:lnTo>
                  <a:lnTo>
                    <a:pt x="60" y="1101"/>
                  </a:lnTo>
                  <a:lnTo>
                    <a:pt x="77" y="1086"/>
                  </a:lnTo>
                  <a:lnTo>
                    <a:pt x="93" y="1068"/>
                  </a:lnTo>
                  <a:lnTo>
                    <a:pt x="110" y="1048"/>
                  </a:lnTo>
                  <a:lnTo>
                    <a:pt x="125" y="1025"/>
                  </a:lnTo>
                  <a:lnTo>
                    <a:pt x="208" y="963"/>
                  </a:lnTo>
                  <a:lnTo>
                    <a:pt x="288" y="897"/>
                  </a:lnTo>
                  <a:lnTo>
                    <a:pt x="366" y="828"/>
                  </a:lnTo>
                  <a:lnTo>
                    <a:pt x="443" y="758"/>
                  </a:lnTo>
                  <a:lnTo>
                    <a:pt x="515" y="684"/>
                  </a:lnTo>
                  <a:lnTo>
                    <a:pt x="587" y="608"/>
                  </a:lnTo>
                  <a:lnTo>
                    <a:pt x="656" y="530"/>
                  </a:lnTo>
                  <a:lnTo>
                    <a:pt x="721" y="449"/>
                  </a:lnTo>
                  <a:lnTo>
                    <a:pt x="821" y="363"/>
                  </a:lnTo>
                  <a:lnTo>
                    <a:pt x="870" y="317"/>
                  </a:lnTo>
                  <a:lnTo>
                    <a:pt x="918" y="266"/>
                  </a:lnTo>
                  <a:lnTo>
                    <a:pt x="965" y="211"/>
                  </a:lnTo>
                  <a:lnTo>
                    <a:pt x="990" y="181"/>
                  </a:lnTo>
                  <a:lnTo>
                    <a:pt x="1014" y="149"/>
                  </a:lnTo>
                  <a:lnTo>
                    <a:pt x="1037" y="115"/>
                  </a:lnTo>
                  <a:lnTo>
                    <a:pt x="1061" y="79"/>
                  </a:lnTo>
                  <a:lnTo>
                    <a:pt x="1085" y="40"/>
                  </a:lnTo>
                  <a:lnTo>
                    <a:pt x="1109" y="0"/>
                  </a:lnTo>
                  <a:lnTo>
                    <a:pt x="1062" y="82"/>
                  </a:lnTo>
                  <a:lnTo>
                    <a:pt x="1013" y="164"/>
                  </a:lnTo>
                  <a:lnTo>
                    <a:pt x="960" y="242"/>
                  </a:lnTo>
                  <a:lnTo>
                    <a:pt x="904" y="319"/>
                  </a:lnTo>
                  <a:close/>
                </a:path>
              </a:pathLst>
            </a:custGeom>
            <a:solidFill>
              <a:srgbClr val="0053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sp>
        <p:nvSpPr>
          <p:cNvPr id="714" name="Line 368"/>
          <p:cNvSpPr/>
          <p:nvPr/>
        </p:nvSpPr>
        <p:spPr>
          <a:xfrm>
            <a:off x="3927960" y="3652560"/>
            <a:ext cx="1814400" cy="5040"/>
          </a:xfrm>
          <a:prstGeom prst="line">
            <a:avLst/>
          </a:prstGeom>
          <a:ln w="2857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39960" bIns="-39960" anchor="t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5" name="Text Box 370"/>
          <p:cNvSpPr/>
          <p:nvPr/>
        </p:nvSpPr>
        <p:spPr>
          <a:xfrm>
            <a:off x="4418640" y="3462480"/>
            <a:ext cx="766440" cy="363960"/>
          </a:xfrm>
          <a:prstGeom prst="rect">
            <a:avLst/>
          </a:prstGeom>
          <a:solidFill>
            <a:srgbClr val="ffffff"/>
          </a:solidFill>
          <a:ln>
            <a:solidFill>
              <a:srgbClr val="ffc000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3.2 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16" name="Group 406"/>
          <p:cNvGrpSpPr/>
          <p:nvPr/>
        </p:nvGrpSpPr>
        <p:grpSpPr>
          <a:xfrm>
            <a:off x="6499800" y="2781720"/>
            <a:ext cx="3403440" cy="711720"/>
            <a:chOff x="6499800" y="2781720"/>
            <a:chExt cx="3403440" cy="711720"/>
          </a:xfrm>
        </p:grpSpPr>
        <p:sp>
          <p:nvSpPr>
            <p:cNvPr id="717" name="Rectangle 407"/>
            <p:cNvSpPr/>
            <p:nvPr/>
          </p:nvSpPr>
          <p:spPr>
            <a:xfrm>
              <a:off x="6499800" y="2781720"/>
              <a:ext cx="3403440" cy="7117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a5a5a5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en-GB" sz="2400" spc="-1" strike="noStrike">
                  <a:solidFill>
                    <a:schemeClr val="dk1"/>
                  </a:solidFill>
                  <a:latin typeface="Calibri"/>
                </a:rPr>
                <a:t>a)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graphicFrame>
          <p:nvGraphicFramePr>
            <p:cNvPr id="718" name="Object 408"/>
            <p:cNvGraphicFramePr/>
            <p:nvPr/>
          </p:nvGraphicFramePr>
          <p:xfrm>
            <a:off x="6966000" y="2838960"/>
            <a:ext cx="2705760" cy="625680"/>
          </p:xfrm>
          <a:graphic>
            <a:graphicData uri="http://schemas.openxmlformats.org/presentationml/2006/ole">
              <p:oleObj progId="Equation.3" r:id="rId1" spid="">
                <p:embed/>
              </p:oleObj>
            </a:graphicData>
          </a:graphic>
        </p:graphicFrame>
      </p:grpSp>
      <p:grpSp>
        <p:nvGrpSpPr>
          <p:cNvPr id="719" name="Group 416"/>
          <p:cNvGrpSpPr/>
          <p:nvPr/>
        </p:nvGrpSpPr>
        <p:grpSpPr>
          <a:xfrm>
            <a:off x="6483960" y="3646440"/>
            <a:ext cx="3715560" cy="711720"/>
            <a:chOff x="6483960" y="3646440"/>
            <a:chExt cx="3715560" cy="711720"/>
          </a:xfrm>
        </p:grpSpPr>
        <p:sp>
          <p:nvSpPr>
            <p:cNvPr id="720" name="Rectangle 417"/>
            <p:cNvSpPr/>
            <p:nvPr/>
          </p:nvSpPr>
          <p:spPr>
            <a:xfrm>
              <a:off x="6483960" y="3646440"/>
              <a:ext cx="3403440" cy="7117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a5a5a5"/>
              </a:solidFill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r>
                <a:rPr b="0" lang="en-GB" sz="2400" spc="-1" strike="noStrike">
                  <a:solidFill>
                    <a:schemeClr val="dk1"/>
                  </a:solidFill>
                  <a:latin typeface="Calibri"/>
                </a:rPr>
                <a:t>b)</a:t>
              </a:r>
              <a:endParaRPr b="0" lang="en-US" sz="2400" spc="-1" strike="noStrike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721" name="Text Box 823"/>
            <p:cNvSpPr/>
            <p:nvPr/>
          </p:nvSpPr>
          <p:spPr>
            <a:xfrm>
              <a:off x="6751800" y="3817080"/>
              <a:ext cx="3447720" cy="39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  <a:spcBef>
                  <a:spcPts val="1001"/>
                </a:spcBef>
              </a:pPr>
              <a:r>
                <a:rPr b="0" lang="en-GB" sz="2000" spc="-1" strike="noStrike">
                  <a:solidFill>
                    <a:srgbClr val="000000"/>
                  </a:solidFill>
                  <a:latin typeface="Calibri"/>
                </a:rPr>
                <a:t>SA = 4 x </a:t>
              </a:r>
              <a:r>
                <a:rPr b="0" lang="en-GB" sz="2000" spc="-1" strike="noStrike">
                  <a:solidFill>
                    <a:srgbClr val="000000"/>
                  </a:solidFill>
                  <a:latin typeface="Symbol"/>
                </a:rPr>
                <a:t></a:t>
              </a:r>
              <a:r>
                <a:rPr b="0" lang="en-GB" sz="2000" spc="-1" strike="noStrike">
                  <a:solidFill>
                    <a:srgbClr val="000000"/>
                  </a:solidFill>
                  <a:latin typeface="Calibri"/>
                </a:rPr>
                <a:t> x 3.2</a:t>
              </a:r>
              <a:r>
                <a:rPr b="0" lang="en-GB" sz="2000" spc="-1" strike="noStrike" baseline="30000">
                  <a:solidFill>
                    <a:srgbClr val="000000"/>
                  </a:solidFill>
                  <a:latin typeface="Calibri"/>
                </a:rPr>
                <a:t>2</a:t>
              </a:r>
              <a:r>
                <a:rPr b="0" lang="en-GB" sz="2000" spc="-1" strike="noStrike">
                  <a:solidFill>
                    <a:srgbClr val="000000"/>
                  </a:solidFill>
                  <a:latin typeface="Calibri"/>
                </a:rPr>
                <a:t> = </a:t>
              </a:r>
              <a:r>
                <a:rPr b="1" lang="en-GB" sz="2000" spc="-1" strike="noStrike" u="sng">
                  <a:solidFill>
                    <a:srgbClr val="000000"/>
                  </a:solidFill>
                  <a:uFillTx/>
                  <a:latin typeface="Calibri"/>
                </a:rPr>
                <a:t>128.7 m</a:t>
              </a:r>
              <a:r>
                <a:rPr b="1" lang="en-GB" sz="2000" spc="-1" strike="noStrike" u="sng" baseline="30000">
                  <a:solidFill>
                    <a:srgbClr val="000000"/>
                  </a:solidFill>
                  <a:uFillTx/>
                  <a:latin typeface="Calibri"/>
                </a:rPr>
                <a:t>2</a:t>
              </a:r>
              <a:endParaRPr b="0" lang="en-US" sz="20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62" dur="indefinite" restart="never" nodeType="tmRoot">
          <p:childTnLst>
            <p:seq>
              <p:cTn id="63" dur="indefinite" nodeType="mainSeq">
                <p:childTnLst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Volume, Slant Height &amp; Surface Area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Shape 39"/>
          <p:cNvSpPr/>
          <p:nvPr/>
        </p:nvSpPr>
        <p:spPr>
          <a:xfrm>
            <a:off x="567000" y="129852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Text 40"/>
          <p:cNvSpPr/>
          <p:nvPr/>
        </p:nvSpPr>
        <p:spPr>
          <a:xfrm>
            <a:off x="887040" y="129852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A cone is a third of the cylinder that would contain it.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For surface area you need the SLANT height l.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Shape 41"/>
          <p:cNvSpPr/>
          <p:nvPr/>
        </p:nvSpPr>
        <p:spPr>
          <a:xfrm>
            <a:off x="567000" y="2148840"/>
            <a:ext cx="5440320" cy="3565800"/>
          </a:xfrm>
          <a:prstGeom prst="roundRect">
            <a:avLst>
              <a:gd name="adj" fmla="val 153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Text 42"/>
          <p:cNvSpPr/>
          <p:nvPr/>
        </p:nvSpPr>
        <p:spPr>
          <a:xfrm>
            <a:off x="932760" y="23864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Volume  =  1/3 πr²h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Text 43"/>
          <p:cNvSpPr/>
          <p:nvPr/>
        </p:nvSpPr>
        <p:spPr>
          <a:xfrm>
            <a:off x="914400" y="2880360"/>
            <a:ext cx="47545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Uses the VERTICAL height h.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Example: r = 3, h = 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V = 1/3 × π × 9 × 4 =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37.7 cm³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Shape 44"/>
          <p:cNvSpPr/>
          <p:nvPr/>
        </p:nvSpPr>
        <p:spPr>
          <a:xfrm>
            <a:off x="6190560" y="2148840"/>
            <a:ext cx="5440320" cy="3565800"/>
          </a:xfrm>
          <a:prstGeom prst="roundRect">
            <a:avLst>
              <a:gd name="adj" fmla="val 153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Text 45"/>
          <p:cNvSpPr/>
          <p:nvPr/>
        </p:nvSpPr>
        <p:spPr>
          <a:xfrm>
            <a:off x="6556320" y="23864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Surface area  =  πr² + πrl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Text 46"/>
          <p:cNvSpPr/>
          <p:nvPr/>
        </p:nvSpPr>
        <p:spPr>
          <a:xfrm>
            <a:off x="6537960" y="2880360"/>
            <a:ext cx="47545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450" spc="-1" strike="noStrike">
                <a:solidFill>
                  <a:srgbClr val="c84f2f"/>
                </a:solidFill>
                <a:latin typeface="Cambria"/>
                <a:ea typeface="Cambria"/>
              </a:rPr>
              <a:t>Slant height:  l = √(r² + h²)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r = 3, h = 4  →  l = √(9+16) = 5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Curved surface only = πrl.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Add the base circle πr² for the total.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47"/>
          <p:cNvSpPr/>
          <p:nvPr/>
        </p:nvSpPr>
        <p:spPr>
          <a:xfrm>
            <a:off x="567000" y="5852160"/>
            <a:ext cx="11063880" cy="685440"/>
          </a:xfrm>
          <a:prstGeom prst="roundRect">
            <a:avLst>
              <a:gd name="adj" fmla="val 8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0" name="Text 48"/>
          <p:cNvSpPr/>
          <p:nvPr/>
        </p:nvSpPr>
        <p:spPr>
          <a:xfrm>
            <a:off x="841320" y="5852160"/>
            <a:ext cx="10515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Volume uses VERTICAL height h;  curved surface uses SLANT height l = √(r²+h²).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71" name="Object 50"/>
          <p:cNvGraphicFramePr/>
          <p:nvPr/>
        </p:nvGraphicFramePr>
        <p:xfrm>
          <a:off x="9393840" y="2485800"/>
          <a:ext cx="1962720" cy="2152080"/>
        </p:xfrm>
        <a:graphic>
          <a:graphicData uri="http://schemas.openxmlformats.org/presentationml/2006/ole">
            <p:oleObj progId="PBrush" r:id="rId1" spid="">
              <p:embed/>
            </p:oleObj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Net of a Cone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Shape 39"/>
          <p:cNvSpPr/>
          <p:nvPr/>
        </p:nvSpPr>
        <p:spPr>
          <a:xfrm>
            <a:off x="2329920" y="1353240"/>
            <a:ext cx="753156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2" name="Image 0" descr="/tmp/work/vteach/t-26.png"/>
          <p:cNvPicPr/>
          <p:nvPr/>
        </p:nvPicPr>
        <p:blipFill>
          <a:blip r:embed="rId1"/>
          <a:stretch/>
        </p:blipFill>
        <p:spPr>
          <a:xfrm>
            <a:off x="2394000" y="1417320"/>
            <a:ext cx="7403760" cy="4525920"/>
          </a:xfrm>
          <a:prstGeom prst="rect">
            <a:avLst/>
          </a:prstGeom>
          <a:ln w="0">
            <a:noFill/>
          </a:ln>
        </p:spPr>
      </p:pic>
      <p:sp>
        <p:nvSpPr>
          <p:cNvPr id="813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A cone opens into a circle (the base) and a sector (the curved surface).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CONE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Worked Example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Shape 39"/>
          <p:cNvSpPr/>
          <p:nvPr/>
        </p:nvSpPr>
        <p:spPr>
          <a:xfrm>
            <a:off x="2147760" y="1353240"/>
            <a:ext cx="8869320" cy="4654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rotWithShape="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Shape 40"/>
          <p:cNvSpPr/>
          <p:nvPr/>
        </p:nvSpPr>
        <p:spPr>
          <a:xfrm>
            <a:off x="567000" y="614484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Text 41"/>
          <p:cNvSpPr/>
          <p:nvPr/>
        </p:nvSpPr>
        <p:spPr>
          <a:xfrm>
            <a:off x="887040" y="614484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0ac2b"/>
                </a:solidFill>
                <a:latin typeface="Calibri"/>
                <a:ea typeface="Calibri"/>
              </a:rPr>
              <a:t>Find the slant height with Pythagoras first, </a:t>
            </a:r>
            <a:r>
              <a:rPr b="0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then use πr² + πrl for the surface area.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857" name="Group 18"/>
          <p:cNvGrpSpPr/>
          <p:nvPr/>
        </p:nvGrpSpPr>
        <p:grpSpPr>
          <a:xfrm>
            <a:off x="3164760" y="1830600"/>
            <a:ext cx="2161800" cy="2815920"/>
            <a:chOff x="3164760" y="1830600"/>
            <a:chExt cx="2161800" cy="2815920"/>
          </a:xfrm>
        </p:grpSpPr>
        <p:sp>
          <p:nvSpPr>
            <p:cNvPr id="858" name="Oval 19"/>
            <p:cNvSpPr/>
            <p:nvPr/>
          </p:nvSpPr>
          <p:spPr>
            <a:xfrm rot="5400000">
              <a:off x="2083320" y="2911680"/>
              <a:ext cx="2815920" cy="653760"/>
            </a:xfrm>
            <a:prstGeom prst="ellipse">
              <a:avLst/>
            </a:prstGeom>
            <a:solidFill>
              <a:schemeClr val="accent6"/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59" name="Freeform 20"/>
            <p:cNvSpPr/>
            <p:nvPr/>
          </p:nvSpPr>
          <p:spPr>
            <a:xfrm rot="5400000">
              <a:off x="3710520" y="1623240"/>
              <a:ext cx="1406880" cy="1824840"/>
            </a:xfrm>
            <a:custGeom>
              <a:avLst/>
              <a:gdLst>
                <a:gd name="textAreaLeft" fmla="*/ 0 w 1406880"/>
                <a:gd name="textAreaRight" fmla="*/ 1407240 w 1406880"/>
                <a:gd name="textAreaTop" fmla="*/ 0 h 1824840"/>
                <a:gd name="textAreaBottom" fmla="*/ 1825200 h 1824840"/>
              </a:gdLst>
              <a:ahLst/>
              <a:rect l="textAreaLeft" t="textAreaTop" r="textAreaRight" b="textAreaBottom"/>
              <a:pathLst>
                <a:path w="634" h="1263">
                  <a:moveTo>
                    <a:pt x="0" y="1263"/>
                  </a:moveTo>
                  <a:lnTo>
                    <a:pt x="634" y="0"/>
                  </a:lnTo>
                </a:path>
              </a:pathLst>
            </a:custGeom>
            <a:solidFill>
              <a:srgbClr val="ebe9f9"/>
            </a:solidFill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  <p:sp>
          <p:nvSpPr>
            <p:cNvPr id="860" name="Line 21"/>
            <p:cNvSpPr/>
            <p:nvPr/>
          </p:nvSpPr>
          <p:spPr>
            <a:xfrm flipV="1">
              <a:off x="3491280" y="3239280"/>
              <a:ext cx="1834920" cy="1407240"/>
            </a:xfrm>
            <a:prstGeom prst="line">
              <a:avLst/>
            </a:prstGeom>
            <a:ln w="9525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endParaRPr b="0" lang="en-GB" sz="1800" spc="-1" strike="noStrike">
                <a:solidFill>
                  <a:srgbClr val="000000"/>
                </a:solidFill>
                <a:latin typeface="Calibri"/>
              </a:endParaRPr>
            </a:p>
          </p:txBody>
        </p:sp>
      </p:grpSp>
      <p:sp>
        <p:nvSpPr>
          <p:cNvPr id="861" name="Line 25"/>
          <p:cNvSpPr/>
          <p:nvPr/>
        </p:nvSpPr>
        <p:spPr>
          <a:xfrm flipH="1">
            <a:off x="3472200" y="1841400"/>
            <a:ext cx="19080" cy="2800440"/>
          </a:xfrm>
          <a:prstGeom prst="line">
            <a:avLst/>
          </a:prstGeom>
          <a:ln w="9525">
            <a:solidFill>
              <a:srgbClr val="000000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2" name="Text Box 26"/>
          <p:cNvSpPr/>
          <p:nvPr/>
        </p:nvSpPr>
        <p:spPr>
          <a:xfrm>
            <a:off x="2170440" y="3219840"/>
            <a:ext cx="809280" cy="36396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6.2 cm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Line 33"/>
          <p:cNvSpPr/>
          <p:nvPr/>
        </p:nvSpPr>
        <p:spPr>
          <a:xfrm>
            <a:off x="3472200" y="3232080"/>
            <a:ext cx="1866960" cy="360"/>
          </a:xfrm>
          <a:prstGeom prst="line">
            <a:avLst/>
          </a:prstGeom>
          <a:ln w="9525">
            <a:solidFill>
              <a:srgbClr val="000000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4" name="Text Box 24"/>
          <p:cNvSpPr/>
          <p:nvPr/>
        </p:nvSpPr>
        <p:spPr>
          <a:xfrm>
            <a:off x="4005720" y="3042000"/>
            <a:ext cx="923400" cy="36396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0" lang="en-GB" sz="1800" spc="-1" strike="noStrike">
                <a:solidFill>
                  <a:srgbClr val="000000"/>
                </a:solidFill>
                <a:latin typeface="Calibri"/>
              </a:rPr>
              <a:t>4.8 cm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65" name="Object 40"/>
          <p:cNvGraphicFramePr/>
          <p:nvPr/>
        </p:nvGraphicFramePr>
        <p:xfrm>
          <a:off x="4618800" y="1356120"/>
          <a:ext cx="2156400" cy="1213920"/>
        </p:xfrm>
        <a:graphic>
          <a:graphicData uri="http://schemas.openxmlformats.org/presentationml/2006/ole">
            <p:oleObj progId="Equation.3" r:id="rId1" spid="">
              <p:embed/>
            </p:oleObj>
          </a:graphicData>
        </a:graphic>
      </p:graphicFrame>
      <p:graphicFrame>
        <p:nvGraphicFramePr>
          <p:cNvPr id="866" name="Object 41"/>
          <p:cNvGraphicFramePr/>
          <p:nvPr/>
        </p:nvGraphicFramePr>
        <p:xfrm>
          <a:off x="6923160" y="1541160"/>
          <a:ext cx="2914920" cy="994680"/>
        </p:xfrm>
        <a:graphic>
          <a:graphicData uri="http://schemas.openxmlformats.org/presentationml/2006/ole">
            <p:oleObj progId="Equation.3" r:id="rId2" spid="">
              <p:embed/>
            </p:oleObj>
          </a:graphicData>
        </a:graphic>
      </p:graphicFrame>
      <p:graphicFrame>
        <p:nvGraphicFramePr>
          <p:cNvPr id="867" name="Object 42"/>
          <p:cNvGraphicFramePr/>
          <p:nvPr/>
        </p:nvGraphicFramePr>
        <p:xfrm>
          <a:off x="6923160" y="2543760"/>
          <a:ext cx="1877400" cy="554040"/>
        </p:xfrm>
        <a:graphic>
          <a:graphicData uri="http://schemas.openxmlformats.org/presentationml/2006/ole">
            <p:oleObj progId="Equation.3" r:id="rId3" spid="">
              <p:embed/>
            </p:oleObj>
          </a:graphicData>
        </a:graphic>
      </p:graphicFrame>
      <p:sp>
        <p:nvSpPr>
          <p:cNvPr id="868" name="Line 43"/>
          <p:cNvSpPr/>
          <p:nvPr/>
        </p:nvSpPr>
        <p:spPr>
          <a:xfrm flipV="1">
            <a:off x="2919600" y="3232080"/>
            <a:ext cx="552600" cy="171720"/>
          </a:xfrm>
          <a:prstGeom prst="line">
            <a:avLst/>
          </a:prstGeom>
          <a:ln w="9525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GB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9" name="Rectangle 56"/>
          <p:cNvSpPr/>
          <p:nvPr/>
        </p:nvSpPr>
        <p:spPr>
          <a:xfrm>
            <a:off x="5554800" y="3550680"/>
            <a:ext cx="457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901"/>
              </a:spcBef>
            </a:pPr>
            <a:r>
              <a:rPr b="1" lang="en-US" sz="1800" spc="-1" strike="noStrike">
                <a:solidFill>
                  <a:srgbClr val="ff0000"/>
                </a:solidFill>
                <a:latin typeface="Comic Sans MS"/>
              </a:rPr>
              <a:t>Surface Area of a Cone  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Rectangle 57"/>
          <p:cNvSpPr/>
          <p:nvPr/>
        </p:nvSpPr>
        <p:spPr>
          <a:xfrm>
            <a:off x="5519520" y="4057920"/>
            <a:ext cx="2936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2200"/>
              </a:spcBef>
            </a:pPr>
            <a:r>
              <a:rPr b="0" lang="en-US" sz="4400" spc="-1" strike="noStrike">
                <a:solidFill>
                  <a:schemeClr val="dk1"/>
                </a:solidFill>
                <a:latin typeface="Comic Sans MS"/>
              </a:rPr>
              <a:t>= </a:t>
            </a:r>
            <a:r>
              <a:rPr b="0" lang="en-US" sz="4400" spc="-1" strike="noStrike">
                <a:solidFill>
                  <a:schemeClr val="dk1"/>
                </a:solidFill>
                <a:latin typeface="Symbol"/>
              </a:rPr>
              <a:t>p</a:t>
            </a:r>
            <a:r>
              <a:rPr b="0" i="1" lang="en-US" sz="4400" spc="-1" strike="noStrike">
                <a:solidFill>
                  <a:schemeClr val="dk1"/>
                </a:solidFill>
                <a:latin typeface="Arial"/>
              </a:rPr>
              <a:t>r</a:t>
            </a:r>
            <a:r>
              <a:rPr b="0" lang="en-US" sz="4400" spc="-1" strike="noStrike" baseline="30000">
                <a:solidFill>
                  <a:schemeClr val="dk1"/>
                </a:solidFill>
                <a:latin typeface="Arial"/>
              </a:rPr>
              <a:t>2</a:t>
            </a:r>
            <a:r>
              <a:rPr b="0" lang="en-US" sz="4400" spc="-1" strike="noStrike">
                <a:solidFill>
                  <a:schemeClr val="dk1"/>
                </a:solidFill>
                <a:latin typeface="Comic Sans MS"/>
              </a:rPr>
              <a:t> + </a:t>
            </a:r>
            <a:r>
              <a:rPr b="0" lang="en-US" sz="4400" spc="-1" strike="noStrike">
                <a:solidFill>
                  <a:schemeClr val="dk1"/>
                </a:solidFill>
                <a:latin typeface="Symbol"/>
              </a:rPr>
              <a:t>p</a:t>
            </a:r>
            <a:r>
              <a:rPr b="0" i="1" lang="en-US" sz="4400" spc="-1" strike="noStrike">
                <a:solidFill>
                  <a:schemeClr val="dk1"/>
                </a:solidFill>
                <a:latin typeface="Arial"/>
              </a:rPr>
              <a:t>rl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Rectangle 58"/>
          <p:cNvSpPr/>
          <p:nvPr/>
        </p:nvSpPr>
        <p:spPr>
          <a:xfrm>
            <a:off x="5292360" y="4705920"/>
            <a:ext cx="58903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2200"/>
              </a:spcBef>
            </a:pPr>
            <a:r>
              <a:rPr b="0" lang="en-US" sz="4400" spc="-1" strike="noStrike">
                <a:solidFill>
                  <a:schemeClr val="dk1"/>
                </a:solidFill>
                <a:latin typeface="Comic Sans MS"/>
              </a:rPr>
              <a:t>= </a:t>
            </a:r>
            <a:r>
              <a:rPr b="1" lang="en-US" sz="4400" spc="-1" strike="noStrike">
                <a:solidFill>
                  <a:schemeClr val="dk1"/>
                </a:solidFill>
                <a:latin typeface="Symbol"/>
              </a:rPr>
              <a:t>p</a:t>
            </a:r>
            <a:r>
              <a:rPr b="0" i="1" lang="en-US" sz="4400" spc="-1" strike="noStrike">
                <a:solidFill>
                  <a:schemeClr val="dk1"/>
                </a:solidFill>
                <a:latin typeface="Arial"/>
              </a:rPr>
              <a:t>(3.1)</a:t>
            </a:r>
            <a:r>
              <a:rPr b="0" lang="en-US" sz="4400" spc="-1" strike="noStrike" baseline="30000">
                <a:solidFill>
                  <a:schemeClr val="dk1"/>
                </a:solidFill>
                <a:latin typeface="Arial"/>
              </a:rPr>
              <a:t>2</a:t>
            </a:r>
            <a:r>
              <a:rPr b="0" lang="en-US" sz="4400" spc="-1" strike="noStrike">
                <a:solidFill>
                  <a:schemeClr val="dk1"/>
                </a:solidFill>
                <a:latin typeface="Comic Sans MS"/>
              </a:rPr>
              <a:t> + </a:t>
            </a:r>
            <a:r>
              <a:rPr b="1" lang="en-US" sz="4400" spc="-1" strike="noStrike">
                <a:solidFill>
                  <a:schemeClr val="dk1"/>
                </a:solidFill>
                <a:latin typeface="Symbol"/>
              </a:rPr>
              <a:t>p</a:t>
            </a:r>
            <a:r>
              <a:rPr b="0" i="1" lang="en-US" sz="4400" spc="-1" strike="noStrike">
                <a:solidFill>
                  <a:schemeClr val="dk1"/>
                </a:solidFill>
                <a:latin typeface="Arial"/>
              </a:rPr>
              <a:t>(3.1)(7.8)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Rectangle 59"/>
          <p:cNvSpPr/>
          <p:nvPr/>
        </p:nvSpPr>
        <p:spPr>
          <a:xfrm>
            <a:off x="5277240" y="5353920"/>
            <a:ext cx="264240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2200"/>
              </a:spcBef>
            </a:pPr>
            <a:r>
              <a:rPr b="0" lang="en-US" sz="4400" spc="-1" strike="noStrike">
                <a:solidFill>
                  <a:schemeClr val="dk1"/>
                </a:solidFill>
                <a:latin typeface="Comic Sans MS"/>
              </a:rPr>
              <a:t>= </a:t>
            </a:r>
            <a:r>
              <a:rPr b="1" lang="en-US" sz="4400" spc="-1" strike="noStrike">
                <a:solidFill>
                  <a:schemeClr val="dk1"/>
                </a:solidFill>
                <a:latin typeface="Symbol"/>
              </a:rPr>
              <a:t>106.15 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Rectangle 60"/>
          <p:cNvSpPr/>
          <p:nvPr/>
        </p:nvSpPr>
        <p:spPr>
          <a:xfrm>
            <a:off x="7719840" y="5669280"/>
            <a:ext cx="783720" cy="36900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Calibri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72" dur="indefinite" restart="never" nodeType="tmRoot">
          <p:childTnLst>
            <p:seq>
              <p:cTn id="73" dur="indefinite" nodeType="mainSeq">
                <p:childTnLst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78" dur="3000"/>
                                        <p:tgtEl>
                                          <p:spTgt spid="8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83" dur="3000"/>
                                        <p:tgtEl>
                                          <p:spTgt spid="8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nodeType="clickEffect" fill="hold" presetClass="entr" presetID="22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wipe(left)" transition="in">
                                      <p:cBhvr additive="repl">
                                        <p:cTn id="88" dur="3000"/>
                                        <p:tgtEl>
                                          <p:spTgt spid="8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nodeType="clickEffect" fill="hold" presetClass="entr" presetID="4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3" dur="1000"/>
                                        <p:tgtEl>
                                          <p:spTgt spid="8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94" dur="1000" fill="hold"/>
                                        <p:tgtEl>
                                          <p:spTgt spid="8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95" dur="1000" fill="hold"/>
                                        <p:tgtEl>
                                          <p:spTgt spid="8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nodeType="withEffect" fill="hold" presetClass="entr" presetID="4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98" dur="1000"/>
                                        <p:tgtEl>
                                          <p:spTgt spid="8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99" dur="1000" fill="hold"/>
                                        <p:tgtEl>
                                          <p:spTgt spid="8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00" dur="1000" fill="hold"/>
                                        <p:tgtEl>
                                          <p:spTgt spid="8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nodeType="withEffect" fill="hold" presetClass="entr" presetID="4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3" dur="1000"/>
                                        <p:tgtEl>
                                          <p:spTgt spid="8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04" dur="1000" fill="hold"/>
                                        <p:tgtEl>
                                          <p:spTgt spid="8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05" dur="1000" fill="hold"/>
                                        <p:tgtEl>
                                          <p:spTgt spid="8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nodeType="withEffect" fill="hold" presetClass="entr" presetID="4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08" dur="1000"/>
                                        <p:tgtEl>
                                          <p:spTgt spid="8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09" dur="1000" fill="hold"/>
                                        <p:tgtEl>
                                          <p:spTgt spid="8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0" dur="1000" fill="hold"/>
                                        <p:tgtEl>
                                          <p:spTgt spid="8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nodeType="withEffect" fill="hold" presetClass="entr" presetID="4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 additive="repl">
                                        <p:cTn id="113" dur="1000"/>
                                        <p:tgtEl>
                                          <p:spTgt spid="8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repl">
                                        <p:cTn id="114" dur="1000" fill="hold"/>
                                        <p:tgtEl>
                                          <p:spTgt spid="8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15" dur="1000" fill="hold"/>
                                        <p:tgtEl>
                                          <p:spTgt spid="8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SUMMARY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Choosing &amp; Combining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Shape 39"/>
          <p:cNvSpPr/>
          <p:nvPr/>
        </p:nvSpPr>
        <p:spPr>
          <a:xfrm>
            <a:off x="567000" y="129852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" name="Text 40"/>
          <p:cNvSpPr/>
          <p:nvPr/>
        </p:nvSpPr>
        <p:spPr>
          <a:xfrm>
            <a:off x="887040" y="129852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Many exam solids are COMBINATIONS — e.g. a hemisphere on a cylinder.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Work out each part, then add.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41"/>
          <p:cNvSpPr/>
          <p:nvPr/>
        </p:nvSpPr>
        <p:spPr>
          <a:xfrm>
            <a:off x="567000" y="219456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Text 42"/>
          <p:cNvSpPr/>
          <p:nvPr/>
        </p:nvSpPr>
        <p:spPr>
          <a:xfrm>
            <a:off x="932760" y="243216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Volume tips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43"/>
          <p:cNvSpPr/>
          <p:nvPr/>
        </p:nvSpPr>
        <p:spPr>
          <a:xfrm>
            <a:off x="868680" y="301752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8" name="Text 44"/>
          <p:cNvSpPr/>
          <p:nvPr/>
        </p:nvSpPr>
        <p:spPr>
          <a:xfrm>
            <a:off x="1143000" y="292608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Cylinder: πr²h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45"/>
          <p:cNvSpPr/>
          <p:nvPr/>
        </p:nvSpPr>
        <p:spPr>
          <a:xfrm>
            <a:off x="868680" y="358452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0" name="Text 46"/>
          <p:cNvSpPr/>
          <p:nvPr/>
        </p:nvSpPr>
        <p:spPr>
          <a:xfrm>
            <a:off x="1143000" y="349308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Sphere: 4/3 πr³  (hemisphere: halve it)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47"/>
          <p:cNvSpPr/>
          <p:nvPr/>
        </p:nvSpPr>
        <p:spPr>
          <a:xfrm>
            <a:off x="868680" y="415152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2" name="Text 48"/>
          <p:cNvSpPr/>
          <p:nvPr/>
        </p:nvSpPr>
        <p:spPr>
          <a:xfrm>
            <a:off x="1143000" y="406008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Cone: 1/3 πr²h  (uses vertical height)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Shape 49"/>
          <p:cNvSpPr/>
          <p:nvPr/>
        </p:nvSpPr>
        <p:spPr>
          <a:xfrm>
            <a:off x="868680" y="471816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4" name="Text 50"/>
          <p:cNvSpPr/>
          <p:nvPr/>
        </p:nvSpPr>
        <p:spPr>
          <a:xfrm>
            <a:off x="1143000" y="462672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Combined solid → add the parts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51"/>
          <p:cNvSpPr/>
          <p:nvPr/>
        </p:nvSpPr>
        <p:spPr>
          <a:xfrm>
            <a:off x="6190560" y="2194560"/>
            <a:ext cx="5440320" cy="3200040"/>
          </a:xfrm>
          <a:prstGeom prst="roundRect">
            <a:avLst>
              <a:gd name="adj" fmla="val 171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Text 52"/>
          <p:cNvSpPr/>
          <p:nvPr/>
        </p:nvSpPr>
        <p:spPr>
          <a:xfrm>
            <a:off x="6556320" y="243216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Surface area tips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Shape 53"/>
          <p:cNvSpPr/>
          <p:nvPr/>
        </p:nvSpPr>
        <p:spPr>
          <a:xfrm>
            <a:off x="6492240" y="301752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8" name="Text 54"/>
          <p:cNvSpPr/>
          <p:nvPr/>
        </p:nvSpPr>
        <p:spPr>
          <a:xfrm>
            <a:off x="6766560" y="292608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Cylinder: 2πr² + 2πrh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55"/>
          <p:cNvSpPr/>
          <p:nvPr/>
        </p:nvSpPr>
        <p:spPr>
          <a:xfrm>
            <a:off x="6492240" y="358452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0" name="Text 56"/>
          <p:cNvSpPr/>
          <p:nvPr/>
        </p:nvSpPr>
        <p:spPr>
          <a:xfrm>
            <a:off x="6766560" y="349308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Sphere: 4πr²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Shape 57"/>
          <p:cNvSpPr/>
          <p:nvPr/>
        </p:nvSpPr>
        <p:spPr>
          <a:xfrm>
            <a:off x="6492240" y="415152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2" name="Text 58"/>
          <p:cNvSpPr/>
          <p:nvPr/>
        </p:nvSpPr>
        <p:spPr>
          <a:xfrm>
            <a:off x="6766560" y="406008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Cone: πr² + πrl  (slant height l)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Shape 59"/>
          <p:cNvSpPr/>
          <p:nvPr/>
        </p:nvSpPr>
        <p:spPr>
          <a:xfrm>
            <a:off x="6492240" y="4718160"/>
            <a:ext cx="145800" cy="1458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4" name="Text 60"/>
          <p:cNvSpPr/>
          <p:nvPr/>
        </p:nvSpPr>
        <p:spPr>
          <a:xfrm>
            <a:off x="6766560" y="4626720"/>
            <a:ext cx="46630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Combined: count only the OUTSIDE surfaces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Text 61"/>
          <p:cNvSpPr/>
          <p:nvPr/>
        </p:nvSpPr>
        <p:spPr>
          <a:xfrm>
            <a:off x="567000" y="562356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When two solids join, the touching faces are hidden — do not include them in the surface area.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Pick the solid, choose volume or surface area, then substitute.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6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7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8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Cylinder, sphere or cone?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9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0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1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Volume or surface area?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2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3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4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Cone needs slant height l = √(r²+h²)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5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6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7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Combined solid → add the parts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Shape 39"/>
          <p:cNvSpPr/>
          <p:nvPr/>
        </p:nvSpPr>
        <p:spPr>
          <a:xfrm>
            <a:off x="1731600" y="1408320"/>
            <a:ext cx="87282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8" name="Image 0" descr="/tmp/work/vq/q-33.png"/>
          <p:cNvPicPr/>
          <p:nvPr/>
        </p:nvPicPr>
        <p:blipFill>
          <a:blip r:embed="rId1"/>
          <a:stretch/>
        </p:blipFill>
        <p:spPr>
          <a:xfrm>
            <a:off x="1804680" y="1481400"/>
            <a:ext cx="85816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Shape 39"/>
          <p:cNvSpPr/>
          <p:nvPr/>
        </p:nvSpPr>
        <p:spPr>
          <a:xfrm>
            <a:off x="1359360" y="1408320"/>
            <a:ext cx="9472680" cy="230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9" name="Image 0" descr="/tmp/work/vq/q-34.png"/>
          <p:cNvPicPr/>
          <p:nvPr/>
        </p:nvPicPr>
        <p:blipFill>
          <a:blip r:embed="rId1"/>
          <a:stretch/>
        </p:blipFill>
        <p:spPr>
          <a:xfrm>
            <a:off x="1432440" y="1481400"/>
            <a:ext cx="9326520" cy="2154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Shape 39"/>
          <p:cNvSpPr/>
          <p:nvPr/>
        </p:nvSpPr>
        <p:spPr>
          <a:xfrm>
            <a:off x="2042280" y="1408320"/>
            <a:ext cx="81068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0" name="Image 0" descr="/tmp/work/vq/q-35.png"/>
          <p:cNvPicPr/>
          <p:nvPr/>
        </p:nvPicPr>
        <p:blipFill>
          <a:blip r:embed="rId1"/>
          <a:stretch/>
        </p:blipFill>
        <p:spPr>
          <a:xfrm>
            <a:off x="2115360" y="1481400"/>
            <a:ext cx="79606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Shape 39"/>
          <p:cNvSpPr/>
          <p:nvPr/>
        </p:nvSpPr>
        <p:spPr>
          <a:xfrm>
            <a:off x="2157120" y="1408320"/>
            <a:ext cx="78771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51" name="Image 0" descr="/tmp/work/vq/q-39.png"/>
          <p:cNvPicPr/>
          <p:nvPr/>
        </p:nvPicPr>
        <p:blipFill>
          <a:blip r:embed="rId1"/>
          <a:stretch/>
        </p:blipFill>
        <p:spPr>
          <a:xfrm>
            <a:off x="2230200" y="1481400"/>
            <a:ext cx="77306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" name="Shape 39"/>
          <p:cNvSpPr/>
          <p:nvPr/>
        </p:nvSpPr>
        <p:spPr>
          <a:xfrm>
            <a:off x="2730960" y="1408320"/>
            <a:ext cx="67291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2" name="Image 0" descr="/tmp/work/vq/q-40b.png"/>
          <p:cNvPicPr/>
          <p:nvPr/>
        </p:nvPicPr>
        <p:blipFill>
          <a:blip r:embed="rId1"/>
          <a:stretch/>
        </p:blipFill>
        <p:spPr>
          <a:xfrm>
            <a:off x="2804400" y="1481400"/>
            <a:ext cx="65829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Shape 39"/>
          <p:cNvSpPr/>
          <p:nvPr/>
        </p:nvSpPr>
        <p:spPr>
          <a:xfrm>
            <a:off x="2612520" y="1408320"/>
            <a:ext cx="69663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3" name="Image 0" descr="/tmp/work/vq/q-41.png"/>
          <p:cNvPicPr/>
          <p:nvPr/>
        </p:nvPicPr>
        <p:blipFill>
          <a:blip r:embed="rId1"/>
          <a:stretch/>
        </p:blipFill>
        <p:spPr>
          <a:xfrm>
            <a:off x="2685600" y="1481400"/>
            <a:ext cx="68202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7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Shape 39"/>
          <p:cNvSpPr/>
          <p:nvPr/>
        </p:nvSpPr>
        <p:spPr>
          <a:xfrm>
            <a:off x="3817440" y="1408320"/>
            <a:ext cx="45561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4" name="Image 0" descr="/tmp/work/vq/q-42.png"/>
          <p:cNvPicPr/>
          <p:nvPr/>
        </p:nvPicPr>
        <p:blipFill>
          <a:blip r:embed="rId1"/>
          <a:stretch/>
        </p:blipFill>
        <p:spPr>
          <a:xfrm>
            <a:off x="3890880" y="1481400"/>
            <a:ext cx="44096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8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4" name="Shape 39"/>
          <p:cNvSpPr/>
          <p:nvPr/>
        </p:nvSpPr>
        <p:spPr>
          <a:xfrm>
            <a:off x="1359360" y="1408320"/>
            <a:ext cx="9472680" cy="2874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15" name="Image 0" descr="/tmp/work/vq/q-43.png"/>
          <p:cNvPicPr/>
          <p:nvPr/>
        </p:nvPicPr>
        <p:blipFill>
          <a:blip r:embed="rId1"/>
          <a:stretch/>
        </p:blipFill>
        <p:spPr>
          <a:xfrm>
            <a:off x="1432440" y="1481400"/>
            <a:ext cx="9326520" cy="2728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9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5" name="Shape 39"/>
          <p:cNvSpPr/>
          <p:nvPr/>
        </p:nvSpPr>
        <p:spPr>
          <a:xfrm>
            <a:off x="2990160" y="1408320"/>
            <a:ext cx="62110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6" name="Image 0" descr="/tmp/work/vq/q-44.png"/>
          <p:cNvPicPr/>
          <p:nvPr/>
        </p:nvPicPr>
        <p:blipFill>
          <a:blip r:embed="rId1"/>
          <a:stretch/>
        </p:blipFill>
        <p:spPr>
          <a:xfrm>
            <a:off x="3063240" y="1481400"/>
            <a:ext cx="60645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10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" name="Shape 39"/>
          <p:cNvSpPr/>
          <p:nvPr/>
        </p:nvSpPr>
        <p:spPr>
          <a:xfrm>
            <a:off x="2507040" y="1408320"/>
            <a:ext cx="71773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97" name="Image 0" descr="/tmp/work/vq/q-45.png"/>
          <p:cNvPicPr/>
          <p:nvPr/>
        </p:nvPicPr>
        <p:blipFill>
          <a:blip r:embed="rId1"/>
          <a:stretch/>
        </p:blipFill>
        <p:spPr>
          <a:xfrm>
            <a:off x="2580120" y="1481400"/>
            <a:ext cx="70308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Shape 39"/>
          <p:cNvSpPr/>
          <p:nvPr/>
        </p:nvSpPr>
        <p:spPr>
          <a:xfrm>
            <a:off x="1359360" y="1408320"/>
            <a:ext cx="9472680" cy="28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38" name="Image 0" descr="/tmp/work/vq/q-46.png"/>
          <p:cNvPicPr/>
          <p:nvPr/>
        </p:nvPicPr>
        <p:blipFill>
          <a:blip r:embed="rId1"/>
          <a:stretch/>
        </p:blipFill>
        <p:spPr>
          <a:xfrm>
            <a:off x="1432440" y="1481400"/>
            <a:ext cx="9326520" cy="2659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8" name="Shape 39"/>
          <p:cNvSpPr/>
          <p:nvPr/>
        </p:nvSpPr>
        <p:spPr>
          <a:xfrm>
            <a:off x="1885680" y="1408320"/>
            <a:ext cx="84204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79" name="Image 0" descr="/tmp/work/vq/q-47.png"/>
          <p:cNvPicPr/>
          <p:nvPr/>
        </p:nvPicPr>
        <p:blipFill>
          <a:blip r:embed="rId1"/>
          <a:stretch/>
        </p:blipFill>
        <p:spPr>
          <a:xfrm>
            <a:off x="1958760" y="1481400"/>
            <a:ext cx="82738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" name="Shape 39"/>
          <p:cNvSpPr/>
          <p:nvPr/>
        </p:nvSpPr>
        <p:spPr>
          <a:xfrm>
            <a:off x="1359360" y="1408320"/>
            <a:ext cx="9472680" cy="347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88920" dir="5400000" dist="38160" rotWithShape="0">
              <a:srgbClr val="000000">
                <a:alpha val="16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20" name="Image 0" descr="/tmp/work/vq/q-48.png"/>
          <p:cNvPicPr/>
          <p:nvPr/>
        </p:nvPicPr>
        <p:blipFill>
          <a:blip r:embed="rId1"/>
          <a:stretch/>
        </p:blipFill>
        <p:spPr>
          <a:xfrm>
            <a:off x="1432440" y="1481400"/>
            <a:ext cx="9326520" cy="3324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6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7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8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9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0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1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Cylinder: volume πr²h, surface area 2πr² + 2πrh.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2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3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Sphere: volume 4/3 πr³, surface area 4πr² (hemisphere: 2/3 πr³ and 3πr²).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4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5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Cone: volume 1/3 πr²h (vertical height); curved surface πrl, total πr² + πrl.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6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7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Cone slant height: l = √(r² + h²) by Pythagoras.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8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9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Combined solids: add each part; ignore the hidden touching faces for surface area.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0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1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volume uses the vertical height; the cone’s curved surface uses the slant height.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</TotalTime>
  <Application>LibreOffice/24.2.7.2$Linux_X86_64 LibreOffice_project/420$Build-2</Application>
  <AppVersion>15.0000</AppVersion>
  <Words>1120</Words>
  <Paragraphs>238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2026-07-15T14:54:08Z</dcterms:created>
  <dc:creator>Zahra Sheikh Ali</dc:creator>
  <dc:description/>
  <dc:language>en-US</dc:language>
  <cp:lastModifiedBy>zahraa sheik ali</cp:lastModifiedBy>
  <dcterms:modified xsi:type="dcterms:W3CDTF">2026-07-27T10:35:26Z</dcterms:modified>
  <cp:revision>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27</vt:r8>
  </property>
  <property fmtid="{D5CDD505-2E9C-101B-9397-08002B2CF9AE}" pid="3" name="PresentationFormat">
    <vt:lpwstr>Custom</vt:lpwstr>
  </property>
  <property fmtid="{D5CDD505-2E9C-101B-9397-08002B2CF9AE}" pid="4" name="Slides">
    <vt:r8>27</vt:r8>
  </property>
</Properties>
</file>