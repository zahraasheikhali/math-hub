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av" ContentType="audio/wav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82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5" d="100"/>
          <a:sy n="95" d="100"/>
        </p:scale>
        <p:origin x="-178" y="24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jpeg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E329EA-46D5-4AF6-9E36-D4412E9962F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2DCFD9-BB0E-4E67-B7C2-FDD70878A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405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2.wav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13" Type="http://schemas.openxmlformats.org/officeDocument/2006/relationships/image" Target="../media/image5.wmf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.jpeg"/><Relationship Id="rId12" Type="http://schemas.openxmlformats.org/officeDocument/2006/relationships/oleObject" Target="../embeddings/oleObject4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image" Target="../media/image4.wmf"/><Relationship Id="rId5" Type="http://schemas.openxmlformats.org/officeDocument/2006/relationships/oleObject" Target="../embeddings/oleObject1.bin"/><Relationship Id="rId10" Type="http://schemas.openxmlformats.org/officeDocument/2006/relationships/oleObject" Target="../embeddings/oleObject3.bin"/><Relationship Id="rId4" Type="http://schemas.openxmlformats.org/officeDocument/2006/relationships/audio" Target="../media/audio1.wav"/><Relationship Id="rId9" Type="http://schemas.openxmlformats.org/officeDocument/2006/relationships/image" Target="../media/image3.w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6.wmf"/><Relationship Id="rId4" Type="http://schemas.openxmlformats.org/officeDocument/2006/relationships/oleObject" Target="../embeddings/oleObject5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7.png"/><Relationship Id="rId4" Type="http://schemas.openxmlformats.org/officeDocument/2006/relationships/oleObject" Target="../embeddings/oleObject6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10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9.wmf"/><Relationship Id="rId10" Type="http://schemas.openxmlformats.org/officeDocument/2006/relationships/image" Target="../media/image12.png"/><Relationship Id="rId4" Type="http://schemas.openxmlformats.org/officeDocument/2006/relationships/oleObject" Target="../embeddings/oleObject7.bin"/><Relationship Id="rId9" Type="http://schemas.openxmlformats.org/officeDocument/2006/relationships/image" Target="../media/image11.w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144000" y="822960"/>
            <a:ext cx="1828800" cy="1828800"/>
          </a:xfrm>
          <a:prstGeom prst="ellipse">
            <a:avLst/>
          </a:prstGeom>
          <a:ln w="50800">
            <a:solidFill>
              <a:srgbClr val="33463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77240" y="6400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8623D"/>
          </a:solidFill>
          <a:ln/>
        </p:spPr>
      </p:sp>
      <p:sp>
        <p:nvSpPr>
          <p:cNvPr id="39" name="Text 37"/>
          <p:cNvSpPr/>
          <p:nvPr/>
        </p:nvSpPr>
        <p:spPr>
          <a:xfrm>
            <a:off x="777240" y="6400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2160" dirty="0"/>
          </a:p>
        </p:txBody>
      </p:sp>
      <p:sp>
        <p:nvSpPr>
          <p:cNvPr id="40" name="Text 38"/>
          <p:cNvSpPr/>
          <p:nvPr/>
        </p:nvSpPr>
        <p:spPr>
          <a:xfrm>
            <a:off x="1600200" y="60350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Zπ  MATHS HUB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60020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Edexcel IGCSE (9–1) · Higher Tier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777240" y="224028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Sphere, Cylinder &amp; Cone</a:t>
            </a:r>
            <a:endParaRPr lang="en-US" sz="3800" dirty="0"/>
          </a:p>
        </p:txBody>
      </p:sp>
      <p:sp>
        <p:nvSpPr>
          <p:cNvPr id="43" name="Text 41"/>
          <p:cNvSpPr/>
          <p:nvPr/>
        </p:nvSpPr>
        <p:spPr>
          <a:xfrm>
            <a:off x="804672" y="331012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&amp; Surface Area of Curved Solids · Hemispheres · Slant Height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77240" y="4297680"/>
            <a:ext cx="6766560" cy="1691640"/>
          </a:xfrm>
          <a:prstGeom prst="roundRect">
            <a:avLst>
              <a:gd name="adj" fmla="val 3243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097280" y="4498848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Zahra Sheikh Ali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1097280" y="495604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9D2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IGCSE Mathematics Teacher  ·  M.Sc. Differential Geometry &amp; Geometric Control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1097280" y="5394960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☎  66613748      ✉  zahraa.sheikhali@outlook.com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OVERVIEW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 Curved Solids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481328"/>
            <a:ext cx="11064240" cy="822960"/>
          </a:xfrm>
          <a:prstGeom prst="roundRect">
            <a:avLst>
              <a:gd name="adj" fmla="val 6667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48132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Cylinders, spheres and cones all use π. </a:t>
            </a:r>
            <a:r>
              <a:rPr lang="en-US" sz="13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 four formulas below — volume and surface area for each — and know when to halve for a hemisphere.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566928" y="2651760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22960" y="294894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5" name="Text 43"/>
          <p:cNvSpPr/>
          <p:nvPr/>
        </p:nvSpPr>
        <p:spPr>
          <a:xfrm>
            <a:off x="822960" y="2948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1435608" y="2651760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Cylinder: V &amp; surface area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4343400" y="2651760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599432" y="294894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9" name="Text 47"/>
          <p:cNvSpPr/>
          <p:nvPr/>
        </p:nvSpPr>
        <p:spPr>
          <a:xfrm>
            <a:off x="4599432" y="2948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5212080" y="2651760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Sphere: V &amp; surface area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8119872" y="2651760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8375904" y="294894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3" name="Text 51"/>
          <p:cNvSpPr/>
          <p:nvPr/>
        </p:nvSpPr>
        <p:spPr>
          <a:xfrm>
            <a:off x="8375904" y="2948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8988552" y="2651760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Cone: V &amp; slant height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566928" y="3995928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822960" y="429310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7" name="Text 55"/>
          <p:cNvSpPr/>
          <p:nvPr/>
        </p:nvSpPr>
        <p:spPr>
          <a:xfrm>
            <a:off x="822960" y="42931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58" name="Text 56"/>
          <p:cNvSpPr/>
          <p:nvPr/>
        </p:nvSpPr>
        <p:spPr>
          <a:xfrm>
            <a:off x="1435608" y="3995928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Hemispheres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4343400" y="3995928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599432" y="429310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1" name="Text 59"/>
          <p:cNvSpPr/>
          <p:nvPr/>
        </p:nvSpPr>
        <p:spPr>
          <a:xfrm>
            <a:off x="4599432" y="42931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62" name="Text 60"/>
          <p:cNvSpPr/>
          <p:nvPr/>
        </p:nvSpPr>
        <p:spPr>
          <a:xfrm>
            <a:off x="5212080" y="3995928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 summary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8119872" y="3995928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8375904" y="429310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5" name="Text 63"/>
          <p:cNvSpPr/>
          <p:nvPr/>
        </p:nvSpPr>
        <p:spPr>
          <a:xfrm>
            <a:off x="8375904" y="42931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66" name="Text 64"/>
          <p:cNvSpPr/>
          <p:nvPr/>
        </p:nvSpPr>
        <p:spPr>
          <a:xfrm>
            <a:off x="8988552" y="3995928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Past-paper questions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566928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words:  </a:t>
            </a:r>
            <a:r>
              <a:rPr lang="en-US" sz="13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 · radius · height · slant height · curved surface · hemisphere · frustum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IDEA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Formulas You Must Know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298448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29844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given rarely — learn them. r = radius, h = height, l = slant height.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66928" y="2103120"/>
            <a:ext cx="3703320" cy="457200"/>
          </a:xfrm>
          <a:prstGeom prst="rect">
            <a:avLst/>
          </a:prstGeom>
          <a:solidFill>
            <a:srgbClr val="16261F"/>
          </a:solidFill>
          <a:ln/>
        </p:spPr>
      </p:sp>
      <p:sp>
        <p:nvSpPr>
          <p:cNvPr id="44" name="Text 42"/>
          <p:cNvSpPr/>
          <p:nvPr/>
        </p:nvSpPr>
        <p:spPr>
          <a:xfrm>
            <a:off x="676656" y="2103120"/>
            <a:ext cx="3483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Solid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4480560" y="2103120"/>
            <a:ext cx="3429000" cy="457200"/>
          </a:xfrm>
          <a:prstGeom prst="rect">
            <a:avLst/>
          </a:prstGeom>
          <a:solidFill>
            <a:srgbClr val="16261F"/>
          </a:solidFill>
          <a:ln/>
        </p:spPr>
      </p:sp>
      <p:sp>
        <p:nvSpPr>
          <p:cNvPr id="46" name="Text 44"/>
          <p:cNvSpPr/>
          <p:nvPr/>
        </p:nvSpPr>
        <p:spPr>
          <a:xfrm>
            <a:off x="4590288" y="2103120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8138160" y="2103120"/>
            <a:ext cx="3493008" cy="457200"/>
          </a:xfrm>
          <a:prstGeom prst="rect">
            <a:avLst/>
          </a:prstGeom>
          <a:solidFill>
            <a:srgbClr val="16261F"/>
          </a:solidFill>
          <a:ln/>
        </p:spPr>
      </p:sp>
      <p:sp>
        <p:nvSpPr>
          <p:cNvPr id="48" name="Text 46"/>
          <p:cNvSpPr/>
          <p:nvPr/>
        </p:nvSpPr>
        <p:spPr>
          <a:xfrm>
            <a:off x="8247888" y="2103120"/>
            <a:ext cx="3273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Surface area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566928" y="2596896"/>
            <a:ext cx="3703320" cy="713232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4088" y="2596896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Cylinder</a:t>
            </a:r>
            <a:endParaRPr lang="en-US" sz="1450" dirty="0"/>
          </a:p>
        </p:txBody>
      </p:sp>
      <p:sp>
        <p:nvSpPr>
          <p:cNvPr id="51" name="Shape 49"/>
          <p:cNvSpPr/>
          <p:nvPr/>
        </p:nvSpPr>
        <p:spPr>
          <a:xfrm>
            <a:off x="4480560" y="2596896"/>
            <a:ext cx="3429000" cy="713232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17720" y="2596896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πr²h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138160" y="2596896"/>
            <a:ext cx="3493008" cy="713232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275320" y="2596896"/>
            <a:ext cx="32186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2πr² + 2πrh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566928" y="3346704"/>
            <a:ext cx="3703320" cy="713232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04088" y="3346704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Sphere</a:t>
            </a:r>
            <a:endParaRPr lang="en-US" sz="1450" dirty="0"/>
          </a:p>
        </p:txBody>
      </p:sp>
      <p:sp>
        <p:nvSpPr>
          <p:cNvPr id="57" name="Shape 55"/>
          <p:cNvSpPr/>
          <p:nvPr/>
        </p:nvSpPr>
        <p:spPr>
          <a:xfrm>
            <a:off x="4480560" y="3346704"/>
            <a:ext cx="3429000" cy="713232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617720" y="3346704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4/3 πr³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138160" y="3346704"/>
            <a:ext cx="3493008" cy="713232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275320" y="3346704"/>
            <a:ext cx="32186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4πr²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566928" y="4096512"/>
            <a:ext cx="3703320" cy="713232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04088" y="4096512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</a:t>
            </a:r>
            <a:endParaRPr lang="en-US" sz="1450" dirty="0"/>
          </a:p>
        </p:txBody>
      </p:sp>
      <p:sp>
        <p:nvSpPr>
          <p:cNvPr id="63" name="Shape 61"/>
          <p:cNvSpPr/>
          <p:nvPr/>
        </p:nvSpPr>
        <p:spPr>
          <a:xfrm>
            <a:off x="4480560" y="4096512"/>
            <a:ext cx="3429000" cy="713232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617720" y="4096512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1/3 πr²h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8138160" y="4096512"/>
            <a:ext cx="3493008" cy="713232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275320" y="4096512"/>
            <a:ext cx="32186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πr² + πrl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566928" y="4846320"/>
            <a:ext cx="3703320" cy="713232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04088" y="4846320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Hemisphere</a:t>
            </a:r>
            <a:endParaRPr lang="en-US" sz="1450" dirty="0"/>
          </a:p>
        </p:txBody>
      </p:sp>
      <p:sp>
        <p:nvSpPr>
          <p:cNvPr id="69" name="Shape 67"/>
          <p:cNvSpPr/>
          <p:nvPr/>
        </p:nvSpPr>
        <p:spPr>
          <a:xfrm>
            <a:off x="4480560" y="4846320"/>
            <a:ext cx="3429000" cy="713232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617720" y="4846320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2/3 πr³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8138160" y="4846320"/>
            <a:ext cx="3493008" cy="713232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275320" y="4846320"/>
            <a:ext cx="32186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3πr²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566928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 slant height: l = √(r² + h²) by Pythagoras.  Hemisphere surface = curved 2πr² + flat circle πr² = 3πr².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CYLINDER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&amp; Surface Area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298448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29844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cylinder is a prism with a circular cross-section. </a:t>
            </a:r>
            <a:r>
              <a:rPr lang="en-US" sz="13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= area of circle × height.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566928" y="2148840"/>
            <a:ext cx="5440680" cy="3566160"/>
          </a:xfrm>
          <a:prstGeom prst="roundRect">
            <a:avLst>
              <a:gd name="adj" fmla="val 1538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932688" y="238658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 =  πr²h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914400" y="288036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r = 7 cm, h = 20 cm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 = π × 7² × 20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π × 49 × 20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</a:t>
            </a:r>
            <a:r>
              <a:rPr lang="en-US" sz="15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3080 cm³</a:t>
            </a:r>
            <a:r>
              <a:rPr lang="en-US" sz="1200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(3 s.f.)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6190488" y="2148840"/>
            <a:ext cx="5440680" cy="3566160"/>
          </a:xfrm>
          <a:prstGeom prst="roundRect">
            <a:avLst>
              <a:gd name="adj" fmla="val 1538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6556248" y="238658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Surface area = 2πr² + 2πrh</a:t>
            </a:r>
            <a:endParaRPr lang="en-US" sz="1700" dirty="0"/>
          </a:p>
        </p:txBody>
      </p:sp>
      <p:sp>
        <p:nvSpPr>
          <p:cNvPr id="48" name="Text 46"/>
          <p:cNvSpPr/>
          <p:nvPr/>
        </p:nvSpPr>
        <p:spPr>
          <a:xfrm>
            <a:off x="6537960" y="288036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circle ends: 2πr²</a:t>
            </a:r>
            <a:endParaRPr lang="en-US" sz="14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curved side rolls out into a rectangle:</a:t>
            </a:r>
            <a:endParaRPr lang="en-US" sz="14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5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2πr × h</a:t>
            </a:r>
            <a:endParaRPr lang="en-US" sz="1450" dirty="0"/>
          </a:p>
          <a:p>
            <a:pPr marL="0" indent="0">
              <a:buNone/>
            </a:pPr>
            <a:r>
              <a:rPr lang="en-US" sz="1250" i="1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Curved surface only = 2πrh (no ends).</a:t>
            </a:r>
            <a:endParaRPr lang="en-US" sz="1450" dirty="0"/>
          </a:p>
        </p:txBody>
      </p:sp>
      <p:sp>
        <p:nvSpPr>
          <p:cNvPr id="49" name="Shape 47"/>
          <p:cNvSpPr/>
          <p:nvPr/>
        </p:nvSpPr>
        <p:spPr>
          <a:xfrm>
            <a:off x="566928" y="585216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841248" y="58521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= πr²h.   Total surface area = 2πr² + 2πrh.</a:t>
            </a:r>
            <a:endParaRPr lang="en-US" sz="2300" dirty="0"/>
          </a:p>
        </p:txBody>
      </p:sp>
      <p:sp>
        <p:nvSpPr>
          <p:cNvPr id="78" name="TextBox 77"/>
          <p:cNvSpPr txBox="1"/>
          <p:nvPr/>
        </p:nvSpPr>
        <p:spPr>
          <a:xfrm>
            <a:off x="636082" y="2148840"/>
            <a:ext cx="34655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solidFill>
                  <a:prstClr val="black"/>
                </a:solidFill>
              </a:rPr>
              <a:t>Volume = Cross-Sectional Area × </a:t>
            </a:r>
            <a:r>
              <a:rPr lang="en-GB" sz="1600" dirty="0" smtClean="0">
                <a:solidFill>
                  <a:prstClr val="black"/>
                </a:solidFill>
              </a:rPr>
              <a:t>Height</a:t>
            </a:r>
            <a:endParaRPr lang="en-GB" sz="1600" dirty="0">
              <a:solidFill>
                <a:prstClr val="black"/>
              </a:solidFill>
            </a:endParaRPr>
          </a:p>
        </p:txBody>
      </p:sp>
      <p:grpSp>
        <p:nvGrpSpPr>
          <p:cNvPr id="80" name="Group 79"/>
          <p:cNvGrpSpPr/>
          <p:nvPr/>
        </p:nvGrpSpPr>
        <p:grpSpPr>
          <a:xfrm>
            <a:off x="3755507" y="2274848"/>
            <a:ext cx="1939984" cy="1945135"/>
            <a:chOff x="3496112" y="3645024"/>
            <a:chExt cx="1939984" cy="1945135"/>
          </a:xfrm>
        </p:grpSpPr>
        <p:sp>
          <p:nvSpPr>
            <p:cNvPr id="81" name="Oval 80"/>
            <p:cNvSpPr/>
            <p:nvPr/>
          </p:nvSpPr>
          <p:spPr>
            <a:xfrm>
              <a:off x="3995936" y="5172647"/>
              <a:ext cx="1440160" cy="388143"/>
            </a:xfrm>
            <a:prstGeom prst="ellips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82" name="Group 281"/>
            <p:cNvGrpSpPr>
              <a:grpSpLocks/>
            </p:cNvGrpSpPr>
            <p:nvPr/>
          </p:nvGrpSpPr>
          <p:grpSpPr bwMode="auto">
            <a:xfrm>
              <a:off x="3496112" y="3761359"/>
              <a:ext cx="1525588" cy="1828800"/>
              <a:chOff x="3390" y="1860"/>
              <a:chExt cx="961" cy="1152"/>
            </a:xfrm>
          </p:grpSpPr>
          <p:sp>
            <p:nvSpPr>
              <p:cNvPr id="84" name="Text Box 278"/>
              <p:cNvSpPr txBox="1">
                <a:spLocks noChangeArrowheads="1"/>
              </p:cNvSpPr>
              <p:nvPr/>
            </p:nvSpPr>
            <p:spPr bwMode="auto">
              <a:xfrm>
                <a:off x="3932" y="2721"/>
                <a:ext cx="419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GB" altLang="en-US" sz="2400" dirty="0">
                    <a:solidFill>
                      <a:prstClr val="black"/>
                    </a:solidFill>
                  </a:rPr>
                  <a:t>CSA</a:t>
                </a:r>
              </a:p>
            </p:txBody>
          </p:sp>
          <p:sp>
            <p:nvSpPr>
              <p:cNvPr id="85" name="Line 279"/>
              <p:cNvSpPr>
                <a:spLocks noChangeShapeType="1"/>
              </p:cNvSpPr>
              <p:nvPr/>
            </p:nvSpPr>
            <p:spPr bwMode="auto">
              <a:xfrm>
                <a:off x="3614" y="1860"/>
                <a:ext cx="0" cy="101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GB" sz="2400">
                  <a:solidFill>
                    <a:prstClr val="black"/>
                  </a:solidFill>
                </a:endParaRPr>
              </a:p>
            </p:txBody>
          </p:sp>
          <p:sp>
            <p:nvSpPr>
              <p:cNvPr id="86" name="Text Box 280"/>
              <p:cNvSpPr txBox="1">
                <a:spLocks noChangeArrowheads="1"/>
              </p:cNvSpPr>
              <p:nvPr/>
            </p:nvSpPr>
            <p:spPr bwMode="auto">
              <a:xfrm>
                <a:off x="3390" y="2222"/>
                <a:ext cx="21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GB" altLang="en-US" sz="2400" dirty="0">
                    <a:solidFill>
                      <a:prstClr val="black"/>
                    </a:solidFill>
                  </a:rPr>
                  <a:t>h</a:t>
                </a:r>
              </a:p>
            </p:txBody>
          </p:sp>
        </p:grpSp>
        <p:sp>
          <p:nvSpPr>
            <p:cNvPr id="83" name="Can 82"/>
            <p:cNvSpPr/>
            <p:nvPr/>
          </p:nvSpPr>
          <p:spPr>
            <a:xfrm>
              <a:off x="3995936" y="3645024"/>
              <a:ext cx="1440160" cy="1915766"/>
            </a:xfrm>
            <a:prstGeom prst="can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CYLINDER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258728" y="56692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Surface Area Comes From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2325824" y="1117805"/>
            <a:ext cx="7997271" cy="5180645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566928" y="6298451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886968" y="614476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Unroll the curved surface: </a:t>
            </a:r>
            <a:r>
              <a:rPr lang="en-US" sz="13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becomes a rectangle of width 2πr (the circumference) and height h.</a:t>
            </a:r>
            <a:endParaRPr lang="en-US" sz="1300" dirty="0"/>
          </a:p>
        </p:txBody>
      </p:sp>
      <p:sp>
        <p:nvSpPr>
          <p:cNvPr id="45" name="Text Placeholder 2"/>
          <p:cNvSpPr txBox="1">
            <a:spLocks/>
          </p:cNvSpPr>
          <p:nvPr/>
        </p:nvSpPr>
        <p:spPr>
          <a:xfrm>
            <a:off x="2057400" y="829501"/>
            <a:ext cx="9144000" cy="558958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46" name="AutoShape 19"/>
          <p:cNvSpPr>
            <a:spLocks noChangeArrowheads="1"/>
          </p:cNvSpPr>
          <p:nvPr/>
        </p:nvSpPr>
        <p:spPr bwMode="auto">
          <a:xfrm>
            <a:off x="5913438" y="2829130"/>
            <a:ext cx="1355725" cy="1800225"/>
          </a:xfrm>
          <a:prstGeom prst="can">
            <a:avLst>
              <a:gd name="adj" fmla="val 33197"/>
            </a:avLst>
          </a:prstGeom>
          <a:gradFill rotWithShape="1">
            <a:gsLst>
              <a:gs pos="0">
                <a:schemeClr val="accent1">
                  <a:gamma/>
                  <a:shade val="6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66275"/>
                  <a:invGamma/>
                </a:schemeClr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srgbClr val="000000"/>
              </a:solidFill>
            </a:endParaRPr>
          </a:p>
        </p:txBody>
      </p:sp>
      <p:grpSp>
        <p:nvGrpSpPr>
          <p:cNvPr id="47" name="Group 20"/>
          <p:cNvGrpSpPr>
            <a:grpSpLocks/>
          </p:cNvGrpSpPr>
          <p:nvPr/>
        </p:nvGrpSpPr>
        <p:grpSpPr bwMode="auto">
          <a:xfrm>
            <a:off x="5907088" y="2829130"/>
            <a:ext cx="1357312" cy="1800225"/>
            <a:chOff x="3192" y="1525"/>
            <a:chExt cx="1641" cy="2177"/>
          </a:xfrm>
        </p:grpSpPr>
        <p:sp>
          <p:nvSpPr>
            <p:cNvPr id="48" name="AutoShape 21"/>
            <p:cNvSpPr>
              <a:spLocks noChangeArrowheads="1"/>
            </p:cNvSpPr>
            <p:nvPr/>
          </p:nvSpPr>
          <p:spPr bwMode="auto">
            <a:xfrm>
              <a:off x="3192" y="1525"/>
              <a:ext cx="1639" cy="2177"/>
            </a:xfrm>
            <a:prstGeom prst="can">
              <a:avLst>
                <a:gd name="adj" fmla="val 33206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49" name="Oval 22"/>
            <p:cNvSpPr>
              <a:spLocks noChangeArrowheads="1"/>
            </p:cNvSpPr>
            <p:nvPr/>
          </p:nvSpPr>
          <p:spPr bwMode="auto">
            <a:xfrm>
              <a:off x="3194" y="3164"/>
              <a:ext cx="1639" cy="53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</a:endParaRPr>
            </a:p>
          </p:txBody>
        </p:sp>
      </p:grpSp>
      <p:sp>
        <p:nvSpPr>
          <p:cNvPr id="50" name="Oval 29"/>
          <p:cNvSpPr>
            <a:spLocks noChangeArrowheads="1"/>
          </p:cNvSpPr>
          <p:nvPr/>
        </p:nvSpPr>
        <p:spPr bwMode="auto">
          <a:xfrm>
            <a:off x="5919788" y="2829130"/>
            <a:ext cx="1347787" cy="449262"/>
          </a:xfrm>
          <a:prstGeom prst="ellipse">
            <a:avLst/>
          </a:prstGeom>
          <a:noFill/>
          <a:ln w="19050">
            <a:solidFill>
              <a:srgbClr val="FF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srgbClr val="000000"/>
              </a:solidFill>
            </a:endParaRPr>
          </a:p>
        </p:txBody>
      </p:sp>
      <p:grpSp>
        <p:nvGrpSpPr>
          <p:cNvPr id="51" name="Group 46"/>
          <p:cNvGrpSpPr>
            <a:grpSpLocks/>
          </p:cNvGrpSpPr>
          <p:nvPr/>
        </p:nvGrpSpPr>
        <p:grpSpPr bwMode="auto">
          <a:xfrm>
            <a:off x="5875338" y="1117805"/>
            <a:ext cx="1392237" cy="5184775"/>
            <a:chOff x="2405" y="735"/>
            <a:chExt cx="877" cy="3266"/>
          </a:xfrm>
        </p:grpSpPr>
        <p:sp>
          <p:nvSpPr>
            <p:cNvPr id="52" name="Oval 31"/>
            <p:cNvSpPr>
              <a:spLocks noChangeArrowheads="1"/>
            </p:cNvSpPr>
            <p:nvPr/>
          </p:nvSpPr>
          <p:spPr bwMode="auto">
            <a:xfrm>
              <a:off x="2420" y="735"/>
              <a:ext cx="862" cy="862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rgbClr val="FF3399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53" name="Oval 32"/>
            <p:cNvSpPr>
              <a:spLocks noChangeArrowheads="1"/>
            </p:cNvSpPr>
            <p:nvPr/>
          </p:nvSpPr>
          <p:spPr bwMode="auto">
            <a:xfrm>
              <a:off x="2405" y="3139"/>
              <a:ext cx="862" cy="862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rgbClr val="FF3399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54" name="Text Box 33"/>
            <p:cNvSpPr txBox="1">
              <a:spLocks noChangeArrowheads="1"/>
            </p:cNvSpPr>
            <p:nvPr/>
          </p:nvSpPr>
          <p:spPr bwMode="auto">
            <a:xfrm>
              <a:off x="2601" y="966"/>
              <a:ext cx="589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GB" altLang="en-US" sz="3600" dirty="0">
                  <a:solidFill>
                    <a:srgbClr val="000000"/>
                  </a:solidFill>
                  <a:sym typeface="Symbol" pitchFamily="18" charset="2"/>
                </a:rPr>
                <a:t>r</a:t>
              </a:r>
              <a:r>
                <a:rPr lang="en-GB" altLang="en-US" sz="3600" baseline="30000" dirty="0">
                  <a:solidFill>
                    <a:srgbClr val="000000"/>
                  </a:solidFill>
                  <a:sym typeface="Symbol" pitchFamily="18" charset="2"/>
                </a:rPr>
                <a:t>2</a:t>
              </a:r>
              <a:endParaRPr lang="en-GB" altLang="en-US" sz="3600" dirty="0">
                <a:solidFill>
                  <a:srgbClr val="000000"/>
                </a:solidFill>
                <a:sym typeface="Symbol" pitchFamily="18" charset="2"/>
              </a:endParaRPr>
            </a:p>
          </p:txBody>
        </p:sp>
        <p:sp>
          <p:nvSpPr>
            <p:cNvPr id="55" name="Text Box 34"/>
            <p:cNvSpPr txBox="1">
              <a:spLocks noChangeArrowheads="1"/>
            </p:cNvSpPr>
            <p:nvPr/>
          </p:nvSpPr>
          <p:spPr bwMode="auto">
            <a:xfrm>
              <a:off x="2609" y="3366"/>
              <a:ext cx="589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GB" altLang="en-US" sz="3600" dirty="0">
                  <a:solidFill>
                    <a:srgbClr val="000000"/>
                  </a:solidFill>
                  <a:sym typeface="Symbol" pitchFamily="18" charset="2"/>
                </a:rPr>
                <a:t>r</a:t>
              </a:r>
              <a:r>
                <a:rPr lang="en-GB" altLang="en-US" sz="3600" baseline="30000" dirty="0">
                  <a:solidFill>
                    <a:srgbClr val="000000"/>
                  </a:solidFill>
                  <a:sym typeface="Symbol" pitchFamily="18" charset="2"/>
                </a:rPr>
                <a:t>2</a:t>
              </a:r>
              <a:endParaRPr lang="en-GB" altLang="en-US" sz="3600" dirty="0">
                <a:solidFill>
                  <a:srgbClr val="000000"/>
                </a:solidFill>
                <a:sym typeface="Symbol" pitchFamily="18" charset="2"/>
              </a:endParaRPr>
            </a:p>
          </p:txBody>
        </p:sp>
      </p:grpSp>
      <p:grpSp>
        <p:nvGrpSpPr>
          <p:cNvPr id="56" name="Group 40"/>
          <p:cNvGrpSpPr>
            <a:grpSpLocks/>
          </p:cNvGrpSpPr>
          <p:nvPr/>
        </p:nvGrpSpPr>
        <p:grpSpPr bwMode="auto">
          <a:xfrm>
            <a:off x="6378575" y="3278392"/>
            <a:ext cx="366713" cy="1692275"/>
            <a:chOff x="2674" y="2216"/>
            <a:chExt cx="231" cy="1066"/>
          </a:xfrm>
        </p:grpSpPr>
        <p:sp>
          <p:nvSpPr>
            <p:cNvPr id="57" name="Line 38"/>
            <p:cNvSpPr>
              <a:spLocks noChangeShapeType="1"/>
            </p:cNvSpPr>
            <p:nvPr/>
          </p:nvSpPr>
          <p:spPr bwMode="auto">
            <a:xfrm>
              <a:off x="2800" y="2216"/>
              <a:ext cx="0" cy="856"/>
            </a:xfrm>
            <a:prstGeom prst="line">
              <a:avLst/>
            </a:prstGeom>
            <a:noFill/>
            <a:ln w="19050">
              <a:solidFill>
                <a:srgbClr val="3399F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58" name="Text Box 39"/>
            <p:cNvSpPr txBox="1">
              <a:spLocks noChangeArrowheads="1"/>
            </p:cNvSpPr>
            <p:nvPr/>
          </p:nvSpPr>
          <p:spPr bwMode="auto">
            <a:xfrm rot="16200000">
              <a:off x="2608" y="2984"/>
              <a:ext cx="36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GB" altLang="en-US">
                  <a:solidFill>
                    <a:srgbClr val="000000"/>
                  </a:solidFill>
                  <a:sym typeface="Wingdings" pitchFamily="2" charset="2"/>
                </a:rPr>
                <a:t></a:t>
              </a:r>
            </a:p>
          </p:txBody>
        </p:sp>
      </p:grpSp>
      <p:grpSp>
        <p:nvGrpSpPr>
          <p:cNvPr id="59" name="Group 51"/>
          <p:cNvGrpSpPr>
            <a:grpSpLocks/>
          </p:cNvGrpSpPr>
          <p:nvPr/>
        </p:nvGrpSpPr>
        <p:grpSpPr bwMode="auto">
          <a:xfrm>
            <a:off x="7429500" y="1608342"/>
            <a:ext cx="1543050" cy="4235450"/>
            <a:chOff x="3384" y="1044"/>
            <a:chExt cx="972" cy="2668"/>
          </a:xfrm>
        </p:grpSpPr>
        <p:sp>
          <p:nvSpPr>
            <p:cNvPr id="60" name="Line 47"/>
            <p:cNvSpPr>
              <a:spLocks noChangeShapeType="1"/>
            </p:cNvSpPr>
            <p:nvPr/>
          </p:nvSpPr>
          <p:spPr bwMode="auto">
            <a:xfrm flipV="1">
              <a:off x="3812" y="1044"/>
              <a:ext cx="0" cy="88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61" name="Line 48"/>
            <p:cNvSpPr>
              <a:spLocks noChangeShapeType="1"/>
            </p:cNvSpPr>
            <p:nvPr/>
          </p:nvSpPr>
          <p:spPr bwMode="auto">
            <a:xfrm>
              <a:off x="3810" y="2824"/>
              <a:ext cx="0" cy="88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62" name="Text Box 49"/>
            <p:cNvSpPr txBox="1">
              <a:spLocks noChangeArrowheads="1"/>
            </p:cNvSpPr>
            <p:nvPr/>
          </p:nvSpPr>
          <p:spPr bwMode="auto">
            <a:xfrm>
              <a:off x="3384" y="2064"/>
              <a:ext cx="972" cy="69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GB" altLang="en-US" sz="2200">
                  <a:solidFill>
                    <a:srgbClr val="000000"/>
                  </a:solidFill>
                </a:rPr>
                <a:t>Removing top and bottom</a:t>
              </a:r>
            </a:p>
          </p:txBody>
        </p:sp>
      </p:grpSp>
      <p:grpSp>
        <p:nvGrpSpPr>
          <p:cNvPr id="63" name="Group 55"/>
          <p:cNvGrpSpPr>
            <a:grpSpLocks/>
          </p:cNvGrpSpPr>
          <p:nvPr/>
        </p:nvGrpSpPr>
        <p:grpSpPr bwMode="auto">
          <a:xfrm>
            <a:off x="3492500" y="2332242"/>
            <a:ext cx="5956300" cy="427038"/>
            <a:chOff x="904" y="1500"/>
            <a:chExt cx="3752" cy="269"/>
          </a:xfrm>
        </p:grpSpPr>
        <p:sp>
          <p:nvSpPr>
            <p:cNvPr id="64" name="Text Box 52"/>
            <p:cNvSpPr txBox="1">
              <a:spLocks noChangeArrowheads="1"/>
            </p:cNvSpPr>
            <p:nvPr/>
          </p:nvSpPr>
          <p:spPr bwMode="auto">
            <a:xfrm>
              <a:off x="2364" y="1500"/>
              <a:ext cx="1032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GB" altLang="en-US" sz="2200">
                  <a:solidFill>
                    <a:srgbClr val="000000"/>
                  </a:solidFill>
                </a:rPr>
                <a:t>Open out</a:t>
              </a:r>
            </a:p>
          </p:txBody>
        </p:sp>
        <p:sp>
          <p:nvSpPr>
            <p:cNvPr id="65" name="Line 53"/>
            <p:cNvSpPr>
              <a:spLocks noChangeShapeType="1"/>
            </p:cNvSpPr>
            <p:nvPr/>
          </p:nvSpPr>
          <p:spPr bwMode="auto">
            <a:xfrm>
              <a:off x="3204" y="1632"/>
              <a:ext cx="1452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66" name="Line 54"/>
            <p:cNvSpPr>
              <a:spLocks noChangeShapeType="1"/>
            </p:cNvSpPr>
            <p:nvPr/>
          </p:nvSpPr>
          <p:spPr bwMode="auto">
            <a:xfrm flipH="1">
              <a:off x="904" y="1648"/>
              <a:ext cx="1452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</a:endParaRPr>
            </a:p>
          </p:txBody>
        </p:sp>
      </p:grpSp>
      <p:grpSp>
        <p:nvGrpSpPr>
          <p:cNvPr id="67" name="Group 59"/>
          <p:cNvGrpSpPr>
            <a:grpSpLocks/>
          </p:cNvGrpSpPr>
          <p:nvPr/>
        </p:nvGrpSpPr>
        <p:grpSpPr bwMode="auto">
          <a:xfrm>
            <a:off x="3429000" y="2798967"/>
            <a:ext cx="6197600" cy="1831975"/>
            <a:chOff x="864" y="1794"/>
            <a:chExt cx="3904" cy="1154"/>
          </a:xfrm>
        </p:grpSpPr>
        <p:sp>
          <p:nvSpPr>
            <p:cNvPr id="68" name="Rectangle 41"/>
            <p:cNvSpPr>
              <a:spLocks noChangeArrowheads="1"/>
            </p:cNvSpPr>
            <p:nvPr/>
          </p:nvSpPr>
          <p:spPr bwMode="auto">
            <a:xfrm>
              <a:off x="876" y="1800"/>
              <a:ext cx="3888" cy="1140"/>
            </a:xfrm>
            <a:prstGeom prst="rect">
              <a:avLst/>
            </a:prstGeom>
            <a:solidFill>
              <a:srgbClr val="BBE0E3">
                <a:alpha val="53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69" name="Line 44"/>
            <p:cNvSpPr>
              <a:spLocks noChangeShapeType="1"/>
            </p:cNvSpPr>
            <p:nvPr/>
          </p:nvSpPr>
          <p:spPr bwMode="auto">
            <a:xfrm>
              <a:off x="864" y="1800"/>
              <a:ext cx="3900" cy="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70" name="Line 45"/>
            <p:cNvSpPr>
              <a:spLocks noChangeShapeType="1"/>
            </p:cNvSpPr>
            <p:nvPr/>
          </p:nvSpPr>
          <p:spPr bwMode="auto">
            <a:xfrm>
              <a:off x="868" y="2940"/>
              <a:ext cx="3900" cy="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71" name="Line 56"/>
            <p:cNvSpPr>
              <a:spLocks noChangeShapeType="1"/>
            </p:cNvSpPr>
            <p:nvPr/>
          </p:nvSpPr>
          <p:spPr bwMode="auto">
            <a:xfrm>
              <a:off x="4764" y="1796"/>
              <a:ext cx="0" cy="1152"/>
            </a:xfrm>
            <a:prstGeom prst="line">
              <a:avLst/>
            </a:prstGeom>
            <a:noFill/>
            <a:ln w="190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72" name="Line 57"/>
            <p:cNvSpPr>
              <a:spLocks noChangeShapeType="1"/>
            </p:cNvSpPr>
            <p:nvPr/>
          </p:nvSpPr>
          <p:spPr bwMode="auto">
            <a:xfrm>
              <a:off x="873" y="1794"/>
              <a:ext cx="0" cy="1152"/>
            </a:xfrm>
            <a:prstGeom prst="line">
              <a:avLst/>
            </a:prstGeom>
            <a:noFill/>
            <a:ln w="190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</a:endParaRPr>
            </a:p>
          </p:txBody>
        </p:sp>
      </p:grpSp>
      <p:grpSp>
        <p:nvGrpSpPr>
          <p:cNvPr id="73" name="Group 60"/>
          <p:cNvGrpSpPr>
            <a:grpSpLocks/>
          </p:cNvGrpSpPr>
          <p:nvPr/>
        </p:nvGrpSpPr>
        <p:grpSpPr bwMode="auto">
          <a:xfrm>
            <a:off x="3448050" y="2435431"/>
            <a:ext cx="6165850" cy="338138"/>
            <a:chOff x="904" y="1561"/>
            <a:chExt cx="3752" cy="213"/>
          </a:xfrm>
        </p:grpSpPr>
        <p:sp>
          <p:nvSpPr>
            <p:cNvPr id="74" name="Text Box 61"/>
            <p:cNvSpPr txBox="1">
              <a:spLocks noChangeArrowheads="1"/>
            </p:cNvSpPr>
            <p:nvPr/>
          </p:nvSpPr>
          <p:spPr bwMode="auto">
            <a:xfrm>
              <a:off x="2378" y="1561"/>
              <a:ext cx="1032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GB" altLang="en-US" sz="1600" dirty="0">
                  <a:solidFill>
                    <a:srgbClr val="000000"/>
                  </a:solidFill>
                </a:rPr>
                <a:t>circumference</a:t>
              </a:r>
              <a:endParaRPr lang="en-GB" altLang="en-US" sz="2400" dirty="0">
                <a:solidFill>
                  <a:srgbClr val="000000"/>
                </a:solidFill>
                <a:sym typeface="Symbol" pitchFamily="18" charset="2"/>
              </a:endParaRPr>
            </a:p>
          </p:txBody>
        </p:sp>
        <p:sp>
          <p:nvSpPr>
            <p:cNvPr id="75" name="Line 62"/>
            <p:cNvSpPr>
              <a:spLocks noChangeShapeType="1"/>
            </p:cNvSpPr>
            <p:nvPr/>
          </p:nvSpPr>
          <p:spPr bwMode="auto">
            <a:xfrm>
              <a:off x="3204" y="1632"/>
              <a:ext cx="1452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76" name="Line 63"/>
            <p:cNvSpPr>
              <a:spLocks noChangeShapeType="1"/>
            </p:cNvSpPr>
            <p:nvPr/>
          </p:nvSpPr>
          <p:spPr bwMode="auto">
            <a:xfrm flipH="1">
              <a:off x="904" y="1648"/>
              <a:ext cx="1452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</a:endParaRPr>
            </a:p>
          </p:txBody>
        </p:sp>
      </p:grpSp>
      <p:grpSp>
        <p:nvGrpSpPr>
          <p:cNvPr id="77" name="Group 68"/>
          <p:cNvGrpSpPr>
            <a:grpSpLocks/>
          </p:cNvGrpSpPr>
          <p:nvPr/>
        </p:nvGrpSpPr>
        <p:grpSpPr bwMode="auto">
          <a:xfrm>
            <a:off x="9677400" y="2818017"/>
            <a:ext cx="457200" cy="1825625"/>
            <a:chOff x="4800" y="1806"/>
            <a:chExt cx="288" cy="1150"/>
          </a:xfrm>
        </p:grpSpPr>
        <p:sp>
          <p:nvSpPr>
            <p:cNvPr id="78" name="Line 65"/>
            <p:cNvSpPr>
              <a:spLocks noChangeShapeType="1"/>
            </p:cNvSpPr>
            <p:nvPr/>
          </p:nvSpPr>
          <p:spPr bwMode="auto">
            <a:xfrm flipV="1">
              <a:off x="4908" y="1806"/>
              <a:ext cx="0" cy="41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79" name="Line 66"/>
            <p:cNvSpPr>
              <a:spLocks noChangeShapeType="1"/>
            </p:cNvSpPr>
            <p:nvPr/>
          </p:nvSpPr>
          <p:spPr bwMode="auto">
            <a:xfrm flipH="1">
              <a:off x="4918" y="2578"/>
              <a:ext cx="0" cy="37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80" name="Text Box 67"/>
            <p:cNvSpPr txBox="1">
              <a:spLocks noChangeArrowheads="1"/>
            </p:cNvSpPr>
            <p:nvPr/>
          </p:nvSpPr>
          <p:spPr bwMode="auto">
            <a:xfrm>
              <a:off x="4800" y="225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GB" altLang="en-US" sz="2400" dirty="0">
                  <a:solidFill>
                    <a:srgbClr val="000000"/>
                  </a:solidFill>
                </a:rPr>
                <a:t>h</a:t>
              </a:r>
            </a:p>
          </p:txBody>
        </p:sp>
      </p:grpSp>
      <p:sp>
        <p:nvSpPr>
          <p:cNvPr id="81" name="Text Box 69"/>
          <p:cNvSpPr txBox="1">
            <a:spLocks noChangeArrowheads="1"/>
          </p:cNvSpPr>
          <p:nvPr/>
        </p:nvSpPr>
        <p:spPr bwMode="auto">
          <a:xfrm>
            <a:off x="4362450" y="3536535"/>
            <a:ext cx="4324350" cy="461665"/>
          </a:xfrm>
          <a:prstGeom prst="rect">
            <a:avLst/>
          </a:prstGeom>
          <a:solidFill>
            <a:srgbClr val="FF99CC"/>
          </a:solidFill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 sz="2400" dirty="0">
                <a:solidFill>
                  <a:srgbClr val="000000"/>
                </a:solidFill>
              </a:rPr>
              <a:t>SURFACE AREA = 2</a:t>
            </a:r>
            <a:r>
              <a:rPr lang="en-GB" altLang="en-US" sz="2400" dirty="0">
                <a:solidFill>
                  <a:srgbClr val="000000"/>
                </a:solidFill>
                <a:sym typeface="Symbol" pitchFamily="18" charset="2"/>
              </a:rPr>
              <a:t>r</a:t>
            </a:r>
            <a:r>
              <a:rPr lang="en-GB" altLang="en-US" sz="2400" baseline="30000" dirty="0">
                <a:solidFill>
                  <a:srgbClr val="000000"/>
                </a:solidFill>
                <a:sym typeface="Symbol" pitchFamily="18" charset="2"/>
              </a:rPr>
              <a:t>2</a:t>
            </a:r>
            <a:r>
              <a:rPr lang="en-GB" altLang="en-US" sz="2400" dirty="0">
                <a:solidFill>
                  <a:srgbClr val="000000"/>
                </a:solidFill>
                <a:sym typeface="Symbol" pitchFamily="18" charset="2"/>
              </a:rPr>
              <a:t> + 2r×h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80"/>
                                        <p:tgtEl>
                                          <p:spTgt spid="8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80"/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73896" y="24820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173896" y="24820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934656" y="14197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CYLINDER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934656" y="283464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 smtClean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</a:t>
            </a:r>
            <a:r>
              <a:rPr lang="en-US" sz="2700" b="1" dirty="0" err="1" smtClean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raduis</a:t>
            </a:r>
            <a:endParaRPr lang="en-US" sz="2700" dirty="0"/>
          </a:p>
        </p:txBody>
      </p:sp>
      <p:sp>
        <p:nvSpPr>
          <p:cNvPr id="43" name="Shape 40"/>
          <p:cNvSpPr/>
          <p:nvPr/>
        </p:nvSpPr>
        <p:spPr>
          <a:xfrm>
            <a:off x="566928" y="6298451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886968" y="614476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Unroll the curved surface: </a:t>
            </a:r>
            <a:r>
              <a:rPr lang="en-US" sz="13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becomes a rectangle of width 2πr (the circumference) and height h.</a:t>
            </a:r>
            <a:endParaRPr lang="en-US" sz="1300" dirty="0"/>
          </a:p>
        </p:txBody>
      </p:sp>
      <p:sp>
        <p:nvSpPr>
          <p:cNvPr id="45" name="Text Placeholder 2"/>
          <p:cNvSpPr txBox="1">
            <a:spLocks/>
          </p:cNvSpPr>
          <p:nvPr/>
        </p:nvSpPr>
        <p:spPr>
          <a:xfrm>
            <a:off x="2057400" y="829501"/>
            <a:ext cx="9144000" cy="558958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82" name="Shape 39"/>
          <p:cNvSpPr/>
          <p:nvPr/>
        </p:nvSpPr>
        <p:spPr>
          <a:xfrm>
            <a:off x="2325824" y="694945"/>
            <a:ext cx="8985304" cy="560350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grpSp>
        <p:nvGrpSpPr>
          <p:cNvPr id="85" name="Group 27"/>
          <p:cNvGrpSpPr>
            <a:grpSpLocks/>
          </p:cNvGrpSpPr>
          <p:nvPr/>
        </p:nvGrpSpPr>
        <p:grpSpPr bwMode="auto">
          <a:xfrm>
            <a:off x="3062223" y="279130"/>
            <a:ext cx="8113713" cy="6075363"/>
            <a:chOff x="0" y="252"/>
            <a:chExt cx="5111" cy="3827"/>
          </a:xfrm>
        </p:grpSpPr>
        <p:sp>
          <p:nvSpPr>
            <p:cNvPr id="86" name="AutoShape 8" descr="Granite"/>
            <p:cNvSpPr>
              <a:spLocks noChangeArrowheads="1"/>
            </p:cNvSpPr>
            <p:nvPr/>
          </p:nvSpPr>
          <p:spPr bwMode="auto">
            <a:xfrm>
              <a:off x="409" y="974"/>
              <a:ext cx="2431" cy="2974"/>
            </a:xfrm>
            <a:prstGeom prst="can">
              <a:avLst>
                <a:gd name="adj" fmla="val 30584"/>
              </a:avLst>
            </a:prstGeom>
            <a:ln>
              <a:headEnd/>
              <a:tailEnd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</a:endParaRPr>
            </a:p>
          </p:txBody>
        </p:sp>
        <p:grpSp>
          <p:nvGrpSpPr>
            <p:cNvPr id="87" name="Group 26"/>
            <p:cNvGrpSpPr>
              <a:grpSpLocks/>
            </p:cNvGrpSpPr>
            <p:nvPr/>
          </p:nvGrpSpPr>
          <p:grpSpPr bwMode="auto">
            <a:xfrm>
              <a:off x="0" y="252"/>
              <a:ext cx="5111" cy="3827"/>
              <a:chOff x="0" y="252"/>
              <a:chExt cx="5111" cy="3827"/>
            </a:xfrm>
          </p:grpSpPr>
          <p:sp>
            <p:nvSpPr>
              <p:cNvPr id="88" name="Text Box 7" descr="Parchment"/>
              <p:cNvSpPr txBox="1">
                <a:spLocks noChangeArrowheads="1"/>
              </p:cNvSpPr>
              <p:nvPr/>
            </p:nvSpPr>
            <p:spPr bwMode="auto">
              <a:xfrm>
                <a:off x="583" y="586"/>
                <a:ext cx="2547" cy="275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GB" altLang="en-US" sz="2200" dirty="0">
                    <a:solidFill>
                      <a:srgbClr val="000000"/>
                    </a:solidFill>
                  </a:rPr>
                  <a:t>Find the radius of the cylinder.</a:t>
                </a:r>
              </a:p>
            </p:txBody>
          </p:sp>
          <p:sp>
            <p:nvSpPr>
              <p:cNvPr id="89" name="Text Box 9"/>
              <p:cNvSpPr txBox="1">
                <a:spLocks noChangeArrowheads="1"/>
              </p:cNvSpPr>
              <p:nvPr/>
            </p:nvSpPr>
            <p:spPr bwMode="auto">
              <a:xfrm>
                <a:off x="1956" y="1059"/>
                <a:ext cx="102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GB" altLang="en-US" sz="2000">
                    <a:solidFill>
                      <a:srgbClr val="000000"/>
                    </a:solidFill>
                  </a:rPr>
                  <a:t>r m</a:t>
                </a:r>
              </a:p>
            </p:txBody>
          </p:sp>
          <p:sp>
            <p:nvSpPr>
              <p:cNvPr id="90" name="Line 10"/>
              <p:cNvSpPr>
                <a:spLocks noChangeShapeType="1"/>
              </p:cNvSpPr>
              <p:nvPr/>
            </p:nvSpPr>
            <p:spPr bwMode="auto">
              <a:xfrm>
                <a:off x="253" y="2848"/>
                <a:ext cx="12" cy="775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91" name="Line 11"/>
              <p:cNvSpPr>
                <a:spLocks noChangeShapeType="1"/>
              </p:cNvSpPr>
              <p:nvPr/>
            </p:nvSpPr>
            <p:spPr bwMode="auto">
              <a:xfrm flipH="1" flipV="1">
                <a:off x="255" y="1307"/>
                <a:ext cx="12" cy="87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92" name="Text Box 12"/>
              <p:cNvSpPr txBox="1">
                <a:spLocks noChangeArrowheads="1"/>
              </p:cNvSpPr>
              <p:nvPr/>
            </p:nvSpPr>
            <p:spPr bwMode="auto">
              <a:xfrm>
                <a:off x="0" y="2333"/>
                <a:ext cx="94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GB" altLang="en-US" sz="2000" dirty="0">
                    <a:solidFill>
                      <a:srgbClr val="000000"/>
                    </a:solidFill>
                  </a:rPr>
                  <a:t>1.5m</a:t>
                </a:r>
              </a:p>
            </p:txBody>
          </p:sp>
          <p:grpSp>
            <p:nvGrpSpPr>
              <p:cNvPr id="93" name="Group 13"/>
              <p:cNvGrpSpPr>
                <a:grpSpLocks/>
              </p:cNvGrpSpPr>
              <p:nvPr/>
            </p:nvGrpSpPr>
            <p:grpSpPr bwMode="auto">
              <a:xfrm rot="21600000">
                <a:off x="3533" y="252"/>
                <a:ext cx="1578" cy="3827"/>
                <a:chOff x="1697" y="792"/>
                <a:chExt cx="174" cy="422"/>
              </a:xfrm>
            </p:grpSpPr>
            <p:sp>
              <p:nvSpPr>
                <p:cNvPr id="96" name="AutoShape 14"/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697" y="792"/>
                  <a:ext cx="174" cy="42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GB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97" name="Freeform 96"/>
                <p:cNvSpPr>
                  <a:spLocks noEditPoints="1"/>
                </p:cNvSpPr>
                <p:nvPr/>
              </p:nvSpPr>
              <p:spPr bwMode="auto">
                <a:xfrm>
                  <a:off x="1719" y="861"/>
                  <a:ext cx="130" cy="202"/>
                </a:xfrm>
                <a:custGeom>
                  <a:avLst/>
                  <a:gdLst>
                    <a:gd name="T0" fmla="*/ 65 w 130"/>
                    <a:gd name="T1" fmla="*/ 0 h 202"/>
                    <a:gd name="T2" fmla="*/ 56 w 130"/>
                    <a:gd name="T3" fmla="*/ 0 h 202"/>
                    <a:gd name="T4" fmla="*/ 48 w 130"/>
                    <a:gd name="T5" fmla="*/ 4 h 202"/>
                    <a:gd name="T6" fmla="*/ 43 w 130"/>
                    <a:gd name="T7" fmla="*/ 13 h 202"/>
                    <a:gd name="T8" fmla="*/ 43 w 130"/>
                    <a:gd name="T9" fmla="*/ 21 h 202"/>
                    <a:gd name="T10" fmla="*/ 43 w 130"/>
                    <a:gd name="T11" fmla="*/ 34 h 202"/>
                    <a:gd name="T12" fmla="*/ 48 w 130"/>
                    <a:gd name="T13" fmla="*/ 39 h 202"/>
                    <a:gd name="T14" fmla="*/ 56 w 130"/>
                    <a:gd name="T15" fmla="*/ 47 h 202"/>
                    <a:gd name="T16" fmla="*/ 65 w 130"/>
                    <a:gd name="T17" fmla="*/ 47 h 202"/>
                    <a:gd name="T18" fmla="*/ 78 w 130"/>
                    <a:gd name="T19" fmla="*/ 47 h 202"/>
                    <a:gd name="T20" fmla="*/ 87 w 130"/>
                    <a:gd name="T21" fmla="*/ 39 h 202"/>
                    <a:gd name="T22" fmla="*/ 91 w 130"/>
                    <a:gd name="T23" fmla="*/ 34 h 202"/>
                    <a:gd name="T24" fmla="*/ 91 w 130"/>
                    <a:gd name="T25" fmla="*/ 21 h 202"/>
                    <a:gd name="T26" fmla="*/ 91 w 130"/>
                    <a:gd name="T27" fmla="*/ 13 h 202"/>
                    <a:gd name="T28" fmla="*/ 87 w 130"/>
                    <a:gd name="T29" fmla="*/ 4 h 202"/>
                    <a:gd name="T30" fmla="*/ 78 w 130"/>
                    <a:gd name="T31" fmla="*/ 0 h 202"/>
                    <a:gd name="T32" fmla="*/ 65 w 130"/>
                    <a:gd name="T33" fmla="*/ 0 h 202"/>
                    <a:gd name="T34" fmla="*/ 0 w 130"/>
                    <a:gd name="T35" fmla="*/ 164 h 202"/>
                    <a:gd name="T36" fmla="*/ 22 w 130"/>
                    <a:gd name="T37" fmla="*/ 164 h 202"/>
                    <a:gd name="T38" fmla="*/ 17 w 130"/>
                    <a:gd name="T39" fmla="*/ 202 h 202"/>
                    <a:gd name="T40" fmla="*/ 8 w 130"/>
                    <a:gd name="T41" fmla="*/ 198 h 202"/>
                    <a:gd name="T42" fmla="*/ 0 w 130"/>
                    <a:gd name="T43" fmla="*/ 185 h 202"/>
                    <a:gd name="T44" fmla="*/ 0 w 130"/>
                    <a:gd name="T45" fmla="*/ 176 h 202"/>
                    <a:gd name="T46" fmla="*/ 0 w 130"/>
                    <a:gd name="T47" fmla="*/ 164 h 202"/>
                    <a:gd name="T48" fmla="*/ 130 w 130"/>
                    <a:gd name="T49" fmla="*/ 164 h 202"/>
                    <a:gd name="T50" fmla="*/ 109 w 130"/>
                    <a:gd name="T51" fmla="*/ 164 h 202"/>
                    <a:gd name="T52" fmla="*/ 113 w 130"/>
                    <a:gd name="T53" fmla="*/ 202 h 202"/>
                    <a:gd name="T54" fmla="*/ 122 w 130"/>
                    <a:gd name="T55" fmla="*/ 198 h 202"/>
                    <a:gd name="T56" fmla="*/ 130 w 130"/>
                    <a:gd name="T57" fmla="*/ 185 h 202"/>
                    <a:gd name="T58" fmla="*/ 130 w 130"/>
                    <a:gd name="T59" fmla="*/ 176 h 202"/>
                    <a:gd name="T60" fmla="*/ 130 w 130"/>
                    <a:gd name="T61" fmla="*/ 164 h 2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</a:cxnLst>
                  <a:rect l="0" t="0" r="r" b="b"/>
                  <a:pathLst>
                    <a:path w="130" h="202">
                      <a:moveTo>
                        <a:pt x="65" y="0"/>
                      </a:moveTo>
                      <a:lnTo>
                        <a:pt x="56" y="0"/>
                      </a:lnTo>
                      <a:lnTo>
                        <a:pt x="48" y="4"/>
                      </a:lnTo>
                      <a:lnTo>
                        <a:pt x="43" y="13"/>
                      </a:lnTo>
                      <a:lnTo>
                        <a:pt x="43" y="21"/>
                      </a:lnTo>
                      <a:lnTo>
                        <a:pt x="43" y="34"/>
                      </a:lnTo>
                      <a:lnTo>
                        <a:pt x="48" y="39"/>
                      </a:lnTo>
                      <a:lnTo>
                        <a:pt x="56" y="47"/>
                      </a:lnTo>
                      <a:lnTo>
                        <a:pt x="65" y="47"/>
                      </a:lnTo>
                      <a:lnTo>
                        <a:pt x="78" y="47"/>
                      </a:lnTo>
                      <a:lnTo>
                        <a:pt x="87" y="39"/>
                      </a:lnTo>
                      <a:lnTo>
                        <a:pt x="91" y="34"/>
                      </a:lnTo>
                      <a:lnTo>
                        <a:pt x="91" y="21"/>
                      </a:lnTo>
                      <a:lnTo>
                        <a:pt x="91" y="13"/>
                      </a:lnTo>
                      <a:lnTo>
                        <a:pt x="87" y="4"/>
                      </a:lnTo>
                      <a:lnTo>
                        <a:pt x="78" y="0"/>
                      </a:lnTo>
                      <a:lnTo>
                        <a:pt x="65" y="0"/>
                      </a:lnTo>
                      <a:close/>
                      <a:moveTo>
                        <a:pt x="0" y="164"/>
                      </a:moveTo>
                      <a:lnTo>
                        <a:pt x="22" y="164"/>
                      </a:lnTo>
                      <a:lnTo>
                        <a:pt x="17" y="202"/>
                      </a:lnTo>
                      <a:lnTo>
                        <a:pt x="8" y="198"/>
                      </a:lnTo>
                      <a:lnTo>
                        <a:pt x="0" y="185"/>
                      </a:lnTo>
                      <a:lnTo>
                        <a:pt x="0" y="176"/>
                      </a:lnTo>
                      <a:lnTo>
                        <a:pt x="0" y="164"/>
                      </a:lnTo>
                      <a:close/>
                      <a:moveTo>
                        <a:pt x="130" y="164"/>
                      </a:moveTo>
                      <a:lnTo>
                        <a:pt x="109" y="164"/>
                      </a:lnTo>
                      <a:lnTo>
                        <a:pt x="113" y="202"/>
                      </a:lnTo>
                      <a:lnTo>
                        <a:pt x="122" y="198"/>
                      </a:lnTo>
                      <a:lnTo>
                        <a:pt x="130" y="185"/>
                      </a:lnTo>
                      <a:lnTo>
                        <a:pt x="130" y="176"/>
                      </a:lnTo>
                      <a:lnTo>
                        <a:pt x="130" y="16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GB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98" name="Freeform 17"/>
                <p:cNvSpPr>
                  <a:spLocks noEditPoints="1"/>
                </p:cNvSpPr>
                <p:nvPr/>
              </p:nvSpPr>
              <p:spPr bwMode="auto">
                <a:xfrm>
                  <a:off x="1797" y="960"/>
                  <a:ext cx="13" cy="43"/>
                </a:xfrm>
                <a:custGeom>
                  <a:avLst/>
                  <a:gdLst>
                    <a:gd name="T0" fmla="*/ 4 w 13"/>
                    <a:gd name="T1" fmla="*/ 34 h 43"/>
                    <a:gd name="T2" fmla="*/ 4 w 13"/>
                    <a:gd name="T3" fmla="*/ 34 h 43"/>
                    <a:gd name="T4" fmla="*/ 0 w 13"/>
                    <a:gd name="T5" fmla="*/ 39 h 43"/>
                    <a:gd name="T6" fmla="*/ 4 w 13"/>
                    <a:gd name="T7" fmla="*/ 43 h 43"/>
                    <a:gd name="T8" fmla="*/ 4 w 13"/>
                    <a:gd name="T9" fmla="*/ 43 h 43"/>
                    <a:gd name="T10" fmla="*/ 9 w 13"/>
                    <a:gd name="T11" fmla="*/ 43 h 43"/>
                    <a:gd name="T12" fmla="*/ 9 w 13"/>
                    <a:gd name="T13" fmla="*/ 39 h 43"/>
                    <a:gd name="T14" fmla="*/ 9 w 13"/>
                    <a:gd name="T15" fmla="*/ 39 h 43"/>
                    <a:gd name="T16" fmla="*/ 4 w 13"/>
                    <a:gd name="T17" fmla="*/ 34 h 43"/>
                    <a:gd name="T18" fmla="*/ 9 w 13"/>
                    <a:gd name="T19" fmla="*/ 21 h 43"/>
                    <a:gd name="T20" fmla="*/ 4 w 13"/>
                    <a:gd name="T21" fmla="*/ 21 h 43"/>
                    <a:gd name="T22" fmla="*/ 4 w 13"/>
                    <a:gd name="T23" fmla="*/ 26 h 43"/>
                    <a:gd name="T24" fmla="*/ 4 w 13"/>
                    <a:gd name="T25" fmla="*/ 30 h 43"/>
                    <a:gd name="T26" fmla="*/ 9 w 13"/>
                    <a:gd name="T27" fmla="*/ 30 h 43"/>
                    <a:gd name="T28" fmla="*/ 9 w 13"/>
                    <a:gd name="T29" fmla="*/ 30 h 43"/>
                    <a:gd name="T30" fmla="*/ 13 w 13"/>
                    <a:gd name="T31" fmla="*/ 26 h 43"/>
                    <a:gd name="T32" fmla="*/ 9 w 13"/>
                    <a:gd name="T33" fmla="*/ 26 h 43"/>
                    <a:gd name="T34" fmla="*/ 9 w 13"/>
                    <a:gd name="T35" fmla="*/ 21 h 43"/>
                    <a:gd name="T36" fmla="*/ 9 w 13"/>
                    <a:gd name="T37" fmla="*/ 9 h 43"/>
                    <a:gd name="T38" fmla="*/ 4 w 13"/>
                    <a:gd name="T39" fmla="*/ 13 h 43"/>
                    <a:gd name="T40" fmla="*/ 4 w 13"/>
                    <a:gd name="T41" fmla="*/ 13 h 43"/>
                    <a:gd name="T42" fmla="*/ 4 w 13"/>
                    <a:gd name="T43" fmla="*/ 17 h 43"/>
                    <a:gd name="T44" fmla="*/ 9 w 13"/>
                    <a:gd name="T45" fmla="*/ 17 h 43"/>
                    <a:gd name="T46" fmla="*/ 13 w 13"/>
                    <a:gd name="T47" fmla="*/ 17 h 43"/>
                    <a:gd name="T48" fmla="*/ 13 w 13"/>
                    <a:gd name="T49" fmla="*/ 13 h 43"/>
                    <a:gd name="T50" fmla="*/ 13 w 13"/>
                    <a:gd name="T51" fmla="*/ 13 h 43"/>
                    <a:gd name="T52" fmla="*/ 9 w 13"/>
                    <a:gd name="T53" fmla="*/ 9 h 43"/>
                    <a:gd name="T54" fmla="*/ 9 w 13"/>
                    <a:gd name="T55" fmla="*/ 0 h 43"/>
                    <a:gd name="T56" fmla="*/ 9 w 13"/>
                    <a:gd name="T57" fmla="*/ 0 h 43"/>
                    <a:gd name="T58" fmla="*/ 4 w 13"/>
                    <a:gd name="T59" fmla="*/ 0 h 43"/>
                    <a:gd name="T60" fmla="*/ 9 w 13"/>
                    <a:gd name="T61" fmla="*/ 4 h 43"/>
                    <a:gd name="T62" fmla="*/ 9 w 13"/>
                    <a:gd name="T63" fmla="*/ 4 h 43"/>
                    <a:gd name="T64" fmla="*/ 13 w 13"/>
                    <a:gd name="T65" fmla="*/ 4 h 43"/>
                    <a:gd name="T66" fmla="*/ 13 w 13"/>
                    <a:gd name="T67" fmla="*/ 0 h 43"/>
                    <a:gd name="T68" fmla="*/ 13 w 13"/>
                    <a:gd name="T69" fmla="*/ 0 h 43"/>
                    <a:gd name="T70" fmla="*/ 9 w 13"/>
                    <a:gd name="T7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13" h="43">
                      <a:moveTo>
                        <a:pt x="4" y="34"/>
                      </a:moveTo>
                      <a:lnTo>
                        <a:pt x="4" y="34"/>
                      </a:lnTo>
                      <a:lnTo>
                        <a:pt x="0" y="39"/>
                      </a:lnTo>
                      <a:lnTo>
                        <a:pt x="4" y="43"/>
                      </a:lnTo>
                      <a:lnTo>
                        <a:pt x="4" y="43"/>
                      </a:lnTo>
                      <a:lnTo>
                        <a:pt x="9" y="43"/>
                      </a:lnTo>
                      <a:lnTo>
                        <a:pt x="9" y="39"/>
                      </a:lnTo>
                      <a:lnTo>
                        <a:pt x="9" y="39"/>
                      </a:lnTo>
                      <a:lnTo>
                        <a:pt x="4" y="34"/>
                      </a:lnTo>
                      <a:close/>
                      <a:moveTo>
                        <a:pt x="9" y="21"/>
                      </a:moveTo>
                      <a:lnTo>
                        <a:pt x="4" y="21"/>
                      </a:lnTo>
                      <a:lnTo>
                        <a:pt x="4" y="26"/>
                      </a:lnTo>
                      <a:lnTo>
                        <a:pt x="4" y="30"/>
                      </a:lnTo>
                      <a:lnTo>
                        <a:pt x="9" y="30"/>
                      </a:lnTo>
                      <a:lnTo>
                        <a:pt x="9" y="30"/>
                      </a:lnTo>
                      <a:lnTo>
                        <a:pt x="13" y="26"/>
                      </a:lnTo>
                      <a:lnTo>
                        <a:pt x="9" y="26"/>
                      </a:lnTo>
                      <a:lnTo>
                        <a:pt x="9" y="21"/>
                      </a:lnTo>
                      <a:close/>
                      <a:moveTo>
                        <a:pt x="9" y="9"/>
                      </a:moveTo>
                      <a:lnTo>
                        <a:pt x="4" y="13"/>
                      </a:lnTo>
                      <a:lnTo>
                        <a:pt x="4" y="13"/>
                      </a:lnTo>
                      <a:lnTo>
                        <a:pt x="4" y="17"/>
                      </a:lnTo>
                      <a:lnTo>
                        <a:pt x="9" y="17"/>
                      </a:lnTo>
                      <a:lnTo>
                        <a:pt x="13" y="17"/>
                      </a:lnTo>
                      <a:lnTo>
                        <a:pt x="13" y="13"/>
                      </a:lnTo>
                      <a:lnTo>
                        <a:pt x="13" y="13"/>
                      </a:lnTo>
                      <a:lnTo>
                        <a:pt x="9" y="9"/>
                      </a:lnTo>
                      <a:close/>
                      <a:moveTo>
                        <a:pt x="9" y="0"/>
                      </a:moveTo>
                      <a:lnTo>
                        <a:pt x="9" y="0"/>
                      </a:lnTo>
                      <a:lnTo>
                        <a:pt x="4" y="0"/>
                      </a:lnTo>
                      <a:lnTo>
                        <a:pt x="9" y="4"/>
                      </a:lnTo>
                      <a:lnTo>
                        <a:pt x="9" y="4"/>
                      </a:lnTo>
                      <a:lnTo>
                        <a:pt x="13" y="4"/>
                      </a:lnTo>
                      <a:lnTo>
                        <a:pt x="13" y="0"/>
                      </a:lnTo>
                      <a:lnTo>
                        <a:pt x="13" y="0"/>
                      </a:lnTo>
                      <a:lnTo>
                        <a:pt x="9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GB">
                    <a:solidFill>
                      <a:srgbClr val="000000"/>
                    </a:solidFill>
                  </a:endParaRPr>
                </a:p>
              </p:txBody>
            </p:sp>
          </p:grpSp>
          <p:sp>
            <p:nvSpPr>
              <p:cNvPr id="94" name="Text Box 18" descr="Brown marble"/>
              <p:cNvSpPr txBox="1">
                <a:spLocks noChangeArrowheads="1"/>
              </p:cNvSpPr>
              <p:nvPr/>
            </p:nvSpPr>
            <p:spPr bwMode="auto">
              <a:xfrm>
                <a:off x="612" y="2472"/>
                <a:ext cx="2052" cy="327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GB" altLang="en-US" sz="2800" dirty="0">
                    <a:solidFill>
                      <a:schemeClr val="tx1"/>
                    </a:solidFill>
                  </a:rPr>
                  <a:t>Volume = 2.44 m</a:t>
                </a:r>
                <a:r>
                  <a:rPr lang="en-GB" altLang="en-US" sz="2800" baseline="30000" dirty="0">
                    <a:solidFill>
                      <a:schemeClr val="tx1"/>
                    </a:solidFill>
                  </a:rPr>
                  <a:t>3</a:t>
                </a:r>
                <a:endParaRPr lang="en-GB" alt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5" name="Line 23"/>
              <p:cNvSpPr>
                <a:spLocks noChangeShapeType="1"/>
              </p:cNvSpPr>
              <p:nvPr/>
            </p:nvSpPr>
            <p:spPr bwMode="auto">
              <a:xfrm>
                <a:off x="1608" y="1320"/>
                <a:ext cx="122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</p:grpSp>
      </p:grpSp>
      <p:graphicFrame>
        <p:nvGraphicFramePr>
          <p:cNvPr id="99" name="Object 4" descr="Parchmen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5162557"/>
              </p:ext>
            </p:extLst>
          </p:nvPr>
        </p:nvGraphicFramePr>
        <p:xfrm>
          <a:off x="8453373" y="1206229"/>
          <a:ext cx="2346325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" name="Equation" r:id="rId5" imgW="647640" imgH="203040" progId="Equation.DSMT4">
                  <p:embed/>
                </p:oleObj>
              </mc:Choice>
              <mc:Fallback>
                <p:oleObj name="Equation" r:id="rId5" imgW="6476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53373" y="1206229"/>
                        <a:ext cx="2346325" cy="736600"/>
                      </a:xfrm>
                      <a:prstGeom prst="rect">
                        <a:avLst/>
                      </a:prstGeom>
                      <a:blipFill dpi="0" rotWithShape="1">
                        <a:blip r:embed="rId7"/>
                        <a:srcRect/>
                        <a:tile tx="0" ty="0" sx="100000" sy="100000" flip="none" algn="tl"/>
                      </a:blipFill>
                      <a:ln w="57150" cmpd="thickThin">
                        <a:solidFill>
                          <a:srgbClr val="FF3399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" name="Object 21" descr="Parchmen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2393279"/>
              </p:ext>
            </p:extLst>
          </p:nvPr>
        </p:nvGraphicFramePr>
        <p:xfrm>
          <a:off x="8458136" y="2277792"/>
          <a:ext cx="2330450" cy="1058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" name="Equation" r:id="rId8" imgW="774360" imgH="393480" progId="Equation.DSMT4">
                  <p:embed/>
                </p:oleObj>
              </mc:Choice>
              <mc:Fallback>
                <p:oleObj name="Equation" r:id="rId8" imgW="77436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58136" y="2277792"/>
                        <a:ext cx="2330450" cy="1058862"/>
                      </a:xfrm>
                      <a:prstGeom prst="rect">
                        <a:avLst/>
                      </a:prstGeom>
                      <a:blipFill dpi="0" rotWithShape="1">
                        <a:blip r:embed="rId7"/>
                        <a:srcRect/>
                        <a:tile tx="0" ty="0" sx="100000" sy="100000" flip="none" algn="tl"/>
                      </a:blipFill>
                      <a:ln w="57150" cmpd="thickThin">
                        <a:solidFill>
                          <a:srgbClr val="FF3399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" name="Object 24" descr="Parchmen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0389543"/>
              </p:ext>
            </p:extLst>
          </p:nvPr>
        </p:nvGraphicFramePr>
        <p:xfrm>
          <a:off x="8369236" y="3644629"/>
          <a:ext cx="2482850" cy="1195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" name="Equation" r:id="rId10" imgW="825480" imgH="444240" progId="Equation.DSMT4">
                  <p:embed/>
                </p:oleObj>
              </mc:Choice>
              <mc:Fallback>
                <p:oleObj name="Equation" r:id="rId10" imgW="8254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69236" y="3644629"/>
                        <a:ext cx="2482850" cy="1195388"/>
                      </a:xfrm>
                      <a:prstGeom prst="rect">
                        <a:avLst/>
                      </a:prstGeom>
                      <a:blipFill dpi="0" rotWithShape="1">
                        <a:blip r:embed="rId7"/>
                        <a:srcRect/>
                        <a:tile tx="0" ty="0" sx="100000" sy="100000" flip="none" algn="tl"/>
                      </a:blipFill>
                      <a:ln w="57150" cmpd="thickThin">
                        <a:solidFill>
                          <a:srgbClr val="FF3399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" name="Object 25" descr="Parchmen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2636923"/>
              </p:ext>
            </p:extLst>
          </p:nvPr>
        </p:nvGraphicFramePr>
        <p:xfrm>
          <a:off x="7720519" y="5270229"/>
          <a:ext cx="3827462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" name="Equation" r:id="rId12" imgW="1638000" imgH="444240" progId="Equation.DSMT4">
                  <p:embed/>
                </p:oleObj>
              </mc:Choice>
              <mc:Fallback>
                <p:oleObj name="Equation" r:id="rId12" imgW="16380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20519" y="5270229"/>
                        <a:ext cx="3827462" cy="928688"/>
                      </a:xfrm>
                      <a:prstGeom prst="rect">
                        <a:avLst/>
                      </a:prstGeom>
                      <a:blipFill dpi="0" rotWithShape="1">
                        <a:blip r:embed="rId7"/>
                        <a:srcRect/>
                        <a:tile tx="0" ty="0" sx="100000" sy="100000" flip="none" algn="tl"/>
                      </a:blipFill>
                      <a:ln w="57150" cmpd="thickThin">
                        <a:solidFill>
                          <a:srgbClr val="FF3399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74144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SPHERE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&amp; Surface Area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298448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29844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sphere needs only the radius. </a:t>
            </a:r>
            <a:r>
              <a:rPr lang="en-US" sz="13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Cube the radius for volume; square it for surface area.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566928" y="2148840"/>
            <a:ext cx="5440680" cy="3566160"/>
          </a:xfrm>
          <a:prstGeom prst="roundRect">
            <a:avLst>
              <a:gd name="adj" fmla="val 1538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932688" y="238658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 =  4/3 πr³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914400" y="288036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r = 3 cm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 = 4/3 × π × 3³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4/3 × π × 27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</a:t>
            </a:r>
            <a:r>
              <a:rPr lang="en-US" sz="15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113 cm³</a:t>
            </a:r>
            <a:r>
              <a:rPr lang="en-US" sz="1200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(3 s.f.)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6190488" y="2148840"/>
            <a:ext cx="5440680" cy="3566160"/>
          </a:xfrm>
          <a:prstGeom prst="roundRect">
            <a:avLst>
              <a:gd name="adj" fmla="val 1538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6556248" y="238658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Surface area  =  4πr²</a:t>
            </a:r>
            <a:endParaRPr lang="en-US" sz="1700" dirty="0"/>
          </a:p>
        </p:txBody>
      </p:sp>
      <p:sp>
        <p:nvSpPr>
          <p:cNvPr id="48" name="Text 46"/>
          <p:cNvSpPr/>
          <p:nvPr/>
        </p:nvSpPr>
        <p:spPr>
          <a:xfrm>
            <a:off x="6537960" y="288036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r = 3 cm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= 4 × π × 3²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4 × π × 9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</a:t>
            </a:r>
            <a:r>
              <a:rPr lang="en-US" sz="15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113 cm²</a:t>
            </a:r>
            <a:r>
              <a:rPr lang="en-US" sz="1200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(3 s.f.)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566928" y="585216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841248" y="58521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HEMISPHERE = half a sphere: volume 2/3 πr³, total surface 3πr² (curved + flat circle).</a:t>
            </a:r>
            <a:endParaRPr lang="en-US" sz="2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SPHERE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 (Volume &amp; Surface Area)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1475874" y="1180139"/>
            <a:ext cx="9168063" cy="4827469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566928" y="6144768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886968" y="614476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4/3 πr³ and SA = 4πr². </a:t>
            </a:r>
            <a:r>
              <a:rPr lang="en-US" sz="13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Cube the radius for volume, square it for area.</a:t>
            </a:r>
            <a:endParaRPr lang="en-US" sz="1300" dirty="0"/>
          </a:p>
        </p:txBody>
      </p:sp>
      <p:sp>
        <p:nvSpPr>
          <p:cNvPr id="45" name="Text Placeholder 2"/>
          <p:cNvSpPr txBox="1">
            <a:spLocks/>
          </p:cNvSpPr>
          <p:nvPr/>
        </p:nvSpPr>
        <p:spPr>
          <a:xfrm>
            <a:off x="1653154" y="1180139"/>
            <a:ext cx="9144000" cy="558958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mtClean="0"/>
              <a:t>Task – Find         a) VOLUME          b) SURFACE AREA</a:t>
            </a:r>
            <a:endParaRPr lang="en-GB" dirty="0"/>
          </a:p>
        </p:txBody>
      </p:sp>
      <p:grpSp>
        <p:nvGrpSpPr>
          <p:cNvPr id="46" name="Group 45"/>
          <p:cNvGrpSpPr>
            <a:grpSpLocks/>
          </p:cNvGrpSpPr>
          <p:nvPr/>
        </p:nvGrpSpPr>
        <p:grpSpPr bwMode="auto">
          <a:xfrm>
            <a:off x="2208896" y="1901889"/>
            <a:ext cx="4524375" cy="3533775"/>
            <a:chOff x="669" y="193"/>
            <a:chExt cx="3987" cy="3114"/>
          </a:xfrm>
        </p:grpSpPr>
        <p:grpSp>
          <p:nvGrpSpPr>
            <p:cNvPr id="47" name="Group 46"/>
            <p:cNvGrpSpPr>
              <a:grpSpLocks/>
            </p:cNvGrpSpPr>
            <p:nvPr/>
          </p:nvGrpSpPr>
          <p:grpSpPr bwMode="auto">
            <a:xfrm>
              <a:off x="669" y="193"/>
              <a:ext cx="3987" cy="3114"/>
              <a:chOff x="669" y="193"/>
              <a:chExt cx="3987" cy="3114"/>
            </a:xfrm>
          </p:grpSpPr>
          <p:sp>
            <p:nvSpPr>
              <p:cNvPr id="79" name="Freeform 5"/>
              <p:cNvSpPr>
                <a:spLocks/>
              </p:cNvSpPr>
              <p:nvPr/>
            </p:nvSpPr>
            <p:spPr bwMode="auto">
              <a:xfrm>
                <a:off x="4655" y="2756"/>
                <a:ext cx="1" cy="382"/>
              </a:xfrm>
              <a:custGeom>
                <a:avLst/>
                <a:gdLst>
                  <a:gd name="T0" fmla="*/ 765 h 765"/>
                  <a:gd name="T1" fmla="*/ 0 h 765"/>
                  <a:gd name="T2" fmla="*/ 765 h 765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765">
                    <a:moveTo>
                      <a:pt x="0" y="765"/>
                    </a:moveTo>
                    <a:lnTo>
                      <a:pt x="0" y="0"/>
                    </a:lnTo>
                    <a:lnTo>
                      <a:pt x="0" y="765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80" name="Freeform 6"/>
              <p:cNvSpPr>
                <a:spLocks/>
              </p:cNvSpPr>
              <p:nvPr/>
            </p:nvSpPr>
            <p:spPr bwMode="auto">
              <a:xfrm>
                <a:off x="4655" y="2761"/>
                <a:ext cx="1" cy="377"/>
              </a:xfrm>
              <a:custGeom>
                <a:avLst/>
                <a:gdLst>
                  <a:gd name="T0" fmla="*/ 753 h 753"/>
                  <a:gd name="T1" fmla="*/ 0 h 753"/>
                  <a:gd name="T2" fmla="*/ 753 h 753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753">
                    <a:moveTo>
                      <a:pt x="0" y="753"/>
                    </a:moveTo>
                    <a:lnTo>
                      <a:pt x="0" y="0"/>
                    </a:lnTo>
                    <a:lnTo>
                      <a:pt x="0" y="753"/>
                    </a:lnTo>
                    <a:close/>
                  </a:path>
                </a:pathLst>
              </a:custGeom>
              <a:solidFill>
                <a:srgbClr val="C3C3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81" name="Freeform 7"/>
              <p:cNvSpPr>
                <a:spLocks/>
              </p:cNvSpPr>
              <p:nvPr/>
            </p:nvSpPr>
            <p:spPr bwMode="auto">
              <a:xfrm>
                <a:off x="4655" y="2768"/>
                <a:ext cx="1" cy="370"/>
              </a:xfrm>
              <a:custGeom>
                <a:avLst/>
                <a:gdLst>
                  <a:gd name="T0" fmla="*/ 739 h 739"/>
                  <a:gd name="T1" fmla="*/ 0 h 739"/>
                  <a:gd name="T2" fmla="*/ 739 h 739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739">
                    <a:moveTo>
                      <a:pt x="0" y="739"/>
                    </a:moveTo>
                    <a:lnTo>
                      <a:pt x="0" y="0"/>
                    </a:lnTo>
                    <a:lnTo>
                      <a:pt x="0" y="739"/>
                    </a:lnTo>
                    <a:close/>
                  </a:path>
                </a:pathLst>
              </a:custGeom>
              <a:solidFill>
                <a:srgbClr val="C4C4C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82" name="Freeform 8"/>
              <p:cNvSpPr>
                <a:spLocks/>
              </p:cNvSpPr>
              <p:nvPr/>
            </p:nvSpPr>
            <p:spPr bwMode="auto">
              <a:xfrm>
                <a:off x="4655" y="2774"/>
                <a:ext cx="1" cy="364"/>
              </a:xfrm>
              <a:custGeom>
                <a:avLst/>
                <a:gdLst>
                  <a:gd name="T0" fmla="*/ 728 h 728"/>
                  <a:gd name="T1" fmla="*/ 0 h 728"/>
                  <a:gd name="T2" fmla="*/ 728 h 728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728">
                    <a:moveTo>
                      <a:pt x="0" y="728"/>
                    </a:moveTo>
                    <a:lnTo>
                      <a:pt x="0" y="0"/>
                    </a:lnTo>
                    <a:lnTo>
                      <a:pt x="0" y="728"/>
                    </a:lnTo>
                    <a:close/>
                  </a:path>
                </a:pathLst>
              </a:cu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83" name="Freeform 9"/>
              <p:cNvSpPr>
                <a:spLocks/>
              </p:cNvSpPr>
              <p:nvPr/>
            </p:nvSpPr>
            <p:spPr bwMode="auto">
              <a:xfrm>
                <a:off x="4655" y="2780"/>
                <a:ext cx="1" cy="358"/>
              </a:xfrm>
              <a:custGeom>
                <a:avLst/>
                <a:gdLst>
                  <a:gd name="T0" fmla="*/ 715 h 715"/>
                  <a:gd name="T1" fmla="*/ 0 h 715"/>
                  <a:gd name="T2" fmla="*/ 715 h 715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715">
                    <a:moveTo>
                      <a:pt x="0" y="715"/>
                    </a:moveTo>
                    <a:lnTo>
                      <a:pt x="0" y="0"/>
                    </a:lnTo>
                    <a:lnTo>
                      <a:pt x="0" y="715"/>
                    </a:lnTo>
                    <a:close/>
                  </a:path>
                </a:pathLst>
              </a:custGeom>
              <a:solidFill>
                <a:srgbClr val="C7C7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84" name="Freeform 10"/>
              <p:cNvSpPr>
                <a:spLocks/>
              </p:cNvSpPr>
              <p:nvPr/>
            </p:nvSpPr>
            <p:spPr bwMode="auto">
              <a:xfrm>
                <a:off x="4655" y="2786"/>
                <a:ext cx="1" cy="351"/>
              </a:xfrm>
              <a:custGeom>
                <a:avLst/>
                <a:gdLst>
                  <a:gd name="T0" fmla="*/ 702 h 702"/>
                  <a:gd name="T1" fmla="*/ 0 h 702"/>
                  <a:gd name="T2" fmla="*/ 702 h 70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702">
                    <a:moveTo>
                      <a:pt x="0" y="702"/>
                    </a:moveTo>
                    <a:lnTo>
                      <a:pt x="0" y="0"/>
                    </a:lnTo>
                    <a:lnTo>
                      <a:pt x="0" y="702"/>
                    </a:lnTo>
                    <a:close/>
                  </a:path>
                </a:pathLst>
              </a:custGeom>
              <a:solidFill>
                <a:srgbClr val="C7C7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85" name="Freeform 11"/>
              <p:cNvSpPr>
                <a:spLocks/>
              </p:cNvSpPr>
              <p:nvPr/>
            </p:nvSpPr>
            <p:spPr bwMode="auto">
              <a:xfrm>
                <a:off x="4655" y="2792"/>
                <a:ext cx="1" cy="345"/>
              </a:xfrm>
              <a:custGeom>
                <a:avLst/>
                <a:gdLst>
                  <a:gd name="T0" fmla="*/ 690 h 690"/>
                  <a:gd name="T1" fmla="*/ 0 h 690"/>
                  <a:gd name="T2" fmla="*/ 690 h 690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690">
                    <a:moveTo>
                      <a:pt x="0" y="690"/>
                    </a:moveTo>
                    <a:lnTo>
                      <a:pt x="0" y="0"/>
                    </a:lnTo>
                    <a:lnTo>
                      <a:pt x="0" y="690"/>
                    </a:lnTo>
                    <a:close/>
                  </a:path>
                </a:pathLst>
              </a:custGeom>
              <a:solidFill>
                <a:srgbClr val="C8C8C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86" name="Freeform 12"/>
              <p:cNvSpPr>
                <a:spLocks/>
              </p:cNvSpPr>
              <p:nvPr/>
            </p:nvSpPr>
            <p:spPr bwMode="auto">
              <a:xfrm>
                <a:off x="4655" y="2798"/>
                <a:ext cx="1" cy="339"/>
              </a:xfrm>
              <a:custGeom>
                <a:avLst/>
                <a:gdLst>
                  <a:gd name="T0" fmla="*/ 677 h 677"/>
                  <a:gd name="T1" fmla="*/ 0 h 677"/>
                  <a:gd name="T2" fmla="*/ 677 h 677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677">
                    <a:moveTo>
                      <a:pt x="0" y="677"/>
                    </a:moveTo>
                    <a:lnTo>
                      <a:pt x="0" y="0"/>
                    </a:lnTo>
                    <a:lnTo>
                      <a:pt x="0" y="677"/>
                    </a:lnTo>
                    <a:close/>
                  </a:path>
                </a:pathLst>
              </a:custGeom>
              <a:solidFill>
                <a:srgbClr val="CACAC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87" name="Freeform 13"/>
              <p:cNvSpPr>
                <a:spLocks/>
              </p:cNvSpPr>
              <p:nvPr/>
            </p:nvSpPr>
            <p:spPr bwMode="auto">
              <a:xfrm>
                <a:off x="4655" y="2805"/>
                <a:ext cx="1" cy="332"/>
              </a:xfrm>
              <a:custGeom>
                <a:avLst/>
                <a:gdLst>
                  <a:gd name="T0" fmla="*/ 665 h 665"/>
                  <a:gd name="T1" fmla="*/ 0 h 665"/>
                  <a:gd name="T2" fmla="*/ 665 h 665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665">
                    <a:moveTo>
                      <a:pt x="0" y="665"/>
                    </a:moveTo>
                    <a:lnTo>
                      <a:pt x="0" y="0"/>
                    </a:lnTo>
                    <a:lnTo>
                      <a:pt x="0" y="665"/>
                    </a:lnTo>
                    <a:close/>
                  </a:path>
                </a:pathLst>
              </a:custGeom>
              <a:solidFill>
                <a:srgbClr val="CBCB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88" name="Freeform 14"/>
              <p:cNvSpPr>
                <a:spLocks/>
              </p:cNvSpPr>
              <p:nvPr/>
            </p:nvSpPr>
            <p:spPr bwMode="auto">
              <a:xfrm>
                <a:off x="4655" y="2810"/>
                <a:ext cx="1" cy="326"/>
              </a:xfrm>
              <a:custGeom>
                <a:avLst/>
                <a:gdLst>
                  <a:gd name="T0" fmla="*/ 652 h 652"/>
                  <a:gd name="T1" fmla="*/ 0 h 652"/>
                  <a:gd name="T2" fmla="*/ 652 h 65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652">
                    <a:moveTo>
                      <a:pt x="0" y="652"/>
                    </a:moveTo>
                    <a:lnTo>
                      <a:pt x="0" y="0"/>
                    </a:lnTo>
                    <a:lnTo>
                      <a:pt x="0" y="652"/>
                    </a:ln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89" name="Freeform 15"/>
              <p:cNvSpPr>
                <a:spLocks/>
              </p:cNvSpPr>
              <p:nvPr/>
            </p:nvSpPr>
            <p:spPr bwMode="auto">
              <a:xfrm>
                <a:off x="4655" y="2817"/>
                <a:ext cx="1" cy="319"/>
              </a:xfrm>
              <a:custGeom>
                <a:avLst/>
                <a:gdLst>
                  <a:gd name="T0" fmla="*/ 640 h 640"/>
                  <a:gd name="T1" fmla="*/ 0 h 640"/>
                  <a:gd name="T2" fmla="*/ 640 h 640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640">
                    <a:moveTo>
                      <a:pt x="0" y="640"/>
                    </a:moveTo>
                    <a:lnTo>
                      <a:pt x="0" y="0"/>
                    </a:lnTo>
                    <a:lnTo>
                      <a:pt x="0" y="640"/>
                    </a:ln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90" name="Freeform 16"/>
              <p:cNvSpPr>
                <a:spLocks/>
              </p:cNvSpPr>
              <p:nvPr/>
            </p:nvSpPr>
            <p:spPr bwMode="auto">
              <a:xfrm>
                <a:off x="4655" y="2822"/>
                <a:ext cx="1" cy="314"/>
              </a:xfrm>
              <a:custGeom>
                <a:avLst/>
                <a:gdLst>
                  <a:gd name="T0" fmla="*/ 628 h 628"/>
                  <a:gd name="T1" fmla="*/ 0 h 628"/>
                  <a:gd name="T2" fmla="*/ 628 h 628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628">
                    <a:moveTo>
                      <a:pt x="0" y="628"/>
                    </a:moveTo>
                    <a:lnTo>
                      <a:pt x="0" y="0"/>
                    </a:lnTo>
                    <a:lnTo>
                      <a:pt x="0" y="628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91" name="Freeform 17"/>
              <p:cNvSpPr>
                <a:spLocks/>
              </p:cNvSpPr>
              <p:nvPr/>
            </p:nvSpPr>
            <p:spPr bwMode="auto">
              <a:xfrm>
                <a:off x="4655" y="2829"/>
                <a:ext cx="1" cy="307"/>
              </a:xfrm>
              <a:custGeom>
                <a:avLst/>
                <a:gdLst>
                  <a:gd name="T0" fmla="*/ 614 h 614"/>
                  <a:gd name="T1" fmla="*/ 0 h 614"/>
                  <a:gd name="T2" fmla="*/ 614 h 614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614">
                    <a:moveTo>
                      <a:pt x="0" y="614"/>
                    </a:moveTo>
                    <a:lnTo>
                      <a:pt x="0" y="0"/>
                    </a:lnTo>
                    <a:lnTo>
                      <a:pt x="0" y="614"/>
                    </a:lnTo>
                    <a:close/>
                  </a:path>
                </a:pathLst>
              </a:custGeom>
              <a:solidFill>
                <a:srgbClr val="CFCF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92" name="Freeform 18"/>
              <p:cNvSpPr>
                <a:spLocks/>
              </p:cNvSpPr>
              <p:nvPr/>
            </p:nvSpPr>
            <p:spPr bwMode="auto">
              <a:xfrm>
                <a:off x="4655" y="2835"/>
                <a:ext cx="1" cy="301"/>
              </a:xfrm>
              <a:custGeom>
                <a:avLst/>
                <a:gdLst>
                  <a:gd name="T0" fmla="*/ 603 h 603"/>
                  <a:gd name="T1" fmla="*/ 0 h 603"/>
                  <a:gd name="T2" fmla="*/ 603 h 603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603">
                    <a:moveTo>
                      <a:pt x="0" y="603"/>
                    </a:moveTo>
                    <a:lnTo>
                      <a:pt x="0" y="0"/>
                    </a:lnTo>
                    <a:lnTo>
                      <a:pt x="0" y="603"/>
                    </a:lnTo>
                    <a:close/>
                  </a:path>
                </a:pathLst>
              </a:custGeom>
              <a:solidFill>
                <a:srgbClr val="D0D0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93" name="Freeform 19"/>
              <p:cNvSpPr>
                <a:spLocks/>
              </p:cNvSpPr>
              <p:nvPr/>
            </p:nvSpPr>
            <p:spPr bwMode="auto">
              <a:xfrm>
                <a:off x="4655" y="2841"/>
                <a:ext cx="1" cy="295"/>
              </a:xfrm>
              <a:custGeom>
                <a:avLst/>
                <a:gdLst>
                  <a:gd name="T0" fmla="*/ 590 h 590"/>
                  <a:gd name="T1" fmla="*/ 0 h 590"/>
                  <a:gd name="T2" fmla="*/ 590 h 590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590">
                    <a:moveTo>
                      <a:pt x="0" y="590"/>
                    </a:moveTo>
                    <a:lnTo>
                      <a:pt x="0" y="0"/>
                    </a:lnTo>
                    <a:lnTo>
                      <a:pt x="0" y="590"/>
                    </a:lnTo>
                    <a:close/>
                  </a:path>
                </a:pathLst>
              </a:custGeom>
              <a:solidFill>
                <a:srgbClr val="D0D0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94" name="Freeform 20"/>
              <p:cNvSpPr>
                <a:spLocks/>
              </p:cNvSpPr>
              <p:nvPr/>
            </p:nvSpPr>
            <p:spPr bwMode="auto">
              <a:xfrm>
                <a:off x="4655" y="2847"/>
                <a:ext cx="1" cy="288"/>
              </a:xfrm>
              <a:custGeom>
                <a:avLst/>
                <a:gdLst>
                  <a:gd name="T0" fmla="*/ 576 h 576"/>
                  <a:gd name="T1" fmla="*/ 0 h 576"/>
                  <a:gd name="T2" fmla="*/ 576 h 576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576">
                    <a:moveTo>
                      <a:pt x="0" y="576"/>
                    </a:moveTo>
                    <a:lnTo>
                      <a:pt x="0" y="0"/>
                    </a:lnTo>
                    <a:lnTo>
                      <a:pt x="0" y="576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95" name="Freeform 21"/>
              <p:cNvSpPr>
                <a:spLocks/>
              </p:cNvSpPr>
              <p:nvPr/>
            </p:nvSpPr>
            <p:spPr bwMode="auto">
              <a:xfrm>
                <a:off x="4655" y="2854"/>
                <a:ext cx="1" cy="281"/>
              </a:xfrm>
              <a:custGeom>
                <a:avLst/>
                <a:gdLst>
                  <a:gd name="T0" fmla="*/ 564 h 564"/>
                  <a:gd name="T1" fmla="*/ 0 h 564"/>
                  <a:gd name="T2" fmla="*/ 564 h 564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564">
                    <a:moveTo>
                      <a:pt x="0" y="564"/>
                    </a:moveTo>
                    <a:lnTo>
                      <a:pt x="0" y="0"/>
                    </a:lnTo>
                    <a:lnTo>
                      <a:pt x="0" y="564"/>
                    </a:lnTo>
                    <a:close/>
                  </a:path>
                </a:pathLst>
              </a:custGeom>
              <a:solidFill>
                <a:srgbClr val="D2D2D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96" name="Freeform 22"/>
              <p:cNvSpPr>
                <a:spLocks/>
              </p:cNvSpPr>
              <p:nvPr/>
            </p:nvSpPr>
            <p:spPr bwMode="auto">
              <a:xfrm>
                <a:off x="4655" y="2859"/>
                <a:ext cx="1" cy="276"/>
              </a:xfrm>
              <a:custGeom>
                <a:avLst/>
                <a:gdLst>
                  <a:gd name="T0" fmla="*/ 552 h 552"/>
                  <a:gd name="T1" fmla="*/ 0 h 552"/>
                  <a:gd name="T2" fmla="*/ 552 h 55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552">
                    <a:moveTo>
                      <a:pt x="0" y="552"/>
                    </a:moveTo>
                    <a:lnTo>
                      <a:pt x="0" y="0"/>
                    </a:lnTo>
                    <a:lnTo>
                      <a:pt x="0" y="552"/>
                    </a:lnTo>
                    <a:close/>
                  </a:path>
                </a:pathLst>
              </a:custGeom>
              <a:solidFill>
                <a:srgbClr val="D4D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97" name="Freeform 23"/>
              <p:cNvSpPr>
                <a:spLocks/>
              </p:cNvSpPr>
              <p:nvPr/>
            </p:nvSpPr>
            <p:spPr bwMode="auto">
              <a:xfrm>
                <a:off x="4655" y="2866"/>
                <a:ext cx="1" cy="269"/>
              </a:xfrm>
              <a:custGeom>
                <a:avLst/>
                <a:gdLst>
                  <a:gd name="T0" fmla="*/ 540 h 540"/>
                  <a:gd name="T1" fmla="*/ 0 h 540"/>
                  <a:gd name="T2" fmla="*/ 540 h 540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540">
                    <a:moveTo>
                      <a:pt x="0" y="540"/>
                    </a:moveTo>
                    <a:lnTo>
                      <a:pt x="0" y="0"/>
                    </a:lnTo>
                    <a:lnTo>
                      <a:pt x="0" y="540"/>
                    </a:lnTo>
                    <a:close/>
                  </a:path>
                </a:pathLst>
              </a:custGeom>
              <a:solidFill>
                <a:srgbClr val="D5D5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98" name="Freeform 24"/>
              <p:cNvSpPr>
                <a:spLocks/>
              </p:cNvSpPr>
              <p:nvPr/>
            </p:nvSpPr>
            <p:spPr bwMode="auto">
              <a:xfrm>
                <a:off x="4655" y="2871"/>
                <a:ext cx="1" cy="264"/>
              </a:xfrm>
              <a:custGeom>
                <a:avLst/>
                <a:gdLst>
                  <a:gd name="T0" fmla="*/ 528 h 528"/>
                  <a:gd name="T1" fmla="*/ 0 h 528"/>
                  <a:gd name="T2" fmla="*/ 528 h 528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528">
                    <a:moveTo>
                      <a:pt x="0" y="528"/>
                    </a:moveTo>
                    <a:lnTo>
                      <a:pt x="0" y="0"/>
                    </a:lnTo>
                    <a:lnTo>
                      <a:pt x="0" y="528"/>
                    </a:lnTo>
                    <a:close/>
                  </a:path>
                </a:pathLst>
              </a:custGeom>
              <a:solidFill>
                <a:srgbClr val="D5D5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99" name="Freeform 25"/>
              <p:cNvSpPr>
                <a:spLocks/>
              </p:cNvSpPr>
              <p:nvPr/>
            </p:nvSpPr>
            <p:spPr bwMode="auto">
              <a:xfrm>
                <a:off x="4655" y="2878"/>
                <a:ext cx="1" cy="257"/>
              </a:xfrm>
              <a:custGeom>
                <a:avLst/>
                <a:gdLst>
                  <a:gd name="T0" fmla="*/ 513 h 513"/>
                  <a:gd name="T1" fmla="*/ 0 h 513"/>
                  <a:gd name="T2" fmla="*/ 513 h 513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513">
                    <a:moveTo>
                      <a:pt x="0" y="513"/>
                    </a:moveTo>
                    <a:lnTo>
                      <a:pt x="0" y="0"/>
                    </a:lnTo>
                    <a:lnTo>
                      <a:pt x="0" y="513"/>
                    </a:lnTo>
                    <a:close/>
                  </a:path>
                </a:pathLst>
              </a:custGeom>
              <a:solidFill>
                <a:srgbClr val="D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00" name="Freeform 26"/>
              <p:cNvSpPr>
                <a:spLocks/>
              </p:cNvSpPr>
              <p:nvPr/>
            </p:nvSpPr>
            <p:spPr bwMode="auto">
              <a:xfrm>
                <a:off x="4655" y="2884"/>
                <a:ext cx="1" cy="251"/>
              </a:xfrm>
              <a:custGeom>
                <a:avLst/>
                <a:gdLst>
                  <a:gd name="T0" fmla="*/ 502 h 502"/>
                  <a:gd name="T1" fmla="*/ 0 h 502"/>
                  <a:gd name="T2" fmla="*/ 502 h 50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502">
                    <a:moveTo>
                      <a:pt x="0" y="502"/>
                    </a:moveTo>
                    <a:lnTo>
                      <a:pt x="0" y="0"/>
                    </a:lnTo>
                    <a:lnTo>
                      <a:pt x="0" y="502"/>
                    </a:lnTo>
                    <a:close/>
                  </a:path>
                </a:pathLst>
              </a:custGeom>
              <a:solidFill>
                <a:srgbClr val="D8D8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01" name="Freeform 27"/>
              <p:cNvSpPr>
                <a:spLocks/>
              </p:cNvSpPr>
              <p:nvPr/>
            </p:nvSpPr>
            <p:spPr bwMode="auto">
              <a:xfrm>
                <a:off x="4655" y="2890"/>
                <a:ext cx="1" cy="245"/>
              </a:xfrm>
              <a:custGeom>
                <a:avLst/>
                <a:gdLst>
                  <a:gd name="T0" fmla="*/ 489 h 489"/>
                  <a:gd name="T1" fmla="*/ 0 h 489"/>
                  <a:gd name="T2" fmla="*/ 489 h 489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489">
                    <a:moveTo>
                      <a:pt x="0" y="489"/>
                    </a:moveTo>
                    <a:lnTo>
                      <a:pt x="0" y="0"/>
                    </a:lnTo>
                    <a:lnTo>
                      <a:pt x="0" y="489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02" name="Freeform 28"/>
              <p:cNvSpPr>
                <a:spLocks/>
              </p:cNvSpPr>
              <p:nvPr/>
            </p:nvSpPr>
            <p:spPr bwMode="auto">
              <a:xfrm>
                <a:off x="4655" y="2896"/>
                <a:ext cx="1" cy="238"/>
              </a:xfrm>
              <a:custGeom>
                <a:avLst/>
                <a:gdLst>
                  <a:gd name="T0" fmla="*/ 476 h 476"/>
                  <a:gd name="T1" fmla="*/ 0 h 476"/>
                  <a:gd name="T2" fmla="*/ 476 h 476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476">
                    <a:moveTo>
                      <a:pt x="0" y="476"/>
                    </a:moveTo>
                    <a:lnTo>
                      <a:pt x="0" y="0"/>
                    </a:lnTo>
                    <a:lnTo>
                      <a:pt x="0" y="476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03" name="Freeform 29"/>
              <p:cNvSpPr>
                <a:spLocks/>
              </p:cNvSpPr>
              <p:nvPr/>
            </p:nvSpPr>
            <p:spPr bwMode="auto">
              <a:xfrm>
                <a:off x="4655" y="2902"/>
                <a:ext cx="1" cy="232"/>
              </a:xfrm>
              <a:custGeom>
                <a:avLst/>
                <a:gdLst>
                  <a:gd name="T0" fmla="*/ 464 h 464"/>
                  <a:gd name="T1" fmla="*/ 0 h 464"/>
                  <a:gd name="T2" fmla="*/ 464 h 464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464">
                    <a:moveTo>
                      <a:pt x="0" y="464"/>
                    </a:moveTo>
                    <a:lnTo>
                      <a:pt x="0" y="0"/>
                    </a:lnTo>
                    <a:lnTo>
                      <a:pt x="0" y="464"/>
                    </a:lnTo>
                    <a:close/>
                  </a:path>
                </a:pathLst>
              </a:custGeom>
              <a:solidFill>
                <a:srgbClr val="DADA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04" name="Freeform 30"/>
              <p:cNvSpPr>
                <a:spLocks/>
              </p:cNvSpPr>
              <p:nvPr/>
            </p:nvSpPr>
            <p:spPr bwMode="auto">
              <a:xfrm>
                <a:off x="4655" y="2908"/>
                <a:ext cx="1" cy="226"/>
              </a:xfrm>
              <a:custGeom>
                <a:avLst/>
                <a:gdLst>
                  <a:gd name="T0" fmla="*/ 451 h 451"/>
                  <a:gd name="T1" fmla="*/ 0 h 451"/>
                  <a:gd name="T2" fmla="*/ 451 h 45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451">
                    <a:moveTo>
                      <a:pt x="0" y="451"/>
                    </a:moveTo>
                    <a:lnTo>
                      <a:pt x="0" y="0"/>
                    </a:lnTo>
                    <a:lnTo>
                      <a:pt x="0" y="451"/>
                    </a:lnTo>
                    <a:close/>
                  </a:path>
                </a:pathLst>
              </a:custGeom>
              <a:solidFill>
                <a:srgbClr val="DBDB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05" name="Freeform 31"/>
              <p:cNvSpPr>
                <a:spLocks/>
              </p:cNvSpPr>
              <p:nvPr/>
            </p:nvSpPr>
            <p:spPr bwMode="auto">
              <a:xfrm>
                <a:off x="4655" y="2915"/>
                <a:ext cx="1" cy="219"/>
              </a:xfrm>
              <a:custGeom>
                <a:avLst/>
                <a:gdLst>
                  <a:gd name="T0" fmla="*/ 439 h 439"/>
                  <a:gd name="T1" fmla="*/ 0 h 439"/>
                  <a:gd name="T2" fmla="*/ 439 h 439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439">
                    <a:moveTo>
                      <a:pt x="0" y="439"/>
                    </a:moveTo>
                    <a:lnTo>
                      <a:pt x="0" y="0"/>
                    </a:lnTo>
                    <a:lnTo>
                      <a:pt x="0" y="439"/>
                    </a:lnTo>
                    <a:close/>
                  </a:path>
                </a:pathLst>
              </a:cu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06" name="Freeform 32"/>
              <p:cNvSpPr>
                <a:spLocks/>
              </p:cNvSpPr>
              <p:nvPr/>
            </p:nvSpPr>
            <p:spPr bwMode="auto">
              <a:xfrm>
                <a:off x="4655" y="2920"/>
                <a:ext cx="1" cy="214"/>
              </a:xfrm>
              <a:custGeom>
                <a:avLst/>
                <a:gdLst>
                  <a:gd name="T0" fmla="*/ 427 h 427"/>
                  <a:gd name="T1" fmla="*/ 0 h 427"/>
                  <a:gd name="T2" fmla="*/ 427 h 427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427">
                    <a:moveTo>
                      <a:pt x="0" y="427"/>
                    </a:moveTo>
                    <a:lnTo>
                      <a:pt x="0" y="0"/>
                    </a:lnTo>
                    <a:lnTo>
                      <a:pt x="0" y="427"/>
                    </a:lnTo>
                    <a:close/>
                  </a:path>
                </a:pathLst>
              </a:custGeom>
              <a:solidFill>
                <a:srgbClr val="DEDED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07" name="Freeform 33"/>
              <p:cNvSpPr>
                <a:spLocks/>
              </p:cNvSpPr>
              <p:nvPr/>
            </p:nvSpPr>
            <p:spPr bwMode="auto">
              <a:xfrm>
                <a:off x="4655" y="2927"/>
                <a:ext cx="1" cy="207"/>
              </a:xfrm>
              <a:custGeom>
                <a:avLst/>
                <a:gdLst>
                  <a:gd name="T0" fmla="*/ 414 h 414"/>
                  <a:gd name="T1" fmla="*/ 0 h 414"/>
                  <a:gd name="T2" fmla="*/ 414 h 414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414">
                    <a:moveTo>
                      <a:pt x="0" y="414"/>
                    </a:moveTo>
                    <a:lnTo>
                      <a:pt x="0" y="0"/>
                    </a:lnTo>
                    <a:lnTo>
                      <a:pt x="0" y="414"/>
                    </a:lnTo>
                    <a:close/>
                  </a:path>
                </a:pathLst>
              </a:custGeom>
              <a:solidFill>
                <a:srgbClr val="DEDED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08" name="Freeform 34"/>
              <p:cNvSpPr>
                <a:spLocks/>
              </p:cNvSpPr>
              <p:nvPr/>
            </p:nvSpPr>
            <p:spPr bwMode="auto">
              <a:xfrm>
                <a:off x="4655" y="2933"/>
                <a:ext cx="1" cy="201"/>
              </a:xfrm>
              <a:custGeom>
                <a:avLst/>
                <a:gdLst>
                  <a:gd name="T0" fmla="*/ 402 h 402"/>
                  <a:gd name="T1" fmla="*/ 0 h 402"/>
                  <a:gd name="T2" fmla="*/ 402 h 40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402">
                    <a:moveTo>
                      <a:pt x="0" y="402"/>
                    </a:moveTo>
                    <a:lnTo>
                      <a:pt x="0" y="0"/>
                    </a:lnTo>
                    <a:lnTo>
                      <a:pt x="0" y="402"/>
                    </a:lnTo>
                    <a:close/>
                  </a:path>
                </a:pathLst>
              </a:custGeom>
              <a:solidFill>
                <a:srgbClr val="DFDFD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09" name="Freeform 35"/>
              <p:cNvSpPr>
                <a:spLocks/>
              </p:cNvSpPr>
              <p:nvPr/>
            </p:nvSpPr>
            <p:spPr bwMode="auto">
              <a:xfrm>
                <a:off x="4655" y="2939"/>
                <a:ext cx="1" cy="195"/>
              </a:xfrm>
              <a:custGeom>
                <a:avLst/>
                <a:gdLst>
                  <a:gd name="T0" fmla="*/ 389 h 389"/>
                  <a:gd name="T1" fmla="*/ 0 h 389"/>
                  <a:gd name="T2" fmla="*/ 389 h 389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389">
                    <a:moveTo>
                      <a:pt x="0" y="389"/>
                    </a:moveTo>
                    <a:lnTo>
                      <a:pt x="0" y="0"/>
                    </a:lnTo>
                    <a:lnTo>
                      <a:pt x="0" y="38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10" name="Freeform 36"/>
              <p:cNvSpPr>
                <a:spLocks/>
              </p:cNvSpPr>
              <p:nvPr/>
            </p:nvSpPr>
            <p:spPr bwMode="auto">
              <a:xfrm>
                <a:off x="4655" y="2945"/>
                <a:ext cx="1" cy="188"/>
              </a:xfrm>
              <a:custGeom>
                <a:avLst/>
                <a:gdLst>
                  <a:gd name="T0" fmla="*/ 376 h 376"/>
                  <a:gd name="T1" fmla="*/ 0 h 376"/>
                  <a:gd name="T2" fmla="*/ 376 h 376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376">
                    <a:moveTo>
                      <a:pt x="0" y="376"/>
                    </a:moveTo>
                    <a:lnTo>
                      <a:pt x="0" y="0"/>
                    </a:lnTo>
                    <a:lnTo>
                      <a:pt x="0" y="376"/>
                    </a:lnTo>
                    <a:close/>
                  </a:path>
                </a:pathLst>
              </a:custGeom>
              <a:solidFill>
                <a:srgbClr val="E2E2E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11" name="Freeform 37"/>
              <p:cNvSpPr>
                <a:spLocks/>
              </p:cNvSpPr>
              <p:nvPr/>
            </p:nvSpPr>
            <p:spPr bwMode="auto">
              <a:xfrm>
                <a:off x="4655" y="2951"/>
                <a:ext cx="1" cy="182"/>
              </a:xfrm>
              <a:custGeom>
                <a:avLst/>
                <a:gdLst>
                  <a:gd name="T0" fmla="*/ 364 h 364"/>
                  <a:gd name="T1" fmla="*/ 0 h 364"/>
                  <a:gd name="T2" fmla="*/ 364 h 364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364">
                    <a:moveTo>
                      <a:pt x="0" y="364"/>
                    </a:moveTo>
                    <a:lnTo>
                      <a:pt x="0" y="0"/>
                    </a:lnTo>
                    <a:lnTo>
                      <a:pt x="0" y="364"/>
                    </a:lnTo>
                    <a:close/>
                  </a:path>
                </a:pathLst>
              </a:custGeom>
              <a:solidFill>
                <a:srgbClr val="E3E3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12" name="Freeform 38"/>
              <p:cNvSpPr>
                <a:spLocks/>
              </p:cNvSpPr>
              <p:nvPr/>
            </p:nvSpPr>
            <p:spPr bwMode="auto">
              <a:xfrm>
                <a:off x="4655" y="2957"/>
                <a:ext cx="1" cy="176"/>
              </a:xfrm>
              <a:custGeom>
                <a:avLst/>
                <a:gdLst>
                  <a:gd name="T0" fmla="*/ 351 h 351"/>
                  <a:gd name="T1" fmla="*/ 0 h 351"/>
                  <a:gd name="T2" fmla="*/ 351 h 35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351">
                    <a:moveTo>
                      <a:pt x="0" y="351"/>
                    </a:moveTo>
                    <a:lnTo>
                      <a:pt x="0" y="0"/>
                    </a:lnTo>
                    <a:lnTo>
                      <a:pt x="0" y="351"/>
                    </a:lnTo>
                    <a:close/>
                  </a:path>
                </a:pathLst>
              </a:custGeom>
              <a:solidFill>
                <a:srgbClr val="E3E3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13" name="Freeform 39"/>
              <p:cNvSpPr>
                <a:spLocks/>
              </p:cNvSpPr>
              <p:nvPr/>
            </p:nvSpPr>
            <p:spPr bwMode="auto">
              <a:xfrm>
                <a:off x="4655" y="2964"/>
                <a:ext cx="1" cy="168"/>
              </a:xfrm>
              <a:custGeom>
                <a:avLst/>
                <a:gdLst>
                  <a:gd name="T0" fmla="*/ 338 h 338"/>
                  <a:gd name="T1" fmla="*/ 0 h 338"/>
                  <a:gd name="T2" fmla="*/ 338 h 338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338">
                    <a:moveTo>
                      <a:pt x="0" y="338"/>
                    </a:moveTo>
                    <a:lnTo>
                      <a:pt x="0" y="0"/>
                    </a:lnTo>
                    <a:lnTo>
                      <a:pt x="0" y="338"/>
                    </a:lnTo>
                    <a:close/>
                  </a:path>
                </a:pathLst>
              </a:custGeom>
              <a:solidFill>
                <a:srgbClr val="E4E4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14" name="Freeform 40"/>
              <p:cNvSpPr>
                <a:spLocks/>
              </p:cNvSpPr>
              <p:nvPr/>
            </p:nvSpPr>
            <p:spPr bwMode="auto">
              <a:xfrm>
                <a:off x="4655" y="2969"/>
                <a:ext cx="1" cy="163"/>
              </a:xfrm>
              <a:custGeom>
                <a:avLst/>
                <a:gdLst>
                  <a:gd name="T0" fmla="*/ 326 h 326"/>
                  <a:gd name="T1" fmla="*/ 0 h 326"/>
                  <a:gd name="T2" fmla="*/ 326 h 326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326">
                    <a:moveTo>
                      <a:pt x="0" y="326"/>
                    </a:moveTo>
                    <a:lnTo>
                      <a:pt x="0" y="0"/>
                    </a:lnTo>
                    <a:lnTo>
                      <a:pt x="0" y="326"/>
                    </a:lnTo>
                    <a:close/>
                  </a:path>
                </a:pathLst>
              </a:custGeom>
              <a:solidFill>
                <a:srgbClr val="E6E6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15" name="Freeform 41"/>
              <p:cNvSpPr>
                <a:spLocks/>
              </p:cNvSpPr>
              <p:nvPr/>
            </p:nvSpPr>
            <p:spPr bwMode="auto">
              <a:xfrm>
                <a:off x="4655" y="2976"/>
                <a:ext cx="1" cy="156"/>
              </a:xfrm>
              <a:custGeom>
                <a:avLst/>
                <a:gdLst>
                  <a:gd name="T0" fmla="*/ 314 h 314"/>
                  <a:gd name="T1" fmla="*/ 0 h 314"/>
                  <a:gd name="T2" fmla="*/ 314 h 314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314">
                    <a:moveTo>
                      <a:pt x="0" y="314"/>
                    </a:moveTo>
                    <a:lnTo>
                      <a:pt x="0" y="0"/>
                    </a:lnTo>
                    <a:lnTo>
                      <a:pt x="0" y="314"/>
                    </a:lnTo>
                    <a:close/>
                  </a:path>
                </a:pathLst>
              </a:custGeom>
              <a:solidFill>
                <a:srgbClr val="E7E7E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16" name="Freeform 42"/>
              <p:cNvSpPr>
                <a:spLocks/>
              </p:cNvSpPr>
              <p:nvPr/>
            </p:nvSpPr>
            <p:spPr bwMode="auto">
              <a:xfrm>
                <a:off x="4655" y="2981"/>
                <a:ext cx="1" cy="151"/>
              </a:xfrm>
              <a:custGeom>
                <a:avLst/>
                <a:gdLst>
                  <a:gd name="T0" fmla="*/ 302 h 302"/>
                  <a:gd name="T1" fmla="*/ 0 h 302"/>
                  <a:gd name="T2" fmla="*/ 302 h 30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302">
                    <a:moveTo>
                      <a:pt x="0" y="302"/>
                    </a:moveTo>
                    <a:lnTo>
                      <a:pt x="0" y="0"/>
                    </a:lnTo>
                    <a:lnTo>
                      <a:pt x="0" y="302"/>
                    </a:lnTo>
                    <a:close/>
                  </a:path>
                </a:pathLst>
              </a:custGeom>
              <a:solidFill>
                <a:srgbClr val="E7E7E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17" name="Freeform 43"/>
              <p:cNvSpPr>
                <a:spLocks/>
              </p:cNvSpPr>
              <p:nvPr/>
            </p:nvSpPr>
            <p:spPr bwMode="auto">
              <a:xfrm>
                <a:off x="4655" y="2988"/>
                <a:ext cx="1" cy="144"/>
              </a:xfrm>
              <a:custGeom>
                <a:avLst/>
                <a:gdLst>
                  <a:gd name="T0" fmla="*/ 288 h 288"/>
                  <a:gd name="T1" fmla="*/ 0 h 288"/>
                  <a:gd name="T2" fmla="*/ 288 h 288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88">
                    <a:moveTo>
                      <a:pt x="0" y="288"/>
                    </a:moveTo>
                    <a:lnTo>
                      <a:pt x="0" y="0"/>
                    </a:lnTo>
                    <a:lnTo>
                      <a:pt x="0" y="288"/>
                    </a:lnTo>
                    <a:close/>
                  </a:path>
                </a:pathLst>
              </a:custGeom>
              <a:solidFill>
                <a:srgbClr val="E8E8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18" name="Freeform 44"/>
              <p:cNvSpPr>
                <a:spLocks/>
              </p:cNvSpPr>
              <p:nvPr/>
            </p:nvSpPr>
            <p:spPr bwMode="auto">
              <a:xfrm>
                <a:off x="4655" y="2994"/>
                <a:ext cx="1" cy="138"/>
              </a:xfrm>
              <a:custGeom>
                <a:avLst/>
                <a:gdLst>
                  <a:gd name="T0" fmla="*/ 277 h 277"/>
                  <a:gd name="T1" fmla="*/ 0 h 277"/>
                  <a:gd name="T2" fmla="*/ 277 h 277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77">
                    <a:moveTo>
                      <a:pt x="0" y="277"/>
                    </a:moveTo>
                    <a:lnTo>
                      <a:pt x="0" y="0"/>
                    </a:lnTo>
                    <a:lnTo>
                      <a:pt x="0" y="277"/>
                    </a:lnTo>
                    <a:close/>
                  </a:path>
                </a:pathLst>
              </a:custGeom>
              <a:solidFill>
                <a:srgbClr val="E9E9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19" name="Freeform 45"/>
              <p:cNvSpPr>
                <a:spLocks/>
              </p:cNvSpPr>
              <p:nvPr/>
            </p:nvSpPr>
            <p:spPr bwMode="auto">
              <a:xfrm>
                <a:off x="4655" y="3000"/>
                <a:ext cx="1" cy="132"/>
              </a:xfrm>
              <a:custGeom>
                <a:avLst/>
                <a:gdLst>
                  <a:gd name="T0" fmla="*/ 264 h 264"/>
                  <a:gd name="T1" fmla="*/ 0 h 264"/>
                  <a:gd name="T2" fmla="*/ 264 h 264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64">
                    <a:moveTo>
                      <a:pt x="0" y="264"/>
                    </a:moveTo>
                    <a:lnTo>
                      <a:pt x="0" y="0"/>
                    </a:lnTo>
                    <a:lnTo>
                      <a:pt x="0" y="264"/>
                    </a:ln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20" name="Freeform 46"/>
              <p:cNvSpPr>
                <a:spLocks/>
              </p:cNvSpPr>
              <p:nvPr/>
            </p:nvSpPr>
            <p:spPr bwMode="auto">
              <a:xfrm>
                <a:off x="4655" y="3006"/>
                <a:ext cx="1" cy="125"/>
              </a:xfrm>
              <a:custGeom>
                <a:avLst/>
                <a:gdLst>
                  <a:gd name="T0" fmla="*/ 250 h 250"/>
                  <a:gd name="T1" fmla="*/ 0 h 250"/>
                  <a:gd name="T2" fmla="*/ 250 h 250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50">
                    <a:moveTo>
                      <a:pt x="0" y="250"/>
                    </a:moveTo>
                    <a:lnTo>
                      <a:pt x="0" y="0"/>
                    </a:lnTo>
                    <a:lnTo>
                      <a:pt x="0" y="250"/>
                    </a:lnTo>
                    <a:close/>
                  </a:path>
                </a:pathLst>
              </a:custGeom>
              <a:solidFill>
                <a:srgbClr val="ECEC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21" name="Freeform 47"/>
              <p:cNvSpPr>
                <a:spLocks/>
              </p:cNvSpPr>
              <p:nvPr/>
            </p:nvSpPr>
            <p:spPr bwMode="auto">
              <a:xfrm>
                <a:off x="4655" y="3012"/>
                <a:ext cx="1" cy="119"/>
              </a:xfrm>
              <a:custGeom>
                <a:avLst/>
                <a:gdLst>
                  <a:gd name="T0" fmla="*/ 238 h 238"/>
                  <a:gd name="T1" fmla="*/ 0 h 238"/>
                  <a:gd name="T2" fmla="*/ 238 h 238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38">
                    <a:moveTo>
                      <a:pt x="0" y="238"/>
                    </a:moveTo>
                    <a:lnTo>
                      <a:pt x="0" y="0"/>
                    </a:lnTo>
                    <a:lnTo>
                      <a:pt x="0" y="238"/>
                    </a:lnTo>
                    <a:close/>
                  </a:path>
                </a:pathLst>
              </a:custGeom>
              <a:solidFill>
                <a:srgbClr val="ECEC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22" name="Freeform 48"/>
              <p:cNvSpPr>
                <a:spLocks/>
              </p:cNvSpPr>
              <p:nvPr/>
            </p:nvSpPr>
            <p:spPr bwMode="auto">
              <a:xfrm>
                <a:off x="4655" y="3018"/>
                <a:ext cx="1" cy="113"/>
              </a:xfrm>
              <a:custGeom>
                <a:avLst/>
                <a:gdLst>
                  <a:gd name="T0" fmla="*/ 225 h 225"/>
                  <a:gd name="T1" fmla="*/ 0 h 225"/>
                  <a:gd name="T2" fmla="*/ 225 h 225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25">
                    <a:moveTo>
                      <a:pt x="0" y="225"/>
                    </a:moveTo>
                    <a:lnTo>
                      <a:pt x="0" y="0"/>
                    </a:lnTo>
                    <a:lnTo>
                      <a:pt x="0" y="225"/>
                    </a:ln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23" name="Freeform 49"/>
              <p:cNvSpPr>
                <a:spLocks/>
              </p:cNvSpPr>
              <p:nvPr/>
            </p:nvSpPr>
            <p:spPr bwMode="auto">
              <a:xfrm>
                <a:off x="4655" y="3025"/>
                <a:ext cx="1" cy="106"/>
              </a:xfrm>
              <a:custGeom>
                <a:avLst/>
                <a:gdLst>
                  <a:gd name="T0" fmla="*/ 213 h 213"/>
                  <a:gd name="T1" fmla="*/ 0 h 213"/>
                  <a:gd name="T2" fmla="*/ 213 h 213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13">
                    <a:moveTo>
                      <a:pt x="0" y="213"/>
                    </a:moveTo>
                    <a:lnTo>
                      <a:pt x="0" y="0"/>
                    </a:lnTo>
                    <a:lnTo>
                      <a:pt x="0" y="213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24" name="Freeform 50"/>
              <p:cNvSpPr>
                <a:spLocks/>
              </p:cNvSpPr>
              <p:nvPr/>
            </p:nvSpPr>
            <p:spPr bwMode="auto">
              <a:xfrm>
                <a:off x="4655" y="3030"/>
                <a:ext cx="1" cy="101"/>
              </a:xfrm>
              <a:custGeom>
                <a:avLst/>
                <a:gdLst>
                  <a:gd name="T0" fmla="*/ 201 h 201"/>
                  <a:gd name="T1" fmla="*/ 0 h 201"/>
                  <a:gd name="T2" fmla="*/ 201 h 20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01">
                    <a:moveTo>
                      <a:pt x="0" y="201"/>
                    </a:moveTo>
                    <a:lnTo>
                      <a:pt x="0" y="0"/>
                    </a:lnTo>
                    <a:lnTo>
                      <a:pt x="0" y="201"/>
                    </a:lnTo>
                    <a:close/>
                  </a:path>
                </a:pathLst>
              </a:custGeom>
              <a:solidFill>
                <a:srgbClr val="F0F0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25" name="Freeform 51"/>
              <p:cNvSpPr>
                <a:spLocks/>
              </p:cNvSpPr>
              <p:nvPr/>
            </p:nvSpPr>
            <p:spPr bwMode="auto">
              <a:xfrm>
                <a:off x="4655" y="3037"/>
                <a:ext cx="1" cy="94"/>
              </a:xfrm>
              <a:custGeom>
                <a:avLst/>
                <a:gdLst>
                  <a:gd name="T0" fmla="*/ 187 h 187"/>
                  <a:gd name="T1" fmla="*/ 0 h 187"/>
                  <a:gd name="T2" fmla="*/ 187 h 187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87">
                    <a:moveTo>
                      <a:pt x="0" y="187"/>
                    </a:moveTo>
                    <a:lnTo>
                      <a:pt x="0" y="0"/>
                    </a:lnTo>
                    <a:lnTo>
                      <a:pt x="0" y="187"/>
                    </a:lnTo>
                    <a:close/>
                  </a:path>
                </a:pathLst>
              </a:custGeom>
              <a:solidFill>
                <a:srgbClr val="F1F1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26" name="Freeform 52"/>
              <p:cNvSpPr>
                <a:spLocks/>
              </p:cNvSpPr>
              <p:nvPr/>
            </p:nvSpPr>
            <p:spPr bwMode="auto">
              <a:xfrm>
                <a:off x="4655" y="3043"/>
                <a:ext cx="1" cy="88"/>
              </a:xfrm>
              <a:custGeom>
                <a:avLst/>
                <a:gdLst>
                  <a:gd name="T0" fmla="*/ 176 h 176"/>
                  <a:gd name="T1" fmla="*/ 0 h 176"/>
                  <a:gd name="T2" fmla="*/ 176 h 176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76">
                    <a:moveTo>
                      <a:pt x="0" y="176"/>
                    </a:moveTo>
                    <a:lnTo>
                      <a:pt x="0" y="0"/>
                    </a:lnTo>
                    <a:lnTo>
                      <a:pt x="0" y="176"/>
                    </a:lnTo>
                    <a:close/>
                  </a:path>
                </a:pathLst>
              </a:custGeom>
              <a:solidFill>
                <a:srgbClr val="F1F1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27" name="Freeform 53"/>
              <p:cNvSpPr>
                <a:spLocks/>
              </p:cNvSpPr>
              <p:nvPr/>
            </p:nvSpPr>
            <p:spPr bwMode="auto">
              <a:xfrm>
                <a:off x="4655" y="3049"/>
                <a:ext cx="1" cy="82"/>
              </a:xfrm>
              <a:custGeom>
                <a:avLst/>
                <a:gdLst>
                  <a:gd name="T0" fmla="*/ 163 h 163"/>
                  <a:gd name="T1" fmla="*/ 0 h 163"/>
                  <a:gd name="T2" fmla="*/ 163 h 163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63">
                    <a:moveTo>
                      <a:pt x="0" y="163"/>
                    </a:moveTo>
                    <a:lnTo>
                      <a:pt x="0" y="0"/>
                    </a:lnTo>
                    <a:lnTo>
                      <a:pt x="0" y="163"/>
                    </a:ln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28" name="Freeform 54"/>
              <p:cNvSpPr>
                <a:spLocks/>
              </p:cNvSpPr>
              <p:nvPr/>
            </p:nvSpPr>
            <p:spPr bwMode="auto">
              <a:xfrm>
                <a:off x="4655" y="3055"/>
                <a:ext cx="1" cy="75"/>
              </a:xfrm>
              <a:custGeom>
                <a:avLst/>
                <a:gdLst>
                  <a:gd name="T0" fmla="*/ 150 h 150"/>
                  <a:gd name="T1" fmla="*/ 0 h 150"/>
                  <a:gd name="T2" fmla="*/ 150 h 150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50">
                    <a:moveTo>
                      <a:pt x="0" y="150"/>
                    </a:moveTo>
                    <a:lnTo>
                      <a:pt x="0" y="0"/>
                    </a:lnTo>
                    <a:lnTo>
                      <a:pt x="0" y="150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29" name="Freeform 55"/>
              <p:cNvSpPr>
                <a:spLocks/>
              </p:cNvSpPr>
              <p:nvPr/>
            </p:nvSpPr>
            <p:spPr bwMode="auto">
              <a:xfrm>
                <a:off x="4655" y="3061"/>
                <a:ext cx="1" cy="69"/>
              </a:xfrm>
              <a:custGeom>
                <a:avLst/>
                <a:gdLst>
                  <a:gd name="T0" fmla="*/ 138 h 138"/>
                  <a:gd name="T1" fmla="*/ 0 h 138"/>
                  <a:gd name="T2" fmla="*/ 138 h 138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38">
                    <a:moveTo>
                      <a:pt x="0" y="138"/>
                    </a:moveTo>
                    <a:lnTo>
                      <a:pt x="0" y="0"/>
                    </a:lnTo>
                    <a:lnTo>
                      <a:pt x="0" y="138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30" name="Freeform 56"/>
              <p:cNvSpPr>
                <a:spLocks/>
              </p:cNvSpPr>
              <p:nvPr/>
            </p:nvSpPr>
            <p:spPr bwMode="auto">
              <a:xfrm>
                <a:off x="4655" y="3067"/>
                <a:ext cx="1" cy="63"/>
              </a:xfrm>
              <a:custGeom>
                <a:avLst/>
                <a:gdLst>
                  <a:gd name="T0" fmla="*/ 125 h 125"/>
                  <a:gd name="T1" fmla="*/ 0 h 125"/>
                  <a:gd name="T2" fmla="*/ 125 h 125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25">
                    <a:moveTo>
                      <a:pt x="0" y="125"/>
                    </a:moveTo>
                    <a:lnTo>
                      <a:pt x="0" y="0"/>
                    </a:lnTo>
                    <a:lnTo>
                      <a:pt x="0" y="125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31" name="Freeform 57"/>
              <p:cNvSpPr>
                <a:spLocks/>
              </p:cNvSpPr>
              <p:nvPr/>
            </p:nvSpPr>
            <p:spPr bwMode="auto">
              <a:xfrm>
                <a:off x="4655" y="3074"/>
                <a:ext cx="1" cy="56"/>
              </a:xfrm>
              <a:custGeom>
                <a:avLst/>
                <a:gdLst>
                  <a:gd name="T0" fmla="*/ 112 h 112"/>
                  <a:gd name="T1" fmla="*/ 0 h 112"/>
                  <a:gd name="T2" fmla="*/ 112 h 11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12">
                    <a:moveTo>
                      <a:pt x="0" y="112"/>
                    </a:moveTo>
                    <a:lnTo>
                      <a:pt x="0" y="0"/>
                    </a:lnTo>
                    <a:lnTo>
                      <a:pt x="0" y="112"/>
                    </a:lnTo>
                    <a:close/>
                  </a:path>
                </a:pathLst>
              </a:custGeom>
              <a:solidFill>
                <a:srgbClr val="F6F6F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32" name="Freeform 58"/>
              <p:cNvSpPr>
                <a:spLocks/>
              </p:cNvSpPr>
              <p:nvPr/>
            </p:nvSpPr>
            <p:spPr bwMode="auto">
              <a:xfrm>
                <a:off x="4655" y="3079"/>
                <a:ext cx="1" cy="51"/>
              </a:xfrm>
              <a:custGeom>
                <a:avLst/>
                <a:gdLst>
                  <a:gd name="T0" fmla="*/ 100 h 100"/>
                  <a:gd name="T1" fmla="*/ 0 h 100"/>
                  <a:gd name="T2" fmla="*/ 100 h 100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00">
                    <a:moveTo>
                      <a:pt x="0" y="100"/>
                    </a:moveTo>
                    <a:lnTo>
                      <a:pt x="0" y="0"/>
                    </a:ln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F7F7F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33" name="Freeform 59"/>
              <p:cNvSpPr>
                <a:spLocks/>
              </p:cNvSpPr>
              <p:nvPr/>
            </p:nvSpPr>
            <p:spPr bwMode="auto">
              <a:xfrm>
                <a:off x="4655" y="3086"/>
                <a:ext cx="1" cy="44"/>
              </a:xfrm>
              <a:custGeom>
                <a:avLst/>
                <a:gdLst>
                  <a:gd name="T0" fmla="*/ 88 h 88"/>
                  <a:gd name="T1" fmla="*/ 0 h 88"/>
                  <a:gd name="T2" fmla="*/ 88 h 88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88">
                    <a:moveTo>
                      <a:pt x="0" y="88"/>
                    </a:moveTo>
                    <a:lnTo>
                      <a:pt x="0" y="0"/>
                    </a:lnTo>
                    <a:lnTo>
                      <a:pt x="0" y="88"/>
                    </a:lnTo>
                    <a:close/>
                  </a:path>
                </a:pathLst>
              </a:custGeom>
              <a:solidFill>
                <a:srgbClr val="F9F9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34" name="Freeform 60"/>
              <p:cNvSpPr>
                <a:spLocks/>
              </p:cNvSpPr>
              <p:nvPr/>
            </p:nvSpPr>
            <p:spPr bwMode="auto">
              <a:xfrm>
                <a:off x="4655" y="3091"/>
                <a:ext cx="1" cy="39"/>
              </a:xfrm>
              <a:custGeom>
                <a:avLst/>
                <a:gdLst>
                  <a:gd name="T0" fmla="*/ 76 h 76"/>
                  <a:gd name="T1" fmla="*/ 0 h 76"/>
                  <a:gd name="T2" fmla="*/ 76 h 76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76">
                    <a:moveTo>
                      <a:pt x="0" y="76"/>
                    </a:moveTo>
                    <a:lnTo>
                      <a:pt x="0" y="0"/>
                    </a:lnTo>
                    <a:lnTo>
                      <a:pt x="0" y="76"/>
                    </a:lnTo>
                    <a:close/>
                  </a:path>
                </a:pathLst>
              </a:custGeom>
              <a:solidFill>
                <a:srgbClr val="FAFA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35" name="Freeform 61"/>
              <p:cNvSpPr>
                <a:spLocks/>
              </p:cNvSpPr>
              <p:nvPr/>
            </p:nvSpPr>
            <p:spPr bwMode="auto">
              <a:xfrm>
                <a:off x="4655" y="3098"/>
                <a:ext cx="1" cy="31"/>
              </a:xfrm>
              <a:custGeom>
                <a:avLst/>
                <a:gdLst>
                  <a:gd name="T0" fmla="*/ 62 h 62"/>
                  <a:gd name="T1" fmla="*/ 0 h 62"/>
                  <a:gd name="T2" fmla="*/ 62 h 6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62">
                    <a:moveTo>
                      <a:pt x="0" y="62"/>
                    </a:moveTo>
                    <a:lnTo>
                      <a:pt x="0" y="0"/>
                    </a:lnTo>
                    <a:lnTo>
                      <a:pt x="0" y="62"/>
                    </a:lnTo>
                    <a:close/>
                  </a:path>
                </a:pathLst>
              </a:custGeom>
              <a:solidFill>
                <a:srgbClr val="FAFA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36" name="Freeform 62"/>
              <p:cNvSpPr>
                <a:spLocks/>
              </p:cNvSpPr>
              <p:nvPr/>
            </p:nvSpPr>
            <p:spPr bwMode="auto">
              <a:xfrm>
                <a:off x="4655" y="3104"/>
                <a:ext cx="1" cy="25"/>
              </a:xfrm>
              <a:custGeom>
                <a:avLst/>
                <a:gdLst>
                  <a:gd name="T0" fmla="*/ 50 h 50"/>
                  <a:gd name="T1" fmla="*/ 0 h 50"/>
                  <a:gd name="T2" fmla="*/ 50 h 50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50">
                    <a:moveTo>
                      <a:pt x="0" y="50"/>
                    </a:moveTo>
                    <a:lnTo>
                      <a:pt x="0" y="0"/>
                    </a:lnTo>
                    <a:lnTo>
                      <a:pt x="0" y="50"/>
                    </a:lnTo>
                    <a:close/>
                  </a:path>
                </a:pathLst>
              </a:custGeom>
              <a:solidFill>
                <a:srgbClr val="FBF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37" name="Freeform 63"/>
              <p:cNvSpPr>
                <a:spLocks/>
              </p:cNvSpPr>
              <p:nvPr/>
            </p:nvSpPr>
            <p:spPr bwMode="auto">
              <a:xfrm>
                <a:off x="4655" y="3110"/>
                <a:ext cx="1" cy="19"/>
              </a:xfrm>
              <a:custGeom>
                <a:avLst/>
                <a:gdLst>
                  <a:gd name="T0" fmla="*/ 38 h 38"/>
                  <a:gd name="T1" fmla="*/ 0 h 38"/>
                  <a:gd name="T2" fmla="*/ 38 h 38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38">
                    <a:moveTo>
                      <a:pt x="0" y="38"/>
                    </a:moveTo>
                    <a:lnTo>
                      <a:pt x="0" y="0"/>
                    </a:lnTo>
                    <a:lnTo>
                      <a:pt x="0" y="38"/>
                    </a:lnTo>
                    <a:close/>
                  </a:path>
                </a:pathLst>
              </a:custGeom>
              <a:solidFill>
                <a:srgbClr val="FDFD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38" name="Freeform 64"/>
              <p:cNvSpPr>
                <a:spLocks/>
              </p:cNvSpPr>
              <p:nvPr/>
            </p:nvSpPr>
            <p:spPr bwMode="auto">
              <a:xfrm>
                <a:off x="4655" y="3116"/>
                <a:ext cx="1" cy="12"/>
              </a:xfrm>
              <a:custGeom>
                <a:avLst/>
                <a:gdLst>
                  <a:gd name="T0" fmla="*/ 24 h 24"/>
                  <a:gd name="T1" fmla="*/ 0 h 24"/>
                  <a:gd name="T2" fmla="*/ 24 h 24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4">
                    <a:moveTo>
                      <a:pt x="0" y="24"/>
                    </a:moveTo>
                    <a:lnTo>
                      <a:pt x="0" y="0"/>
                    </a:lnTo>
                    <a:lnTo>
                      <a:pt x="0" y="24"/>
                    </a:ln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39" name="Freeform 65"/>
              <p:cNvSpPr>
                <a:spLocks/>
              </p:cNvSpPr>
              <p:nvPr/>
            </p:nvSpPr>
            <p:spPr bwMode="auto">
              <a:xfrm>
                <a:off x="4655" y="3123"/>
                <a:ext cx="1" cy="5"/>
              </a:xfrm>
              <a:custGeom>
                <a:avLst/>
                <a:gdLst>
                  <a:gd name="T0" fmla="*/ 12 h 12"/>
                  <a:gd name="T1" fmla="*/ 0 h 12"/>
                  <a:gd name="T2" fmla="*/ 12 h 1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2">
                    <a:moveTo>
                      <a:pt x="0" y="12"/>
                    </a:moveTo>
                    <a:lnTo>
                      <a:pt x="0" y="0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40" name="Freeform 66"/>
              <p:cNvSpPr>
                <a:spLocks/>
              </p:cNvSpPr>
              <p:nvPr/>
            </p:nvSpPr>
            <p:spPr bwMode="auto">
              <a:xfrm>
                <a:off x="673" y="197"/>
                <a:ext cx="3054" cy="3106"/>
              </a:xfrm>
              <a:custGeom>
                <a:avLst/>
                <a:gdLst>
                  <a:gd name="T0" fmla="*/ 2727 w 6107"/>
                  <a:gd name="T1" fmla="*/ 6190 h 6213"/>
                  <a:gd name="T2" fmla="*/ 2242 w 6107"/>
                  <a:gd name="T3" fmla="*/ 6091 h 6213"/>
                  <a:gd name="T4" fmla="*/ 1788 w 6107"/>
                  <a:gd name="T5" fmla="*/ 5919 h 6213"/>
                  <a:gd name="T6" fmla="*/ 1371 w 6107"/>
                  <a:gd name="T7" fmla="*/ 5683 h 6213"/>
                  <a:gd name="T8" fmla="*/ 996 w 6107"/>
                  <a:gd name="T9" fmla="*/ 5386 h 6213"/>
                  <a:gd name="T10" fmla="*/ 673 w 6107"/>
                  <a:gd name="T11" fmla="*/ 5037 h 6213"/>
                  <a:gd name="T12" fmla="*/ 406 w 6107"/>
                  <a:gd name="T13" fmla="*/ 4640 h 6213"/>
                  <a:gd name="T14" fmla="*/ 200 w 6107"/>
                  <a:gd name="T15" fmla="*/ 4204 h 6213"/>
                  <a:gd name="T16" fmla="*/ 63 w 6107"/>
                  <a:gd name="T17" fmla="*/ 3733 h 6213"/>
                  <a:gd name="T18" fmla="*/ 2 w 6107"/>
                  <a:gd name="T19" fmla="*/ 3234 h 6213"/>
                  <a:gd name="T20" fmla="*/ 24 w 6107"/>
                  <a:gd name="T21" fmla="*/ 2727 h 6213"/>
                  <a:gd name="T22" fmla="*/ 123 w 6107"/>
                  <a:gd name="T23" fmla="*/ 2241 h 6213"/>
                  <a:gd name="T24" fmla="*/ 295 w 6107"/>
                  <a:gd name="T25" fmla="*/ 1787 h 6213"/>
                  <a:gd name="T26" fmla="*/ 531 w 6107"/>
                  <a:gd name="T27" fmla="*/ 1370 h 6213"/>
                  <a:gd name="T28" fmla="*/ 828 w 6107"/>
                  <a:gd name="T29" fmla="*/ 997 h 6213"/>
                  <a:gd name="T30" fmla="*/ 1177 w 6107"/>
                  <a:gd name="T31" fmla="*/ 673 h 6213"/>
                  <a:gd name="T32" fmla="*/ 1574 w 6107"/>
                  <a:gd name="T33" fmla="*/ 404 h 6213"/>
                  <a:gd name="T34" fmla="*/ 2010 w 6107"/>
                  <a:gd name="T35" fmla="*/ 199 h 6213"/>
                  <a:gd name="T36" fmla="*/ 2481 w 6107"/>
                  <a:gd name="T37" fmla="*/ 63 h 6213"/>
                  <a:gd name="T38" fmla="*/ 2980 w 6107"/>
                  <a:gd name="T39" fmla="*/ 2 h 6213"/>
                  <a:gd name="T40" fmla="*/ 3338 w 6107"/>
                  <a:gd name="T41" fmla="*/ 9 h 6213"/>
                  <a:gd name="T42" fmla="*/ 3639 w 6107"/>
                  <a:gd name="T43" fmla="*/ 48 h 6213"/>
                  <a:gd name="T44" fmla="*/ 3929 w 6107"/>
                  <a:gd name="T45" fmla="*/ 118 h 6213"/>
                  <a:gd name="T46" fmla="*/ 4208 w 6107"/>
                  <a:gd name="T47" fmla="*/ 215 h 6213"/>
                  <a:gd name="T48" fmla="*/ 4473 w 6107"/>
                  <a:gd name="T49" fmla="*/ 340 h 6213"/>
                  <a:gd name="T50" fmla="*/ 4785 w 6107"/>
                  <a:gd name="T51" fmla="*/ 530 h 6213"/>
                  <a:gd name="T52" fmla="*/ 5071 w 6107"/>
                  <a:gd name="T53" fmla="*/ 757 h 6213"/>
                  <a:gd name="T54" fmla="*/ 5328 w 6107"/>
                  <a:gd name="T55" fmla="*/ 1017 h 6213"/>
                  <a:gd name="T56" fmla="*/ 5512 w 6107"/>
                  <a:gd name="T57" fmla="*/ 1248 h 6213"/>
                  <a:gd name="T58" fmla="*/ 5710 w 6107"/>
                  <a:gd name="T59" fmla="*/ 1560 h 6213"/>
                  <a:gd name="T60" fmla="*/ 5843 w 6107"/>
                  <a:gd name="T61" fmla="*/ 1827 h 6213"/>
                  <a:gd name="T62" fmla="*/ 5950 w 6107"/>
                  <a:gd name="T63" fmla="*/ 2109 h 6213"/>
                  <a:gd name="T64" fmla="*/ 6030 w 6107"/>
                  <a:gd name="T65" fmla="*/ 2404 h 6213"/>
                  <a:gd name="T66" fmla="*/ 6083 w 6107"/>
                  <a:gd name="T67" fmla="*/ 2711 h 6213"/>
                  <a:gd name="T68" fmla="*/ 6106 w 6107"/>
                  <a:gd name="T69" fmla="*/ 3025 h 6213"/>
                  <a:gd name="T70" fmla="*/ 6098 w 6107"/>
                  <a:gd name="T71" fmla="*/ 3346 h 6213"/>
                  <a:gd name="T72" fmla="*/ 6060 w 6107"/>
                  <a:gd name="T73" fmla="*/ 3657 h 6213"/>
                  <a:gd name="T74" fmla="*/ 5993 w 6107"/>
                  <a:gd name="T75" fmla="*/ 3957 h 6213"/>
                  <a:gd name="T76" fmla="*/ 5899 w 6107"/>
                  <a:gd name="T77" fmla="*/ 4245 h 6213"/>
                  <a:gd name="T78" fmla="*/ 5779 w 6107"/>
                  <a:gd name="T79" fmla="*/ 4521 h 6213"/>
                  <a:gd name="T80" fmla="*/ 5635 w 6107"/>
                  <a:gd name="T81" fmla="*/ 4781 h 6213"/>
                  <a:gd name="T82" fmla="*/ 5468 w 6107"/>
                  <a:gd name="T83" fmla="*/ 5024 h 6213"/>
                  <a:gd name="T84" fmla="*/ 5279 w 6107"/>
                  <a:gd name="T85" fmla="*/ 5250 h 6213"/>
                  <a:gd name="T86" fmla="*/ 5071 w 6107"/>
                  <a:gd name="T87" fmla="*/ 5455 h 6213"/>
                  <a:gd name="T88" fmla="*/ 4844 w 6107"/>
                  <a:gd name="T89" fmla="*/ 5640 h 6213"/>
                  <a:gd name="T90" fmla="*/ 4537 w 6107"/>
                  <a:gd name="T91" fmla="*/ 5839 h 6213"/>
                  <a:gd name="T92" fmla="*/ 4276 w 6107"/>
                  <a:gd name="T93" fmla="*/ 5969 h 6213"/>
                  <a:gd name="T94" fmla="*/ 3999 w 6107"/>
                  <a:gd name="T95" fmla="*/ 6074 h 6213"/>
                  <a:gd name="T96" fmla="*/ 3713 w 6107"/>
                  <a:gd name="T97" fmla="*/ 6150 h 6213"/>
                  <a:gd name="T98" fmla="*/ 3414 w 6107"/>
                  <a:gd name="T99" fmla="*/ 6197 h 6213"/>
                  <a:gd name="T100" fmla="*/ 3108 w 6107"/>
                  <a:gd name="T101" fmla="*/ 6213 h 6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6107" h="6213">
                    <a:moveTo>
                      <a:pt x="3108" y="6213"/>
                    </a:moveTo>
                    <a:lnTo>
                      <a:pt x="2980" y="6211"/>
                    </a:lnTo>
                    <a:lnTo>
                      <a:pt x="2852" y="6203"/>
                    </a:lnTo>
                    <a:lnTo>
                      <a:pt x="2727" y="6190"/>
                    </a:lnTo>
                    <a:lnTo>
                      <a:pt x="2603" y="6171"/>
                    </a:lnTo>
                    <a:lnTo>
                      <a:pt x="2481" y="6150"/>
                    </a:lnTo>
                    <a:lnTo>
                      <a:pt x="2361" y="6122"/>
                    </a:lnTo>
                    <a:lnTo>
                      <a:pt x="2242" y="6091"/>
                    </a:lnTo>
                    <a:lnTo>
                      <a:pt x="2125" y="6054"/>
                    </a:lnTo>
                    <a:lnTo>
                      <a:pt x="2010" y="6014"/>
                    </a:lnTo>
                    <a:lnTo>
                      <a:pt x="1898" y="5969"/>
                    </a:lnTo>
                    <a:lnTo>
                      <a:pt x="1788" y="5919"/>
                    </a:lnTo>
                    <a:lnTo>
                      <a:pt x="1680" y="5866"/>
                    </a:lnTo>
                    <a:lnTo>
                      <a:pt x="1574" y="5809"/>
                    </a:lnTo>
                    <a:lnTo>
                      <a:pt x="1471" y="5747"/>
                    </a:lnTo>
                    <a:lnTo>
                      <a:pt x="1371" y="5683"/>
                    </a:lnTo>
                    <a:lnTo>
                      <a:pt x="1273" y="5614"/>
                    </a:lnTo>
                    <a:lnTo>
                      <a:pt x="1177" y="5541"/>
                    </a:lnTo>
                    <a:lnTo>
                      <a:pt x="1085" y="5465"/>
                    </a:lnTo>
                    <a:lnTo>
                      <a:pt x="996" y="5386"/>
                    </a:lnTo>
                    <a:lnTo>
                      <a:pt x="911" y="5303"/>
                    </a:lnTo>
                    <a:lnTo>
                      <a:pt x="828" y="5216"/>
                    </a:lnTo>
                    <a:lnTo>
                      <a:pt x="749" y="5128"/>
                    </a:lnTo>
                    <a:lnTo>
                      <a:pt x="673" y="5037"/>
                    </a:lnTo>
                    <a:lnTo>
                      <a:pt x="600" y="4941"/>
                    </a:lnTo>
                    <a:lnTo>
                      <a:pt x="531" y="4843"/>
                    </a:lnTo>
                    <a:lnTo>
                      <a:pt x="467" y="4743"/>
                    </a:lnTo>
                    <a:lnTo>
                      <a:pt x="406" y="4640"/>
                    </a:lnTo>
                    <a:lnTo>
                      <a:pt x="348" y="4534"/>
                    </a:lnTo>
                    <a:lnTo>
                      <a:pt x="295" y="4426"/>
                    </a:lnTo>
                    <a:lnTo>
                      <a:pt x="245" y="4316"/>
                    </a:lnTo>
                    <a:lnTo>
                      <a:pt x="200" y="4204"/>
                    </a:lnTo>
                    <a:lnTo>
                      <a:pt x="159" y="4089"/>
                    </a:lnTo>
                    <a:lnTo>
                      <a:pt x="123" y="3972"/>
                    </a:lnTo>
                    <a:lnTo>
                      <a:pt x="91" y="3854"/>
                    </a:lnTo>
                    <a:lnTo>
                      <a:pt x="63" y="3733"/>
                    </a:lnTo>
                    <a:lnTo>
                      <a:pt x="42" y="3610"/>
                    </a:lnTo>
                    <a:lnTo>
                      <a:pt x="24" y="3487"/>
                    </a:lnTo>
                    <a:lnTo>
                      <a:pt x="10" y="3362"/>
                    </a:lnTo>
                    <a:lnTo>
                      <a:pt x="2" y="3234"/>
                    </a:lnTo>
                    <a:lnTo>
                      <a:pt x="0" y="3106"/>
                    </a:lnTo>
                    <a:lnTo>
                      <a:pt x="2" y="2978"/>
                    </a:lnTo>
                    <a:lnTo>
                      <a:pt x="10" y="2852"/>
                    </a:lnTo>
                    <a:lnTo>
                      <a:pt x="24" y="2727"/>
                    </a:lnTo>
                    <a:lnTo>
                      <a:pt x="42" y="2602"/>
                    </a:lnTo>
                    <a:lnTo>
                      <a:pt x="63" y="2480"/>
                    </a:lnTo>
                    <a:lnTo>
                      <a:pt x="91" y="2361"/>
                    </a:lnTo>
                    <a:lnTo>
                      <a:pt x="123" y="2241"/>
                    </a:lnTo>
                    <a:lnTo>
                      <a:pt x="159" y="2124"/>
                    </a:lnTo>
                    <a:lnTo>
                      <a:pt x="200" y="2009"/>
                    </a:lnTo>
                    <a:lnTo>
                      <a:pt x="245" y="1897"/>
                    </a:lnTo>
                    <a:lnTo>
                      <a:pt x="295" y="1787"/>
                    </a:lnTo>
                    <a:lnTo>
                      <a:pt x="348" y="1680"/>
                    </a:lnTo>
                    <a:lnTo>
                      <a:pt x="406" y="1574"/>
                    </a:lnTo>
                    <a:lnTo>
                      <a:pt x="467" y="1471"/>
                    </a:lnTo>
                    <a:lnTo>
                      <a:pt x="531" y="1370"/>
                    </a:lnTo>
                    <a:lnTo>
                      <a:pt x="600" y="1272"/>
                    </a:lnTo>
                    <a:lnTo>
                      <a:pt x="673" y="1177"/>
                    </a:lnTo>
                    <a:lnTo>
                      <a:pt x="749" y="1085"/>
                    </a:lnTo>
                    <a:lnTo>
                      <a:pt x="828" y="997"/>
                    </a:lnTo>
                    <a:lnTo>
                      <a:pt x="910" y="910"/>
                    </a:lnTo>
                    <a:lnTo>
                      <a:pt x="996" y="828"/>
                    </a:lnTo>
                    <a:lnTo>
                      <a:pt x="1085" y="749"/>
                    </a:lnTo>
                    <a:lnTo>
                      <a:pt x="1177" y="673"/>
                    </a:lnTo>
                    <a:lnTo>
                      <a:pt x="1273" y="600"/>
                    </a:lnTo>
                    <a:lnTo>
                      <a:pt x="1371" y="531"/>
                    </a:lnTo>
                    <a:lnTo>
                      <a:pt x="1471" y="465"/>
                    </a:lnTo>
                    <a:lnTo>
                      <a:pt x="1574" y="404"/>
                    </a:lnTo>
                    <a:lnTo>
                      <a:pt x="1680" y="347"/>
                    </a:lnTo>
                    <a:lnTo>
                      <a:pt x="1788" y="294"/>
                    </a:lnTo>
                    <a:lnTo>
                      <a:pt x="1898" y="244"/>
                    </a:lnTo>
                    <a:lnTo>
                      <a:pt x="2010" y="199"/>
                    </a:lnTo>
                    <a:lnTo>
                      <a:pt x="2125" y="159"/>
                    </a:lnTo>
                    <a:lnTo>
                      <a:pt x="2242" y="122"/>
                    </a:lnTo>
                    <a:lnTo>
                      <a:pt x="2360" y="91"/>
                    </a:lnTo>
                    <a:lnTo>
                      <a:pt x="2481" y="63"/>
                    </a:lnTo>
                    <a:lnTo>
                      <a:pt x="2603" y="42"/>
                    </a:lnTo>
                    <a:lnTo>
                      <a:pt x="2727" y="23"/>
                    </a:lnTo>
                    <a:lnTo>
                      <a:pt x="2852" y="10"/>
                    </a:lnTo>
                    <a:lnTo>
                      <a:pt x="2980" y="2"/>
                    </a:lnTo>
                    <a:lnTo>
                      <a:pt x="3108" y="0"/>
                    </a:lnTo>
                    <a:lnTo>
                      <a:pt x="3185" y="1"/>
                    </a:lnTo>
                    <a:lnTo>
                      <a:pt x="3262" y="5"/>
                    </a:lnTo>
                    <a:lnTo>
                      <a:pt x="3338" y="9"/>
                    </a:lnTo>
                    <a:lnTo>
                      <a:pt x="3414" y="16"/>
                    </a:lnTo>
                    <a:lnTo>
                      <a:pt x="3490" y="25"/>
                    </a:lnTo>
                    <a:lnTo>
                      <a:pt x="3565" y="36"/>
                    </a:lnTo>
                    <a:lnTo>
                      <a:pt x="3639" y="48"/>
                    </a:lnTo>
                    <a:lnTo>
                      <a:pt x="3713" y="63"/>
                    </a:lnTo>
                    <a:lnTo>
                      <a:pt x="3785" y="80"/>
                    </a:lnTo>
                    <a:lnTo>
                      <a:pt x="3858" y="98"/>
                    </a:lnTo>
                    <a:lnTo>
                      <a:pt x="3929" y="118"/>
                    </a:lnTo>
                    <a:lnTo>
                      <a:pt x="3999" y="139"/>
                    </a:lnTo>
                    <a:lnTo>
                      <a:pt x="4070" y="164"/>
                    </a:lnTo>
                    <a:lnTo>
                      <a:pt x="4139" y="189"/>
                    </a:lnTo>
                    <a:lnTo>
                      <a:pt x="4208" y="215"/>
                    </a:lnTo>
                    <a:lnTo>
                      <a:pt x="4276" y="244"/>
                    </a:lnTo>
                    <a:lnTo>
                      <a:pt x="4343" y="274"/>
                    </a:lnTo>
                    <a:lnTo>
                      <a:pt x="4408" y="307"/>
                    </a:lnTo>
                    <a:lnTo>
                      <a:pt x="4473" y="340"/>
                    </a:lnTo>
                    <a:lnTo>
                      <a:pt x="4537" y="374"/>
                    </a:lnTo>
                    <a:lnTo>
                      <a:pt x="4601" y="411"/>
                    </a:lnTo>
                    <a:lnTo>
                      <a:pt x="4663" y="449"/>
                    </a:lnTo>
                    <a:lnTo>
                      <a:pt x="4785" y="530"/>
                    </a:lnTo>
                    <a:lnTo>
                      <a:pt x="4844" y="573"/>
                    </a:lnTo>
                    <a:lnTo>
                      <a:pt x="4903" y="618"/>
                    </a:lnTo>
                    <a:lnTo>
                      <a:pt x="4960" y="662"/>
                    </a:lnTo>
                    <a:lnTo>
                      <a:pt x="5071" y="757"/>
                    </a:lnTo>
                    <a:lnTo>
                      <a:pt x="5125" y="806"/>
                    </a:lnTo>
                    <a:lnTo>
                      <a:pt x="5178" y="857"/>
                    </a:lnTo>
                    <a:lnTo>
                      <a:pt x="5279" y="963"/>
                    </a:lnTo>
                    <a:lnTo>
                      <a:pt x="5328" y="1017"/>
                    </a:lnTo>
                    <a:lnTo>
                      <a:pt x="5376" y="1074"/>
                    </a:lnTo>
                    <a:lnTo>
                      <a:pt x="5422" y="1130"/>
                    </a:lnTo>
                    <a:lnTo>
                      <a:pt x="5468" y="1189"/>
                    </a:lnTo>
                    <a:lnTo>
                      <a:pt x="5512" y="1248"/>
                    </a:lnTo>
                    <a:lnTo>
                      <a:pt x="5555" y="1308"/>
                    </a:lnTo>
                    <a:lnTo>
                      <a:pt x="5635" y="1432"/>
                    </a:lnTo>
                    <a:lnTo>
                      <a:pt x="5673" y="1495"/>
                    </a:lnTo>
                    <a:lnTo>
                      <a:pt x="5710" y="1560"/>
                    </a:lnTo>
                    <a:lnTo>
                      <a:pt x="5746" y="1626"/>
                    </a:lnTo>
                    <a:lnTo>
                      <a:pt x="5779" y="1692"/>
                    </a:lnTo>
                    <a:lnTo>
                      <a:pt x="5811" y="1759"/>
                    </a:lnTo>
                    <a:lnTo>
                      <a:pt x="5843" y="1827"/>
                    </a:lnTo>
                    <a:lnTo>
                      <a:pt x="5871" y="1897"/>
                    </a:lnTo>
                    <a:lnTo>
                      <a:pt x="5899" y="1967"/>
                    </a:lnTo>
                    <a:lnTo>
                      <a:pt x="5925" y="2038"/>
                    </a:lnTo>
                    <a:lnTo>
                      <a:pt x="5950" y="2109"/>
                    </a:lnTo>
                    <a:lnTo>
                      <a:pt x="5973" y="2182"/>
                    </a:lnTo>
                    <a:lnTo>
                      <a:pt x="5993" y="2256"/>
                    </a:lnTo>
                    <a:lnTo>
                      <a:pt x="6013" y="2329"/>
                    </a:lnTo>
                    <a:lnTo>
                      <a:pt x="6030" y="2404"/>
                    </a:lnTo>
                    <a:lnTo>
                      <a:pt x="6046" y="2480"/>
                    </a:lnTo>
                    <a:lnTo>
                      <a:pt x="6060" y="2556"/>
                    </a:lnTo>
                    <a:lnTo>
                      <a:pt x="6073" y="2632"/>
                    </a:lnTo>
                    <a:lnTo>
                      <a:pt x="6083" y="2711"/>
                    </a:lnTo>
                    <a:lnTo>
                      <a:pt x="6092" y="2788"/>
                    </a:lnTo>
                    <a:lnTo>
                      <a:pt x="6098" y="2867"/>
                    </a:lnTo>
                    <a:lnTo>
                      <a:pt x="6104" y="2946"/>
                    </a:lnTo>
                    <a:lnTo>
                      <a:pt x="6106" y="3025"/>
                    </a:lnTo>
                    <a:lnTo>
                      <a:pt x="6107" y="3106"/>
                    </a:lnTo>
                    <a:lnTo>
                      <a:pt x="6106" y="3187"/>
                    </a:lnTo>
                    <a:lnTo>
                      <a:pt x="6104" y="3266"/>
                    </a:lnTo>
                    <a:lnTo>
                      <a:pt x="6098" y="3346"/>
                    </a:lnTo>
                    <a:lnTo>
                      <a:pt x="6092" y="3424"/>
                    </a:lnTo>
                    <a:lnTo>
                      <a:pt x="6083" y="3502"/>
                    </a:lnTo>
                    <a:lnTo>
                      <a:pt x="6073" y="3579"/>
                    </a:lnTo>
                    <a:lnTo>
                      <a:pt x="6060" y="3657"/>
                    </a:lnTo>
                    <a:lnTo>
                      <a:pt x="6046" y="3733"/>
                    </a:lnTo>
                    <a:lnTo>
                      <a:pt x="6030" y="3807"/>
                    </a:lnTo>
                    <a:lnTo>
                      <a:pt x="6013" y="3882"/>
                    </a:lnTo>
                    <a:lnTo>
                      <a:pt x="5993" y="3957"/>
                    </a:lnTo>
                    <a:lnTo>
                      <a:pt x="5973" y="4030"/>
                    </a:lnTo>
                    <a:lnTo>
                      <a:pt x="5950" y="4102"/>
                    </a:lnTo>
                    <a:lnTo>
                      <a:pt x="5925" y="4175"/>
                    </a:lnTo>
                    <a:lnTo>
                      <a:pt x="5899" y="4245"/>
                    </a:lnTo>
                    <a:lnTo>
                      <a:pt x="5871" y="4316"/>
                    </a:lnTo>
                    <a:lnTo>
                      <a:pt x="5843" y="4385"/>
                    </a:lnTo>
                    <a:lnTo>
                      <a:pt x="5811" y="4453"/>
                    </a:lnTo>
                    <a:lnTo>
                      <a:pt x="5779" y="4521"/>
                    </a:lnTo>
                    <a:lnTo>
                      <a:pt x="5746" y="4587"/>
                    </a:lnTo>
                    <a:lnTo>
                      <a:pt x="5710" y="4653"/>
                    </a:lnTo>
                    <a:lnTo>
                      <a:pt x="5673" y="4718"/>
                    </a:lnTo>
                    <a:lnTo>
                      <a:pt x="5635" y="4781"/>
                    </a:lnTo>
                    <a:lnTo>
                      <a:pt x="5595" y="4843"/>
                    </a:lnTo>
                    <a:lnTo>
                      <a:pt x="5555" y="4904"/>
                    </a:lnTo>
                    <a:lnTo>
                      <a:pt x="5512" y="4965"/>
                    </a:lnTo>
                    <a:lnTo>
                      <a:pt x="5468" y="5024"/>
                    </a:lnTo>
                    <a:lnTo>
                      <a:pt x="5422" y="5083"/>
                    </a:lnTo>
                    <a:lnTo>
                      <a:pt x="5376" y="5139"/>
                    </a:lnTo>
                    <a:lnTo>
                      <a:pt x="5328" y="5196"/>
                    </a:lnTo>
                    <a:lnTo>
                      <a:pt x="5279" y="5250"/>
                    </a:lnTo>
                    <a:lnTo>
                      <a:pt x="5229" y="5303"/>
                    </a:lnTo>
                    <a:lnTo>
                      <a:pt x="5178" y="5355"/>
                    </a:lnTo>
                    <a:lnTo>
                      <a:pt x="5125" y="5406"/>
                    </a:lnTo>
                    <a:lnTo>
                      <a:pt x="5071" y="5455"/>
                    </a:lnTo>
                    <a:lnTo>
                      <a:pt x="5015" y="5503"/>
                    </a:lnTo>
                    <a:lnTo>
                      <a:pt x="4960" y="5551"/>
                    </a:lnTo>
                    <a:lnTo>
                      <a:pt x="4903" y="5595"/>
                    </a:lnTo>
                    <a:lnTo>
                      <a:pt x="4844" y="5640"/>
                    </a:lnTo>
                    <a:lnTo>
                      <a:pt x="4785" y="5683"/>
                    </a:lnTo>
                    <a:lnTo>
                      <a:pt x="4663" y="5764"/>
                    </a:lnTo>
                    <a:lnTo>
                      <a:pt x="4601" y="5802"/>
                    </a:lnTo>
                    <a:lnTo>
                      <a:pt x="4537" y="5839"/>
                    </a:lnTo>
                    <a:lnTo>
                      <a:pt x="4473" y="5873"/>
                    </a:lnTo>
                    <a:lnTo>
                      <a:pt x="4408" y="5906"/>
                    </a:lnTo>
                    <a:lnTo>
                      <a:pt x="4343" y="5939"/>
                    </a:lnTo>
                    <a:lnTo>
                      <a:pt x="4276" y="5969"/>
                    </a:lnTo>
                    <a:lnTo>
                      <a:pt x="4208" y="5997"/>
                    </a:lnTo>
                    <a:lnTo>
                      <a:pt x="4139" y="6024"/>
                    </a:lnTo>
                    <a:lnTo>
                      <a:pt x="4070" y="6049"/>
                    </a:lnTo>
                    <a:lnTo>
                      <a:pt x="3999" y="6074"/>
                    </a:lnTo>
                    <a:lnTo>
                      <a:pt x="3929" y="6095"/>
                    </a:lnTo>
                    <a:lnTo>
                      <a:pt x="3858" y="6115"/>
                    </a:lnTo>
                    <a:lnTo>
                      <a:pt x="3785" y="6133"/>
                    </a:lnTo>
                    <a:lnTo>
                      <a:pt x="3713" y="6150"/>
                    </a:lnTo>
                    <a:lnTo>
                      <a:pt x="3639" y="6165"/>
                    </a:lnTo>
                    <a:lnTo>
                      <a:pt x="3565" y="6177"/>
                    </a:lnTo>
                    <a:lnTo>
                      <a:pt x="3490" y="6188"/>
                    </a:lnTo>
                    <a:lnTo>
                      <a:pt x="3414" y="6197"/>
                    </a:lnTo>
                    <a:lnTo>
                      <a:pt x="3338" y="6204"/>
                    </a:lnTo>
                    <a:lnTo>
                      <a:pt x="3262" y="6208"/>
                    </a:lnTo>
                    <a:lnTo>
                      <a:pt x="3185" y="6212"/>
                    </a:lnTo>
                    <a:lnTo>
                      <a:pt x="3108" y="6213"/>
                    </a:lnTo>
                    <a:close/>
                  </a:path>
                </a:pathLst>
              </a:custGeom>
              <a:solidFill>
                <a:srgbClr val="00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41" name="Freeform 67"/>
              <p:cNvSpPr>
                <a:spLocks/>
              </p:cNvSpPr>
              <p:nvPr/>
            </p:nvSpPr>
            <p:spPr bwMode="auto">
              <a:xfrm>
                <a:off x="1974" y="3279"/>
                <a:ext cx="254" cy="28"/>
              </a:xfrm>
              <a:custGeom>
                <a:avLst/>
                <a:gdLst>
                  <a:gd name="T0" fmla="*/ 506 w 507"/>
                  <a:gd name="T1" fmla="*/ 42 h 58"/>
                  <a:gd name="T2" fmla="*/ 507 w 507"/>
                  <a:gd name="T3" fmla="*/ 42 h 58"/>
                  <a:gd name="T4" fmla="*/ 489 w 507"/>
                  <a:gd name="T5" fmla="*/ 40 h 58"/>
                  <a:gd name="T6" fmla="*/ 409 w 507"/>
                  <a:gd name="T7" fmla="*/ 40 h 58"/>
                  <a:gd name="T8" fmla="*/ 392 w 507"/>
                  <a:gd name="T9" fmla="*/ 38 h 58"/>
                  <a:gd name="T10" fmla="*/ 377 w 507"/>
                  <a:gd name="T11" fmla="*/ 38 h 58"/>
                  <a:gd name="T12" fmla="*/ 329 w 507"/>
                  <a:gd name="T13" fmla="*/ 35 h 58"/>
                  <a:gd name="T14" fmla="*/ 312 w 507"/>
                  <a:gd name="T15" fmla="*/ 35 h 58"/>
                  <a:gd name="T16" fmla="*/ 281 w 507"/>
                  <a:gd name="T17" fmla="*/ 33 h 58"/>
                  <a:gd name="T18" fmla="*/ 265 w 507"/>
                  <a:gd name="T19" fmla="*/ 31 h 58"/>
                  <a:gd name="T20" fmla="*/ 250 w 507"/>
                  <a:gd name="T21" fmla="*/ 31 h 58"/>
                  <a:gd name="T22" fmla="*/ 234 w 507"/>
                  <a:gd name="T23" fmla="*/ 29 h 58"/>
                  <a:gd name="T24" fmla="*/ 219 w 507"/>
                  <a:gd name="T25" fmla="*/ 28 h 58"/>
                  <a:gd name="T26" fmla="*/ 203 w 507"/>
                  <a:gd name="T27" fmla="*/ 26 h 58"/>
                  <a:gd name="T28" fmla="*/ 188 w 507"/>
                  <a:gd name="T29" fmla="*/ 25 h 58"/>
                  <a:gd name="T30" fmla="*/ 171 w 507"/>
                  <a:gd name="T31" fmla="*/ 22 h 58"/>
                  <a:gd name="T32" fmla="*/ 156 w 507"/>
                  <a:gd name="T33" fmla="*/ 21 h 58"/>
                  <a:gd name="T34" fmla="*/ 140 w 507"/>
                  <a:gd name="T35" fmla="*/ 19 h 58"/>
                  <a:gd name="T36" fmla="*/ 125 w 507"/>
                  <a:gd name="T37" fmla="*/ 18 h 58"/>
                  <a:gd name="T38" fmla="*/ 110 w 507"/>
                  <a:gd name="T39" fmla="*/ 15 h 58"/>
                  <a:gd name="T40" fmla="*/ 94 w 507"/>
                  <a:gd name="T41" fmla="*/ 13 h 58"/>
                  <a:gd name="T42" fmla="*/ 79 w 507"/>
                  <a:gd name="T43" fmla="*/ 11 h 58"/>
                  <a:gd name="T44" fmla="*/ 62 w 507"/>
                  <a:gd name="T45" fmla="*/ 8 h 58"/>
                  <a:gd name="T46" fmla="*/ 47 w 507"/>
                  <a:gd name="T47" fmla="*/ 7 h 58"/>
                  <a:gd name="T48" fmla="*/ 32 w 507"/>
                  <a:gd name="T49" fmla="*/ 4 h 58"/>
                  <a:gd name="T50" fmla="*/ 16 w 507"/>
                  <a:gd name="T51" fmla="*/ 0 h 58"/>
                  <a:gd name="T52" fmla="*/ 1 w 507"/>
                  <a:gd name="T53" fmla="*/ 0 h 58"/>
                  <a:gd name="T54" fmla="*/ 3 w 507"/>
                  <a:gd name="T55" fmla="*/ 0 h 58"/>
                  <a:gd name="T56" fmla="*/ 0 w 507"/>
                  <a:gd name="T57" fmla="*/ 17 h 58"/>
                  <a:gd name="T58" fmla="*/ 1 w 507"/>
                  <a:gd name="T59" fmla="*/ 17 h 58"/>
                  <a:gd name="T60" fmla="*/ 14 w 507"/>
                  <a:gd name="T61" fmla="*/ 17 h 58"/>
                  <a:gd name="T62" fmla="*/ 28 w 507"/>
                  <a:gd name="T63" fmla="*/ 20 h 58"/>
                  <a:gd name="T64" fmla="*/ 45 w 507"/>
                  <a:gd name="T65" fmla="*/ 23 h 58"/>
                  <a:gd name="T66" fmla="*/ 60 w 507"/>
                  <a:gd name="T67" fmla="*/ 25 h 58"/>
                  <a:gd name="T68" fmla="*/ 76 w 507"/>
                  <a:gd name="T69" fmla="*/ 27 h 58"/>
                  <a:gd name="T70" fmla="*/ 91 w 507"/>
                  <a:gd name="T71" fmla="*/ 29 h 58"/>
                  <a:gd name="T72" fmla="*/ 107 w 507"/>
                  <a:gd name="T73" fmla="*/ 31 h 58"/>
                  <a:gd name="T74" fmla="*/ 122 w 507"/>
                  <a:gd name="T75" fmla="*/ 34 h 58"/>
                  <a:gd name="T76" fmla="*/ 137 w 507"/>
                  <a:gd name="T77" fmla="*/ 35 h 58"/>
                  <a:gd name="T78" fmla="*/ 153 w 507"/>
                  <a:gd name="T79" fmla="*/ 37 h 58"/>
                  <a:gd name="T80" fmla="*/ 168 w 507"/>
                  <a:gd name="T81" fmla="*/ 38 h 58"/>
                  <a:gd name="T82" fmla="*/ 186 w 507"/>
                  <a:gd name="T83" fmla="*/ 41 h 58"/>
                  <a:gd name="T84" fmla="*/ 201 w 507"/>
                  <a:gd name="T85" fmla="*/ 42 h 58"/>
                  <a:gd name="T86" fmla="*/ 217 w 507"/>
                  <a:gd name="T87" fmla="*/ 44 h 58"/>
                  <a:gd name="T88" fmla="*/ 232 w 507"/>
                  <a:gd name="T89" fmla="*/ 45 h 58"/>
                  <a:gd name="T90" fmla="*/ 250 w 507"/>
                  <a:gd name="T91" fmla="*/ 48 h 58"/>
                  <a:gd name="T92" fmla="*/ 265 w 507"/>
                  <a:gd name="T93" fmla="*/ 48 h 58"/>
                  <a:gd name="T94" fmla="*/ 279 w 507"/>
                  <a:gd name="T95" fmla="*/ 49 h 58"/>
                  <a:gd name="T96" fmla="*/ 312 w 507"/>
                  <a:gd name="T97" fmla="*/ 51 h 58"/>
                  <a:gd name="T98" fmla="*/ 329 w 507"/>
                  <a:gd name="T99" fmla="*/ 51 h 58"/>
                  <a:gd name="T100" fmla="*/ 377 w 507"/>
                  <a:gd name="T101" fmla="*/ 55 h 58"/>
                  <a:gd name="T102" fmla="*/ 392 w 507"/>
                  <a:gd name="T103" fmla="*/ 55 h 58"/>
                  <a:gd name="T104" fmla="*/ 409 w 507"/>
                  <a:gd name="T105" fmla="*/ 56 h 58"/>
                  <a:gd name="T106" fmla="*/ 489 w 507"/>
                  <a:gd name="T107" fmla="*/ 56 h 58"/>
                  <a:gd name="T108" fmla="*/ 505 w 507"/>
                  <a:gd name="T109" fmla="*/ 58 h 58"/>
                  <a:gd name="T110" fmla="*/ 506 w 507"/>
                  <a:gd name="T111" fmla="*/ 58 h 58"/>
                  <a:gd name="T112" fmla="*/ 506 w 507"/>
                  <a:gd name="T113" fmla="*/ 42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507" h="58">
                    <a:moveTo>
                      <a:pt x="506" y="42"/>
                    </a:moveTo>
                    <a:lnTo>
                      <a:pt x="507" y="42"/>
                    </a:lnTo>
                    <a:lnTo>
                      <a:pt x="489" y="40"/>
                    </a:lnTo>
                    <a:lnTo>
                      <a:pt x="409" y="40"/>
                    </a:lnTo>
                    <a:lnTo>
                      <a:pt x="392" y="38"/>
                    </a:lnTo>
                    <a:lnTo>
                      <a:pt x="377" y="38"/>
                    </a:lnTo>
                    <a:lnTo>
                      <a:pt x="329" y="35"/>
                    </a:lnTo>
                    <a:lnTo>
                      <a:pt x="312" y="35"/>
                    </a:lnTo>
                    <a:lnTo>
                      <a:pt x="281" y="33"/>
                    </a:lnTo>
                    <a:lnTo>
                      <a:pt x="265" y="31"/>
                    </a:lnTo>
                    <a:lnTo>
                      <a:pt x="250" y="31"/>
                    </a:lnTo>
                    <a:lnTo>
                      <a:pt x="234" y="29"/>
                    </a:lnTo>
                    <a:lnTo>
                      <a:pt x="219" y="28"/>
                    </a:lnTo>
                    <a:lnTo>
                      <a:pt x="203" y="26"/>
                    </a:lnTo>
                    <a:lnTo>
                      <a:pt x="188" y="25"/>
                    </a:lnTo>
                    <a:lnTo>
                      <a:pt x="171" y="22"/>
                    </a:lnTo>
                    <a:lnTo>
                      <a:pt x="156" y="21"/>
                    </a:lnTo>
                    <a:lnTo>
                      <a:pt x="140" y="19"/>
                    </a:lnTo>
                    <a:lnTo>
                      <a:pt x="125" y="18"/>
                    </a:lnTo>
                    <a:lnTo>
                      <a:pt x="110" y="15"/>
                    </a:lnTo>
                    <a:lnTo>
                      <a:pt x="94" y="13"/>
                    </a:lnTo>
                    <a:lnTo>
                      <a:pt x="79" y="11"/>
                    </a:lnTo>
                    <a:lnTo>
                      <a:pt x="62" y="8"/>
                    </a:lnTo>
                    <a:lnTo>
                      <a:pt x="47" y="7"/>
                    </a:lnTo>
                    <a:lnTo>
                      <a:pt x="32" y="4"/>
                    </a:lnTo>
                    <a:lnTo>
                      <a:pt x="16" y="0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0" y="17"/>
                    </a:lnTo>
                    <a:lnTo>
                      <a:pt x="1" y="17"/>
                    </a:lnTo>
                    <a:lnTo>
                      <a:pt x="14" y="17"/>
                    </a:lnTo>
                    <a:lnTo>
                      <a:pt x="28" y="20"/>
                    </a:lnTo>
                    <a:lnTo>
                      <a:pt x="45" y="23"/>
                    </a:lnTo>
                    <a:lnTo>
                      <a:pt x="60" y="25"/>
                    </a:lnTo>
                    <a:lnTo>
                      <a:pt x="76" y="27"/>
                    </a:lnTo>
                    <a:lnTo>
                      <a:pt x="91" y="29"/>
                    </a:lnTo>
                    <a:lnTo>
                      <a:pt x="107" y="31"/>
                    </a:lnTo>
                    <a:lnTo>
                      <a:pt x="122" y="34"/>
                    </a:lnTo>
                    <a:lnTo>
                      <a:pt x="137" y="35"/>
                    </a:lnTo>
                    <a:lnTo>
                      <a:pt x="153" y="37"/>
                    </a:lnTo>
                    <a:lnTo>
                      <a:pt x="168" y="38"/>
                    </a:lnTo>
                    <a:lnTo>
                      <a:pt x="186" y="41"/>
                    </a:lnTo>
                    <a:lnTo>
                      <a:pt x="201" y="42"/>
                    </a:lnTo>
                    <a:lnTo>
                      <a:pt x="217" y="44"/>
                    </a:lnTo>
                    <a:lnTo>
                      <a:pt x="232" y="45"/>
                    </a:lnTo>
                    <a:lnTo>
                      <a:pt x="250" y="48"/>
                    </a:lnTo>
                    <a:lnTo>
                      <a:pt x="265" y="48"/>
                    </a:lnTo>
                    <a:lnTo>
                      <a:pt x="279" y="49"/>
                    </a:lnTo>
                    <a:lnTo>
                      <a:pt x="312" y="51"/>
                    </a:lnTo>
                    <a:lnTo>
                      <a:pt x="329" y="51"/>
                    </a:lnTo>
                    <a:lnTo>
                      <a:pt x="377" y="55"/>
                    </a:lnTo>
                    <a:lnTo>
                      <a:pt x="392" y="55"/>
                    </a:lnTo>
                    <a:lnTo>
                      <a:pt x="409" y="56"/>
                    </a:lnTo>
                    <a:lnTo>
                      <a:pt x="489" y="56"/>
                    </a:lnTo>
                    <a:lnTo>
                      <a:pt x="505" y="58"/>
                    </a:lnTo>
                    <a:lnTo>
                      <a:pt x="506" y="58"/>
                    </a:lnTo>
                    <a:lnTo>
                      <a:pt x="506" y="4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42" name="Freeform 68"/>
              <p:cNvSpPr>
                <a:spLocks/>
              </p:cNvSpPr>
              <p:nvPr/>
            </p:nvSpPr>
            <p:spPr bwMode="auto">
              <a:xfrm>
                <a:off x="1735" y="3220"/>
                <a:ext cx="240" cy="67"/>
              </a:xfrm>
              <a:custGeom>
                <a:avLst/>
                <a:gdLst>
                  <a:gd name="T0" fmla="*/ 482 w 482"/>
                  <a:gd name="T1" fmla="*/ 117 h 134"/>
                  <a:gd name="T2" fmla="*/ 465 w 482"/>
                  <a:gd name="T3" fmla="*/ 114 h 134"/>
                  <a:gd name="T4" fmla="*/ 452 w 482"/>
                  <a:gd name="T5" fmla="*/ 110 h 134"/>
                  <a:gd name="T6" fmla="*/ 433 w 482"/>
                  <a:gd name="T7" fmla="*/ 107 h 134"/>
                  <a:gd name="T8" fmla="*/ 419 w 482"/>
                  <a:gd name="T9" fmla="*/ 105 h 134"/>
                  <a:gd name="T10" fmla="*/ 403 w 482"/>
                  <a:gd name="T11" fmla="*/ 102 h 134"/>
                  <a:gd name="T12" fmla="*/ 388 w 482"/>
                  <a:gd name="T13" fmla="*/ 99 h 134"/>
                  <a:gd name="T14" fmla="*/ 373 w 482"/>
                  <a:gd name="T15" fmla="*/ 97 h 134"/>
                  <a:gd name="T16" fmla="*/ 344 w 482"/>
                  <a:gd name="T17" fmla="*/ 90 h 134"/>
                  <a:gd name="T18" fmla="*/ 327 w 482"/>
                  <a:gd name="T19" fmla="*/ 86 h 134"/>
                  <a:gd name="T20" fmla="*/ 312 w 482"/>
                  <a:gd name="T21" fmla="*/ 84 h 134"/>
                  <a:gd name="T22" fmla="*/ 297 w 482"/>
                  <a:gd name="T23" fmla="*/ 81 h 134"/>
                  <a:gd name="T24" fmla="*/ 283 w 482"/>
                  <a:gd name="T25" fmla="*/ 78 h 134"/>
                  <a:gd name="T26" fmla="*/ 268 w 482"/>
                  <a:gd name="T27" fmla="*/ 74 h 134"/>
                  <a:gd name="T28" fmla="*/ 252 w 482"/>
                  <a:gd name="T29" fmla="*/ 70 h 134"/>
                  <a:gd name="T30" fmla="*/ 240 w 482"/>
                  <a:gd name="T31" fmla="*/ 68 h 134"/>
                  <a:gd name="T32" fmla="*/ 223 w 482"/>
                  <a:gd name="T33" fmla="*/ 62 h 134"/>
                  <a:gd name="T34" fmla="*/ 194 w 482"/>
                  <a:gd name="T35" fmla="*/ 55 h 134"/>
                  <a:gd name="T36" fmla="*/ 180 w 482"/>
                  <a:gd name="T37" fmla="*/ 51 h 134"/>
                  <a:gd name="T38" fmla="*/ 165 w 482"/>
                  <a:gd name="T39" fmla="*/ 47 h 134"/>
                  <a:gd name="T40" fmla="*/ 149 w 482"/>
                  <a:gd name="T41" fmla="*/ 42 h 134"/>
                  <a:gd name="T42" fmla="*/ 135 w 482"/>
                  <a:gd name="T43" fmla="*/ 38 h 134"/>
                  <a:gd name="T44" fmla="*/ 120 w 482"/>
                  <a:gd name="T45" fmla="*/ 34 h 134"/>
                  <a:gd name="T46" fmla="*/ 105 w 482"/>
                  <a:gd name="T47" fmla="*/ 30 h 134"/>
                  <a:gd name="T48" fmla="*/ 91 w 482"/>
                  <a:gd name="T49" fmla="*/ 26 h 134"/>
                  <a:gd name="T50" fmla="*/ 61 w 482"/>
                  <a:gd name="T51" fmla="*/ 17 h 134"/>
                  <a:gd name="T52" fmla="*/ 46 w 482"/>
                  <a:gd name="T53" fmla="*/ 14 h 134"/>
                  <a:gd name="T54" fmla="*/ 32 w 482"/>
                  <a:gd name="T55" fmla="*/ 7 h 134"/>
                  <a:gd name="T56" fmla="*/ 5 w 482"/>
                  <a:gd name="T57" fmla="*/ 0 h 134"/>
                  <a:gd name="T58" fmla="*/ 0 w 482"/>
                  <a:gd name="T59" fmla="*/ 16 h 134"/>
                  <a:gd name="T60" fmla="*/ 28 w 482"/>
                  <a:gd name="T61" fmla="*/ 23 h 134"/>
                  <a:gd name="T62" fmla="*/ 41 w 482"/>
                  <a:gd name="T63" fmla="*/ 30 h 134"/>
                  <a:gd name="T64" fmla="*/ 56 w 482"/>
                  <a:gd name="T65" fmla="*/ 33 h 134"/>
                  <a:gd name="T66" fmla="*/ 86 w 482"/>
                  <a:gd name="T67" fmla="*/ 42 h 134"/>
                  <a:gd name="T68" fmla="*/ 100 w 482"/>
                  <a:gd name="T69" fmla="*/ 46 h 134"/>
                  <a:gd name="T70" fmla="*/ 115 w 482"/>
                  <a:gd name="T71" fmla="*/ 51 h 134"/>
                  <a:gd name="T72" fmla="*/ 130 w 482"/>
                  <a:gd name="T73" fmla="*/ 54 h 134"/>
                  <a:gd name="T74" fmla="*/ 144 w 482"/>
                  <a:gd name="T75" fmla="*/ 59 h 134"/>
                  <a:gd name="T76" fmla="*/ 160 w 482"/>
                  <a:gd name="T77" fmla="*/ 63 h 134"/>
                  <a:gd name="T78" fmla="*/ 175 w 482"/>
                  <a:gd name="T79" fmla="*/ 67 h 134"/>
                  <a:gd name="T80" fmla="*/ 189 w 482"/>
                  <a:gd name="T81" fmla="*/ 71 h 134"/>
                  <a:gd name="T82" fmla="*/ 219 w 482"/>
                  <a:gd name="T83" fmla="*/ 78 h 134"/>
                  <a:gd name="T84" fmla="*/ 235 w 482"/>
                  <a:gd name="T85" fmla="*/ 84 h 134"/>
                  <a:gd name="T86" fmla="*/ 250 w 482"/>
                  <a:gd name="T87" fmla="*/ 86 h 134"/>
                  <a:gd name="T88" fmla="*/ 264 w 482"/>
                  <a:gd name="T89" fmla="*/ 90 h 134"/>
                  <a:gd name="T90" fmla="*/ 279 w 482"/>
                  <a:gd name="T91" fmla="*/ 94 h 134"/>
                  <a:gd name="T92" fmla="*/ 295 w 482"/>
                  <a:gd name="T93" fmla="*/ 97 h 134"/>
                  <a:gd name="T94" fmla="*/ 310 w 482"/>
                  <a:gd name="T95" fmla="*/ 100 h 134"/>
                  <a:gd name="T96" fmla="*/ 325 w 482"/>
                  <a:gd name="T97" fmla="*/ 102 h 134"/>
                  <a:gd name="T98" fmla="*/ 340 w 482"/>
                  <a:gd name="T99" fmla="*/ 106 h 134"/>
                  <a:gd name="T100" fmla="*/ 371 w 482"/>
                  <a:gd name="T101" fmla="*/ 113 h 134"/>
                  <a:gd name="T102" fmla="*/ 386 w 482"/>
                  <a:gd name="T103" fmla="*/ 115 h 134"/>
                  <a:gd name="T104" fmla="*/ 401 w 482"/>
                  <a:gd name="T105" fmla="*/ 119 h 134"/>
                  <a:gd name="T106" fmla="*/ 417 w 482"/>
                  <a:gd name="T107" fmla="*/ 121 h 134"/>
                  <a:gd name="T108" fmla="*/ 431 w 482"/>
                  <a:gd name="T109" fmla="*/ 123 h 134"/>
                  <a:gd name="T110" fmla="*/ 447 w 482"/>
                  <a:gd name="T111" fmla="*/ 127 h 134"/>
                  <a:gd name="T112" fmla="*/ 461 w 482"/>
                  <a:gd name="T113" fmla="*/ 130 h 134"/>
                  <a:gd name="T114" fmla="*/ 479 w 482"/>
                  <a:gd name="T115" fmla="*/ 134 h 134"/>
                  <a:gd name="T116" fmla="*/ 482 w 482"/>
                  <a:gd name="T117" fmla="*/ 117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482" h="134">
                    <a:moveTo>
                      <a:pt x="482" y="117"/>
                    </a:moveTo>
                    <a:lnTo>
                      <a:pt x="465" y="114"/>
                    </a:lnTo>
                    <a:lnTo>
                      <a:pt x="452" y="110"/>
                    </a:lnTo>
                    <a:lnTo>
                      <a:pt x="433" y="107"/>
                    </a:lnTo>
                    <a:lnTo>
                      <a:pt x="419" y="105"/>
                    </a:lnTo>
                    <a:lnTo>
                      <a:pt x="403" y="102"/>
                    </a:lnTo>
                    <a:lnTo>
                      <a:pt x="388" y="99"/>
                    </a:lnTo>
                    <a:lnTo>
                      <a:pt x="373" y="97"/>
                    </a:lnTo>
                    <a:lnTo>
                      <a:pt x="344" y="90"/>
                    </a:lnTo>
                    <a:lnTo>
                      <a:pt x="327" y="86"/>
                    </a:lnTo>
                    <a:lnTo>
                      <a:pt x="312" y="84"/>
                    </a:lnTo>
                    <a:lnTo>
                      <a:pt x="297" y="81"/>
                    </a:lnTo>
                    <a:lnTo>
                      <a:pt x="283" y="78"/>
                    </a:lnTo>
                    <a:lnTo>
                      <a:pt x="268" y="74"/>
                    </a:lnTo>
                    <a:lnTo>
                      <a:pt x="252" y="70"/>
                    </a:lnTo>
                    <a:lnTo>
                      <a:pt x="240" y="68"/>
                    </a:lnTo>
                    <a:lnTo>
                      <a:pt x="223" y="62"/>
                    </a:lnTo>
                    <a:lnTo>
                      <a:pt x="194" y="55"/>
                    </a:lnTo>
                    <a:lnTo>
                      <a:pt x="180" y="51"/>
                    </a:lnTo>
                    <a:lnTo>
                      <a:pt x="165" y="47"/>
                    </a:lnTo>
                    <a:lnTo>
                      <a:pt x="149" y="42"/>
                    </a:lnTo>
                    <a:lnTo>
                      <a:pt x="135" y="38"/>
                    </a:lnTo>
                    <a:lnTo>
                      <a:pt x="120" y="34"/>
                    </a:lnTo>
                    <a:lnTo>
                      <a:pt x="105" y="30"/>
                    </a:lnTo>
                    <a:lnTo>
                      <a:pt x="91" y="26"/>
                    </a:lnTo>
                    <a:lnTo>
                      <a:pt x="61" y="17"/>
                    </a:lnTo>
                    <a:lnTo>
                      <a:pt x="46" y="14"/>
                    </a:lnTo>
                    <a:lnTo>
                      <a:pt x="32" y="7"/>
                    </a:lnTo>
                    <a:lnTo>
                      <a:pt x="5" y="0"/>
                    </a:lnTo>
                    <a:lnTo>
                      <a:pt x="0" y="16"/>
                    </a:lnTo>
                    <a:lnTo>
                      <a:pt x="28" y="23"/>
                    </a:lnTo>
                    <a:lnTo>
                      <a:pt x="41" y="30"/>
                    </a:lnTo>
                    <a:lnTo>
                      <a:pt x="56" y="33"/>
                    </a:lnTo>
                    <a:lnTo>
                      <a:pt x="86" y="42"/>
                    </a:lnTo>
                    <a:lnTo>
                      <a:pt x="100" y="46"/>
                    </a:lnTo>
                    <a:lnTo>
                      <a:pt x="115" y="51"/>
                    </a:lnTo>
                    <a:lnTo>
                      <a:pt x="130" y="54"/>
                    </a:lnTo>
                    <a:lnTo>
                      <a:pt x="144" y="59"/>
                    </a:lnTo>
                    <a:lnTo>
                      <a:pt x="160" y="63"/>
                    </a:lnTo>
                    <a:lnTo>
                      <a:pt x="175" y="67"/>
                    </a:lnTo>
                    <a:lnTo>
                      <a:pt x="189" y="71"/>
                    </a:lnTo>
                    <a:lnTo>
                      <a:pt x="219" y="78"/>
                    </a:lnTo>
                    <a:lnTo>
                      <a:pt x="235" y="84"/>
                    </a:lnTo>
                    <a:lnTo>
                      <a:pt x="250" y="86"/>
                    </a:lnTo>
                    <a:lnTo>
                      <a:pt x="264" y="90"/>
                    </a:lnTo>
                    <a:lnTo>
                      <a:pt x="279" y="94"/>
                    </a:lnTo>
                    <a:lnTo>
                      <a:pt x="295" y="97"/>
                    </a:lnTo>
                    <a:lnTo>
                      <a:pt x="310" y="100"/>
                    </a:lnTo>
                    <a:lnTo>
                      <a:pt x="325" y="102"/>
                    </a:lnTo>
                    <a:lnTo>
                      <a:pt x="340" y="106"/>
                    </a:lnTo>
                    <a:lnTo>
                      <a:pt x="371" y="113"/>
                    </a:lnTo>
                    <a:lnTo>
                      <a:pt x="386" y="115"/>
                    </a:lnTo>
                    <a:lnTo>
                      <a:pt x="401" y="119"/>
                    </a:lnTo>
                    <a:lnTo>
                      <a:pt x="417" y="121"/>
                    </a:lnTo>
                    <a:lnTo>
                      <a:pt x="431" y="123"/>
                    </a:lnTo>
                    <a:lnTo>
                      <a:pt x="447" y="127"/>
                    </a:lnTo>
                    <a:lnTo>
                      <a:pt x="461" y="130"/>
                    </a:lnTo>
                    <a:lnTo>
                      <a:pt x="479" y="134"/>
                    </a:lnTo>
                    <a:lnTo>
                      <a:pt x="482" y="1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43" name="Freeform 69"/>
              <p:cNvSpPr>
                <a:spLocks/>
              </p:cNvSpPr>
              <p:nvPr/>
            </p:nvSpPr>
            <p:spPr bwMode="auto">
              <a:xfrm>
                <a:off x="1511" y="3127"/>
                <a:ext cx="226" cy="101"/>
              </a:xfrm>
              <a:custGeom>
                <a:avLst/>
                <a:gdLst>
                  <a:gd name="T0" fmla="*/ 452 w 453"/>
                  <a:gd name="T1" fmla="*/ 187 h 203"/>
                  <a:gd name="T2" fmla="*/ 453 w 453"/>
                  <a:gd name="T3" fmla="*/ 188 h 203"/>
                  <a:gd name="T4" fmla="*/ 434 w 453"/>
                  <a:gd name="T5" fmla="*/ 180 h 203"/>
                  <a:gd name="T6" fmla="*/ 421 w 453"/>
                  <a:gd name="T7" fmla="*/ 177 h 203"/>
                  <a:gd name="T8" fmla="*/ 407 w 453"/>
                  <a:gd name="T9" fmla="*/ 170 h 203"/>
                  <a:gd name="T10" fmla="*/ 393 w 453"/>
                  <a:gd name="T11" fmla="*/ 166 h 203"/>
                  <a:gd name="T12" fmla="*/ 379 w 453"/>
                  <a:gd name="T13" fmla="*/ 160 h 203"/>
                  <a:gd name="T14" fmla="*/ 364 w 453"/>
                  <a:gd name="T15" fmla="*/ 156 h 203"/>
                  <a:gd name="T16" fmla="*/ 349 w 453"/>
                  <a:gd name="T17" fmla="*/ 150 h 203"/>
                  <a:gd name="T18" fmla="*/ 336 w 453"/>
                  <a:gd name="T19" fmla="*/ 147 h 203"/>
                  <a:gd name="T20" fmla="*/ 321 w 453"/>
                  <a:gd name="T21" fmla="*/ 138 h 203"/>
                  <a:gd name="T22" fmla="*/ 308 w 453"/>
                  <a:gd name="T23" fmla="*/ 135 h 203"/>
                  <a:gd name="T24" fmla="*/ 294 w 453"/>
                  <a:gd name="T25" fmla="*/ 128 h 203"/>
                  <a:gd name="T26" fmla="*/ 279 w 453"/>
                  <a:gd name="T27" fmla="*/ 124 h 203"/>
                  <a:gd name="T28" fmla="*/ 266 w 453"/>
                  <a:gd name="T29" fmla="*/ 119 h 203"/>
                  <a:gd name="T30" fmla="*/ 252 w 453"/>
                  <a:gd name="T31" fmla="*/ 112 h 203"/>
                  <a:gd name="T32" fmla="*/ 237 w 453"/>
                  <a:gd name="T33" fmla="*/ 106 h 203"/>
                  <a:gd name="T34" fmla="*/ 225 w 453"/>
                  <a:gd name="T35" fmla="*/ 102 h 203"/>
                  <a:gd name="T36" fmla="*/ 211 w 453"/>
                  <a:gd name="T37" fmla="*/ 95 h 203"/>
                  <a:gd name="T38" fmla="*/ 197 w 453"/>
                  <a:gd name="T39" fmla="*/ 90 h 203"/>
                  <a:gd name="T40" fmla="*/ 183 w 453"/>
                  <a:gd name="T41" fmla="*/ 83 h 203"/>
                  <a:gd name="T42" fmla="*/ 169 w 453"/>
                  <a:gd name="T43" fmla="*/ 77 h 203"/>
                  <a:gd name="T44" fmla="*/ 156 w 453"/>
                  <a:gd name="T45" fmla="*/ 71 h 203"/>
                  <a:gd name="T46" fmla="*/ 141 w 453"/>
                  <a:gd name="T47" fmla="*/ 65 h 203"/>
                  <a:gd name="T48" fmla="*/ 127 w 453"/>
                  <a:gd name="T49" fmla="*/ 59 h 203"/>
                  <a:gd name="T50" fmla="*/ 114 w 453"/>
                  <a:gd name="T51" fmla="*/ 52 h 203"/>
                  <a:gd name="T52" fmla="*/ 100 w 453"/>
                  <a:gd name="T53" fmla="*/ 46 h 203"/>
                  <a:gd name="T54" fmla="*/ 17 w 453"/>
                  <a:gd name="T55" fmla="*/ 5 h 203"/>
                  <a:gd name="T56" fmla="*/ 7 w 453"/>
                  <a:gd name="T57" fmla="*/ 0 h 203"/>
                  <a:gd name="T58" fmla="*/ 0 w 453"/>
                  <a:gd name="T59" fmla="*/ 14 h 203"/>
                  <a:gd name="T60" fmla="*/ 10 w 453"/>
                  <a:gd name="T61" fmla="*/ 19 h 203"/>
                  <a:gd name="T62" fmla="*/ 93 w 453"/>
                  <a:gd name="T63" fmla="*/ 60 h 203"/>
                  <a:gd name="T64" fmla="*/ 107 w 453"/>
                  <a:gd name="T65" fmla="*/ 66 h 203"/>
                  <a:gd name="T66" fmla="*/ 120 w 453"/>
                  <a:gd name="T67" fmla="*/ 73 h 203"/>
                  <a:gd name="T68" fmla="*/ 134 w 453"/>
                  <a:gd name="T69" fmla="*/ 79 h 203"/>
                  <a:gd name="T70" fmla="*/ 149 w 453"/>
                  <a:gd name="T71" fmla="*/ 84 h 203"/>
                  <a:gd name="T72" fmla="*/ 162 w 453"/>
                  <a:gd name="T73" fmla="*/ 91 h 203"/>
                  <a:gd name="T74" fmla="*/ 176 w 453"/>
                  <a:gd name="T75" fmla="*/ 97 h 203"/>
                  <a:gd name="T76" fmla="*/ 190 w 453"/>
                  <a:gd name="T77" fmla="*/ 104 h 203"/>
                  <a:gd name="T78" fmla="*/ 204 w 453"/>
                  <a:gd name="T79" fmla="*/ 109 h 203"/>
                  <a:gd name="T80" fmla="*/ 218 w 453"/>
                  <a:gd name="T81" fmla="*/ 115 h 203"/>
                  <a:gd name="T82" fmla="*/ 233 w 453"/>
                  <a:gd name="T83" fmla="*/ 122 h 203"/>
                  <a:gd name="T84" fmla="*/ 245 w 453"/>
                  <a:gd name="T85" fmla="*/ 126 h 203"/>
                  <a:gd name="T86" fmla="*/ 259 w 453"/>
                  <a:gd name="T87" fmla="*/ 133 h 203"/>
                  <a:gd name="T88" fmla="*/ 274 w 453"/>
                  <a:gd name="T89" fmla="*/ 140 h 203"/>
                  <a:gd name="T90" fmla="*/ 287 w 453"/>
                  <a:gd name="T91" fmla="*/ 144 h 203"/>
                  <a:gd name="T92" fmla="*/ 303 w 453"/>
                  <a:gd name="T93" fmla="*/ 151 h 203"/>
                  <a:gd name="T94" fmla="*/ 317 w 453"/>
                  <a:gd name="T95" fmla="*/ 155 h 203"/>
                  <a:gd name="T96" fmla="*/ 330 w 453"/>
                  <a:gd name="T97" fmla="*/ 160 h 203"/>
                  <a:gd name="T98" fmla="*/ 344 w 453"/>
                  <a:gd name="T99" fmla="*/ 166 h 203"/>
                  <a:gd name="T100" fmla="*/ 359 w 453"/>
                  <a:gd name="T101" fmla="*/ 172 h 203"/>
                  <a:gd name="T102" fmla="*/ 374 w 453"/>
                  <a:gd name="T103" fmla="*/ 177 h 203"/>
                  <a:gd name="T104" fmla="*/ 388 w 453"/>
                  <a:gd name="T105" fmla="*/ 182 h 203"/>
                  <a:gd name="T106" fmla="*/ 402 w 453"/>
                  <a:gd name="T107" fmla="*/ 186 h 203"/>
                  <a:gd name="T108" fmla="*/ 416 w 453"/>
                  <a:gd name="T109" fmla="*/ 193 h 203"/>
                  <a:gd name="T110" fmla="*/ 430 w 453"/>
                  <a:gd name="T111" fmla="*/ 196 h 203"/>
                  <a:gd name="T112" fmla="*/ 446 w 453"/>
                  <a:gd name="T113" fmla="*/ 202 h 203"/>
                  <a:gd name="T114" fmla="*/ 447 w 453"/>
                  <a:gd name="T115" fmla="*/ 203 h 203"/>
                  <a:gd name="T116" fmla="*/ 452 w 453"/>
                  <a:gd name="T117" fmla="*/ 187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453" h="203">
                    <a:moveTo>
                      <a:pt x="452" y="187"/>
                    </a:moveTo>
                    <a:lnTo>
                      <a:pt x="453" y="188"/>
                    </a:lnTo>
                    <a:lnTo>
                      <a:pt x="434" y="180"/>
                    </a:lnTo>
                    <a:lnTo>
                      <a:pt x="421" y="177"/>
                    </a:lnTo>
                    <a:lnTo>
                      <a:pt x="407" y="170"/>
                    </a:lnTo>
                    <a:lnTo>
                      <a:pt x="393" y="166"/>
                    </a:lnTo>
                    <a:lnTo>
                      <a:pt x="379" y="160"/>
                    </a:lnTo>
                    <a:lnTo>
                      <a:pt x="364" y="156"/>
                    </a:lnTo>
                    <a:lnTo>
                      <a:pt x="349" y="150"/>
                    </a:lnTo>
                    <a:lnTo>
                      <a:pt x="336" y="147"/>
                    </a:lnTo>
                    <a:lnTo>
                      <a:pt x="321" y="138"/>
                    </a:lnTo>
                    <a:lnTo>
                      <a:pt x="308" y="135"/>
                    </a:lnTo>
                    <a:lnTo>
                      <a:pt x="294" y="128"/>
                    </a:lnTo>
                    <a:lnTo>
                      <a:pt x="279" y="124"/>
                    </a:lnTo>
                    <a:lnTo>
                      <a:pt x="266" y="119"/>
                    </a:lnTo>
                    <a:lnTo>
                      <a:pt x="252" y="112"/>
                    </a:lnTo>
                    <a:lnTo>
                      <a:pt x="237" y="106"/>
                    </a:lnTo>
                    <a:lnTo>
                      <a:pt x="225" y="102"/>
                    </a:lnTo>
                    <a:lnTo>
                      <a:pt x="211" y="95"/>
                    </a:lnTo>
                    <a:lnTo>
                      <a:pt x="197" y="90"/>
                    </a:lnTo>
                    <a:lnTo>
                      <a:pt x="183" y="83"/>
                    </a:lnTo>
                    <a:lnTo>
                      <a:pt x="169" y="77"/>
                    </a:lnTo>
                    <a:lnTo>
                      <a:pt x="156" y="71"/>
                    </a:lnTo>
                    <a:lnTo>
                      <a:pt x="141" y="65"/>
                    </a:lnTo>
                    <a:lnTo>
                      <a:pt x="127" y="59"/>
                    </a:lnTo>
                    <a:lnTo>
                      <a:pt x="114" y="52"/>
                    </a:lnTo>
                    <a:lnTo>
                      <a:pt x="100" y="46"/>
                    </a:lnTo>
                    <a:lnTo>
                      <a:pt x="17" y="5"/>
                    </a:lnTo>
                    <a:lnTo>
                      <a:pt x="7" y="0"/>
                    </a:lnTo>
                    <a:lnTo>
                      <a:pt x="0" y="14"/>
                    </a:lnTo>
                    <a:lnTo>
                      <a:pt x="10" y="19"/>
                    </a:lnTo>
                    <a:lnTo>
                      <a:pt x="93" y="60"/>
                    </a:lnTo>
                    <a:lnTo>
                      <a:pt x="107" y="66"/>
                    </a:lnTo>
                    <a:lnTo>
                      <a:pt x="120" y="73"/>
                    </a:lnTo>
                    <a:lnTo>
                      <a:pt x="134" y="79"/>
                    </a:lnTo>
                    <a:lnTo>
                      <a:pt x="149" y="84"/>
                    </a:lnTo>
                    <a:lnTo>
                      <a:pt x="162" y="91"/>
                    </a:lnTo>
                    <a:lnTo>
                      <a:pt x="176" y="97"/>
                    </a:lnTo>
                    <a:lnTo>
                      <a:pt x="190" y="104"/>
                    </a:lnTo>
                    <a:lnTo>
                      <a:pt x="204" y="109"/>
                    </a:lnTo>
                    <a:lnTo>
                      <a:pt x="218" y="115"/>
                    </a:lnTo>
                    <a:lnTo>
                      <a:pt x="233" y="122"/>
                    </a:lnTo>
                    <a:lnTo>
                      <a:pt x="245" y="126"/>
                    </a:lnTo>
                    <a:lnTo>
                      <a:pt x="259" y="133"/>
                    </a:lnTo>
                    <a:lnTo>
                      <a:pt x="274" y="140"/>
                    </a:lnTo>
                    <a:lnTo>
                      <a:pt x="287" y="144"/>
                    </a:lnTo>
                    <a:lnTo>
                      <a:pt x="303" y="151"/>
                    </a:lnTo>
                    <a:lnTo>
                      <a:pt x="317" y="155"/>
                    </a:lnTo>
                    <a:lnTo>
                      <a:pt x="330" y="160"/>
                    </a:lnTo>
                    <a:lnTo>
                      <a:pt x="344" y="166"/>
                    </a:lnTo>
                    <a:lnTo>
                      <a:pt x="359" y="172"/>
                    </a:lnTo>
                    <a:lnTo>
                      <a:pt x="374" y="177"/>
                    </a:lnTo>
                    <a:lnTo>
                      <a:pt x="388" y="182"/>
                    </a:lnTo>
                    <a:lnTo>
                      <a:pt x="402" y="186"/>
                    </a:lnTo>
                    <a:lnTo>
                      <a:pt x="416" y="193"/>
                    </a:lnTo>
                    <a:lnTo>
                      <a:pt x="430" y="196"/>
                    </a:lnTo>
                    <a:lnTo>
                      <a:pt x="446" y="202"/>
                    </a:lnTo>
                    <a:lnTo>
                      <a:pt x="447" y="203"/>
                    </a:lnTo>
                    <a:lnTo>
                      <a:pt x="452" y="18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44" name="Freeform 70"/>
              <p:cNvSpPr>
                <a:spLocks/>
              </p:cNvSpPr>
              <p:nvPr/>
            </p:nvSpPr>
            <p:spPr bwMode="auto">
              <a:xfrm>
                <a:off x="1307" y="3000"/>
                <a:ext cx="208" cy="134"/>
              </a:xfrm>
              <a:custGeom>
                <a:avLst/>
                <a:gdLst>
                  <a:gd name="T0" fmla="*/ 415 w 416"/>
                  <a:gd name="T1" fmla="*/ 252 h 266"/>
                  <a:gd name="T2" fmla="*/ 416 w 416"/>
                  <a:gd name="T3" fmla="*/ 252 h 266"/>
                  <a:gd name="T4" fmla="*/ 402 w 416"/>
                  <a:gd name="T5" fmla="*/ 243 h 266"/>
                  <a:gd name="T6" fmla="*/ 346 w 416"/>
                  <a:gd name="T7" fmla="*/ 215 h 266"/>
                  <a:gd name="T8" fmla="*/ 334 w 416"/>
                  <a:gd name="T9" fmla="*/ 208 h 266"/>
                  <a:gd name="T10" fmla="*/ 321 w 416"/>
                  <a:gd name="T11" fmla="*/ 202 h 266"/>
                  <a:gd name="T12" fmla="*/ 309 w 416"/>
                  <a:gd name="T13" fmla="*/ 193 h 266"/>
                  <a:gd name="T14" fmla="*/ 295 w 416"/>
                  <a:gd name="T15" fmla="*/ 187 h 266"/>
                  <a:gd name="T16" fmla="*/ 283 w 416"/>
                  <a:gd name="T17" fmla="*/ 180 h 266"/>
                  <a:gd name="T18" fmla="*/ 270 w 416"/>
                  <a:gd name="T19" fmla="*/ 170 h 266"/>
                  <a:gd name="T20" fmla="*/ 257 w 416"/>
                  <a:gd name="T21" fmla="*/ 164 h 266"/>
                  <a:gd name="T22" fmla="*/ 245 w 416"/>
                  <a:gd name="T23" fmla="*/ 155 h 266"/>
                  <a:gd name="T24" fmla="*/ 232 w 416"/>
                  <a:gd name="T25" fmla="*/ 149 h 266"/>
                  <a:gd name="T26" fmla="*/ 219 w 416"/>
                  <a:gd name="T27" fmla="*/ 139 h 266"/>
                  <a:gd name="T28" fmla="*/ 205 w 416"/>
                  <a:gd name="T29" fmla="*/ 132 h 266"/>
                  <a:gd name="T30" fmla="*/ 193 w 416"/>
                  <a:gd name="T31" fmla="*/ 124 h 266"/>
                  <a:gd name="T32" fmla="*/ 181 w 416"/>
                  <a:gd name="T33" fmla="*/ 116 h 266"/>
                  <a:gd name="T34" fmla="*/ 156 w 416"/>
                  <a:gd name="T35" fmla="*/ 100 h 266"/>
                  <a:gd name="T36" fmla="*/ 143 w 416"/>
                  <a:gd name="T37" fmla="*/ 93 h 266"/>
                  <a:gd name="T38" fmla="*/ 130 w 416"/>
                  <a:gd name="T39" fmla="*/ 84 h 266"/>
                  <a:gd name="T40" fmla="*/ 118 w 416"/>
                  <a:gd name="T41" fmla="*/ 76 h 266"/>
                  <a:gd name="T42" fmla="*/ 106 w 416"/>
                  <a:gd name="T43" fmla="*/ 68 h 266"/>
                  <a:gd name="T44" fmla="*/ 94 w 416"/>
                  <a:gd name="T45" fmla="*/ 59 h 266"/>
                  <a:gd name="T46" fmla="*/ 82 w 416"/>
                  <a:gd name="T47" fmla="*/ 51 h 266"/>
                  <a:gd name="T48" fmla="*/ 58 w 416"/>
                  <a:gd name="T49" fmla="*/ 35 h 266"/>
                  <a:gd name="T50" fmla="*/ 44 w 416"/>
                  <a:gd name="T51" fmla="*/ 24 h 266"/>
                  <a:gd name="T52" fmla="*/ 34 w 416"/>
                  <a:gd name="T53" fmla="*/ 17 h 266"/>
                  <a:gd name="T54" fmla="*/ 20 w 416"/>
                  <a:gd name="T55" fmla="*/ 7 h 266"/>
                  <a:gd name="T56" fmla="*/ 10 w 416"/>
                  <a:gd name="T57" fmla="*/ 0 h 266"/>
                  <a:gd name="T58" fmla="*/ 0 w 416"/>
                  <a:gd name="T59" fmla="*/ 14 h 266"/>
                  <a:gd name="T60" fmla="*/ 11 w 416"/>
                  <a:gd name="T61" fmla="*/ 21 h 266"/>
                  <a:gd name="T62" fmla="*/ 24 w 416"/>
                  <a:gd name="T63" fmla="*/ 31 h 266"/>
                  <a:gd name="T64" fmla="*/ 35 w 416"/>
                  <a:gd name="T65" fmla="*/ 38 h 266"/>
                  <a:gd name="T66" fmla="*/ 49 w 416"/>
                  <a:gd name="T67" fmla="*/ 48 h 266"/>
                  <a:gd name="T68" fmla="*/ 73 w 416"/>
                  <a:gd name="T69" fmla="*/ 64 h 266"/>
                  <a:gd name="T70" fmla="*/ 84 w 416"/>
                  <a:gd name="T71" fmla="*/ 73 h 266"/>
                  <a:gd name="T72" fmla="*/ 97 w 416"/>
                  <a:gd name="T73" fmla="*/ 82 h 266"/>
                  <a:gd name="T74" fmla="*/ 109 w 416"/>
                  <a:gd name="T75" fmla="*/ 90 h 266"/>
                  <a:gd name="T76" fmla="*/ 121 w 416"/>
                  <a:gd name="T77" fmla="*/ 98 h 266"/>
                  <a:gd name="T78" fmla="*/ 134 w 416"/>
                  <a:gd name="T79" fmla="*/ 107 h 266"/>
                  <a:gd name="T80" fmla="*/ 147 w 416"/>
                  <a:gd name="T81" fmla="*/ 114 h 266"/>
                  <a:gd name="T82" fmla="*/ 172 w 416"/>
                  <a:gd name="T83" fmla="*/ 130 h 266"/>
                  <a:gd name="T84" fmla="*/ 183 w 416"/>
                  <a:gd name="T85" fmla="*/ 138 h 266"/>
                  <a:gd name="T86" fmla="*/ 198 w 416"/>
                  <a:gd name="T87" fmla="*/ 146 h 266"/>
                  <a:gd name="T88" fmla="*/ 210 w 416"/>
                  <a:gd name="T89" fmla="*/ 153 h 266"/>
                  <a:gd name="T90" fmla="*/ 223 w 416"/>
                  <a:gd name="T91" fmla="*/ 162 h 266"/>
                  <a:gd name="T92" fmla="*/ 235 w 416"/>
                  <a:gd name="T93" fmla="*/ 169 h 266"/>
                  <a:gd name="T94" fmla="*/ 248 w 416"/>
                  <a:gd name="T95" fmla="*/ 177 h 266"/>
                  <a:gd name="T96" fmla="*/ 261 w 416"/>
                  <a:gd name="T97" fmla="*/ 184 h 266"/>
                  <a:gd name="T98" fmla="*/ 273 w 416"/>
                  <a:gd name="T99" fmla="*/ 193 h 266"/>
                  <a:gd name="T100" fmla="*/ 288 w 416"/>
                  <a:gd name="T101" fmla="*/ 200 h 266"/>
                  <a:gd name="T102" fmla="*/ 300 w 416"/>
                  <a:gd name="T103" fmla="*/ 207 h 266"/>
                  <a:gd name="T104" fmla="*/ 314 w 416"/>
                  <a:gd name="T105" fmla="*/ 215 h 266"/>
                  <a:gd name="T106" fmla="*/ 327 w 416"/>
                  <a:gd name="T107" fmla="*/ 222 h 266"/>
                  <a:gd name="T108" fmla="*/ 339 w 416"/>
                  <a:gd name="T109" fmla="*/ 229 h 266"/>
                  <a:gd name="T110" fmla="*/ 393 w 416"/>
                  <a:gd name="T111" fmla="*/ 257 h 266"/>
                  <a:gd name="T112" fmla="*/ 407 w 416"/>
                  <a:gd name="T113" fmla="*/ 266 h 266"/>
                  <a:gd name="T114" fmla="*/ 408 w 416"/>
                  <a:gd name="T115" fmla="*/ 266 h 266"/>
                  <a:gd name="T116" fmla="*/ 415 w 416"/>
                  <a:gd name="T117" fmla="*/ 252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416" h="266">
                    <a:moveTo>
                      <a:pt x="415" y="252"/>
                    </a:moveTo>
                    <a:lnTo>
                      <a:pt x="416" y="252"/>
                    </a:lnTo>
                    <a:lnTo>
                      <a:pt x="402" y="243"/>
                    </a:lnTo>
                    <a:lnTo>
                      <a:pt x="346" y="215"/>
                    </a:lnTo>
                    <a:lnTo>
                      <a:pt x="334" y="208"/>
                    </a:lnTo>
                    <a:lnTo>
                      <a:pt x="321" y="202"/>
                    </a:lnTo>
                    <a:lnTo>
                      <a:pt x="309" y="193"/>
                    </a:lnTo>
                    <a:lnTo>
                      <a:pt x="295" y="187"/>
                    </a:lnTo>
                    <a:lnTo>
                      <a:pt x="283" y="180"/>
                    </a:lnTo>
                    <a:lnTo>
                      <a:pt x="270" y="170"/>
                    </a:lnTo>
                    <a:lnTo>
                      <a:pt x="257" y="164"/>
                    </a:lnTo>
                    <a:lnTo>
                      <a:pt x="245" y="155"/>
                    </a:lnTo>
                    <a:lnTo>
                      <a:pt x="232" y="149"/>
                    </a:lnTo>
                    <a:lnTo>
                      <a:pt x="219" y="139"/>
                    </a:lnTo>
                    <a:lnTo>
                      <a:pt x="205" y="132"/>
                    </a:lnTo>
                    <a:lnTo>
                      <a:pt x="193" y="124"/>
                    </a:lnTo>
                    <a:lnTo>
                      <a:pt x="181" y="116"/>
                    </a:lnTo>
                    <a:lnTo>
                      <a:pt x="156" y="100"/>
                    </a:lnTo>
                    <a:lnTo>
                      <a:pt x="143" y="93"/>
                    </a:lnTo>
                    <a:lnTo>
                      <a:pt x="130" y="84"/>
                    </a:lnTo>
                    <a:lnTo>
                      <a:pt x="118" y="76"/>
                    </a:lnTo>
                    <a:lnTo>
                      <a:pt x="106" y="68"/>
                    </a:lnTo>
                    <a:lnTo>
                      <a:pt x="94" y="59"/>
                    </a:lnTo>
                    <a:lnTo>
                      <a:pt x="82" y="51"/>
                    </a:lnTo>
                    <a:lnTo>
                      <a:pt x="58" y="35"/>
                    </a:lnTo>
                    <a:lnTo>
                      <a:pt x="44" y="24"/>
                    </a:lnTo>
                    <a:lnTo>
                      <a:pt x="34" y="17"/>
                    </a:lnTo>
                    <a:lnTo>
                      <a:pt x="20" y="7"/>
                    </a:lnTo>
                    <a:lnTo>
                      <a:pt x="10" y="0"/>
                    </a:lnTo>
                    <a:lnTo>
                      <a:pt x="0" y="14"/>
                    </a:lnTo>
                    <a:lnTo>
                      <a:pt x="11" y="21"/>
                    </a:lnTo>
                    <a:lnTo>
                      <a:pt x="24" y="31"/>
                    </a:lnTo>
                    <a:lnTo>
                      <a:pt x="35" y="38"/>
                    </a:lnTo>
                    <a:lnTo>
                      <a:pt x="49" y="48"/>
                    </a:lnTo>
                    <a:lnTo>
                      <a:pt x="73" y="64"/>
                    </a:lnTo>
                    <a:lnTo>
                      <a:pt x="84" y="73"/>
                    </a:lnTo>
                    <a:lnTo>
                      <a:pt x="97" y="82"/>
                    </a:lnTo>
                    <a:lnTo>
                      <a:pt x="109" y="90"/>
                    </a:lnTo>
                    <a:lnTo>
                      <a:pt x="121" y="98"/>
                    </a:lnTo>
                    <a:lnTo>
                      <a:pt x="134" y="107"/>
                    </a:lnTo>
                    <a:lnTo>
                      <a:pt x="147" y="114"/>
                    </a:lnTo>
                    <a:lnTo>
                      <a:pt x="172" y="130"/>
                    </a:lnTo>
                    <a:lnTo>
                      <a:pt x="183" y="138"/>
                    </a:lnTo>
                    <a:lnTo>
                      <a:pt x="198" y="146"/>
                    </a:lnTo>
                    <a:lnTo>
                      <a:pt x="210" y="153"/>
                    </a:lnTo>
                    <a:lnTo>
                      <a:pt x="223" y="162"/>
                    </a:lnTo>
                    <a:lnTo>
                      <a:pt x="235" y="169"/>
                    </a:lnTo>
                    <a:lnTo>
                      <a:pt x="248" y="177"/>
                    </a:lnTo>
                    <a:lnTo>
                      <a:pt x="261" y="184"/>
                    </a:lnTo>
                    <a:lnTo>
                      <a:pt x="273" y="193"/>
                    </a:lnTo>
                    <a:lnTo>
                      <a:pt x="288" y="200"/>
                    </a:lnTo>
                    <a:lnTo>
                      <a:pt x="300" y="207"/>
                    </a:lnTo>
                    <a:lnTo>
                      <a:pt x="314" y="215"/>
                    </a:lnTo>
                    <a:lnTo>
                      <a:pt x="327" y="222"/>
                    </a:lnTo>
                    <a:lnTo>
                      <a:pt x="339" y="229"/>
                    </a:lnTo>
                    <a:lnTo>
                      <a:pt x="393" y="257"/>
                    </a:lnTo>
                    <a:lnTo>
                      <a:pt x="407" y="266"/>
                    </a:lnTo>
                    <a:lnTo>
                      <a:pt x="408" y="266"/>
                    </a:lnTo>
                    <a:lnTo>
                      <a:pt x="415" y="25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45" name="Freeform 71"/>
              <p:cNvSpPr>
                <a:spLocks/>
              </p:cNvSpPr>
              <p:nvPr/>
            </p:nvSpPr>
            <p:spPr bwMode="auto">
              <a:xfrm>
                <a:off x="1126" y="2846"/>
                <a:ext cx="186" cy="161"/>
              </a:xfrm>
              <a:custGeom>
                <a:avLst/>
                <a:gdLst>
                  <a:gd name="T0" fmla="*/ 373 w 373"/>
                  <a:gd name="T1" fmla="*/ 310 h 324"/>
                  <a:gd name="T2" fmla="*/ 360 w 373"/>
                  <a:gd name="T3" fmla="*/ 301 h 324"/>
                  <a:gd name="T4" fmla="*/ 348 w 373"/>
                  <a:gd name="T5" fmla="*/ 289 h 324"/>
                  <a:gd name="T6" fmla="*/ 335 w 373"/>
                  <a:gd name="T7" fmla="*/ 282 h 324"/>
                  <a:gd name="T8" fmla="*/ 324 w 373"/>
                  <a:gd name="T9" fmla="*/ 273 h 324"/>
                  <a:gd name="T10" fmla="*/ 310 w 373"/>
                  <a:gd name="T11" fmla="*/ 263 h 324"/>
                  <a:gd name="T12" fmla="*/ 300 w 373"/>
                  <a:gd name="T13" fmla="*/ 255 h 324"/>
                  <a:gd name="T14" fmla="*/ 287 w 373"/>
                  <a:gd name="T15" fmla="*/ 245 h 324"/>
                  <a:gd name="T16" fmla="*/ 277 w 373"/>
                  <a:gd name="T17" fmla="*/ 237 h 324"/>
                  <a:gd name="T18" fmla="*/ 265 w 373"/>
                  <a:gd name="T19" fmla="*/ 227 h 324"/>
                  <a:gd name="T20" fmla="*/ 253 w 373"/>
                  <a:gd name="T21" fmla="*/ 217 h 324"/>
                  <a:gd name="T22" fmla="*/ 240 w 373"/>
                  <a:gd name="T23" fmla="*/ 209 h 324"/>
                  <a:gd name="T24" fmla="*/ 230 w 373"/>
                  <a:gd name="T25" fmla="*/ 201 h 324"/>
                  <a:gd name="T26" fmla="*/ 218 w 373"/>
                  <a:gd name="T27" fmla="*/ 190 h 324"/>
                  <a:gd name="T28" fmla="*/ 208 w 373"/>
                  <a:gd name="T29" fmla="*/ 181 h 324"/>
                  <a:gd name="T30" fmla="*/ 194 w 373"/>
                  <a:gd name="T31" fmla="*/ 171 h 324"/>
                  <a:gd name="T32" fmla="*/ 185 w 373"/>
                  <a:gd name="T33" fmla="*/ 162 h 324"/>
                  <a:gd name="T34" fmla="*/ 173 w 373"/>
                  <a:gd name="T35" fmla="*/ 151 h 324"/>
                  <a:gd name="T36" fmla="*/ 162 w 373"/>
                  <a:gd name="T37" fmla="*/ 141 h 324"/>
                  <a:gd name="T38" fmla="*/ 150 w 373"/>
                  <a:gd name="T39" fmla="*/ 131 h 324"/>
                  <a:gd name="T40" fmla="*/ 128 w 373"/>
                  <a:gd name="T41" fmla="*/ 111 h 324"/>
                  <a:gd name="T42" fmla="*/ 116 w 373"/>
                  <a:gd name="T43" fmla="*/ 103 h 324"/>
                  <a:gd name="T44" fmla="*/ 96 w 373"/>
                  <a:gd name="T45" fmla="*/ 82 h 324"/>
                  <a:gd name="T46" fmla="*/ 85 w 373"/>
                  <a:gd name="T47" fmla="*/ 71 h 324"/>
                  <a:gd name="T48" fmla="*/ 64 w 373"/>
                  <a:gd name="T49" fmla="*/ 51 h 324"/>
                  <a:gd name="T50" fmla="*/ 53 w 373"/>
                  <a:gd name="T51" fmla="*/ 42 h 324"/>
                  <a:gd name="T52" fmla="*/ 12 w 373"/>
                  <a:gd name="T53" fmla="*/ 0 h 324"/>
                  <a:gd name="T54" fmla="*/ 0 w 373"/>
                  <a:gd name="T55" fmla="*/ 12 h 324"/>
                  <a:gd name="T56" fmla="*/ 42 w 373"/>
                  <a:gd name="T57" fmla="*/ 53 h 324"/>
                  <a:gd name="T58" fmla="*/ 52 w 373"/>
                  <a:gd name="T59" fmla="*/ 62 h 324"/>
                  <a:gd name="T60" fmla="*/ 73 w 373"/>
                  <a:gd name="T61" fmla="*/ 83 h 324"/>
                  <a:gd name="T62" fmla="*/ 85 w 373"/>
                  <a:gd name="T63" fmla="*/ 93 h 324"/>
                  <a:gd name="T64" fmla="*/ 106 w 373"/>
                  <a:gd name="T65" fmla="*/ 114 h 324"/>
                  <a:gd name="T66" fmla="*/ 119 w 373"/>
                  <a:gd name="T67" fmla="*/ 122 h 324"/>
                  <a:gd name="T68" fmla="*/ 139 w 373"/>
                  <a:gd name="T69" fmla="*/ 143 h 324"/>
                  <a:gd name="T70" fmla="*/ 150 w 373"/>
                  <a:gd name="T71" fmla="*/ 152 h 324"/>
                  <a:gd name="T72" fmla="*/ 162 w 373"/>
                  <a:gd name="T73" fmla="*/ 162 h 324"/>
                  <a:gd name="T74" fmla="*/ 173 w 373"/>
                  <a:gd name="T75" fmla="*/ 174 h 324"/>
                  <a:gd name="T76" fmla="*/ 185 w 373"/>
                  <a:gd name="T77" fmla="*/ 182 h 324"/>
                  <a:gd name="T78" fmla="*/ 196 w 373"/>
                  <a:gd name="T79" fmla="*/ 192 h 324"/>
                  <a:gd name="T80" fmla="*/ 207 w 373"/>
                  <a:gd name="T81" fmla="*/ 202 h 324"/>
                  <a:gd name="T82" fmla="*/ 218 w 373"/>
                  <a:gd name="T83" fmla="*/ 212 h 324"/>
                  <a:gd name="T84" fmla="*/ 231 w 373"/>
                  <a:gd name="T85" fmla="*/ 222 h 324"/>
                  <a:gd name="T86" fmla="*/ 244 w 373"/>
                  <a:gd name="T87" fmla="*/ 230 h 324"/>
                  <a:gd name="T88" fmla="*/ 254 w 373"/>
                  <a:gd name="T89" fmla="*/ 239 h 324"/>
                  <a:gd name="T90" fmla="*/ 265 w 373"/>
                  <a:gd name="T91" fmla="*/ 249 h 324"/>
                  <a:gd name="T92" fmla="*/ 278 w 373"/>
                  <a:gd name="T93" fmla="*/ 259 h 324"/>
                  <a:gd name="T94" fmla="*/ 291 w 373"/>
                  <a:gd name="T95" fmla="*/ 268 h 324"/>
                  <a:gd name="T96" fmla="*/ 301 w 373"/>
                  <a:gd name="T97" fmla="*/ 277 h 324"/>
                  <a:gd name="T98" fmla="*/ 315 w 373"/>
                  <a:gd name="T99" fmla="*/ 285 h 324"/>
                  <a:gd name="T100" fmla="*/ 325 w 373"/>
                  <a:gd name="T101" fmla="*/ 296 h 324"/>
                  <a:gd name="T102" fmla="*/ 339 w 373"/>
                  <a:gd name="T103" fmla="*/ 303 h 324"/>
                  <a:gd name="T104" fmla="*/ 348 w 373"/>
                  <a:gd name="T105" fmla="*/ 312 h 324"/>
                  <a:gd name="T106" fmla="*/ 363 w 373"/>
                  <a:gd name="T107" fmla="*/ 324 h 324"/>
                  <a:gd name="T108" fmla="*/ 373 w 373"/>
                  <a:gd name="T109" fmla="*/ 310 h 3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373" h="324">
                    <a:moveTo>
                      <a:pt x="373" y="310"/>
                    </a:moveTo>
                    <a:lnTo>
                      <a:pt x="360" y="301"/>
                    </a:lnTo>
                    <a:lnTo>
                      <a:pt x="348" y="289"/>
                    </a:lnTo>
                    <a:lnTo>
                      <a:pt x="335" y="282"/>
                    </a:lnTo>
                    <a:lnTo>
                      <a:pt x="324" y="273"/>
                    </a:lnTo>
                    <a:lnTo>
                      <a:pt x="310" y="263"/>
                    </a:lnTo>
                    <a:lnTo>
                      <a:pt x="300" y="255"/>
                    </a:lnTo>
                    <a:lnTo>
                      <a:pt x="287" y="245"/>
                    </a:lnTo>
                    <a:lnTo>
                      <a:pt x="277" y="237"/>
                    </a:lnTo>
                    <a:lnTo>
                      <a:pt x="265" y="227"/>
                    </a:lnTo>
                    <a:lnTo>
                      <a:pt x="253" y="217"/>
                    </a:lnTo>
                    <a:lnTo>
                      <a:pt x="240" y="209"/>
                    </a:lnTo>
                    <a:lnTo>
                      <a:pt x="230" y="201"/>
                    </a:lnTo>
                    <a:lnTo>
                      <a:pt x="218" y="190"/>
                    </a:lnTo>
                    <a:lnTo>
                      <a:pt x="208" y="181"/>
                    </a:lnTo>
                    <a:lnTo>
                      <a:pt x="194" y="171"/>
                    </a:lnTo>
                    <a:lnTo>
                      <a:pt x="185" y="162"/>
                    </a:lnTo>
                    <a:lnTo>
                      <a:pt x="173" y="151"/>
                    </a:lnTo>
                    <a:lnTo>
                      <a:pt x="162" y="141"/>
                    </a:lnTo>
                    <a:lnTo>
                      <a:pt x="150" y="131"/>
                    </a:lnTo>
                    <a:lnTo>
                      <a:pt x="128" y="111"/>
                    </a:lnTo>
                    <a:lnTo>
                      <a:pt x="116" y="103"/>
                    </a:lnTo>
                    <a:lnTo>
                      <a:pt x="96" y="82"/>
                    </a:lnTo>
                    <a:lnTo>
                      <a:pt x="85" y="71"/>
                    </a:lnTo>
                    <a:lnTo>
                      <a:pt x="64" y="51"/>
                    </a:lnTo>
                    <a:lnTo>
                      <a:pt x="53" y="42"/>
                    </a:lnTo>
                    <a:lnTo>
                      <a:pt x="12" y="0"/>
                    </a:lnTo>
                    <a:lnTo>
                      <a:pt x="0" y="12"/>
                    </a:lnTo>
                    <a:lnTo>
                      <a:pt x="42" y="53"/>
                    </a:lnTo>
                    <a:lnTo>
                      <a:pt x="52" y="62"/>
                    </a:lnTo>
                    <a:lnTo>
                      <a:pt x="73" y="83"/>
                    </a:lnTo>
                    <a:lnTo>
                      <a:pt x="85" y="93"/>
                    </a:lnTo>
                    <a:lnTo>
                      <a:pt x="106" y="114"/>
                    </a:lnTo>
                    <a:lnTo>
                      <a:pt x="119" y="122"/>
                    </a:lnTo>
                    <a:lnTo>
                      <a:pt x="139" y="143"/>
                    </a:lnTo>
                    <a:lnTo>
                      <a:pt x="150" y="152"/>
                    </a:lnTo>
                    <a:lnTo>
                      <a:pt x="162" y="162"/>
                    </a:lnTo>
                    <a:lnTo>
                      <a:pt x="173" y="174"/>
                    </a:lnTo>
                    <a:lnTo>
                      <a:pt x="185" y="182"/>
                    </a:lnTo>
                    <a:lnTo>
                      <a:pt x="196" y="192"/>
                    </a:lnTo>
                    <a:lnTo>
                      <a:pt x="207" y="202"/>
                    </a:lnTo>
                    <a:lnTo>
                      <a:pt x="218" y="212"/>
                    </a:lnTo>
                    <a:lnTo>
                      <a:pt x="231" y="222"/>
                    </a:lnTo>
                    <a:lnTo>
                      <a:pt x="244" y="230"/>
                    </a:lnTo>
                    <a:lnTo>
                      <a:pt x="254" y="239"/>
                    </a:lnTo>
                    <a:lnTo>
                      <a:pt x="265" y="249"/>
                    </a:lnTo>
                    <a:lnTo>
                      <a:pt x="278" y="259"/>
                    </a:lnTo>
                    <a:lnTo>
                      <a:pt x="291" y="268"/>
                    </a:lnTo>
                    <a:lnTo>
                      <a:pt x="301" y="277"/>
                    </a:lnTo>
                    <a:lnTo>
                      <a:pt x="315" y="285"/>
                    </a:lnTo>
                    <a:lnTo>
                      <a:pt x="325" y="296"/>
                    </a:lnTo>
                    <a:lnTo>
                      <a:pt x="339" y="303"/>
                    </a:lnTo>
                    <a:lnTo>
                      <a:pt x="348" y="312"/>
                    </a:lnTo>
                    <a:lnTo>
                      <a:pt x="363" y="324"/>
                    </a:lnTo>
                    <a:lnTo>
                      <a:pt x="373" y="3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46" name="Freeform 72"/>
              <p:cNvSpPr>
                <a:spLocks/>
              </p:cNvSpPr>
              <p:nvPr/>
            </p:nvSpPr>
            <p:spPr bwMode="auto">
              <a:xfrm>
                <a:off x="970" y="2665"/>
                <a:ext cx="161" cy="186"/>
              </a:xfrm>
              <a:custGeom>
                <a:avLst/>
                <a:gdLst>
                  <a:gd name="T0" fmla="*/ 324 w 324"/>
                  <a:gd name="T1" fmla="*/ 361 h 373"/>
                  <a:gd name="T2" fmla="*/ 311 w 324"/>
                  <a:gd name="T3" fmla="*/ 347 h 373"/>
                  <a:gd name="T4" fmla="*/ 270 w 324"/>
                  <a:gd name="T5" fmla="*/ 306 h 373"/>
                  <a:gd name="T6" fmla="*/ 261 w 324"/>
                  <a:gd name="T7" fmla="*/ 295 h 373"/>
                  <a:gd name="T8" fmla="*/ 250 w 324"/>
                  <a:gd name="T9" fmla="*/ 284 h 373"/>
                  <a:gd name="T10" fmla="*/ 240 w 324"/>
                  <a:gd name="T11" fmla="*/ 274 h 373"/>
                  <a:gd name="T12" fmla="*/ 230 w 324"/>
                  <a:gd name="T13" fmla="*/ 262 h 373"/>
                  <a:gd name="T14" fmla="*/ 219 w 324"/>
                  <a:gd name="T15" fmla="*/ 252 h 373"/>
                  <a:gd name="T16" fmla="*/ 210 w 324"/>
                  <a:gd name="T17" fmla="*/ 240 h 373"/>
                  <a:gd name="T18" fmla="*/ 200 w 324"/>
                  <a:gd name="T19" fmla="*/ 230 h 373"/>
                  <a:gd name="T20" fmla="*/ 189 w 324"/>
                  <a:gd name="T21" fmla="*/ 218 h 373"/>
                  <a:gd name="T22" fmla="*/ 180 w 324"/>
                  <a:gd name="T23" fmla="*/ 207 h 373"/>
                  <a:gd name="T24" fmla="*/ 170 w 324"/>
                  <a:gd name="T25" fmla="*/ 196 h 373"/>
                  <a:gd name="T26" fmla="*/ 162 w 324"/>
                  <a:gd name="T27" fmla="*/ 186 h 373"/>
                  <a:gd name="T28" fmla="*/ 150 w 324"/>
                  <a:gd name="T29" fmla="*/ 173 h 373"/>
                  <a:gd name="T30" fmla="*/ 140 w 324"/>
                  <a:gd name="T31" fmla="*/ 162 h 373"/>
                  <a:gd name="T32" fmla="*/ 130 w 324"/>
                  <a:gd name="T33" fmla="*/ 153 h 373"/>
                  <a:gd name="T34" fmla="*/ 121 w 324"/>
                  <a:gd name="T35" fmla="*/ 140 h 373"/>
                  <a:gd name="T36" fmla="*/ 111 w 324"/>
                  <a:gd name="T37" fmla="*/ 128 h 373"/>
                  <a:gd name="T38" fmla="*/ 104 w 324"/>
                  <a:gd name="T39" fmla="*/ 118 h 373"/>
                  <a:gd name="T40" fmla="*/ 94 w 324"/>
                  <a:gd name="T41" fmla="*/ 105 h 373"/>
                  <a:gd name="T42" fmla="*/ 84 w 324"/>
                  <a:gd name="T43" fmla="*/ 94 h 373"/>
                  <a:gd name="T44" fmla="*/ 74 w 324"/>
                  <a:gd name="T45" fmla="*/ 82 h 373"/>
                  <a:gd name="T46" fmla="*/ 58 w 324"/>
                  <a:gd name="T47" fmla="*/ 59 h 373"/>
                  <a:gd name="T48" fmla="*/ 48 w 324"/>
                  <a:gd name="T49" fmla="*/ 47 h 373"/>
                  <a:gd name="T50" fmla="*/ 38 w 324"/>
                  <a:gd name="T51" fmla="*/ 35 h 373"/>
                  <a:gd name="T52" fmla="*/ 31 w 324"/>
                  <a:gd name="T53" fmla="*/ 22 h 373"/>
                  <a:gd name="T54" fmla="*/ 21 w 324"/>
                  <a:gd name="T55" fmla="*/ 11 h 373"/>
                  <a:gd name="T56" fmla="*/ 14 w 324"/>
                  <a:gd name="T57" fmla="*/ 0 h 373"/>
                  <a:gd name="T58" fmla="*/ 0 w 324"/>
                  <a:gd name="T59" fmla="*/ 10 h 373"/>
                  <a:gd name="T60" fmla="*/ 7 w 324"/>
                  <a:gd name="T61" fmla="*/ 20 h 373"/>
                  <a:gd name="T62" fmla="*/ 18 w 324"/>
                  <a:gd name="T63" fmla="*/ 32 h 373"/>
                  <a:gd name="T64" fmla="*/ 24 w 324"/>
                  <a:gd name="T65" fmla="*/ 44 h 373"/>
                  <a:gd name="T66" fmla="*/ 36 w 324"/>
                  <a:gd name="T67" fmla="*/ 56 h 373"/>
                  <a:gd name="T68" fmla="*/ 44 w 324"/>
                  <a:gd name="T69" fmla="*/ 68 h 373"/>
                  <a:gd name="T70" fmla="*/ 52 w 324"/>
                  <a:gd name="T71" fmla="*/ 80 h 373"/>
                  <a:gd name="T72" fmla="*/ 62 w 324"/>
                  <a:gd name="T73" fmla="*/ 91 h 373"/>
                  <a:gd name="T74" fmla="*/ 73 w 324"/>
                  <a:gd name="T75" fmla="*/ 105 h 373"/>
                  <a:gd name="T76" fmla="*/ 82 w 324"/>
                  <a:gd name="T77" fmla="*/ 115 h 373"/>
                  <a:gd name="T78" fmla="*/ 90 w 324"/>
                  <a:gd name="T79" fmla="*/ 127 h 373"/>
                  <a:gd name="T80" fmla="*/ 99 w 324"/>
                  <a:gd name="T81" fmla="*/ 138 h 373"/>
                  <a:gd name="T82" fmla="*/ 110 w 324"/>
                  <a:gd name="T83" fmla="*/ 149 h 373"/>
                  <a:gd name="T84" fmla="*/ 119 w 324"/>
                  <a:gd name="T85" fmla="*/ 162 h 373"/>
                  <a:gd name="T86" fmla="*/ 128 w 324"/>
                  <a:gd name="T87" fmla="*/ 173 h 373"/>
                  <a:gd name="T88" fmla="*/ 139 w 324"/>
                  <a:gd name="T89" fmla="*/ 185 h 373"/>
                  <a:gd name="T90" fmla="*/ 150 w 324"/>
                  <a:gd name="T91" fmla="*/ 197 h 373"/>
                  <a:gd name="T92" fmla="*/ 158 w 324"/>
                  <a:gd name="T93" fmla="*/ 208 h 373"/>
                  <a:gd name="T94" fmla="*/ 168 w 324"/>
                  <a:gd name="T95" fmla="*/ 218 h 373"/>
                  <a:gd name="T96" fmla="*/ 178 w 324"/>
                  <a:gd name="T97" fmla="*/ 230 h 373"/>
                  <a:gd name="T98" fmla="*/ 188 w 324"/>
                  <a:gd name="T99" fmla="*/ 241 h 373"/>
                  <a:gd name="T100" fmla="*/ 198 w 324"/>
                  <a:gd name="T101" fmla="*/ 252 h 373"/>
                  <a:gd name="T102" fmla="*/ 208 w 324"/>
                  <a:gd name="T103" fmla="*/ 263 h 373"/>
                  <a:gd name="T104" fmla="*/ 218 w 324"/>
                  <a:gd name="T105" fmla="*/ 274 h 373"/>
                  <a:gd name="T106" fmla="*/ 228 w 324"/>
                  <a:gd name="T107" fmla="*/ 285 h 373"/>
                  <a:gd name="T108" fmla="*/ 239 w 324"/>
                  <a:gd name="T109" fmla="*/ 295 h 373"/>
                  <a:gd name="T110" fmla="*/ 249 w 324"/>
                  <a:gd name="T111" fmla="*/ 307 h 373"/>
                  <a:gd name="T112" fmla="*/ 258 w 324"/>
                  <a:gd name="T113" fmla="*/ 317 h 373"/>
                  <a:gd name="T114" fmla="*/ 300 w 324"/>
                  <a:gd name="T115" fmla="*/ 359 h 373"/>
                  <a:gd name="T116" fmla="*/ 312 w 324"/>
                  <a:gd name="T117" fmla="*/ 373 h 373"/>
                  <a:gd name="T118" fmla="*/ 324 w 324"/>
                  <a:gd name="T119" fmla="*/ 361 h 3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324" h="373">
                    <a:moveTo>
                      <a:pt x="324" y="361"/>
                    </a:moveTo>
                    <a:lnTo>
                      <a:pt x="311" y="347"/>
                    </a:lnTo>
                    <a:lnTo>
                      <a:pt x="270" y="306"/>
                    </a:lnTo>
                    <a:lnTo>
                      <a:pt x="261" y="295"/>
                    </a:lnTo>
                    <a:lnTo>
                      <a:pt x="250" y="284"/>
                    </a:lnTo>
                    <a:lnTo>
                      <a:pt x="240" y="274"/>
                    </a:lnTo>
                    <a:lnTo>
                      <a:pt x="230" y="262"/>
                    </a:lnTo>
                    <a:lnTo>
                      <a:pt x="219" y="252"/>
                    </a:lnTo>
                    <a:lnTo>
                      <a:pt x="210" y="240"/>
                    </a:lnTo>
                    <a:lnTo>
                      <a:pt x="200" y="230"/>
                    </a:lnTo>
                    <a:lnTo>
                      <a:pt x="189" y="218"/>
                    </a:lnTo>
                    <a:lnTo>
                      <a:pt x="180" y="207"/>
                    </a:lnTo>
                    <a:lnTo>
                      <a:pt x="170" y="196"/>
                    </a:lnTo>
                    <a:lnTo>
                      <a:pt x="162" y="186"/>
                    </a:lnTo>
                    <a:lnTo>
                      <a:pt x="150" y="173"/>
                    </a:lnTo>
                    <a:lnTo>
                      <a:pt x="140" y="162"/>
                    </a:lnTo>
                    <a:lnTo>
                      <a:pt x="130" y="153"/>
                    </a:lnTo>
                    <a:lnTo>
                      <a:pt x="121" y="140"/>
                    </a:lnTo>
                    <a:lnTo>
                      <a:pt x="111" y="128"/>
                    </a:lnTo>
                    <a:lnTo>
                      <a:pt x="104" y="118"/>
                    </a:lnTo>
                    <a:lnTo>
                      <a:pt x="94" y="105"/>
                    </a:lnTo>
                    <a:lnTo>
                      <a:pt x="84" y="94"/>
                    </a:lnTo>
                    <a:lnTo>
                      <a:pt x="74" y="82"/>
                    </a:lnTo>
                    <a:lnTo>
                      <a:pt x="58" y="59"/>
                    </a:lnTo>
                    <a:lnTo>
                      <a:pt x="48" y="47"/>
                    </a:lnTo>
                    <a:lnTo>
                      <a:pt x="38" y="35"/>
                    </a:lnTo>
                    <a:lnTo>
                      <a:pt x="31" y="22"/>
                    </a:lnTo>
                    <a:lnTo>
                      <a:pt x="21" y="11"/>
                    </a:lnTo>
                    <a:lnTo>
                      <a:pt x="14" y="0"/>
                    </a:lnTo>
                    <a:lnTo>
                      <a:pt x="0" y="10"/>
                    </a:lnTo>
                    <a:lnTo>
                      <a:pt x="7" y="20"/>
                    </a:lnTo>
                    <a:lnTo>
                      <a:pt x="18" y="32"/>
                    </a:lnTo>
                    <a:lnTo>
                      <a:pt x="24" y="44"/>
                    </a:lnTo>
                    <a:lnTo>
                      <a:pt x="36" y="56"/>
                    </a:lnTo>
                    <a:lnTo>
                      <a:pt x="44" y="68"/>
                    </a:lnTo>
                    <a:lnTo>
                      <a:pt x="52" y="80"/>
                    </a:lnTo>
                    <a:lnTo>
                      <a:pt x="62" y="91"/>
                    </a:lnTo>
                    <a:lnTo>
                      <a:pt x="73" y="105"/>
                    </a:lnTo>
                    <a:lnTo>
                      <a:pt x="82" y="115"/>
                    </a:lnTo>
                    <a:lnTo>
                      <a:pt x="90" y="127"/>
                    </a:lnTo>
                    <a:lnTo>
                      <a:pt x="99" y="138"/>
                    </a:lnTo>
                    <a:lnTo>
                      <a:pt x="110" y="149"/>
                    </a:lnTo>
                    <a:lnTo>
                      <a:pt x="119" y="162"/>
                    </a:lnTo>
                    <a:lnTo>
                      <a:pt x="128" y="173"/>
                    </a:lnTo>
                    <a:lnTo>
                      <a:pt x="139" y="185"/>
                    </a:lnTo>
                    <a:lnTo>
                      <a:pt x="150" y="197"/>
                    </a:lnTo>
                    <a:lnTo>
                      <a:pt x="158" y="208"/>
                    </a:lnTo>
                    <a:lnTo>
                      <a:pt x="168" y="218"/>
                    </a:lnTo>
                    <a:lnTo>
                      <a:pt x="178" y="230"/>
                    </a:lnTo>
                    <a:lnTo>
                      <a:pt x="188" y="241"/>
                    </a:lnTo>
                    <a:lnTo>
                      <a:pt x="198" y="252"/>
                    </a:lnTo>
                    <a:lnTo>
                      <a:pt x="208" y="263"/>
                    </a:lnTo>
                    <a:lnTo>
                      <a:pt x="218" y="274"/>
                    </a:lnTo>
                    <a:lnTo>
                      <a:pt x="228" y="285"/>
                    </a:lnTo>
                    <a:lnTo>
                      <a:pt x="239" y="295"/>
                    </a:lnTo>
                    <a:lnTo>
                      <a:pt x="249" y="307"/>
                    </a:lnTo>
                    <a:lnTo>
                      <a:pt x="258" y="317"/>
                    </a:lnTo>
                    <a:lnTo>
                      <a:pt x="300" y="359"/>
                    </a:lnTo>
                    <a:lnTo>
                      <a:pt x="312" y="373"/>
                    </a:lnTo>
                    <a:lnTo>
                      <a:pt x="324" y="36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47" name="Freeform 73"/>
              <p:cNvSpPr>
                <a:spLocks/>
              </p:cNvSpPr>
              <p:nvPr/>
            </p:nvSpPr>
            <p:spPr bwMode="auto">
              <a:xfrm>
                <a:off x="844" y="2462"/>
                <a:ext cx="133" cy="208"/>
              </a:xfrm>
              <a:custGeom>
                <a:avLst/>
                <a:gdLst>
                  <a:gd name="T0" fmla="*/ 266 w 266"/>
                  <a:gd name="T1" fmla="*/ 406 h 416"/>
                  <a:gd name="T2" fmla="*/ 256 w 266"/>
                  <a:gd name="T3" fmla="*/ 393 h 416"/>
                  <a:gd name="T4" fmla="*/ 247 w 266"/>
                  <a:gd name="T5" fmla="*/ 380 h 416"/>
                  <a:gd name="T6" fmla="*/ 238 w 266"/>
                  <a:gd name="T7" fmla="*/ 368 h 416"/>
                  <a:gd name="T8" fmla="*/ 229 w 266"/>
                  <a:gd name="T9" fmla="*/ 356 h 416"/>
                  <a:gd name="T10" fmla="*/ 221 w 266"/>
                  <a:gd name="T11" fmla="*/ 344 h 416"/>
                  <a:gd name="T12" fmla="*/ 213 w 266"/>
                  <a:gd name="T13" fmla="*/ 332 h 416"/>
                  <a:gd name="T14" fmla="*/ 204 w 266"/>
                  <a:gd name="T15" fmla="*/ 319 h 416"/>
                  <a:gd name="T16" fmla="*/ 196 w 266"/>
                  <a:gd name="T17" fmla="*/ 307 h 416"/>
                  <a:gd name="T18" fmla="*/ 187 w 266"/>
                  <a:gd name="T19" fmla="*/ 295 h 416"/>
                  <a:gd name="T20" fmla="*/ 180 w 266"/>
                  <a:gd name="T21" fmla="*/ 282 h 416"/>
                  <a:gd name="T22" fmla="*/ 171 w 266"/>
                  <a:gd name="T23" fmla="*/ 269 h 416"/>
                  <a:gd name="T24" fmla="*/ 162 w 266"/>
                  <a:gd name="T25" fmla="*/ 258 h 416"/>
                  <a:gd name="T26" fmla="*/ 154 w 266"/>
                  <a:gd name="T27" fmla="*/ 244 h 416"/>
                  <a:gd name="T28" fmla="*/ 146 w 266"/>
                  <a:gd name="T29" fmla="*/ 231 h 416"/>
                  <a:gd name="T30" fmla="*/ 138 w 266"/>
                  <a:gd name="T31" fmla="*/ 220 h 416"/>
                  <a:gd name="T32" fmla="*/ 131 w 266"/>
                  <a:gd name="T33" fmla="*/ 208 h 416"/>
                  <a:gd name="T34" fmla="*/ 123 w 266"/>
                  <a:gd name="T35" fmla="*/ 193 h 416"/>
                  <a:gd name="T36" fmla="*/ 115 w 266"/>
                  <a:gd name="T37" fmla="*/ 182 h 416"/>
                  <a:gd name="T38" fmla="*/ 107 w 266"/>
                  <a:gd name="T39" fmla="*/ 169 h 416"/>
                  <a:gd name="T40" fmla="*/ 93 w 266"/>
                  <a:gd name="T41" fmla="*/ 143 h 416"/>
                  <a:gd name="T42" fmla="*/ 84 w 266"/>
                  <a:gd name="T43" fmla="*/ 130 h 416"/>
                  <a:gd name="T44" fmla="*/ 70 w 266"/>
                  <a:gd name="T45" fmla="*/ 105 h 416"/>
                  <a:gd name="T46" fmla="*/ 62 w 266"/>
                  <a:gd name="T47" fmla="*/ 92 h 416"/>
                  <a:gd name="T48" fmla="*/ 55 w 266"/>
                  <a:gd name="T49" fmla="*/ 78 h 416"/>
                  <a:gd name="T50" fmla="*/ 48 w 266"/>
                  <a:gd name="T51" fmla="*/ 67 h 416"/>
                  <a:gd name="T52" fmla="*/ 21 w 266"/>
                  <a:gd name="T53" fmla="*/ 10 h 416"/>
                  <a:gd name="T54" fmla="*/ 14 w 266"/>
                  <a:gd name="T55" fmla="*/ 0 h 416"/>
                  <a:gd name="T56" fmla="*/ 14 w 266"/>
                  <a:gd name="T57" fmla="*/ 1 h 416"/>
                  <a:gd name="T58" fmla="*/ 0 w 266"/>
                  <a:gd name="T59" fmla="*/ 8 h 416"/>
                  <a:gd name="T60" fmla="*/ 0 w 266"/>
                  <a:gd name="T61" fmla="*/ 9 h 416"/>
                  <a:gd name="T62" fmla="*/ 7 w 266"/>
                  <a:gd name="T63" fmla="*/ 19 h 416"/>
                  <a:gd name="T64" fmla="*/ 35 w 266"/>
                  <a:gd name="T65" fmla="*/ 74 h 416"/>
                  <a:gd name="T66" fmla="*/ 41 w 266"/>
                  <a:gd name="T67" fmla="*/ 85 h 416"/>
                  <a:gd name="T68" fmla="*/ 48 w 266"/>
                  <a:gd name="T69" fmla="*/ 99 h 416"/>
                  <a:gd name="T70" fmla="*/ 56 w 266"/>
                  <a:gd name="T71" fmla="*/ 114 h 416"/>
                  <a:gd name="T72" fmla="*/ 63 w 266"/>
                  <a:gd name="T73" fmla="*/ 124 h 416"/>
                  <a:gd name="T74" fmla="*/ 70 w 266"/>
                  <a:gd name="T75" fmla="*/ 139 h 416"/>
                  <a:gd name="T76" fmla="*/ 80 w 266"/>
                  <a:gd name="T77" fmla="*/ 152 h 416"/>
                  <a:gd name="T78" fmla="*/ 93 w 266"/>
                  <a:gd name="T79" fmla="*/ 176 h 416"/>
                  <a:gd name="T80" fmla="*/ 101 w 266"/>
                  <a:gd name="T81" fmla="*/ 191 h 416"/>
                  <a:gd name="T82" fmla="*/ 109 w 266"/>
                  <a:gd name="T83" fmla="*/ 203 h 416"/>
                  <a:gd name="T84" fmla="*/ 118 w 266"/>
                  <a:gd name="T85" fmla="*/ 215 h 416"/>
                  <a:gd name="T86" fmla="*/ 124 w 266"/>
                  <a:gd name="T87" fmla="*/ 229 h 416"/>
                  <a:gd name="T88" fmla="*/ 132 w 266"/>
                  <a:gd name="T89" fmla="*/ 241 h 416"/>
                  <a:gd name="T90" fmla="*/ 141 w 266"/>
                  <a:gd name="T91" fmla="*/ 253 h 416"/>
                  <a:gd name="T92" fmla="*/ 149 w 266"/>
                  <a:gd name="T93" fmla="*/ 267 h 416"/>
                  <a:gd name="T94" fmla="*/ 157 w 266"/>
                  <a:gd name="T95" fmla="*/ 279 h 416"/>
                  <a:gd name="T96" fmla="*/ 166 w 266"/>
                  <a:gd name="T97" fmla="*/ 291 h 416"/>
                  <a:gd name="T98" fmla="*/ 173 w 266"/>
                  <a:gd name="T99" fmla="*/ 304 h 416"/>
                  <a:gd name="T100" fmla="*/ 182 w 266"/>
                  <a:gd name="T101" fmla="*/ 317 h 416"/>
                  <a:gd name="T102" fmla="*/ 190 w 266"/>
                  <a:gd name="T103" fmla="*/ 328 h 416"/>
                  <a:gd name="T104" fmla="*/ 199 w 266"/>
                  <a:gd name="T105" fmla="*/ 341 h 416"/>
                  <a:gd name="T106" fmla="*/ 207 w 266"/>
                  <a:gd name="T107" fmla="*/ 353 h 416"/>
                  <a:gd name="T108" fmla="*/ 215 w 266"/>
                  <a:gd name="T109" fmla="*/ 365 h 416"/>
                  <a:gd name="T110" fmla="*/ 225 w 266"/>
                  <a:gd name="T111" fmla="*/ 378 h 416"/>
                  <a:gd name="T112" fmla="*/ 233 w 266"/>
                  <a:gd name="T113" fmla="*/ 389 h 416"/>
                  <a:gd name="T114" fmla="*/ 242 w 266"/>
                  <a:gd name="T115" fmla="*/ 402 h 416"/>
                  <a:gd name="T116" fmla="*/ 252 w 266"/>
                  <a:gd name="T117" fmla="*/ 416 h 416"/>
                  <a:gd name="T118" fmla="*/ 266 w 266"/>
                  <a:gd name="T119" fmla="*/ 406 h 4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66" h="416">
                    <a:moveTo>
                      <a:pt x="266" y="406"/>
                    </a:moveTo>
                    <a:lnTo>
                      <a:pt x="256" y="393"/>
                    </a:lnTo>
                    <a:lnTo>
                      <a:pt x="247" y="380"/>
                    </a:lnTo>
                    <a:lnTo>
                      <a:pt x="238" y="368"/>
                    </a:lnTo>
                    <a:lnTo>
                      <a:pt x="229" y="356"/>
                    </a:lnTo>
                    <a:lnTo>
                      <a:pt x="221" y="344"/>
                    </a:lnTo>
                    <a:lnTo>
                      <a:pt x="213" y="332"/>
                    </a:lnTo>
                    <a:lnTo>
                      <a:pt x="204" y="319"/>
                    </a:lnTo>
                    <a:lnTo>
                      <a:pt x="196" y="307"/>
                    </a:lnTo>
                    <a:lnTo>
                      <a:pt x="187" y="295"/>
                    </a:lnTo>
                    <a:lnTo>
                      <a:pt x="180" y="282"/>
                    </a:lnTo>
                    <a:lnTo>
                      <a:pt x="171" y="269"/>
                    </a:lnTo>
                    <a:lnTo>
                      <a:pt x="162" y="258"/>
                    </a:lnTo>
                    <a:lnTo>
                      <a:pt x="154" y="244"/>
                    </a:lnTo>
                    <a:lnTo>
                      <a:pt x="146" y="231"/>
                    </a:lnTo>
                    <a:lnTo>
                      <a:pt x="138" y="220"/>
                    </a:lnTo>
                    <a:lnTo>
                      <a:pt x="131" y="208"/>
                    </a:lnTo>
                    <a:lnTo>
                      <a:pt x="123" y="193"/>
                    </a:lnTo>
                    <a:lnTo>
                      <a:pt x="115" y="182"/>
                    </a:lnTo>
                    <a:lnTo>
                      <a:pt x="107" y="169"/>
                    </a:lnTo>
                    <a:lnTo>
                      <a:pt x="93" y="143"/>
                    </a:lnTo>
                    <a:lnTo>
                      <a:pt x="84" y="130"/>
                    </a:lnTo>
                    <a:lnTo>
                      <a:pt x="70" y="105"/>
                    </a:lnTo>
                    <a:lnTo>
                      <a:pt x="62" y="92"/>
                    </a:lnTo>
                    <a:lnTo>
                      <a:pt x="55" y="78"/>
                    </a:lnTo>
                    <a:lnTo>
                      <a:pt x="48" y="67"/>
                    </a:lnTo>
                    <a:lnTo>
                      <a:pt x="21" y="10"/>
                    </a:lnTo>
                    <a:lnTo>
                      <a:pt x="14" y="0"/>
                    </a:lnTo>
                    <a:lnTo>
                      <a:pt x="14" y="1"/>
                    </a:lnTo>
                    <a:lnTo>
                      <a:pt x="0" y="8"/>
                    </a:lnTo>
                    <a:lnTo>
                      <a:pt x="0" y="9"/>
                    </a:lnTo>
                    <a:lnTo>
                      <a:pt x="7" y="19"/>
                    </a:lnTo>
                    <a:lnTo>
                      <a:pt x="35" y="74"/>
                    </a:lnTo>
                    <a:lnTo>
                      <a:pt x="41" y="85"/>
                    </a:lnTo>
                    <a:lnTo>
                      <a:pt x="48" y="99"/>
                    </a:lnTo>
                    <a:lnTo>
                      <a:pt x="56" y="114"/>
                    </a:lnTo>
                    <a:lnTo>
                      <a:pt x="63" y="124"/>
                    </a:lnTo>
                    <a:lnTo>
                      <a:pt x="70" y="139"/>
                    </a:lnTo>
                    <a:lnTo>
                      <a:pt x="80" y="152"/>
                    </a:lnTo>
                    <a:lnTo>
                      <a:pt x="93" y="176"/>
                    </a:lnTo>
                    <a:lnTo>
                      <a:pt x="101" y="191"/>
                    </a:lnTo>
                    <a:lnTo>
                      <a:pt x="109" y="203"/>
                    </a:lnTo>
                    <a:lnTo>
                      <a:pt x="118" y="215"/>
                    </a:lnTo>
                    <a:lnTo>
                      <a:pt x="124" y="229"/>
                    </a:lnTo>
                    <a:lnTo>
                      <a:pt x="132" y="241"/>
                    </a:lnTo>
                    <a:lnTo>
                      <a:pt x="141" y="253"/>
                    </a:lnTo>
                    <a:lnTo>
                      <a:pt x="149" y="267"/>
                    </a:lnTo>
                    <a:lnTo>
                      <a:pt x="157" y="279"/>
                    </a:lnTo>
                    <a:lnTo>
                      <a:pt x="166" y="291"/>
                    </a:lnTo>
                    <a:lnTo>
                      <a:pt x="173" y="304"/>
                    </a:lnTo>
                    <a:lnTo>
                      <a:pt x="182" y="317"/>
                    </a:lnTo>
                    <a:lnTo>
                      <a:pt x="190" y="328"/>
                    </a:lnTo>
                    <a:lnTo>
                      <a:pt x="199" y="341"/>
                    </a:lnTo>
                    <a:lnTo>
                      <a:pt x="207" y="353"/>
                    </a:lnTo>
                    <a:lnTo>
                      <a:pt x="215" y="365"/>
                    </a:lnTo>
                    <a:lnTo>
                      <a:pt x="225" y="378"/>
                    </a:lnTo>
                    <a:lnTo>
                      <a:pt x="233" y="389"/>
                    </a:lnTo>
                    <a:lnTo>
                      <a:pt x="242" y="402"/>
                    </a:lnTo>
                    <a:lnTo>
                      <a:pt x="252" y="416"/>
                    </a:lnTo>
                    <a:lnTo>
                      <a:pt x="266" y="4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48" name="Freeform 74"/>
              <p:cNvSpPr>
                <a:spLocks/>
              </p:cNvSpPr>
              <p:nvPr/>
            </p:nvSpPr>
            <p:spPr bwMode="auto">
              <a:xfrm>
                <a:off x="748" y="2240"/>
                <a:ext cx="102" cy="226"/>
              </a:xfrm>
              <a:custGeom>
                <a:avLst/>
                <a:gdLst>
                  <a:gd name="T0" fmla="*/ 204 w 204"/>
                  <a:gd name="T1" fmla="*/ 445 h 452"/>
                  <a:gd name="T2" fmla="*/ 155 w 204"/>
                  <a:gd name="T3" fmla="*/ 348 h 452"/>
                  <a:gd name="T4" fmla="*/ 150 w 204"/>
                  <a:gd name="T5" fmla="*/ 336 h 452"/>
                  <a:gd name="T6" fmla="*/ 136 w 204"/>
                  <a:gd name="T7" fmla="*/ 308 h 452"/>
                  <a:gd name="T8" fmla="*/ 131 w 204"/>
                  <a:gd name="T9" fmla="*/ 294 h 452"/>
                  <a:gd name="T10" fmla="*/ 117 w 204"/>
                  <a:gd name="T11" fmla="*/ 266 h 452"/>
                  <a:gd name="T12" fmla="*/ 100 w 204"/>
                  <a:gd name="T13" fmla="*/ 225 h 452"/>
                  <a:gd name="T14" fmla="*/ 93 w 204"/>
                  <a:gd name="T15" fmla="*/ 210 h 452"/>
                  <a:gd name="T16" fmla="*/ 71 w 204"/>
                  <a:gd name="T17" fmla="*/ 156 h 452"/>
                  <a:gd name="T18" fmla="*/ 67 w 204"/>
                  <a:gd name="T19" fmla="*/ 141 h 452"/>
                  <a:gd name="T20" fmla="*/ 60 w 204"/>
                  <a:gd name="T21" fmla="*/ 126 h 452"/>
                  <a:gd name="T22" fmla="*/ 54 w 204"/>
                  <a:gd name="T23" fmla="*/ 113 h 452"/>
                  <a:gd name="T24" fmla="*/ 49 w 204"/>
                  <a:gd name="T25" fmla="*/ 99 h 452"/>
                  <a:gd name="T26" fmla="*/ 40 w 204"/>
                  <a:gd name="T27" fmla="*/ 69 h 452"/>
                  <a:gd name="T28" fmla="*/ 35 w 204"/>
                  <a:gd name="T29" fmla="*/ 56 h 452"/>
                  <a:gd name="T30" fmla="*/ 29 w 204"/>
                  <a:gd name="T31" fmla="*/ 41 h 452"/>
                  <a:gd name="T32" fmla="*/ 23 w 204"/>
                  <a:gd name="T33" fmla="*/ 28 h 452"/>
                  <a:gd name="T34" fmla="*/ 16 w 204"/>
                  <a:gd name="T35" fmla="*/ 0 h 452"/>
                  <a:gd name="T36" fmla="*/ 0 w 204"/>
                  <a:gd name="T37" fmla="*/ 5 h 452"/>
                  <a:gd name="T38" fmla="*/ 7 w 204"/>
                  <a:gd name="T39" fmla="*/ 33 h 452"/>
                  <a:gd name="T40" fmla="*/ 15 w 204"/>
                  <a:gd name="T41" fmla="*/ 48 h 452"/>
                  <a:gd name="T42" fmla="*/ 18 w 204"/>
                  <a:gd name="T43" fmla="*/ 60 h 452"/>
                  <a:gd name="T44" fmla="*/ 24 w 204"/>
                  <a:gd name="T45" fmla="*/ 74 h 452"/>
                  <a:gd name="T46" fmla="*/ 33 w 204"/>
                  <a:gd name="T47" fmla="*/ 104 h 452"/>
                  <a:gd name="T48" fmla="*/ 40 w 204"/>
                  <a:gd name="T49" fmla="*/ 120 h 452"/>
                  <a:gd name="T50" fmla="*/ 46 w 204"/>
                  <a:gd name="T51" fmla="*/ 133 h 452"/>
                  <a:gd name="T52" fmla="*/ 51 w 204"/>
                  <a:gd name="T53" fmla="*/ 145 h 452"/>
                  <a:gd name="T54" fmla="*/ 55 w 204"/>
                  <a:gd name="T55" fmla="*/ 160 h 452"/>
                  <a:gd name="T56" fmla="*/ 79 w 204"/>
                  <a:gd name="T57" fmla="*/ 217 h 452"/>
                  <a:gd name="T58" fmla="*/ 86 w 204"/>
                  <a:gd name="T59" fmla="*/ 232 h 452"/>
                  <a:gd name="T60" fmla="*/ 104 w 204"/>
                  <a:gd name="T61" fmla="*/ 273 h 452"/>
                  <a:gd name="T62" fmla="*/ 117 w 204"/>
                  <a:gd name="T63" fmla="*/ 301 h 452"/>
                  <a:gd name="T64" fmla="*/ 122 w 204"/>
                  <a:gd name="T65" fmla="*/ 315 h 452"/>
                  <a:gd name="T66" fmla="*/ 136 w 204"/>
                  <a:gd name="T67" fmla="*/ 342 h 452"/>
                  <a:gd name="T68" fmla="*/ 142 w 204"/>
                  <a:gd name="T69" fmla="*/ 355 h 452"/>
                  <a:gd name="T70" fmla="*/ 190 w 204"/>
                  <a:gd name="T71" fmla="*/ 452 h 452"/>
                  <a:gd name="T72" fmla="*/ 204 w 204"/>
                  <a:gd name="T73" fmla="*/ 445 h 4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204" h="452">
                    <a:moveTo>
                      <a:pt x="204" y="445"/>
                    </a:moveTo>
                    <a:lnTo>
                      <a:pt x="155" y="348"/>
                    </a:lnTo>
                    <a:lnTo>
                      <a:pt x="150" y="336"/>
                    </a:lnTo>
                    <a:lnTo>
                      <a:pt x="136" y="308"/>
                    </a:lnTo>
                    <a:lnTo>
                      <a:pt x="131" y="294"/>
                    </a:lnTo>
                    <a:lnTo>
                      <a:pt x="117" y="266"/>
                    </a:lnTo>
                    <a:lnTo>
                      <a:pt x="100" y="225"/>
                    </a:lnTo>
                    <a:lnTo>
                      <a:pt x="93" y="210"/>
                    </a:lnTo>
                    <a:lnTo>
                      <a:pt x="71" y="156"/>
                    </a:lnTo>
                    <a:lnTo>
                      <a:pt x="67" y="141"/>
                    </a:lnTo>
                    <a:lnTo>
                      <a:pt x="60" y="126"/>
                    </a:lnTo>
                    <a:lnTo>
                      <a:pt x="54" y="113"/>
                    </a:lnTo>
                    <a:lnTo>
                      <a:pt x="49" y="99"/>
                    </a:lnTo>
                    <a:lnTo>
                      <a:pt x="40" y="69"/>
                    </a:lnTo>
                    <a:lnTo>
                      <a:pt x="35" y="56"/>
                    </a:lnTo>
                    <a:lnTo>
                      <a:pt x="29" y="41"/>
                    </a:lnTo>
                    <a:lnTo>
                      <a:pt x="23" y="28"/>
                    </a:lnTo>
                    <a:lnTo>
                      <a:pt x="16" y="0"/>
                    </a:lnTo>
                    <a:lnTo>
                      <a:pt x="0" y="5"/>
                    </a:lnTo>
                    <a:lnTo>
                      <a:pt x="7" y="33"/>
                    </a:lnTo>
                    <a:lnTo>
                      <a:pt x="15" y="48"/>
                    </a:lnTo>
                    <a:lnTo>
                      <a:pt x="18" y="60"/>
                    </a:lnTo>
                    <a:lnTo>
                      <a:pt x="24" y="74"/>
                    </a:lnTo>
                    <a:lnTo>
                      <a:pt x="33" y="104"/>
                    </a:lnTo>
                    <a:lnTo>
                      <a:pt x="40" y="120"/>
                    </a:lnTo>
                    <a:lnTo>
                      <a:pt x="46" y="133"/>
                    </a:lnTo>
                    <a:lnTo>
                      <a:pt x="51" y="145"/>
                    </a:lnTo>
                    <a:lnTo>
                      <a:pt x="55" y="160"/>
                    </a:lnTo>
                    <a:lnTo>
                      <a:pt x="79" y="217"/>
                    </a:lnTo>
                    <a:lnTo>
                      <a:pt x="86" y="232"/>
                    </a:lnTo>
                    <a:lnTo>
                      <a:pt x="104" y="273"/>
                    </a:lnTo>
                    <a:lnTo>
                      <a:pt x="117" y="301"/>
                    </a:lnTo>
                    <a:lnTo>
                      <a:pt x="122" y="315"/>
                    </a:lnTo>
                    <a:lnTo>
                      <a:pt x="136" y="342"/>
                    </a:lnTo>
                    <a:lnTo>
                      <a:pt x="142" y="355"/>
                    </a:lnTo>
                    <a:lnTo>
                      <a:pt x="190" y="452"/>
                    </a:lnTo>
                    <a:lnTo>
                      <a:pt x="204" y="44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49" name="Freeform 75"/>
              <p:cNvSpPr>
                <a:spLocks/>
              </p:cNvSpPr>
              <p:nvPr/>
            </p:nvSpPr>
            <p:spPr bwMode="auto">
              <a:xfrm>
                <a:off x="690" y="2002"/>
                <a:ext cx="67" cy="241"/>
              </a:xfrm>
              <a:custGeom>
                <a:avLst/>
                <a:gdLst>
                  <a:gd name="T0" fmla="*/ 133 w 134"/>
                  <a:gd name="T1" fmla="*/ 476 h 483"/>
                  <a:gd name="T2" fmla="*/ 124 w 134"/>
                  <a:gd name="T3" fmla="*/ 446 h 483"/>
                  <a:gd name="T4" fmla="*/ 113 w 134"/>
                  <a:gd name="T5" fmla="*/ 419 h 483"/>
                  <a:gd name="T6" fmla="*/ 105 w 134"/>
                  <a:gd name="T7" fmla="*/ 387 h 483"/>
                  <a:gd name="T8" fmla="*/ 97 w 134"/>
                  <a:gd name="T9" fmla="*/ 360 h 483"/>
                  <a:gd name="T10" fmla="*/ 89 w 134"/>
                  <a:gd name="T11" fmla="*/ 330 h 483"/>
                  <a:gd name="T12" fmla="*/ 80 w 134"/>
                  <a:gd name="T13" fmla="*/ 300 h 483"/>
                  <a:gd name="T14" fmla="*/ 68 w 134"/>
                  <a:gd name="T15" fmla="*/ 255 h 483"/>
                  <a:gd name="T16" fmla="*/ 60 w 134"/>
                  <a:gd name="T17" fmla="*/ 226 h 483"/>
                  <a:gd name="T18" fmla="*/ 55 w 134"/>
                  <a:gd name="T19" fmla="*/ 196 h 483"/>
                  <a:gd name="T20" fmla="*/ 48 w 134"/>
                  <a:gd name="T21" fmla="*/ 166 h 483"/>
                  <a:gd name="T22" fmla="*/ 37 w 134"/>
                  <a:gd name="T23" fmla="*/ 121 h 483"/>
                  <a:gd name="T24" fmla="*/ 32 w 134"/>
                  <a:gd name="T25" fmla="*/ 89 h 483"/>
                  <a:gd name="T26" fmla="*/ 26 w 134"/>
                  <a:gd name="T27" fmla="*/ 59 h 483"/>
                  <a:gd name="T28" fmla="*/ 20 w 134"/>
                  <a:gd name="T29" fmla="*/ 27 h 483"/>
                  <a:gd name="T30" fmla="*/ 17 w 134"/>
                  <a:gd name="T31" fmla="*/ 0 h 483"/>
                  <a:gd name="T32" fmla="*/ 0 w 134"/>
                  <a:gd name="T33" fmla="*/ 1 h 483"/>
                  <a:gd name="T34" fmla="*/ 4 w 134"/>
                  <a:gd name="T35" fmla="*/ 31 h 483"/>
                  <a:gd name="T36" fmla="*/ 10 w 134"/>
                  <a:gd name="T37" fmla="*/ 61 h 483"/>
                  <a:gd name="T38" fmla="*/ 15 w 134"/>
                  <a:gd name="T39" fmla="*/ 94 h 483"/>
                  <a:gd name="T40" fmla="*/ 21 w 134"/>
                  <a:gd name="T41" fmla="*/ 124 h 483"/>
                  <a:gd name="T42" fmla="*/ 32 w 134"/>
                  <a:gd name="T43" fmla="*/ 171 h 483"/>
                  <a:gd name="T44" fmla="*/ 38 w 134"/>
                  <a:gd name="T45" fmla="*/ 201 h 483"/>
                  <a:gd name="T46" fmla="*/ 44 w 134"/>
                  <a:gd name="T47" fmla="*/ 228 h 483"/>
                  <a:gd name="T48" fmla="*/ 52 w 134"/>
                  <a:gd name="T49" fmla="*/ 260 h 483"/>
                  <a:gd name="T50" fmla="*/ 64 w 134"/>
                  <a:gd name="T51" fmla="*/ 304 h 483"/>
                  <a:gd name="T52" fmla="*/ 73 w 134"/>
                  <a:gd name="T53" fmla="*/ 334 h 483"/>
                  <a:gd name="T54" fmla="*/ 81 w 134"/>
                  <a:gd name="T55" fmla="*/ 364 h 483"/>
                  <a:gd name="T56" fmla="*/ 89 w 134"/>
                  <a:gd name="T57" fmla="*/ 392 h 483"/>
                  <a:gd name="T58" fmla="*/ 97 w 134"/>
                  <a:gd name="T59" fmla="*/ 423 h 483"/>
                  <a:gd name="T60" fmla="*/ 108 w 134"/>
                  <a:gd name="T61" fmla="*/ 451 h 483"/>
                  <a:gd name="T62" fmla="*/ 119 w 134"/>
                  <a:gd name="T63" fmla="*/ 483 h 483"/>
                  <a:gd name="T64" fmla="*/ 134 w 134"/>
                  <a:gd name="T65" fmla="*/ 477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34" h="483">
                    <a:moveTo>
                      <a:pt x="134" y="477"/>
                    </a:moveTo>
                    <a:lnTo>
                      <a:pt x="133" y="476"/>
                    </a:lnTo>
                    <a:lnTo>
                      <a:pt x="127" y="460"/>
                    </a:lnTo>
                    <a:lnTo>
                      <a:pt x="124" y="446"/>
                    </a:lnTo>
                    <a:lnTo>
                      <a:pt x="118" y="432"/>
                    </a:lnTo>
                    <a:lnTo>
                      <a:pt x="113" y="419"/>
                    </a:lnTo>
                    <a:lnTo>
                      <a:pt x="110" y="402"/>
                    </a:lnTo>
                    <a:lnTo>
                      <a:pt x="105" y="387"/>
                    </a:lnTo>
                    <a:lnTo>
                      <a:pt x="101" y="374"/>
                    </a:lnTo>
                    <a:lnTo>
                      <a:pt x="97" y="360"/>
                    </a:lnTo>
                    <a:lnTo>
                      <a:pt x="93" y="345"/>
                    </a:lnTo>
                    <a:lnTo>
                      <a:pt x="89" y="330"/>
                    </a:lnTo>
                    <a:lnTo>
                      <a:pt x="83" y="314"/>
                    </a:lnTo>
                    <a:lnTo>
                      <a:pt x="80" y="300"/>
                    </a:lnTo>
                    <a:lnTo>
                      <a:pt x="75" y="285"/>
                    </a:lnTo>
                    <a:lnTo>
                      <a:pt x="68" y="255"/>
                    </a:lnTo>
                    <a:lnTo>
                      <a:pt x="65" y="241"/>
                    </a:lnTo>
                    <a:lnTo>
                      <a:pt x="60" y="226"/>
                    </a:lnTo>
                    <a:lnTo>
                      <a:pt x="58" y="211"/>
                    </a:lnTo>
                    <a:lnTo>
                      <a:pt x="55" y="196"/>
                    </a:lnTo>
                    <a:lnTo>
                      <a:pt x="51" y="180"/>
                    </a:lnTo>
                    <a:lnTo>
                      <a:pt x="48" y="166"/>
                    </a:lnTo>
                    <a:lnTo>
                      <a:pt x="44" y="150"/>
                    </a:lnTo>
                    <a:lnTo>
                      <a:pt x="37" y="121"/>
                    </a:lnTo>
                    <a:lnTo>
                      <a:pt x="35" y="106"/>
                    </a:lnTo>
                    <a:lnTo>
                      <a:pt x="32" y="89"/>
                    </a:lnTo>
                    <a:lnTo>
                      <a:pt x="28" y="76"/>
                    </a:lnTo>
                    <a:lnTo>
                      <a:pt x="26" y="59"/>
                    </a:lnTo>
                    <a:lnTo>
                      <a:pt x="24" y="45"/>
                    </a:lnTo>
                    <a:lnTo>
                      <a:pt x="20" y="27"/>
                    </a:lnTo>
                    <a:lnTo>
                      <a:pt x="17" y="14"/>
                    </a:lnTo>
                    <a:lnTo>
                      <a:pt x="17" y="0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0" y="16"/>
                    </a:lnTo>
                    <a:lnTo>
                      <a:pt x="4" y="31"/>
                    </a:lnTo>
                    <a:lnTo>
                      <a:pt x="7" y="48"/>
                    </a:lnTo>
                    <a:lnTo>
                      <a:pt x="10" y="61"/>
                    </a:lnTo>
                    <a:lnTo>
                      <a:pt x="12" y="79"/>
                    </a:lnTo>
                    <a:lnTo>
                      <a:pt x="15" y="94"/>
                    </a:lnTo>
                    <a:lnTo>
                      <a:pt x="19" y="109"/>
                    </a:lnTo>
                    <a:lnTo>
                      <a:pt x="21" y="124"/>
                    </a:lnTo>
                    <a:lnTo>
                      <a:pt x="28" y="155"/>
                    </a:lnTo>
                    <a:lnTo>
                      <a:pt x="32" y="171"/>
                    </a:lnTo>
                    <a:lnTo>
                      <a:pt x="35" y="185"/>
                    </a:lnTo>
                    <a:lnTo>
                      <a:pt x="38" y="201"/>
                    </a:lnTo>
                    <a:lnTo>
                      <a:pt x="42" y="213"/>
                    </a:lnTo>
                    <a:lnTo>
                      <a:pt x="44" y="228"/>
                    </a:lnTo>
                    <a:lnTo>
                      <a:pt x="49" y="246"/>
                    </a:lnTo>
                    <a:lnTo>
                      <a:pt x="52" y="260"/>
                    </a:lnTo>
                    <a:lnTo>
                      <a:pt x="59" y="290"/>
                    </a:lnTo>
                    <a:lnTo>
                      <a:pt x="64" y="304"/>
                    </a:lnTo>
                    <a:lnTo>
                      <a:pt x="67" y="318"/>
                    </a:lnTo>
                    <a:lnTo>
                      <a:pt x="73" y="334"/>
                    </a:lnTo>
                    <a:lnTo>
                      <a:pt x="76" y="349"/>
                    </a:lnTo>
                    <a:lnTo>
                      <a:pt x="81" y="364"/>
                    </a:lnTo>
                    <a:lnTo>
                      <a:pt x="85" y="378"/>
                    </a:lnTo>
                    <a:lnTo>
                      <a:pt x="89" y="392"/>
                    </a:lnTo>
                    <a:lnTo>
                      <a:pt x="94" y="407"/>
                    </a:lnTo>
                    <a:lnTo>
                      <a:pt x="97" y="423"/>
                    </a:lnTo>
                    <a:lnTo>
                      <a:pt x="102" y="437"/>
                    </a:lnTo>
                    <a:lnTo>
                      <a:pt x="108" y="451"/>
                    </a:lnTo>
                    <a:lnTo>
                      <a:pt x="111" y="465"/>
                    </a:lnTo>
                    <a:lnTo>
                      <a:pt x="119" y="483"/>
                    </a:lnTo>
                    <a:lnTo>
                      <a:pt x="118" y="482"/>
                    </a:lnTo>
                    <a:lnTo>
                      <a:pt x="134" y="47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50" name="Freeform 76"/>
              <p:cNvSpPr>
                <a:spLocks/>
              </p:cNvSpPr>
              <p:nvPr/>
            </p:nvSpPr>
            <p:spPr bwMode="auto">
              <a:xfrm>
                <a:off x="669" y="1750"/>
                <a:ext cx="29" cy="253"/>
              </a:xfrm>
              <a:custGeom>
                <a:avLst/>
                <a:gdLst>
                  <a:gd name="T0" fmla="*/ 58 w 58"/>
                  <a:gd name="T1" fmla="*/ 503 h 506"/>
                  <a:gd name="T2" fmla="*/ 54 w 58"/>
                  <a:gd name="T3" fmla="*/ 485 h 506"/>
                  <a:gd name="T4" fmla="*/ 51 w 58"/>
                  <a:gd name="T5" fmla="*/ 472 h 506"/>
                  <a:gd name="T6" fmla="*/ 48 w 58"/>
                  <a:gd name="T7" fmla="*/ 455 h 506"/>
                  <a:gd name="T8" fmla="*/ 47 w 58"/>
                  <a:gd name="T9" fmla="*/ 441 h 506"/>
                  <a:gd name="T10" fmla="*/ 44 w 58"/>
                  <a:gd name="T11" fmla="*/ 424 h 506"/>
                  <a:gd name="T12" fmla="*/ 43 w 58"/>
                  <a:gd name="T13" fmla="*/ 410 h 506"/>
                  <a:gd name="T14" fmla="*/ 40 w 58"/>
                  <a:gd name="T15" fmla="*/ 393 h 506"/>
                  <a:gd name="T16" fmla="*/ 38 w 58"/>
                  <a:gd name="T17" fmla="*/ 379 h 506"/>
                  <a:gd name="T18" fmla="*/ 37 w 58"/>
                  <a:gd name="T19" fmla="*/ 363 h 506"/>
                  <a:gd name="T20" fmla="*/ 35 w 58"/>
                  <a:gd name="T21" fmla="*/ 347 h 506"/>
                  <a:gd name="T22" fmla="*/ 33 w 58"/>
                  <a:gd name="T23" fmla="*/ 332 h 506"/>
                  <a:gd name="T24" fmla="*/ 31 w 58"/>
                  <a:gd name="T25" fmla="*/ 316 h 506"/>
                  <a:gd name="T26" fmla="*/ 30 w 58"/>
                  <a:gd name="T27" fmla="*/ 299 h 506"/>
                  <a:gd name="T28" fmla="*/ 28 w 58"/>
                  <a:gd name="T29" fmla="*/ 284 h 506"/>
                  <a:gd name="T30" fmla="*/ 26 w 58"/>
                  <a:gd name="T31" fmla="*/ 269 h 506"/>
                  <a:gd name="T32" fmla="*/ 26 w 58"/>
                  <a:gd name="T33" fmla="*/ 255 h 506"/>
                  <a:gd name="T34" fmla="*/ 24 w 58"/>
                  <a:gd name="T35" fmla="*/ 236 h 506"/>
                  <a:gd name="T36" fmla="*/ 23 w 58"/>
                  <a:gd name="T37" fmla="*/ 221 h 506"/>
                  <a:gd name="T38" fmla="*/ 20 w 58"/>
                  <a:gd name="T39" fmla="*/ 174 h 506"/>
                  <a:gd name="T40" fmla="*/ 20 w 58"/>
                  <a:gd name="T41" fmla="*/ 158 h 506"/>
                  <a:gd name="T42" fmla="*/ 17 w 58"/>
                  <a:gd name="T43" fmla="*/ 142 h 506"/>
                  <a:gd name="T44" fmla="*/ 17 w 58"/>
                  <a:gd name="T45" fmla="*/ 111 h 506"/>
                  <a:gd name="T46" fmla="*/ 16 w 58"/>
                  <a:gd name="T47" fmla="*/ 93 h 506"/>
                  <a:gd name="T48" fmla="*/ 16 w 58"/>
                  <a:gd name="T49" fmla="*/ 0 h 506"/>
                  <a:gd name="T50" fmla="*/ 0 w 58"/>
                  <a:gd name="T51" fmla="*/ 0 h 506"/>
                  <a:gd name="T52" fmla="*/ 0 w 58"/>
                  <a:gd name="T53" fmla="*/ 93 h 506"/>
                  <a:gd name="T54" fmla="*/ 1 w 58"/>
                  <a:gd name="T55" fmla="*/ 111 h 506"/>
                  <a:gd name="T56" fmla="*/ 1 w 58"/>
                  <a:gd name="T57" fmla="*/ 142 h 506"/>
                  <a:gd name="T58" fmla="*/ 3 w 58"/>
                  <a:gd name="T59" fmla="*/ 158 h 506"/>
                  <a:gd name="T60" fmla="*/ 3 w 58"/>
                  <a:gd name="T61" fmla="*/ 174 h 506"/>
                  <a:gd name="T62" fmla="*/ 7 w 58"/>
                  <a:gd name="T63" fmla="*/ 223 h 506"/>
                  <a:gd name="T64" fmla="*/ 8 w 58"/>
                  <a:gd name="T65" fmla="*/ 238 h 506"/>
                  <a:gd name="T66" fmla="*/ 10 w 58"/>
                  <a:gd name="T67" fmla="*/ 255 h 506"/>
                  <a:gd name="T68" fmla="*/ 10 w 58"/>
                  <a:gd name="T69" fmla="*/ 269 h 506"/>
                  <a:gd name="T70" fmla="*/ 12 w 58"/>
                  <a:gd name="T71" fmla="*/ 287 h 506"/>
                  <a:gd name="T72" fmla="*/ 14 w 58"/>
                  <a:gd name="T73" fmla="*/ 302 h 506"/>
                  <a:gd name="T74" fmla="*/ 15 w 58"/>
                  <a:gd name="T75" fmla="*/ 318 h 506"/>
                  <a:gd name="T76" fmla="*/ 17 w 58"/>
                  <a:gd name="T77" fmla="*/ 334 h 506"/>
                  <a:gd name="T78" fmla="*/ 18 w 58"/>
                  <a:gd name="T79" fmla="*/ 349 h 506"/>
                  <a:gd name="T80" fmla="*/ 21 w 58"/>
                  <a:gd name="T81" fmla="*/ 365 h 506"/>
                  <a:gd name="T82" fmla="*/ 22 w 58"/>
                  <a:gd name="T83" fmla="*/ 381 h 506"/>
                  <a:gd name="T84" fmla="*/ 24 w 58"/>
                  <a:gd name="T85" fmla="*/ 395 h 506"/>
                  <a:gd name="T86" fmla="*/ 26 w 58"/>
                  <a:gd name="T87" fmla="*/ 412 h 506"/>
                  <a:gd name="T88" fmla="*/ 28 w 58"/>
                  <a:gd name="T89" fmla="*/ 426 h 506"/>
                  <a:gd name="T90" fmla="*/ 31 w 58"/>
                  <a:gd name="T91" fmla="*/ 443 h 506"/>
                  <a:gd name="T92" fmla="*/ 32 w 58"/>
                  <a:gd name="T93" fmla="*/ 457 h 506"/>
                  <a:gd name="T94" fmla="*/ 35 w 58"/>
                  <a:gd name="T95" fmla="*/ 475 h 506"/>
                  <a:gd name="T96" fmla="*/ 38 w 58"/>
                  <a:gd name="T97" fmla="*/ 490 h 506"/>
                  <a:gd name="T98" fmla="*/ 41 w 58"/>
                  <a:gd name="T99" fmla="*/ 506 h 506"/>
                  <a:gd name="T100" fmla="*/ 58 w 58"/>
                  <a:gd name="T101" fmla="*/ 503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58" h="506">
                    <a:moveTo>
                      <a:pt x="58" y="503"/>
                    </a:moveTo>
                    <a:lnTo>
                      <a:pt x="54" y="485"/>
                    </a:lnTo>
                    <a:lnTo>
                      <a:pt x="51" y="472"/>
                    </a:lnTo>
                    <a:lnTo>
                      <a:pt x="48" y="455"/>
                    </a:lnTo>
                    <a:lnTo>
                      <a:pt x="47" y="441"/>
                    </a:lnTo>
                    <a:lnTo>
                      <a:pt x="44" y="424"/>
                    </a:lnTo>
                    <a:lnTo>
                      <a:pt x="43" y="410"/>
                    </a:lnTo>
                    <a:lnTo>
                      <a:pt x="40" y="393"/>
                    </a:lnTo>
                    <a:lnTo>
                      <a:pt x="38" y="379"/>
                    </a:lnTo>
                    <a:lnTo>
                      <a:pt x="37" y="363"/>
                    </a:lnTo>
                    <a:lnTo>
                      <a:pt x="35" y="347"/>
                    </a:lnTo>
                    <a:lnTo>
                      <a:pt x="33" y="332"/>
                    </a:lnTo>
                    <a:lnTo>
                      <a:pt x="31" y="316"/>
                    </a:lnTo>
                    <a:lnTo>
                      <a:pt x="30" y="299"/>
                    </a:lnTo>
                    <a:lnTo>
                      <a:pt x="28" y="284"/>
                    </a:lnTo>
                    <a:lnTo>
                      <a:pt x="26" y="269"/>
                    </a:lnTo>
                    <a:lnTo>
                      <a:pt x="26" y="255"/>
                    </a:lnTo>
                    <a:lnTo>
                      <a:pt x="24" y="236"/>
                    </a:lnTo>
                    <a:lnTo>
                      <a:pt x="23" y="221"/>
                    </a:lnTo>
                    <a:lnTo>
                      <a:pt x="20" y="174"/>
                    </a:lnTo>
                    <a:lnTo>
                      <a:pt x="20" y="158"/>
                    </a:lnTo>
                    <a:lnTo>
                      <a:pt x="17" y="142"/>
                    </a:lnTo>
                    <a:lnTo>
                      <a:pt x="17" y="111"/>
                    </a:lnTo>
                    <a:lnTo>
                      <a:pt x="16" y="93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93"/>
                    </a:lnTo>
                    <a:lnTo>
                      <a:pt x="1" y="111"/>
                    </a:lnTo>
                    <a:lnTo>
                      <a:pt x="1" y="142"/>
                    </a:lnTo>
                    <a:lnTo>
                      <a:pt x="3" y="158"/>
                    </a:lnTo>
                    <a:lnTo>
                      <a:pt x="3" y="174"/>
                    </a:lnTo>
                    <a:lnTo>
                      <a:pt x="7" y="223"/>
                    </a:lnTo>
                    <a:lnTo>
                      <a:pt x="8" y="238"/>
                    </a:lnTo>
                    <a:lnTo>
                      <a:pt x="10" y="255"/>
                    </a:lnTo>
                    <a:lnTo>
                      <a:pt x="10" y="269"/>
                    </a:lnTo>
                    <a:lnTo>
                      <a:pt x="12" y="287"/>
                    </a:lnTo>
                    <a:lnTo>
                      <a:pt x="14" y="302"/>
                    </a:lnTo>
                    <a:lnTo>
                      <a:pt x="15" y="318"/>
                    </a:lnTo>
                    <a:lnTo>
                      <a:pt x="17" y="334"/>
                    </a:lnTo>
                    <a:lnTo>
                      <a:pt x="18" y="349"/>
                    </a:lnTo>
                    <a:lnTo>
                      <a:pt x="21" y="365"/>
                    </a:lnTo>
                    <a:lnTo>
                      <a:pt x="22" y="381"/>
                    </a:lnTo>
                    <a:lnTo>
                      <a:pt x="24" y="395"/>
                    </a:lnTo>
                    <a:lnTo>
                      <a:pt x="26" y="412"/>
                    </a:lnTo>
                    <a:lnTo>
                      <a:pt x="28" y="426"/>
                    </a:lnTo>
                    <a:lnTo>
                      <a:pt x="31" y="443"/>
                    </a:lnTo>
                    <a:lnTo>
                      <a:pt x="32" y="457"/>
                    </a:lnTo>
                    <a:lnTo>
                      <a:pt x="35" y="475"/>
                    </a:lnTo>
                    <a:lnTo>
                      <a:pt x="38" y="490"/>
                    </a:lnTo>
                    <a:lnTo>
                      <a:pt x="41" y="506"/>
                    </a:lnTo>
                    <a:lnTo>
                      <a:pt x="58" y="5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51" name="Freeform 77"/>
              <p:cNvSpPr>
                <a:spLocks/>
              </p:cNvSpPr>
              <p:nvPr/>
            </p:nvSpPr>
            <p:spPr bwMode="auto">
              <a:xfrm>
                <a:off x="669" y="1497"/>
                <a:ext cx="29" cy="253"/>
              </a:xfrm>
              <a:custGeom>
                <a:avLst/>
                <a:gdLst>
                  <a:gd name="T0" fmla="*/ 16 w 58"/>
                  <a:gd name="T1" fmla="*/ 506 h 506"/>
                  <a:gd name="T2" fmla="*/ 16 w 58"/>
                  <a:gd name="T3" fmla="*/ 409 h 506"/>
                  <a:gd name="T4" fmla="*/ 17 w 58"/>
                  <a:gd name="T5" fmla="*/ 393 h 506"/>
                  <a:gd name="T6" fmla="*/ 17 w 58"/>
                  <a:gd name="T7" fmla="*/ 362 h 506"/>
                  <a:gd name="T8" fmla="*/ 20 w 58"/>
                  <a:gd name="T9" fmla="*/ 347 h 506"/>
                  <a:gd name="T10" fmla="*/ 20 w 58"/>
                  <a:gd name="T11" fmla="*/ 330 h 506"/>
                  <a:gd name="T12" fmla="*/ 22 w 58"/>
                  <a:gd name="T13" fmla="*/ 299 h 506"/>
                  <a:gd name="T14" fmla="*/ 23 w 58"/>
                  <a:gd name="T15" fmla="*/ 284 h 506"/>
                  <a:gd name="T16" fmla="*/ 24 w 58"/>
                  <a:gd name="T17" fmla="*/ 267 h 506"/>
                  <a:gd name="T18" fmla="*/ 26 w 58"/>
                  <a:gd name="T19" fmla="*/ 252 h 506"/>
                  <a:gd name="T20" fmla="*/ 26 w 58"/>
                  <a:gd name="T21" fmla="*/ 234 h 506"/>
                  <a:gd name="T22" fmla="*/ 28 w 58"/>
                  <a:gd name="T23" fmla="*/ 220 h 506"/>
                  <a:gd name="T24" fmla="*/ 30 w 58"/>
                  <a:gd name="T25" fmla="*/ 204 h 506"/>
                  <a:gd name="T26" fmla="*/ 31 w 58"/>
                  <a:gd name="T27" fmla="*/ 189 h 506"/>
                  <a:gd name="T28" fmla="*/ 33 w 58"/>
                  <a:gd name="T29" fmla="*/ 173 h 506"/>
                  <a:gd name="T30" fmla="*/ 35 w 58"/>
                  <a:gd name="T31" fmla="*/ 158 h 506"/>
                  <a:gd name="T32" fmla="*/ 37 w 58"/>
                  <a:gd name="T33" fmla="*/ 142 h 506"/>
                  <a:gd name="T34" fmla="*/ 38 w 58"/>
                  <a:gd name="T35" fmla="*/ 127 h 506"/>
                  <a:gd name="T36" fmla="*/ 40 w 58"/>
                  <a:gd name="T37" fmla="*/ 111 h 506"/>
                  <a:gd name="T38" fmla="*/ 43 w 58"/>
                  <a:gd name="T39" fmla="*/ 96 h 506"/>
                  <a:gd name="T40" fmla="*/ 44 w 58"/>
                  <a:gd name="T41" fmla="*/ 80 h 506"/>
                  <a:gd name="T42" fmla="*/ 47 w 58"/>
                  <a:gd name="T43" fmla="*/ 65 h 506"/>
                  <a:gd name="T44" fmla="*/ 48 w 58"/>
                  <a:gd name="T45" fmla="*/ 49 h 506"/>
                  <a:gd name="T46" fmla="*/ 51 w 58"/>
                  <a:gd name="T47" fmla="*/ 34 h 506"/>
                  <a:gd name="T48" fmla="*/ 54 w 58"/>
                  <a:gd name="T49" fmla="*/ 19 h 506"/>
                  <a:gd name="T50" fmla="*/ 58 w 58"/>
                  <a:gd name="T51" fmla="*/ 5 h 506"/>
                  <a:gd name="T52" fmla="*/ 58 w 58"/>
                  <a:gd name="T53" fmla="*/ 4 h 506"/>
                  <a:gd name="T54" fmla="*/ 41 w 58"/>
                  <a:gd name="T55" fmla="*/ 1 h 506"/>
                  <a:gd name="T56" fmla="*/ 41 w 58"/>
                  <a:gd name="T57" fmla="*/ 0 h 506"/>
                  <a:gd name="T58" fmla="*/ 38 w 58"/>
                  <a:gd name="T59" fmla="*/ 14 h 506"/>
                  <a:gd name="T60" fmla="*/ 35 w 58"/>
                  <a:gd name="T61" fmla="*/ 31 h 506"/>
                  <a:gd name="T62" fmla="*/ 32 w 58"/>
                  <a:gd name="T63" fmla="*/ 46 h 506"/>
                  <a:gd name="T64" fmla="*/ 31 w 58"/>
                  <a:gd name="T65" fmla="*/ 62 h 506"/>
                  <a:gd name="T66" fmla="*/ 28 w 58"/>
                  <a:gd name="T67" fmla="*/ 77 h 506"/>
                  <a:gd name="T68" fmla="*/ 26 w 58"/>
                  <a:gd name="T69" fmla="*/ 93 h 506"/>
                  <a:gd name="T70" fmla="*/ 24 w 58"/>
                  <a:gd name="T71" fmla="*/ 108 h 506"/>
                  <a:gd name="T72" fmla="*/ 22 w 58"/>
                  <a:gd name="T73" fmla="*/ 125 h 506"/>
                  <a:gd name="T74" fmla="*/ 21 w 58"/>
                  <a:gd name="T75" fmla="*/ 140 h 506"/>
                  <a:gd name="T76" fmla="*/ 18 w 58"/>
                  <a:gd name="T77" fmla="*/ 156 h 506"/>
                  <a:gd name="T78" fmla="*/ 17 w 58"/>
                  <a:gd name="T79" fmla="*/ 171 h 506"/>
                  <a:gd name="T80" fmla="*/ 15 w 58"/>
                  <a:gd name="T81" fmla="*/ 187 h 506"/>
                  <a:gd name="T82" fmla="*/ 14 w 58"/>
                  <a:gd name="T83" fmla="*/ 202 h 506"/>
                  <a:gd name="T84" fmla="*/ 12 w 58"/>
                  <a:gd name="T85" fmla="*/ 218 h 506"/>
                  <a:gd name="T86" fmla="*/ 10 w 58"/>
                  <a:gd name="T87" fmla="*/ 234 h 506"/>
                  <a:gd name="T88" fmla="*/ 10 w 58"/>
                  <a:gd name="T89" fmla="*/ 250 h 506"/>
                  <a:gd name="T90" fmla="*/ 8 w 58"/>
                  <a:gd name="T91" fmla="*/ 265 h 506"/>
                  <a:gd name="T92" fmla="*/ 7 w 58"/>
                  <a:gd name="T93" fmla="*/ 281 h 506"/>
                  <a:gd name="T94" fmla="*/ 6 w 58"/>
                  <a:gd name="T95" fmla="*/ 296 h 506"/>
                  <a:gd name="T96" fmla="*/ 3 w 58"/>
                  <a:gd name="T97" fmla="*/ 330 h 506"/>
                  <a:gd name="T98" fmla="*/ 3 w 58"/>
                  <a:gd name="T99" fmla="*/ 345 h 506"/>
                  <a:gd name="T100" fmla="*/ 1 w 58"/>
                  <a:gd name="T101" fmla="*/ 360 h 506"/>
                  <a:gd name="T102" fmla="*/ 1 w 58"/>
                  <a:gd name="T103" fmla="*/ 393 h 506"/>
                  <a:gd name="T104" fmla="*/ 0 w 58"/>
                  <a:gd name="T105" fmla="*/ 409 h 506"/>
                  <a:gd name="T106" fmla="*/ 0 w 58"/>
                  <a:gd name="T107" fmla="*/ 506 h 506"/>
                  <a:gd name="T108" fmla="*/ 16 w 58"/>
                  <a:gd name="T109" fmla="*/ 506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58" h="506">
                    <a:moveTo>
                      <a:pt x="16" y="506"/>
                    </a:moveTo>
                    <a:lnTo>
                      <a:pt x="16" y="409"/>
                    </a:lnTo>
                    <a:lnTo>
                      <a:pt x="17" y="393"/>
                    </a:lnTo>
                    <a:lnTo>
                      <a:pt x="17" y="362"/>
                    </a:lnTo>
                    <a:lnTo>
                      <a:pt x="20" y="347"/>
                    </a:lnTo>
                    <a:lnTo>
                      <a:pt x="20" y="330"/>
                    </a:lnTo>
                    <a:lnTo>
                      <a:pt x="22" y="299"/>
                    </a:lnTo>
                    <a:lnTo>
                      <a:pt x="23" y="284"/>
                    </a:lnTo>
                    <a:lnTo>
                      <a:pt x="24" y="267"/>
                    </a:lnTo>
                    <a:lnTo>
                      <a:pt x="26" y="252"/>
                    </a:lnTo>
                    <a:lnTo>
                      <a:pt x="26" y="234"/>
                    </a:lnTo>
                    <a:lnTo>
                      <a:pt x="28" y="220"/>
                    </a:lnTo>
                    <a:lnTo>
                      <a:pt x="30" y="204"/>
                    </a:lnTo>
                    <a:lnTo>
                      <a:pt x="31" y="189"/>
                    </a:lnTo>
                    <a:lnTo>
                      <a:pt x="33" y="173"/>
                    </a:lnTo>
                    <a:lnTo>
                      <a:pt x="35" y="158"/>
                    </a:lnTo>
                    <a:lnTo>
                      <a:pt x="37" y="142"/>
                    </a:lnTo>
                    <a:lnTo>
                      <a:pt x="38" y="127"/>
                    </a:lnTo>
                    <a:lnTo>
                      <a:pt x="40" y="111"/>
                    </a:lnTo>
                    <a:lnTo>
                      <a:pt x="43" y="96"/>
                    </a:lnTo>
                    <a:lnTo>
                      <a:pt x="44" y="80"/>
                    </a:lnTo>
                    <a:lnTo>
                      <a:pt x="47" y="65"/>
                    </a:lnTo>
                    <a:lnTo>
                      <a:pt x="48" y="49"/>
                    </a:lnTo>
                    <a:lnTo>
                      <a:pt x="51" y="34"/>
                    </a:lnTo>
                    <a:lnTo>
                      <a:pt x="54" y="19"/>
                    </a:lnTo>
                    <a:lnTo>
                      <a:pt x="58" y="5"/>
                    </a:lnTo>
                    <a:lnTo>
                      <a:pt x="58" y="4"/>
                    </a:lnTo>
                    <a:lnTo>
                      <a:pt x="41" y="1"/>
                    </a:lnTo>
                    <a:lnTo>
                      <a:pt x="41" y="0"/>
                    </a:lnTo>
                    <a:lnTo>
                      <a:pt x="38" y="14"/>
                    </a:lnTo>
                    <a:lnTo>
                      <a:pt x="35" y="31"/>
                    </a:lnTo>
                    <a:lnTo>
                      <a:pt x="32" y="46"/>
                    </a:lnTo>
                    <a:lnTo>
                      <a:pt x="31" y="62"/>
                    </a:lnTo>
                    <a:lnTo>
                      <a:pt x="28" y="77"/>
                    </a:lnTo>
                    <a:lnTo>
                      <a:pt x="26" y="93"/>
                    </a:lnTo>
                    <a:lnTo>
                      <a:pt x="24" y="108"/>
                    </a:lnTo>
                    <a:lnTo>
                      <a:pt x="22" y="125"/>
                    </a:lnTo>
                    <a:lnTo>
                      <a:pt x="21" y="140"/>
                    </a:lnTo>
                    <a:lnTo>
                      <a:pt x="18" y="156"/>
                    </a:lnTo>
                    <a:lnTo>
                      <a:pt x="17" y="171"/>
                    </a:lnTo>
                    <a:lnTo>
                      <a:pt x="15" y="187"/>
                    </a:lnTo>
                    <a:lnTo>
                      <a:pt x="14" y="202"/>
                    </a:lnTo>
                    <a:lnTo>
                      <a:pt x="12" y="218"/>
                    </a:lnTo>
                    <a:lnTo>
                      <a:pt x="10" y="234"/>
                    </a:lnTo>
                    <a:lnTo>
                      <a:pt x="10" y="250"/>
                    </a:lnTo>
                    <a:lnTo>
                      <a:pt x="8" y="265"/>
                    </a:lnTo>
                    <a:lnTo>
                      <a:pt x="7" y="281"/>
                    </a:lnTo>
                    <a:lnTo>
                      <a:pt x="6" y="296"/>
                    </a:lnTo>
                    <a:lnTo>
                      <a:pt x="3" y="330"/>
                    </a:lnTo>
                    <a:lnTo>
                      <a:pt x="3" y="345"/>
                    </a:lnTo>
                    <a:lnTo>
                      <a:pt x="1" y="360"/>
                    </a:lnTo>
                    <a:lnTo>
                      <a:pt x="1" y="393"/>
                    </a:lnTo>
                    <a:lnTo>
                      <a:pt x="0" y="409"/>
                    </a:lnTo>
                    <a:lnTo>
                      <a:pt x="0" y="506"/>
                    </a:lnTo>
                    <a:lnTo>
                      <a:pt x="16" y="5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52" name="Freeform 78"/>
              <p:cNvSpPr>
                <a:spLocks/>
              </p:cNvSpPr>
              <p:nvPr/>
            </p:nvSpPr>
            <p:spPr bwMode="auto">
              <a:xfrm>
                <a:off x="690" y="1257"/>
                <a:ext cx="67" cy="242"/>
              </a:xfrm>
              <a:custGeom>
                <a:avLst/>
                <a:gdLst>
                  <a:gd name="T0" fmla="*/ 17 w 134"/>
                  <a:gd name="T1" fmla="*/ 483 h 483"/>
                  <a:gd name="T2" fmla="*/ 17 w 134"/>
                  <a:gd name="T3" fmla="*/ 465 h 483"/>
                  <a:gd name="T4" fmla="*/ 20 w 134"/>
                  <a:gd name="T5" fmla="*/ 453 h 483"/>
                  <a:gd name="T6" fmla="*/ 24 w 134"/>
                  <a:gd name="T7" fmla="*/ 434 h 483"/>
                  <a:gd name="T8" fmla="*/ 26 w 134"/>
                  <a:gd name="T9" fmla="*/ 420 h 483"/>
                  <a:gd name="T10" fmla="*/ 28 w 134"/>
                  <a:gd name="T11" fmla="*/ 404 h 483"/>
                  <a:gd name="T12" fmla="*/ 35 w 134"/>
                  <a:gd name="T13" fmla="*/ 374 h 483"/>
                  <a:gd name="T14" fmla="*/ 37 w 134"/>
                  <a:gd name="T15" fmla="*/ 359 h 483"/>
                  <a:gd name="T16" fmla="*/ 41 w 134"/>
                  <a:gd name="T17" fmla="*/ 346 h 483"/>
                  <a:gd name="T18" fmla="*/ 44 w 134"/>
                  <a:gd name="T19" fmla="*/ 329 h 483"/>
                  <a:gd name="T20" fmla="*/ 58 w 134"/>
                  <a:gd name="T21" fmla="*/ 268 h 483"/>
                  <a:gd name="T22" fmla="*/ 60 w 134"/>
                  <a:gd name="T23" fmla="*/ 255 h 483"/>
                  <a:gd name="T24" fmla="*/ 65 w 134"/>
                  <a:gd name="T25" fmla="*/ 241 h 483"/>
                  <a:gd name="T26" fmla="*/ 68 w 134"/>
                  <a:gd name="T27" fmla="*/ 225 h 483"/>
                  <a:gd name="T28" fmla="*/ 75 w 134"/>
                  <a:gd name="T29" fmla="*/ 195 h 483"/>
                  <a:gd name="T30" fmla="*/ 80 w 134"/>
                  <a:gd name="T31" fmla="*/ 181 h 483"/>
                  <a:gd name="T32" fmla="*/ 83 w 134"/>
                  <a:gd name="T33" fmla="*/ 166 h 483"/>
                  <a:gd name="T34" fmla="*/ 89 w 134"/>
                  <a:gd name="T35" fmla="*/ 150 h 483"/>
                  <a:gd name="T36" fmla="*/ 93 w 134"/>
                  <a:gd name="T37" fmla="*/ 136 h 483"/>
                  <a:gd name="T38" fmla="*/ 97 w 134"/>
                  <a:gd name="T39" fmla="*/ 121 h 483"/>
                  <a:gd name="T40" fmla="*/ 101 w 134"/>
                  <a:gd name="T41" fmla="*/ 106 h 483"/>
                  <a:gd name="T42" fmla="*/ 105 w 134"/>
                  <a:gd name="T43" fmla="*/ 92 h 483"/>
                  <a:gd name="T44" fmla="*/ 110 w 134"/>
                  <a:gd name="T45" fmla="*/ 77 h 483"/>
                  <a:gd name="T46" fmla="*/ 113 w 134"/>
                  <a:gd name="T47" fmla="*/ 62 h 483"/>
                  <a:gd name="T48" fmla="*/ 118 w 134"/>
                  <a:gd name="T49" fmla="*/ 47 h 483"/>
                  <a:gd name="T50" fmla="*/ 124 w 134"/>
                  <a:gd name="T51" fmla="*/ 33 h 483"/>
                  <a:gd name="T52" fmla="*/ 127 w 134"/>
                  <a:gd name="T53" fmla="*/ 20 h 483"/>
                  <a:gd name="T54" fmla="*/ 133 w 134"/>
                  <a:gd name="T55" fmla="*/ 7 h 483"/>
                  <a:gd name="T56" fmla="*/ 134 w 134"/>
                  <a:gd name="T57" fmla="*/ 6 h 483"/>
                  <a:gd name="T58" fmla="*/ 118 w 134"/>
                  <a:gd name="T59" fmla="*/ 1 h 483"/>
                  <a:gd name="T60" fmla="*/ 119 w 134"/>
                  <a:gd name="T61" fmla="*/ 0 h 483"/>
                  <a:gd name="T62" fmla="*/ 111 w 134"/>
                  <a:gd name="T63" fmla="*/ 15 h 483"/>
                  <a:gd name="T64" fmla="*/ 108 w 134"/>
                  <a:gd name="T65" fmla="*/ 29 h 483"/>
                  <a:gd name="T66" fmla="*/ 102 w 134"/>
                  <a:gd name="T67" fmla="*/ 43 h 483"/>
                  <a:gd name="T68" fmla="*/ 97 w 134"/>
                  <a:gd name="T69" fmla="*/ 58 h 483"/>
                  <a:gd name="T70" fmla="*/ 94 w 134"/>
                  <a:gd name="T71" fmla="*/ 73 h 483"/>
                  <a:gd name="T72" fmla="*/ 89 w 134"/>
                  <a:gd name="T73" fmla="*/ 87 h 483"/>
                  <a:gd name="T74" fmla="*/ 85 w 134"/>
                  <a:gd name="T75" fmla="*/ 101 h 483"/>
                  <a:gd name="T76" fmla="*/ 81 w 134"/>
                  <a:gd name="T77" fmla="*/ 116 h 483"/>
                  <a:gd name="T78" fmla="*/ 76 w 134"/>
                  <a:gd name="T79" fmla="*/ 131 h 483"/>
                  <a:gd name="T80" fmla="*/ 73 w 134"/>
                  <a:gd name="T81" fmla="*/ 145 h 483"/>
                  <a:gd name="T82" fmla="*/ 67 w 134"/>
                  <a:gd name="T83" fmla="*/ 161 h 483"/>
                  <a:gd name="T84" fmla="*/ 64 w 134"/>
                  <a:gd name="T85" fmla="*/ 176 h 483"/>
                  <a:gd name="T86" fmla="*/ 59 w 134"/>
                  <a:gd name="T87" fmla="*/ 190 h 483"/>
                  <a:gd name="T88" fmla="*/ 52 w 134"/>
                  <a:gd name="T89" fmla="*/ 220 h 483"/>
                  <a:gd name="T90" fmla="*/ 49 w 134"/>
                  <a:gd name="T91" fmla="*/ 236 h 483"/>
                  <a:gd name="T92" fmla="*/ 44 w 134"/>
                  <a:gd name="T93" fmla="*/ 250 h 483"/>
                  <a:gd name="T94" fmla="*/ 42 w 134"/>
                  <a:gd name="T95" fmla="*/ 266 h 483"/>
                  <a:gd name="T96" fmla="*/ 28 w 134"/>
                  <a:gd name="T97" fmla="*/ 325 h 483"/>
                  <a:gd name="T98" fmla="*/ 25 w 134"/>
                  <a:gd name="T99" fmla="*/ 341 h 483"/>
                  <a:gd name="T100" fmla="*/ 21 w 134"/>
                  <a:gd name="T101" fmla="*/ 357 h 483"/>
                  <a:gd name="T102" fmla="*/ 19 w 134"/>
                  <a:gd name="T103" fmla="*/ 372 h 483"/>
                  <a:gd name="T104" fmla="*/ 12 w 134"/>
                  <a:gd name="T105" fmla="*/ 402 h 483"/>
                  <a:gd name="T106" fmla="*/ 10 w 134"/>
                  <a:gd name="T107" fmla="*/ 418 h 483"/>
                  <a:gd name="T108" fmla="*/ 7 w 134"/>
                  <a:gd name="T109" fmla="*/ 432 h 483"/>
                  <a:gd name="T110" fmla="*/ 4 w 134"/>
                  <a:gd name="T111" fmla="*/ 448 h 483"/>
                  <a:gd name="T112" fmla="*/ 0 w 134"/>
                  <a:gd name="T113" fmla="*/ 463 h 483"/>
                  <a:gd name="T114" fmla="*/ 0 w 134"/>
                  <a:gd name="T115" fmla="*/ 481 h 483"/>
                  <a:gd name="T116" fmla="*/ 0 w 134"/>
                  <a:gd name="T117" fmla="*/ 480 h 483"/>
                  <a:gd name="T118" fmla="*/ 17 w 134"/>
                  <a:gd name="T119" fmla="*/ 483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34" h="483">
                    <a:moveTo>
                      <a:pt x="17" y="483"/>
                    </a:moveTo>
                    <a:lnTo>
                      <a:pt x="17" y="465"/>
                    </a:lnTo>
                    <a:lnTo>
                      <a:pt x="20" y="453"/>
                    </a:lnTo>
                    <a:lnTo>
                      <a:pt x="24" y="434"/>
                    </a:lnTo>
                    <a:lnTo>
                      <a:pt x="26" y="420"/>
                    </a:lnTo>
                    <a:lnTo>
                      <a:pt x="28" y="404"/>
                    </a:lnTo>
                    <a:lnTo>
                      <a:pt x="35" y="374"/>
                    </a:lnTo>
                    <a:lnTo>
                      <a:pt x="37" y="359"/>
                    </a:lnTo>
                    <a:lnTo>
                      <a:pt x="41" y="346"/>
                    </a:lnTo>
                    <a:lnTo>
                      <a:pt x="44" y="329"/>
                    </a:lnTo>
                    <a:lnTo>
                      <a:pt x="58" y="268"/>
                    </a:lnTo>
                    <a:lnTo>
                      <a:pt x="60" y="255"/>
                    </a:lnTo>
                    <a:lnTo>
                      <a:pt x="65" y="241"/>
                    </a:lnTo>
                    <a:lnTo>
                      <a:pt x="68" y="225"/>
                    </a:lnTo>
                    <a:lnTo>
                      <a:pt x="75" y="195"/>
                    </a:lnTo>
                    <a:lnTo>
                      <a:pt x="80" y="181"/>
                    </a:lnTo>
                    <a:lnTo>
                      <a:pt x="83" y="166"/>
                    </a:lnTo>
                    <a:lnTo>
                      <a:pt x="89" y="150"/>
                    </a:lnTo>
                    <a:lnTo>
                      <a:pt x="93" y="136"/>
                    </a:lnTo>
                    <a:lnTo>
                      <a:pt x="97" y="121"/>
                    </a:lnTo>
                    <a:lnTo>
                      <a:pt x="101" y="106"/>
                    </a:lnTo>
                    <a:lnTo>
                      <a:pt x="105" y="92"/>
                    </a:lnTo>
                    <a:lnTo>
                      <a:pt x="110" y="77"/>
                    </a:lnTo>
                    <a:lnTo>
                      <a:pt x="113" y="62"/>
                    </a:lnTo>
                    <a:lnTo>
                      <a:pt x="118" y="47"/>
                    </a:lnTo>
                    <a:lnTo>
                      <a:pt x="124" y="33"/>
                    </a:lnTo>
                    <a:lnTo>
                      <a:pt x="127" y="20"/>
                    </a:lnTo>
                    <a:lnTo>
                      <a:pt x="133" y="7"/>
                    </a:lnTo>
                    <a:lnTo>
                      <a:pt x="134" y="6"/>
                    </a:lnTo>
                    <a:lnTo>
                      <a:pt x="118" y="1"/>
                    </a:lnTo>
                    <a:lnTo>
                      <a:pt x="119" y="0"/>
                    </a:lnTo>
                    <a:lnTo>
                      <a:pt x="111" y="15"/>
                    </a:lnTo>
                    <a:lnTo>
                      <a:pt x="108" y="29"/>
                    </a:lnTo>
                    <a:lnTo>
                      <a:pt x="102" y="43"/>
                    </a:lnTo>
                    <a:lnTo>
                      <a:pt x="97" y="58"/>
                    </a:lnTo>
                    <a:lnTo>
                      <a:pt x="94" y="73"/>
                    </a:lnTo>
                    <a:lnTo>
                      <a:pt x="89" y="87"/>
                    </a:lnTo>
                    <a:lnTo>
                      <a:pt x="85" y="101"/>
                    </a:lnTo>
                    <a:lnTo>
                      <a:pt x="81" y="116"/>
                    </a:lnTo>
                    <a:lnTo>
                      <a:pt x="76" y="131"/>
                    </a:lnTo>
                    <a:lnTo>
                      <a:pt x="73" y="145"/>
                    </a:lnTo>
                    <a:lnTo>
                      <a:pt x="67" y="161"/>
                    </a:lnTo>
                    <a:lnTo>
                      <a:pt x="64" y="176"/>
                    </a:lnTo>
                    <a:lnTo>
                      <a:pt x="59" y="190"/>
                    </a:lnTo>
                    <a:lnTo>
                      <a:pt x="52" y="220"/>
                    </a:lnTo>
                    <a:lnTo>
                      <a:pt x="49" y="236"/>
                    </a:lnTo>
                    <a:lnTo>
                      <a:pt x="44" y="250"/>
                    </a:lnTo>
                    <a:lnTo>
                      <a:pt x="42" y="266"/>
                    </a:lnTo>
                    <a:lnTo>
                      <a:pt x="28" y="325"/>
                    </a:lnTo>
                    <a:lnTo>
                      <a:pt x="25" y="341"/>
                    </a:lnTo>
                    <a:lnTo>
                      <a:pt x="21" y="357"/>
                    </a:lnTo>
                    <a:lnTo>
                      <a:pt x="19" y="372"/>
                    </a:lnTo>
                    <a:lnTo>
                      <a:pt x="12" y="402"/>
                    </a:lnTo>
                    <a:lnTo>
                      <a:pt x="10" y="418"/>
                    </a:lnTo>
                    <a:lnTo>
                      <a:pt x="7" y="432"/>
                    </a:lnTo>
                    <a:lnTo>
                      <a:pt x="4" y="448"/>
                    </a:lnTo>
                    <a:lnTo>
                      <a:pt x="0" y="463"/>
                    </a:lnTo>
                    <a:lnTo>
                      <a:pt x="0" y="481"/>
                    </a:lnTo>
                    <a:lnTo>
                      <a:pt x="0" y="480"/>
                    </a:lnTo>
                    <a:lnTo>
                      <a:pt x="17" y="48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53" name="Freeform 79"/>
              <p:cNvSpPr>
                <a:spLocks/>
              </p:cNvSpPr>
              <p:nvPr/>
            </p:nvSpPr>
            <p:spPr bwMode="auto">
              <a:xfrm>
                <a:off x="748" y="1035"/>
                <a:ext cx="102" cy="225"/>
              </a:xfrm>
              <a:custGeom>
                <a:avLst/>
                <a:gdLst>
                  <a:gd name="T0" fmla="*/ 16 w 204"/>
                  <a:gd name="T1" fmla="*/ 452 h 452"/>
                  <a:gd name="T2" fmla="*/ 16 w 204"/>
                  <a:gd name="T3" fmla="*/ 451 h 452"/>
                  <a:gd name="T4" fmla="*/ 20 w 204"/>
                  <a:gd name="T5" fmla="*/ 434 h 452"/>
                  <a:gd name="T6" fmla="*/ 23 w 204"/>
                  <a:gd name="T7" fmla="*/ 421 h 452"/>
                  <a:gd name="T8" fmla="*/ 29 w 204"/>
                  <a:gd name="T9" fmla="*/ 408 h 452"/>
                  <a:gd name="T10" fmla="*/ 35 w 204"/>
                  <a:gd name="T11" fmla="*/ 393 h 452"/>
                  <a:gd name="T12" fmla="*/ 40 w 204"/>
                  <a:gd name="T13" fmla="*/ 379 h 452"/>
                  <a:gd name="T14" fmla="*/ 49 w 204"/>
                  <a:gd name="T15" fmla="*/ 349 h 452"/>
                  <a:gd name="T16" fmla="*/ 67 w 204"/>
                  <a:gd name="T17" fmla="*/ 308 h 452"/>
                  <a:gd name="T18" fmla="*/ 71 w 204"/>
                  <a:gd name="T19" fmla="*/ 293 h 452"/>
                  <a:gd name="T20" fmla="*/ 93 w 204"/>
                  <a:gd name="T21" fmla="*/ 239 h 452"/>
                  <a:gd name="T22" fmla="*/ 100 w 204"/>
                  <a:gd name="T23" fmla="*/ 225 h 452"/>
                  <a:gd name="T24" fmla="*/ 117 w 204"/>
                  <a:gd name="T25" fmla="*/ 183 h 452"/>
                  <a:gd name="T26" fmla="*/ 131 w 204"/>
                  <a:gd name="T27" fmla="*/ 156 h 452"/>
                  <a:gd name="T28" fmla="*/ 136 w 204"/>
                  <a:gd name="T29" fmla="*/ 142 h 452"/>
                  <a:gd name="T30" fmla="*/ 150 w 204"/>
                  <a:gd name="T31" fmla="*/ 114 h 452"/>
                  <a:gd name="T32" fmla="*/ 155 w 204"/>
                  <a:gd name="T33" fmla="*/ 100 h 452"/>
                  <a:gd name="T34" fmla="*/ 162 w 204"/>
                  <a:gd name="T35" fmla="*/ 88 h 452"/>
                  <a:gd name="T36" fmla="*/ 197 w 204"/>
                  <a:gd name="T37" fmla="*/ 20 h 452"/>
                  <a:gd name="T38" fmla="*/ 204 w 204"/>
                  <a:gd name="T39" fmla="*/ 9 h 452"/>
                  <a:gd name="T40" fmla="*/ 204 w 204"/>
                  <a:gd name="T41" fmla="*/ 8 h 452"/>
                  <a:gd name="T42" fmla="*/ 190 w 204"/>
                  <a:gd name="T43" fmla="*/ 1 h 452"/>
                  <a:gd name="T44" fmla="*/ 190 w 204"/>
                  <a:gd name="T45" fmla="*/ 0 h 452"/>
                  <a:gd name="T46" fmla="*/ 183 w 204"/>
                  <a:gd name="T47" fmla="*/ 10 h 452"/>
                  <a:gd name="T48" fmla="*/ 149 w 204"/>
                  <a:gd name="T49" fmla="*/ 81 h 452"/>
                  <a:gd name="T50" fmla="*/ 142 w 204"/>
                  <a:gd name="T51" fmla="*/ 93 h 452"/>
                  <a:gd name="T52" fmla="*/ 136 w 204"/>
                  <a:gd name="T53" fmla="*/ 107 h 452"/>
                  <a:gd name="T54" fmla="*/ 122 w 204"/>
                  <a:gd name="T55" fmla="*/ 135 h 452"/>
                  <a:gd name="T56" fmla="*/ 117 w 204"/>
                  <a:gd name="T57" fmla="*/ 149 h 452"/>
                  <a:gd name="T58" fmla="*/ 104 w 204"/>
                  <a:gd name="T59" fmla="*/ 176 h 452"/>
                  <a:gd name="T60" fmla="*/ 86 w 204"/>
                  <a:gd name="T61" fmla="*/ 218 h 452"/>
                  <a:gd name="T62" fmla="*/ 79 w 204"/>
                  <a:gd name="T63" fmla="*/ 232 h 452"/>
                  <a:gd name="T64" fmla="*/ 55 w 204"/>
                  <a:gd name="T65" fmla="*/ 288 h 452"/>
                  <a:gd name="T66" fmla="*/ 51 w 204"/>
                  <a:gd name="T67" fmla="*/ 303 h 452"/>
                  <a:gd name="T68" fmla="*/ 33 w 204"/>
                  <a:gd name="T69" fmla="*/ 345 h 452"/>
                  <a:gd name="T70" fmla="*/ 24 w 204"/>
                  <a:gd name="T71" fmla="*/ 375 h 452"/>
                  <a:gd name="T72" fmla="*/ 18 w 204"/>
                  <a:gd name="T73" fmla="*/ 388 h 452"/>
                  <a:gd name="T74" fmla="*/ 15 w 204"/>
                  <a:gd name="T75" fmla="*/ 401 h 452"/>
                  <a:gd name="T76" fmla="*/ 7 w 204"/>
                  <a:gd name="T77" fmla="*/ 416 h 452"/>
                  <a:gd name="T78" fmla="*/ 3 w 204"/>
                  <a:gd name="T79" fmla="*/ 430 h 452"/>
                  <a:gd name="T80" fmla="*/ 0 w 204"/>
                  <a:gd name="T81" fmla="*/ 448 h 452"/>
                  <a:gd name="T82" fmla="*/ 0 w 204"/>
                  <a:gd name="T83" fmla="*/ 447 h 452"/>
                  <a:gd name="T84" fmla="*/ 16 w 204"/>
                  <a:gd name="T85" fmla="*/ 452 h 4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04" h="452">
                    <a:moveTo>
                      <a:pt x="16" y="452"/>
                    </a:moveTo>
                    <a:lnTo>
                      <a:pt x="16" y="451"/>
                    </a:lnTo>
                    <a:lnTo>
                      <a:pt x="20" y="434"/>
                    </a:lnTo>
                    <a:lnTo>
                      <a:pt x="23" y="421"/>
                    </a:lnTo>
                    <a:lnTo>
                      <a:pt x="29" y="408"/>
                    </a:lnTo>
                    <a:lnTo>
                      <a:pt x="35" y="393"/>
                    </a:lnTo>
                    <a:lnTo>
                      <a:pt x="40" y="379"/>
                    </a:lnTo>
                    <a:lnTo>
                      <a:pt x="49" y="349"/>
                    </a:lnTo>
                    <a:lnTo>
                      <a:pt x="67" y="308"/>
                    </a:lnTo>
                    <a:lnTo>
                      <a:pt x="71" y="293"/>
                    </a:lnTo>
                    <a:lnTo>
                      <a:pt x="93" y="239"/>
                    </a:lnTo>
                    <a:lnTo>
                      <a:pt x="100" y="225"/>
                    </a:lnTo>
                    <a:lnTo>
                      <a:pt x="117" y="183"/>
                    </a:lnTo>
                    <a:lnTo>
                      <a:pt x="131" y="156"/>
                    </a:lnTo>
                    <a:lnTo>
                      <a:pt x="136" y="142"/>
                    </a:lnTo>
                    <a:lnTo>
                      <a:pt x="150" y="114"/>
                    </a:lnTo>
                    <a:lnTo>
                      <a:pt x="155" y="100"/>
                    </a:lnTo>
                    <a:lnTo>
                      <a:pt x="162" y="88"/>
                    </a:lnTo>
                    <a:lnTo>
                      <a:pt x="197" y="20"/>
                    </a:lnTo>
                    <a:lnTo>
                      <a:pt x="204" y="9"/>
                    </a:lnTo>
                    <a:lnTo>
                      <a:pt x="204" y="8"/>
                    </a:lnTo>
                    <a:lnTo>
                      <a:pt x="190" y="1"/>
                    </a:lnTo>
                    <a:lnTo>
                      <a:pt x="190" y="0"/>
                    </a:lnTo>
                    <a:lnTo>
                      <a:pt x="183" y="10"/>
                    </a:lnTo>
                    <a:lnTo>
                      <a:pt x="149" y="81"/>
                    </a:lnTo>
                    <a:lnTo>
                      <a:pt x="142" y="93"/>
                    </a:lnTo>
                    <a:lnTo>
                      <a:pt x="136" y="107"/>
                    </a:lnTo>
                    <a:lnTo>
                      <a:pt x="122" y="135"/>
                    </a:lnTo>
                    <a:lnTo>
                      <a:pt x="117" y="149"/>
                    </a:lnTo>
                    <a:lnTo>
                      <a:pt x="104" y="176"/>
                    </a:lnTo>
                    <a:lnTo>
                      <a:pt x="86" y="218"/>
                    </a:lnTo>
                    <a:lnTo>
                      <a:pt x="79" y="232"/>
                    </a:lnTo>
                    <a:lnTo>
                      <a:pt x="55" y="288"/>
                    </a:lnTo>
                    <a:lnTo>
                      <a:pt x="51" y="303"/>
                    </a:lnTo>
                    <a:lnTo>
                      <a:pt x="33" y="345"/>
                    </a:lnTo>
                    <a:lnTo>
                      <a:pt x="24" y="375"/>
                    </a:lnTo>
                    <a:lnTo>
                      <a:pt x="18" y="388"/>
                    </a:lnTo>
                    <a:lnTo>
                      <a:pt x="15" y="401"/>
                    </a:lnTo>
                    <a:lnTo>
                      <a:pt x="7" y="416"/>
                    </a:lnTo>
                    <a:lnTo>
                      <a:pt x="3" y="430"/>
                    </a:lnTo>
                    <a:lnTo>
                      <a:pt x="0" y="448"/>
                    </a:lnTo>
                    <a:lnTo>
                      <a:pt x="0" y="447"/>
                    </a:lnTo>
                    <a:lnTo>
                      <a:pt x="16" y="45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54" name="Freeform 80"/>
              <p:cNvSpPr>
                <a:spLocks/>
              </p:cNvSpPr>
              <p:nvPr/>
            </p:nvSpPr>
            <p:spPr bwMode="auto">
              <a:xfrm>
                <a:off x="844" y="830"/>
                <a:ext cx="133" cy="209"/>
              </a:xfrm>
              <a:custGeom>
                <a:avLst/>
                <a:gdLst>
                  <a:gd name="T0" fmla="*/ 14 w 266"/>
                  <a:gd name="T1" fmla="*/ 417 h 417"/>
                  <a:gd name="T2" fmla="*/ 48 w 266"/>
                  <a:gd name="T3" fmla="*/ 348 h 417"/>
                  <a:gd name="T4" fmla="*/ 62 w 266"/>
                  <a:gd name="T5" fmla="*/ 324 h 417"/>
                  <a:gd name="T6" fmla="*/ 70 w 266"/>
                  <a:gd name="T7" fmla="*/ 310 h 417"/>
                  <a:gd name="T8" fmla="*/ 77 w 266"/>
                  <a:gd name="T9" fmla="*/ 296 h 417"/>
                  <a:gd name="T10" fmla="*/ 84 w 266"/>
                  <a:gd name="T11" fmla="*/ 285 h 417"/>
                  <a:gd name="T12" fmla="*/ 93 w 266"/>
                  <a:gd name="T13" fmla="*/ 272 h 417"/>
                  <a:gd name="T14" fmla="*/ 107 w 266"/>
                  <a:gd name="T15" fmla="*/ 244 h 417"/>
                  <a:gd name="T16" fmla="*/ 123 w 266"/>
                  <a:gd name="T17" fmla="*/ 220 h 417"/>
                  <a:gd name="T18" fmla="*/ 131 w 266"/>
                  <a:gd name="T19" fmla="*/ 209 h 417"/>
                  <a:gd name="T20" fmla="*/ 138 w 266"/>
                  <a:gd name="T21" fmla="*/ 194 h 417"/>
                  <a:gd name="T22" fmla="*/ 171 w 266"/>
                  <a:gd name="T23" fmla="*/ 144 h 417"/>
                  <a:gd name="T24" fmla="*/ 180 w 266"/>
                  <a:gd name="T25" fmla="*/ 131 h 417"/>
                  <a:gd name="T26" fmla="*/ 187 w 266"/>
                  <a:gd name="T27" fmla="*/ 120 h 417"/>
                  <a:gd name="T28" fmla="*/ 196 w 266"/>
                  <a:gd name="T29" fmla="*/ 107 h 417"/>
                  <a:gd name="T30" fmla="*/ 204 w 266"/>
                  <a:gd name="T31" fmla="*/ 95 h 417"/>
                  <a:gd name="T32" fmla="*/ 213 w 266"/>
                  <a:gd name="T33" fmla="*/ 83 h 417"/>
                  <a:gd name="T34" fmla="*/ 221 w 266"/>
                  <a:gd name="T35" fmla="*/ 69 h 417"/>
                  <a:gd name="T36" fmla="*/ 229 w 266"/>
                  <a:gd name="T37" fmla="*/ 59 h 417"/>
                  <a:gd name="T38" fmla="*/ 238 w 266"/>
                  <a:gd name="T39" fmla="*/ 45 h 417"/>
                  <a:gd name="T40" fmla="*/ 247 w 266"/>
                  <a:gd name="T41" fmla="*/ 35 h 417"/>
                  <a:gd name="T42" fmla="*/ 255 w 266"/>
                  <a:gd name="T43" fmla="*/ 21 h 417"/>
                  <a:gd name="T44" fmla="*/ 265 w 266"/>
                  <a:gd name="T45" fmla="*/ 12 h 417"/>
                  <a:gd name="T46" fmla="*/ 266 w 266"/>
                  <a:gd name="T47" fmla="*/ 11 h 417"/>
                  <a:gd name="T48" fmla="*/ 252 w 266"/>
                  <a:gd name="T49" fmla="*/ 1 h 417"/>
                  <a:gd name="T50" fmla="*/ 253 w 266"/>
                  <a:gd name="T51" fmla="*/ 0 h 417"/>
                  <a:gd name="T52" fmla="*/ 243 w 266"/>
                  <a:gd name="T53" fmla="*/ 12 h 417"/>
                  <a:gd name="T54" fmla="*/ 233 w 266"/>
                  <a:gd name="T55" fmla="*/ 25 h 417"/>
                  <a:gd name="T56" fmla="*/ 225 w 266"/>
                  <a:gd name="T57" fmla="*/ 36 h 417"/>
                  <a:gd name="T58" fmla="*/ 215 w 266"/>
                  <a:gd name="T59" fmla="*/ 50 h 417"/>
                  <a:gd name="T60" fmla="*/ 207 w 266"/>
                  <a:gd name="T61" fmla="*/ 60 h 417"/>
                  <a:gd name="T62" fmla="*/ 199 w 266"/>
                  <a:gd name="T63" fmla="*/ 74 h 417"/>
                  <a:gd name="T64" fmla="*/ 190 w 266"/>
                  <a:gd name="T65" fmla="*/ 85 h 417"/>
                  <a:gd name="T66" fmla="*/ 182 w 266"/>
                  <a:gd name="T67" fmla="*/ 98 h 417"/>
                  <a:gd name="T68" fmla="*/ 173 w 266"/>
                  <a:gd name="T69" fmla="*/ 111 h 417"/>
                  <a:gd name="T70" fmla="*/ 166 w 266"/>
                  <a:gd name="T71" fmla="*/ 122 h 417"/>
                  <a:gd name="T72" fmla="*/ 157 w 266"/>
                  <a:gd name="T73" fmla="*/ 135 h 417"/>
                  <a:gd name="T74" fmla="*/ 124 w 266"/>
                  <a:gd name="T75" fmla="*/ 187 h 417"/>
                  <a:gd name="T76" fmla="*/ 118 w 266"/>
                  <a:gd name="T77" fmla="*/ 199 h 417"/>
                  <a:gd name="T78" fmla="*/ 109 w 266"/>
                  <a:gd name="T79" fmla="*/ 211 h 417"/>
                  <a:gd name="T80" fmla="*/ 93 w 266"/>
                  <a:gd name="T81" fmla="*/ 237 h 417"/>
                  <a:gd name="T82" fmla="*/ 86 w 266"/>
                  <a:gd name="T83" fmla="*/ 251 h 417"/>
                  <a:gd name="T84" fmla="*/ 80 w 266"/>
                  <a:gd name="T85" fmla="*/ 263 h 417"/>
                  <a:gd name="T86" fmla="*/ 70 w 266"/>
                  <a:gd name="T87" fmla="*/ 275 h 417"/>
                  <a:gd name="T88" fmla="*/ 63 w 266"/>
                  <a:gd name="T89" fmla="*/ 289 h 417"/>
                  <a:gd name="T90" fmla="*/ 56 w 266"/>
                  <a:gd name="T91" fmla="*/ 303 h 417"/>
                  <a:gd name="T92" fmla="*/ 48 w 266"/>
                  <a:gd name="T93" fmla="*/ 315 h 417"/>
                  <a:gd name="T94" fmla="*/ 35 w 266"/>
                  <a:gd name="T95" fmla="*/ 341 h 417"/>
                  <a:gd name="T96" fmla="*/ 0 w 266"/>
                  <a:gd name="T97" fmla="*/ 410 h 417"/>
                  <a:gd name="T98" fmla="*/ 14 w 266"/>
                  <a:gd name="T99" fmla="*/ 417 h 4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266" h="417">
                    <a:moveTo>
                      <a:pt x="14" y="417"/>
                    </a:moveTo>
                    <a:lnTo>
                      <a:pt x="48" y="348"/>
                    </a:lnTo>
                    <a:lnTo>
                      <a:pt x="62" y="324"/>
                    </a:lnTo>
                    <a:lnTo>
                      <a:pt x="70" y="310"/>
                    </a:lnTo>
                    <a:lnTo>
                      <a:pt x="77" y="296"/>
                    </a:lnTo>
                    <a:lnTo>
                      <a:pt x="84" y="285"/>
                    </a:lnTo>
                    <a:lnTo>
                      <a:pt x="93" y="272"/>
                    </a:lnTo>
                    <a:lnTo>
                      <a:pt x="107" y="244"/>
                    </a:lnTo>
                    <a:lnTo>
                      <a:pt x="123" y="220"/>
                    </a:lnTo>
                    <a:lnTo>
                      <a:pt x="131" y="209"/>
                    </a:lnTo>
                    <a:lnTo>
                      <a:pt x="138" y="194"/>
                    </a:lnTo>
                    <a:lnTo>
                      <a:pt x="171" y="144"/>
                    </a:lnTo>
                    <a:lnTo>
                      <a:pt x="180" y="131"/>
                    </a:lnTo>
                    <a:lnTo>
                      <a:pt x="187" y="120"/>
                    </a:lnTo>
                    <a:lnTo>
                      <a:pt x="196" y="107"/>
                    </a:lnTo>
                    <a:lnTo>
                      <a:pt x="204" y="95"/>
                    </a:lnTo>
                    <a:lnTo>
                      <a:pt x="213" y="83"/>
                    </a:lnTo>
                    <a:lnTo>
                      <a:pt x="221" y="69"/>
                    </a:lnTo>
                    <a:lnTo>
                      <a:pt x="229" y="59"/>
                    </a:lnTo>
                    <a:lnTo>
                      <a:pt x="238" y="45"/>
                    </a:lnTo>
                    <a:lnTo>
                      <a:pt x="247" y="35"/>
                    </a:lnTo>
                    <a:lnTo>
                      <a:pt x="255" y="21"/>
                    </a:lnTo>
                    <a:lnTo>
                      <a:pt x="265" y="12"/>
                    </a:lnTo>
                    <a:lnTo>
                      <a:pt x="266" y="11"/>
                    </a:lnTo>
                    <a:lnTo>
                      <a:pt x="252" y="1"/>
                    </a:lnTo>
                    <a:lnTo>
                      <a:pt x="253" y="0"/>
                    </a:lnTo>
                    <a:lnTo>
                      <a:pt x="243" y="12"/>
                    </a:lnTo>
                    <a:lnTo>
                      <a:pt x="233" y="25"/>
                    </a:lnTo>
                    <a:lnTo>
                      <a:pt x="225" y="36"/>
                    </a:lnTo>
                    <a:lnTo>
                      <a:pt x="215" y="50"/>
                    </a:lnTo>
                    <a:lnTo>
                      <a:pt x="207" y="60"/>
                    </a:lnTo>
                    <a:lnTo>
                      <a:pt x="199" y="74"/>
                    </a:lnTo>
                    <a:lnTo>
                      <a:pt x="190" y="85"/>
                    </a:lnTo>
                    <a:lnTo>
                      <a:pt x="182" y="98"/>
                    </a:lnTo>
                    <a:lnTo>
                      <a:pt x="173" y="111"/>
                    </a:lnTo>
                    <a:lnTo>
                      <a:pt x="166" y="122"/>
                    </a:lnTo>
                    <a:lnTo>
                      <a:pt x="157" y="135"/>
                    </a:lnTo>
                    <a:lnTo>
                      <a:pt x="124" y="187"/>
                    </a:lnTo>
                    <a:lnTo>
                      <a:pt x="118" y="199"/>
                    </a:lnTo>
                    <a:lnTo>
                      <a:pt x="109" y="211"/>
                    </a:lnTo>
                    <a:lnTo>
                      <a:pt x="93" y="237"/>
                    </a:lnTo>
                    <a:lnTo>
                      <a:pt x="86" y="251"/>
                    </a:lnTo>
                    <a:lnTo>
                      <a:pt x="80" y="263"/>
                    </a:lnTo>
                    <a:lnTo>
                      <a:pt x="70" y="275"/>
                    </a:lnTo>
                    <a:lnTo>
                      <a:pt x="63" y="289"/>
                    </a:lnTo>
                    <a:lnTo>
                      <a:pt x="56" y="303"/>
                    </a:lnTo>
                    <a:lnTo>
                      <a:pt x="48" y="315"/>
                    </a:lnTo>
                    <a:lnTo>
                      <a:pt x="35" y="341"/>
                    </a:lnTo>
                    <a:lnTo>
                      <a:pt x="0" y="410"/>
                    </a:lnTo>
                    <a:lnTo>
                      <a:pt x="14" y="4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55" name="Freeform 81"/>
              <p:cNvSpPr>
                <a:spLocks/>
              </p:cNvSpPr>
              <p:nvPr/>
            </p:nvSpPr>
            <p:spPr bwMode="auto">
              <a:xfrm>
                <a:off x="970" y="649"/>
                <a:ext cx="161" cy="186"/>
              </a:xfrm>
              <a:custGeom>
                <a:avLst/>
                <a:gdLst>
                  <a:gd name="T0" fmla="*/ 14 w 323"/>
                  <a:gd name="T1" fmla="*/ 373 h 373"/>
                  <a:gd name="T2" fmla="*/ 14 w 323"/>
                  <a:gd name="T3" fmla="*/ 371 h 373"/>
                  <a:gd name="T4" fmla="*/ 21 w 323"/>
                  <a:gd name="T5" fmla="*/ 359 h 373"/>
                  <a:gd name="T6" fmla="*/ 31 w 323"/>
                  <a:gd name="T7" fmla="*/ 348 h 373"/>
                  <a:gd name="T8" fmla="*/ 38 w 323"/>
                  <a:gd name="T9" fmla="*/ 334 h 373"/>
                  <a:gd name="T10" fmla="*/ 48 w 323"/>
                  <a:gd name="T11" fmla="*/ 324 h 373"/>
                  <a:gd name="T12" fmla="*/ 58 w 323"/>
                  <a:gd name="T13" fmla="*/ 310 h 373"/>
                  <a:gd name="T14" fmla="*/ 65 w 323"/>
                  <a:gd name="T15" fmla="*/ 300 h 373"/>
                  <a:gd name="T16" fmla="*/ 74 w 323"/>
                  <a:gd name="T17" fmla="*/ 290 h 373"/>
                  <a:gd name="T18" fmla="*/ 95 w 323"/>
                  <a:gd name="T19" fmla="*/ 264 h 373"/>
                  <a:gd name="T20" fmla="*/ 104 w 323"/>
                  <a:gd name="T21" fmla="*/ 253 h 373"/>
                  <a:gd name="T22" fmla="*/ 111 w 323"/>
                  <a:gd name="T23" fmla="*/ 241 h 373"/>
                  <a:gd name="T24" fmla="*/ 121 w 323"/>
                  <a:gd name="T25" fmla="*/ 231 h 373"/>
                  <a:gd name="T26" fmla="*/ 130 w 323"/>
                  <a:gd name="T27" fmla="*/ 219 h 373"/>
                  <a:gd name="T28" fmla="*/ 140 w 323"/>
                  <a:gd name="T29" fmla="*/ 209 h 373"/>
                  <a:gd name="T30" fmla="*/ 150 w 323"/>
                  <a:gd name="T31" fmla="*/ 196 h 373"/>
                  <a:gd name="T32" fmla="*/ 160 w 323"/>
                  <a:gd name="T33" fmla="*/ 185 h 373"/>
                  <a:gd name="T34" fmla="*/ 168 w 323"/>
                  <a:gd name="T35" fmla="*/ 173 h 373"/>
                  <a:gd name="T36" fmla="*/ 189 w 323"/>
                  <a:gd name="T37" fmla="*/ 151 h 373"/>
                  <a:gd name="T38" fmla="*/ 198 w 323"/>
                  <a:gd name="T39" fmla="*/ 141 h 373"/>
                  <a:gd name="T40" fmla="*/ 209 w 323"/>
                  <a:gd name="T41" fmla="*/ 129 h 373"/>
                  <a:gd name="T42" fmla="*/ 218 w 323"/>
                  <a:gd name="T43" fmla="*/ 118 h 373"/>
                  <a:gd name="T44" fmla="*/ 239 w 323"/>
                  <a:gd name="T45" fmla="*/ 97 h 373"/>
                  <a:gd name="T46" fmla="*/ 259 w 323"/>
                  <a:gd name="T47" fmla="*/ 74 h 373"/>
                  <a:gd name="T48" fmla="*/ 311 w 323"/>
                  <a:gd name="T49" fmla="*/ 22 h 373"/>
                  <a:gd name="T50" fmla="*/ 323 w 323"/>
                  <a:gd name="T51" fmla="*/ 12 h 373"/>
                  <a:gd name="T52" fmla="*/ 311 w 323"/>
                  <a:gd name="T53" fmla="*/ 0 h 373"/>
                  <a:gd name="T54" fmla="*/ 300 w 323"/>
                  <a:gd name="T55" fmla="*/ 11 h 373"/>
                  <a:gd name="T56" fmla="*/ 248 w 323"/>
                  <a:gd name="T57" fmla="*/ 63 h 373"/>
                  <a:gd name="T58" fmla="*/ 227 w 323"/>
                  <a:gd name="T59" fmla="*/ 86 h 373"/>
                  <a:gd name="T60" fmla="*/ 206 w 323"/>
                  <a:gd name="T61" fmla="*/ 106 h 373"/>
                  <a:gd name="T62" fmla="*/ 197 w 323"/>
                  <a:gd name="T63" fmla="*/ 118 h 373"/>
                  <a:gd name="T64" fmla="*/ 187 w 323"/>
                  <a:gd name="T65" fmla="*/ 129 h 373"/>
                  <a:gd name="T66" fmla="*/ 178 w 323"/>
                  <a:gd name="T67" fmla="*/ 140 h 373"/>
                  <a:gd name="T68" fmla="*/ 157 w 323"/>
                  <a:gd name="T69" fmla="*/ 164 h 373"/>
                  <a:gd name="T70" fmla="*/ 149 w 323"/>
                  <a:gd name="T71" fmla="*/ 176 h 373"/>
                  <a:gd name="T72" fmla="*/ 139 w 323"/>
                  <a:gd name="T73" fmla="*/ 185 h 373"/>
                  <a:gd name="T74" fmla="*/ 128 w 323"/>
                  <a:gd name="T75" fmla="*/ 197 h 373"/>
                  <a:gd name="T76" fmla="*/ 119 w 323"/>
                  <a:gd name="T77" fmla="*/ 208 h 373"/>
                  <a:gd name="T78" fmla="*/ 110 w 323"/>
                  <a:gd name="T79" fmla="*/ 219 h 373"/>
                  <a:gd name="T80" fmla="*/ 99 w 323"/>
                  <a:gd name="T81" fmla="*/ 232 h 373"/>
                  <a:gd name="T82" fmla="*/ 90 w 323"/>
                  <a:gd name="T83" fmla="*/ 243 h 373"/>
                  <a:gd name="T84" fmla="*/ 81 w 323"/>
                  <a:gd name="T85" fmla="*/ 255 h 373"/>
                  <a:gd name="T86" fmla="*/ 73 w 323"/>
                  <a:gd name="T87" fmla="*/ 268 h 373"/>
                  <a:gd name="T88" fmla="*/ 62 w 323"/>
                  <a:gd name="T89" fmla="*/ 278 h 373"/>
                  <a:gd name="T90" fmla="*/ 53 w 323"/>
                  <a:gd name="T91" fmla="*/ 291 h 373"/>
                  <a:gd name="T92" fmla="*/ 44 w 323"/>
                  <a:gd name="T93" fmla="*/ 301 h 373"/>
                  <a:gd name="T94" fmla="*/ 36 w 323"/>
                  <a:gd name="T95" fmla="*/ 315 h 373"/>
                  <a:gd name="T96" fmla="*/ 24 w 323"/>
                  <a:gd name="T97" fmla="*/ 325 h 373"/>
                  <a:gd name="T98" fmla="*/ 18 w 323"/>
                  <a:gd name="T99" fmla="*/ 339 h 373"/>
                  <a:gd name="T100" fmla="*/ 7 w 323"/>
                  <a:gd name="T101" fmla="*/ 349 h 373"/>
                  <a:gd name="T102" fmla="*/ 0 w 323"/>
                  <a:gd name="T103" fmla="*/ 364 h 373"/>
                  <a:gd name="T104" fmla="*/ 0 w 323"/>
                  <a:gd name="T105" fmla="*/ 363 h 373"/>
                  <a:gd name="T106" fmla="*/ 14 w 323"/>
                  <a:gd name="T107" fmla="*/ 373 h 3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23" h="373">
                    <a:moveTo>
                      <a:pt x="14" y="373"/>
                    </a:moveTo>
                    <a:lnTo>
                      <a:pt x="14" y="371"/>
                    </a:lnTo>
                    <a:lnTo>
                      <a:pt x="21" y="359"/>
                    </a:lnTo>
                    <a:lnTo>
                      <a:pt x="31" y="348"/>
                    </a:lnTo>
                    <a:lnTo>
                      <a:pt x="38" y="334"/>
                    </a:lnTo>
                    <a:lnTo>
                      <a:pt x="48" y="324"/>
                    </a:lnTo>
                    <a:lnTo>
                      <a:pt x="58" y="310"/>
                    </a:lnTo>
                    <a:lnTo>
                      <a:pt x="65" y="300"/>
                    </a:lnTo>
                    <a:lnTo>
                      <a:pt x="74" y="290"/>
                    </a:lnTo>
                    <a:lnTo>
                      <a:pt x="95" y="264"/>
                    </a:lnTo>
                    <a:lnTo>
                      <a:pt x="104" y="253"/>
                    </a:lnTo>
                    <a:lnTo>
                      <a:pt x="111" y="241"/>
                    </a:lnTo>
                    <a:lnTo>
                      <a:pt x="121" y="231"/>
                    </a:lnTo>
                    <a:lnTo>
                      <a:pt x="130" y="219"/>
                    </a:lnTo>
                    <a:lnTo>
                      <a:pt x="140" y="209"/>
                    </a:lnTo>
                    <a:lnTo>
                      <a:pt x="150" y="196"/>
                    </a:lnTo>
                    <a:lnTo>
                      <a:pt x="160" y="185"/>
                    </a:lnTo>
                    <a:lnTo>
                      <a:pt x="168" y="173"/>
                    </a:lnTo>
                    <a:lnTo>
                      <a:pt x="189" y="151"/>
                    </a:lnTo>
                    <a:lnTo>
                      <a:pt x="198" y="141"/>
                    </a:lnTo>
                    <a:lnTo>
                      <a:pt x="209" y="129"/>
                    </a:lnTo>
                    <a:lnTo>
                      <a:pt x="218" y="118"/>
                    </a:lnTo>
                    <a:lnTo>
                      <a:pt x="239" y="97"/>
                    </a:lnTo>
                    <a:lnTo>
                      <a:pt x="259" y="74"/>
                    </a:lnTo>
                    <a:lnTo>
                      <a:pt x="311" y="22"/>
                    </a:lnTo>
                    <a:lnTo>
                      <a:pt x="323" y="12"/>
                    </a:lnTo>
                    <a:lnTo>
                      <a:pt x="311" y="0"/>
                    </a:lnTo>
                    <a:lnTo>
                      <a:pt x="300" y="11"/>
                    </a:lnTo>
                    <a:lnTo>
                      <a:pt x="248" y="63"/>
                    </a:lnTo>
                    <a:lnTo>
                      <a:pt x="227" y="86"/>
                    </a:lnTo>
                    <a:lnTo>
                      <a:pt x="206" y="106"/>
                    </a:lnTo>
                    <a:lnTo>
                      <a:pt x="197" y="118"/>
                    </a:lnTo>
                    <a:lnTo>
                      <a:pt x="187" y="129"/>
                    </a:lnTo>
                    <a:lnTo>
                      <a:pt x="178" y="140"/>
                    </a:lnTo>
                    <a:lnTo>
                      <a:pt x="157" y="164"/>
                    </a:lnTo>
                    <a:lnTo>
                      <a:pt x="149" y="176"/>
                    </a:lnTo>
                    <a:lnTo>
                      <a:pt x="139" y="185"/>
                    </a:lnTo>
                    <a:lnTo>
                      <a:pt x="128" y="197"/>
                    </a:lnTo>
                    <a:lnTo>
                      <a:pt x="119" y="208"/>
                    </a:lnTo>
                    <a:lnTo>
                      <a:pt x="110" y="219"/>
                    </a:lnTo>
                    <a:lnTo>
                      <a:pt x="99" y="232"/>
                    </a:lnTo>
                    <a:lnTo>
                      <a:pt x="90" y="243"/>
                    </a:lnTo>
                    <a:lnTo>
                      <a:pt x="81" y="255"/>
                    </a:lnTo>
                    <a:lnTo>
                      <a:pt x="73" y="268"/>
                    </a:lnTo>
                    <a:lnTo>
                      <a:pt x="62" y="278"/>
                    </a:lnTo>
                    <a:lnTo>
                      <a:pt x="53" y="291"/>
                    </a:lnTo>
                    <a:lnTo>
                      <a:pt x="44" y="301"/>
                    </a:lnTo>
                    <a:lnTo>
                      <a:pt x="36" y="315"/>
                    </a:lnTo>
                    <a:lnTo>
                      <a:pt x="24" y="325"/>
                    </a:lnTo>
                    <a:lnTo>
                      <a:pt x="18" y="339"/>
                    </a:lnTo>
                    <a:lnTo>
                      <a:pt x="7" y="349"/>
                    </a:lnTo>
                    <a:lnTo>
                      <a:pt x="0" y="364"/>
                    </a:lnTo>
                    <a:lnTo>
                      <a:pt x="0" y="363"/>
                    </a:lnTo>
                    <a:lnTo>
                      <a:pt x="14" y="37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56" name="Freeform 82"/>
              <p:cNvSpPr>
                <a:spLocks/>
              </p:cNvSpPr>
              <p:nvPr/>
            </p:nvSpPr>
            <p:spPr bwMode="auto">
              <a:xfrm>
                <a:off x="1125" y="494"/>
                <a:ext cx="187" cy="161"/>
              </a:xfrm>
              <a:custGeom>
                <a:avLst/>
                <a:gdLst>
                  <a:gd name="T0" fmla="*/ 12 w 374"/>
                  <a:gd name="T1" fmla="*/ 323 h 323"/>
                  <a:gd name="T2" fmla="*/ 22 w 374"/>
                  <a:gd name="T3" fmla="*/ 311 h 323"/>
                  <a:gd name="T4" fmla="*/ 74 w 374"/>
                  <a:gd name="T5" fmla="*/ 260 h 323"/>
                  <a:gd name="T6" fmla="*/ 97 w 374"/>
                  <a:gd name="T7" fmla="*/ 239 h 323"/>
                  <a:gd name="T8" fmla="*/ 118 w 374"/>
                  <a:gd name="T9" fmla="*/ 218 h 323"/>
                  <a:gd name="T10" fmla="*/ 129 w 374"/>
                  <a:gd name="T11" fmla="*/ 209 h 323"/>
                  <a:gd name="T12" fmla="*/ 141 w 374"/>
                  <a:gd name="T13" fmla="*/ 199 h 323"/>
                  <a:gd name="T14" fmla="*/ 151 w 374"/>
                  <a:gd name="T15" fmla="*/ 189 h 323"/>
                  <a:gd name="T16" fmla="*/ 173 w 374"/>
                  <a:gd name="T17" fmla="*/ 169 h 323"/>
                  <a:gd name="T18" fmla="*/ 185 w 374"/>
                  <a:gd name="T19" fmla="*/ 160 h 323"/>
                  <a:gd name="T20" fmla="*/ 196 w 374"/>
                  <a:gd name="T21" fmla="*/ 150 h 323"/>
                  <a:gd name="T22" fmla="*/ 209 w 374"/>
                  <a:gd name="T23" fmla="*/ 140 h 323"/>
                  <a:gd name="T24" fmla="*/ 219 w 374"/>
                  <a:gd name="T25" fmla="*/ 131 h 323"/>
                  <a:gd name="T26" fmla="*/ 231 w 374"/>
                  <a:gd name="T27" fmla="*/ 121 h 323"/>
                  <a:gd name="T28" fmla="*/ 241 w 374"/>
                  <a:gd name="T29" fmla="*/ 112 h 323"/>
                  <a:gd name="T30" fmla="*/ 254 w 374"/>
                  <a:gd name="T31" fmla="*/ 104 h 323"/>
                  <a:gd name="T32" fmla="*/ 278 w 374"/>
                  <a:gd name="T33" fmla="*/ 84 h 323"/>
                  <a:gd name="T34" fmla="*/ 288 w 374"/>
                  <a:gd name="T35" fmla="*/ 74 h 323"/>
                  <a:gd name="T36" fmla="*/ 301 w 374"/>
                  <a:gd name="T37" fmla="*/ 66 h 323"/>
                  <a:gd name="T38" fmla="*/ 311 w 374"/>
                  <a:gd name="T39" fmla="*/ 58 h 323"/>
                  <a:gd name="T40" fmla="*/ 325 w 374"/>
                  <a:gd name="T41" fmla="*/ 48 h 323"/>
                  <a:gd name="T42" fmla="*/ 336 w 374"/>
                  <a:gd name="T43" fmla="*/ 38 h 323"/>
                  <a:gd name="T44" fmla="*/ 349 w 374"/>
                  <a:gd name="T45" fmla="*/ 31 h 323"/>
                  <a:gd name="T46" fmla="*/ 360 w 374"/>
                  <a:gd name="T47" fmla="*/ 21 h 323"/>
                  <a:gd name="T48" fmla="*/ 372 w 374"/>
                  <a:gd name="T49" fmla="*/ 14 h 323"/>
                  <a:gd name="T50" fmla="*/ 374 w 374"/>
                  <a:gd name="T51" fmla="*/ 14 h 323"/>
                  <a:gd name="T52" fmla="*/ 364 w 374"/>
                  <a:gd name="T53" fmla="*/ 0 h 323"/>
                  <a:gd name="T54" fmla="*/ 365 w 374"/>
                  <a:gd name="T55" fmla="*/ 0 h 323"/>
                  <a:gd name="T56" fmla="*/ 350 w 374"/>
                  <a:gd name="T57" fmla="*/ 7 h 323"/>
                  <a:gd name="T58" fmla="*/ 340 w 374"/>
                  <a:gd name="T59" fmla="*/ 18 h 323"/>
                  <a:gd name="T60" fmla="*/ 326 w 374"/>
                  <a:gd name="T61" fmla="*/ 25 h 323"/>
                  <a:gd name="T62" fmla="*/ 316 w 374"/>
                  <a:gd name="T63" fmla="*/ 36 h 323"/>
                  <a:gd name="T64" fmla="*/ 302 w 374"/>
                  <a:gd name="T65" fmla="*/ 44 h 323"/>
                  <a:gd name="T66" fmla="*/ 292 w 374"/>
                  <a:gd name="T67" fmla="*/ 52 h 323"/>
                  <a:gd name="T68" fmla="*/ 279 w 374"/>
                  <a:gd name="T69" fmla="*/ 63 h 323"/>
                  <a:gd name="T70" fmla="*/ 266 w 374"/>
                  <a:gd name="T71" fmla="*/ 73 h 323"/>
                  <a:gd name="T72" fmla="*/ 245 w 374"/>
                  <a:gd name="T73" fmla="*/ 90 h 323"/>
                  <a:gd name="T74" fmla="*/ 232 w 374"/>
                  <a:gd name="T75" fmla="*/ 98 h 323"/>
                  <a:gd name="T76" fmla="*/ 219 w 374"/>
                  <a:gd name="T77" fmla="*/ 110 h 323"/>
                  <a:gd name="T78" fmla="*/ 208 w 374"/>
                  <a:gd name="T79" fmla="*/ 119 h 323"/>
                  <a:gd name="T80" fmla="*/ 197 w 374"/>
                  <a:gd name="T81" fmla="*/ 128 h 323"/>
                  <a:gd name="T82" fmla="*/ 185 w 374"/>
                  <a:gd name="T83" fmla="*/ 139 h 323"/>
                  <a:gd name="T84" fmla="*/ 175 w 374"/>
                  <a:gd name="T85" fmla="*/ 149 h 323"/>
                  <a:gd name="T86" fmla="*/ 164 w 374"/>
                  <a:gd name="T87" fmla="*/ 157 h 323"/>
                  <a:gd name="T88" fmla="*/ 140 w 374"/>
                  <a:gd name="T89" fmla="*/ 178 h 323"/>
                  <a:gd name="T90" fmla="*/ 129 w 374"/>
                  <a:gd name="T91" fmla="*/ 187 h 323"/>
                  <a:gd name="T92" fmla="*/ 118 w 374"/>
                  <a:gd name="T93" fmla="*/ 197 h 323"/>
                  <a:gd name="T94" fmla="*/ 106 w 374"/>
                  <a:gd name="T95" fmla="*/ 207 h 323"/>
                  <a:gd name="T96" fmla="*/ 86 w 374"/>
                  <a:gd name="T97" fmla="*/ 227 h 323"/>
                  <a:gd name="T98" fmla="*/ 63 w 374"/>
                  <a:gd name="T99" fmla="*/ 248 h 323"/>
                  <a:gd name="T100" fmla="*/ 11 w 374"/>
                  <a:gd name="T101" fmla="*/ 300 h 323"/>
                  <a:gd name="T102" fmla="*/ 0 w 374"/>
                  <a:gd name="T103" fmla="*/ 311 h 323"/>
                  <a:gd name="T104" fmla="*/ 12 w 374"/>
                  <a:gd name="T105" fmla="*/ 323 h 3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374" h="323">
                    <a:moveTo>
                      <a:pt x="12" y="323"/>
                    </a:moveTo>
                    <a:lnTo>
                      <a:pt x="22" y="311"/>
                    </a:lnTo>
                    <a:lnTo>
                      <a:pt x="74" y="260"/>
                    </a:lnTo>
                    <a:lnTo>
                      <a:pt x="97" y="239"/>
                    </a:lnTo>
                    <a:lnTo>
                      <a:pt x="118" y="218"/>
                    </a:lnTo>
                    <a:lnTo>
                      <a:pt x="129" y="209"/>
                    </a:lnTo>
                    <a:lnTo>
                      <a:pt x="141" y="199"/>
                    </a:lnTo>
                    <a:lnTo>
                      <a:pt x="151" y="189"/>
                    </a:lnTo>
                    <a:lnTo>
                      <a:pt x="173" y="169"/>
                    </a:lnTo>
                    <a:lnTo>
                      <a:pt x="185" y="160"/>
                    </a:lnTo>
                    <a:lnTo>
                      <a:pt x="196" y="150"/>
                    </a:lnTo>
                    <a:lnTo>
                      <a:pt x="209" y="140"/>
                    </a:lnTo>
                    <a:lnTo>
                      <a:pt x="219" y="131"/>
                    </a:lnTo>
                    <a:lnTo>
                      <a:pt x="231" y="121"/>
                    </a:lnTo>
                    <a:lnTo>
                      <a:pt x="241" y="112"/>
                    </a:lnTo>
                    <a:lnTo>
                      <a:pt x="254" y="104"/>
                    </a:lnTo>
                    <a:lnTo>
                      <a:pt x="278" y="84"/>
                    </a:lnTo>
                    <a:lnTo>
                      <a:pt x="288" y="74"/>
                    </a:lnTo>
                    <a:lnTo>
                      <a:pt x="301" y="66"/>
                    </a:lnTo>
                    <a:lnTo>
                      <a:pt x="311" y="58"/>
                    </a:lnTo>
                    <a:lnTo>
                      <a:pt x="325" y="48"/>
                    </a:lnTo>
                    <a:lnTo>
                      <a:pt x="336" y="38"/>
                    </a:lnTo>
                    <a:lnTo>
                      <a:pt x="349" y="31"/>
                    </a:lnTo>
                    <a:lnTo>
                      <a:pt x="360" y="21"/>
                    </a:lnTo>
                    <a:lnTo>
                      <a:pt x="372" y="14"/>
                    </a:lnTo>
                    <a:lnTo>
                      <a:pt x="374" y="14"/>
                    </a:lnTo>
                    <a:lnTo>
                      <a:pt x="364" y="0"/>
                    </a:lnTo>
                    <a:lnTo>
                      <a:pt x="365" y="0"/>
                    </a:lnTo>
                    <a:lnTo>
                      <a:pt x="350" y="7"/>
                    </a:lnTo>
                    <a:lnTo>
                      <a:pt x="340" y="18"/>
                    </a:lnTo>
                    <a:lnTo>
                      <a:pt x="326" y="25"/>
                    </a:lnTo>
                    <a:lnTo>
                      <a:pt x="316" y="36"/>
                    </a:lnTo>
                    <a:lnTo>
                      <a:pt x="302" y="44"/>
                    </a:lnTo>
                    <a:lnTo>
                      <a:pt x="292" y="52"/>
                    </a:lnTo>
                    <a:lnTo>
                      <a:pt x="279" y="63"/>
                    </a:lnTo>
                    <a:lnTo>
                      <a:pt x="266" y="73"/>
                    </a:lnTo>
                    <a:lnTo>
                      <a:pt x="245" y="90"/>
                    </a:lnTo>
                    <a:lnTo>
                      <a:pt x="232" y="98"/>
                    </a:lnTo>
                    <a:lnTo>
                      <a:pt x="219" y="110"/>
                    </a:lnTo>
                    <a:lnTo>
                      <a:pt x="208" y="119"/>
                    </a:lnTo>
                    <a:lnTo>
                      <a:pt x="197" y="128"/>
                    </a:lnTo>
                    <a:lnTo>
                      <a:pt x="185" y="139"/>
                    </a:lnTo>
                    <a:lnTo>
                      <a:pt x="175" y="149"/>
                    </a:lnTo>
                    <a:lnTo>
                      <a:pt x="164" y="157"/>
                    </a:lnTo>
                    <a:lnTo>
                      <a:pt x="140" y="178"/>
                    </a:lnTo>
                    <a:lnTo>
                      <a:pt x="129" y="187"/>
                    </a:lnTo>
                    <a:lnTo>
                      <a:pt x="118" y="197"/>
                    </a:lnTo>
                    <a:lnTo>
                      <a:pt x="106" y="207"/>
                    </a:lnTo>
                    <a:lnTo>
                      <a:pt x="86" y="227"/>
                    </a:lnTo>
                    <a:lnTo>
                      <a:pt x="63" y="248"/>
                    </a:lnTo>
                    <a:lnTo>
                      <a:pt x="11" y="300"/>
                    </a:lnTo>
                    <a:lnTo>
                      <a:pt x="0" y="311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57" name="Freeform 83"/>
              <p:cNvSpPr>
                <a:spLocks/>
              </p:cNvSpPr>
              <p:nvPr/>
            </p:nvSpPr>
            <p:spPr bwMode="auto">
              <a:xfrm>
                <a:off x="1307" y="367"/>
                <a:ext cx="207" cy="134"/>
              </a:xfrm>
              <a:custGeom>
                <a:avLst/>
                <a:gdLst>
                  <a:gd name="T0" fmla="*/ 11 w 416"/>
                  <a:gd name="T1" fmla="*/ 267 h 267"/>
                  <a:gd name="T2" fmla="*/ 12 w 416"/>
                  <a:gd name="T3" fmla="*/ 266 h 267"/>
                  <a:gd name="T4" fmla="*/ 22 w 416"/>
                  <a:gd name="T5" fmla="*/ 256 h 267"/>
                  <a:gd name="T6" fmla="*/ 45 w 416"/>
                  <a:gd name="T7" fmla="*/ 240 h 267"/>
                  <a:gd name="T8" fmla="*/ 58 w 416"/>
                  <a:gd name="T9" fmla="*/ 230 h 267"/>
                  <a:gd name="T10" fmla="*/ 69 w 416"/>
                  <a:gd name="T11" fmla="*/ 222 h 267"/>
                  <a:gd name="T12" fmla="*/ 82 w 416"/>
                  <a:gd name="T13" fmla="*/ 214 h 267"/>
                  <a:gd name="T14" fmla="*/ 93 w 416"/>
                  <a:gd name="T15" fmla="*/ 205 h 267"/>
                  <a:gd name="T16" fmla="*/ 106 w 416"/>
                  <a:gd name="T17" fmla="*/ 197 h 267"/>
                  <a:gd name="T18" fmla="*/ 119 w 416"/>
                  <a:gd name="T19" fmla="*/ 188 h 267"/>
                  <a:gd name="T20" fmla="*/ 130 w 416"/>
                  <a:gd name="T21" fmla="*/ 180 h 267"/>
                  <a:gd name="T22" fmla="*/ 143 w 416"/>
                  <a:gd name="T23" fmla="*/ 170 h 267"/>
                  <a:gd name="T24" fmla="*/ 156 w 416"/>
                  <a:gd name="T25" fmla="*/ 163 h 267"/>
                  <a:gd name="T26" fmla="*/ 168 w 416"/>
                  <a:gd name="T27" fmla="*/ 154 h 267"/>
                  <a:gd name="T28" fmla="*/ 181 w 416"/>
                  <a:gd name="T29" fmla="*/ 147 h 267"/>
                  <a:gd name="T30" fmla="*/ 193 w 416"/>
                  <a:gd name="T31" fmla="*/ 139 h 267"/>
                  <a:gd name="T32" fmla="*/ 207 w 416"/>
                  <a:gd name="T33" fmla="*/ 132 h 267"/>
                  <a:gd name="T34" fmla="*/ 219 w 416"/>
                  <a:gd name="T35" fmla="*/ 123 h 267"/>
                  <a:gd name="T36" fmla="*/ 232 w 416"/>
                  <a:gd name="T37" fmla="*/ 115 h 267"/>
                  <a:gd name="T38" fmla="*/ 243 w 416"/>
                  <a:gd name="T39" fmla="*/ 108 h 267"/>
                  <a:gd name="T40" fmla="*/ 257 w 416"/>
                  <a:gd name="T41" fmla="*/ 100 h 267"/>
                  <a:gd name="T42" fmla="*/ 271 w 416"/>
                  <a:gd name="T43" fmla="*/ 93 h 267"/>
                  <a:gd name="T44" fmla="*/ 284 w 416"/>
                  <a:gd name="T45" fmla="*/ 84 h 267"/>
                  <a:gd name="T46" fmla="*/ 295 w 416"/>
                  <a:gd name="T47" fmla="*/ 77 h 267"/>
                  <a:gd name="T48" fmla="*/ 309 w 416"/>
                  <a:gd name="T49" fmla="*/ 70 h 267"/>
                  <a:gd name="T50" fmla="*/ 323 w 416"/>
                  <a:gd name="T51" fmla="*/ 62 h 267"/>
                  <a:gd name="T52" fmla="*/ 347 w 416"/>
                  <a:gd name="T53" fmla="*/ 48 h 267"/>
                  <a:gd name="T54" fmla="*/ 416 w 416"/>
                  <a:gd name="T55" fmla="*/ 14 h 267"/>
                  <a:gd name="T56" fmla="*/ 409 w 416"/>
                  <a:gd name="T57" fmla="*/ 0 h 267"/>
                  <a:gd name="T58" fmla="*/ 340 w 416"/>
                  <a:gd name="T59" fmla="*/ 34 h 267"/>
                  <a:gd name="T60" fmla="*/ 313 w 416"/>
                  <a:gd name="T61" fmla="*/ 48 h 267"/>
                  <a:gd name="T62" fmla="*/ 302 w 416"/>
                  <a:gd name="T63" fmla="*/ 56 h 267"/>
                  <a:gd name="T64" fmla="*/ 288 w 416"/>
                  <a:gd name="T65" fmla="*/ 63 h 267"/>
                  <a:gd name="T66" fmla="*/ 274 w 416"/>
                  <a:gd name="T67" fmla="*/ 70 h 267"/>
                  <a:gd name="T68" fmla="*/ 262 w 416"/>
                  <a:gd name="T69" fmla="*/ 79 h 267"/>
                  <a:gd name="T70" fmla="*/ 250 w 416"/>
                  <a:gd name="T71" fmla="*/ 86 h 267"/>
                  <a:gd name="T72" fmla="*/ 236 w 416"/>
                  <a:gd name="T73" fmla="*/ 94 h 267"/>
                  <a:gd name="T74" fmla="*/ 222 w 416"/>
                  <a:gd name="T75" fmla="*/ 101 h 267"/>
                  <a:gd name="T76" fmla="*/ 210 w 416"/>
                  <a:gd name="T77" fmla="*/ 109 h 267"/>
                  <a:gd name="T78" fmla="*/ 198 w 416"/>
                  <a:gd name="T79" fmla="*/ 119 h 267"/>
                  <a:gd name="T80" fmla="*/ 186 w 416"/>
                  <a:gd name="T81" fmla="*/ 125 h 267"/>
                  <a:gd name="T82" fmla="*/ 172 w 416"/>
                  <a:gd name="T83" fmla="*/ 134 h 267"/>
                  <a:gd name="T84" fmla="*/ 159 w 416"/>
                  <a:gd name="T85" fmla="*/ 140 h 267"/>
                  <a:gd name="T86" fmla="*/ 146 w 416"/>
                  <a:gd name="T87" fmla="*/ 150 h 267"/>
                  <a:gd name="T88" fmla="*/ 134 w 416"/>
                  <a:gd name="T89" fmla="*/ 157 h 267"/>
                  <a:gd name="T90" fmla="*/ 121 w 416"/>
                  <a:gd name="T91" fmla="*/ 166 h 267"/>
                  <a:gd name="T92" fmla="*/ 110 w 416"/>
                  <a:gd name="T93" fmla="*/ 174 h 267"/>
                  <a:gd name="T94" fmla="*/ 97 w 416"/>
                  <a:gd name="T95" fmla="*/ 183 h 267"/>
                  <a:gd name="T96" fmla="*/ 84 w 416"/>
                  <a:gd name="T97" fmla="*/ 191 h 267"/>
                  <a:gd name="T98" fmla="*/ 73 w 416"/>
                  <a:gd name="T99" fmla="*/ 200 h 267"/>
                  <a:gd name="T100" fmla="*/ 60 w 416"/>
                  <a:gd name="T101" fmla="*/ 208 h 267"/>
                  <a:gd name="T102" fmla="*/ 49 w 416"/>
                  <a:gd name="T103" fmla="*/ 216 h 267"/>
                  <a:gd name="T104" fmla="*/ 36 w 416"/>
                  <a:gd name="T105" fmla="*/ 226 h 267"/>
                  <a:gd name="T106" fmla="*/ 24 w 416"/>
                  <a:gd name="T107" fmla="*/ 234 h 267"/>
                  <a:gd name="T108" fmla="*/ 11 w 416"/>
                  <a:gd name="T109" fmla="*/ 244 h 267"/>
                  <a:gd name="T110" fmla="*/ 0 w 416"/>
                  <a:gd name="T111" fmla="*/ 255 h 267"/>
                  <a:gd name="T112" fmla="*/ 1 w 416"/>
                  <a:gd name="T113" fmla="*/ 253 h 267"/>
                  <a:gd name="T114" fmla="*/ 11 w 416"/>
                  <a:gd name="T115" fmla="*/ 267 h 2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416" h="267">
                    <a:moveTo>
                      <a:pt x="11" y="267"/>
                    </a:moveTo>
                    <a:lnTo>
                      <a:pt x="12" y="266"/>
                    </a:lnTo>
                    <a:lnTo>
                      <a:pt x="22" y="256"/>
                    </a:lnTo>
                    <a:lnTo>
                      <a:pt x="45" y="240"/>
                    </a:lnTo>
                    <a:lnTo>
                      <a:pt x="58" y="230"/>
                    </a:lnTo>
                    <a:lnTo>
                      <a:pt x="69" y="222"/>
                    </a:lnTo>
                    <a:lnTo>
                      <a:pt x="82" y="214"/>
                    </a:lnTo>
                    <a:lnTo>
                      <a:pt x="93" y="205"/>
                    </a:lnTo>
                    <a:lnTo>
                      <a:pt x="106" y="197"/>
                    </a:lnTo>
                    <a:lnTo>
                      <a:pt x="119" y="188"/>
                    </a:lnTo>
                    <a:lnTo>
                      <a:pt x="130" y="180"/>
                    </a:lnTo>
                    <a:lnTo>
                      <a:pt x="143" y="170"/>
                    </a:lnTo>
                    <a:lnTo>
                      <a:pt x="156" y="163"/>
                    </a:lnTo>
                    <a:lnTo>
                      <a:pt x="168" y="154"/>
                    </a:lnTo>
                    <a:lnTo>
                      <a:pt x="181" y="147"/>
                    </a:lnTo>
                    <a:lnTo>
                      <a:pt x="193" y="139"/>
                    </a:lnTo>
                    <a:lnTo>
                      <a:pt x="207" y="132"/>
                    </a:lnTo>
                    <a:lnTo>
                      <a:pt x="219" y="123"/>
                    </a:lnTo>
                    <a:lnTo>
                      <a:pt x="232" y="115"/>
                    </a:lnTo>
                    <a:lnTo>
                      <a:pt x="243" y="108"/>
                    </a:lnTo>
                    <a:lnTo>
                      <a:pt x="257" y="100"/>
                    </a:lnTo>
                    <a:lnTo>
                      <a:pt x="271" y="93"/>
                    </a:lnTo>
                    <a:lnTo>
                      <a:pt x="284" y="84"/>
                    </a:lnTo>
                    <a:lnTo>
                      <a:pt x="295" y="77"/>
                    </a:lnTo>
                    <a:lnTo>
                      <a:pt x="309" y="70"/>
                    </a:lnTo>
                    <a:lnTo>
                      <a:pt x="323" y="62"/>
                    </a:lnTo>
                    <a:lnTo>
                      <a:pt x="347" y="48"/>
                    </a:lnTo>
                    <a:lnTo>
                      <a:pt x="416" y="14"/>
                    </a:lnTo>
                    <a:lnTo>
                      <a:pt x="409" y="0"/>
                    </a:lnTo>
                    <a:lnTo>
                      <a:pt x="340" y="34"/>
                    </a:lnTo>
                    <a:lnTo>
                      <a:pt x="313" y="48"/>
                    </a:lnTo>
                    <a:lnTo>
                      <a:pt x="302" y="56"/>
                    </a:lnTo>
                    <a:lnTo>
                      <a:pt x="288" y="63"/>
                    </a:lnTo>
                    <a:lnTo>
                      <a:pt x="274" y="70"/>
                    </a:lnTo>
                    <a:lnTo>
                      <a:pt x="262" y="79"/>
                    </a:lnTo>
                    <a:lnTo>
                      <a:pt x="250" y="86"/>
                    </a:lnTo>
                    <a:lnTo>
                      <a:pt x="236" y="94"/>
                    </a:lnTo>
                    <a:lnTo>
                      <a:pt x="222" y="101"/>
                    </a:lnTo>
                    <a:lnTo>
                      <a:pt x="210" y="109"/>
                    </a:lnTo>
                    <a:lnTo>
                      <a:pt x="198" y="119"/>
                    </a:lnTo>
                    <a:lnTo>
                      <a:pt x="186" y="125"/>
                    </a:lnTo>
                    <a:lnTo>
                      <a:pt x="172" y="134"/>
                    </a:lnTo>
                    <a:lnTo>
                      <a:pt x="159" y="140"/>
                    </a:lnTo>
                    <a:lnTo>
                      <a:pt x="146" y="150"/>
                    </a:lnTo>
                    <a:lnTo>
                      <a:pt x="134" y="157"/>
                    </a:lnTo>
                    <a:lnTo>
                      <a:pt x="121" y="166"/>
                    </a:lnTo>
                    <a:lnTo>
                      <a:pt x="110" y="174"/>
                    </a:lnTo>
                    <a:lnTo>
                      <a:pt x="97" y="183"/>
                    </a:lnTo>
                    <a:lnTo>
                      <a:pt x="84" y="191"/>
                    </a:lnTo>
                    <a:lnTo>
                      <a:pt x="73" y="200"/>
                    </a:lnTo>
                    <a:lnTo>
                      <a:pt x="60" y="208"/>
                    </a:lnTo>
                    <a:lnTo>
                      <a:pt x="49" y="216"/>
                    </a:lnTo>
                    <a:lnTo>
                      <a:pt x="36" y="226"/>
                    </a:lnTo>
                    <a:lnTo>
                      <a:pt x="24" y="234"/>
                    </a:lnTo>
                    <a:lnTo>
                      <a:pt x="11" y="244"/>
                    </a:lnTo>
                    <a:lnTo>
                      <a:pt x="0" y="255"/>
                    </a:lnTo>
                    <a:lnTo>
                      <a:pt x="1" y="253"/>
                    </a:lnTo>
                    <a:lnTo>
                      <a:pt x="11" y="26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58" name="Freeform 84"/>
              <p:cNvSpPr>
                <a:spLocks/>
              </p:cNvSpPr>
              <p:nvPr/>
            </p:nvSpPr>
            <p:spPr bwMode="auto">
              <a:xfrm>
                <a:off x="1510" y="272"/>
                <a:ext cx="227" cy="102"/>
              </a:xfrm>
              <a:custGeom>
                <a:avLst/>
                <a:gdLst>
                  <a:gd name="T0" fmla="*/ 8 w 453"/>
                  <a:gd name="T1" fmla="*/ 203 h 203"/>
                  <a:gd name="T2" fmla="*/ 9 w 453"/>
                  <a:gd name="T3" fmla="*/ 203 h 203"/>
                  <a:gd name="T4" fmla="*/ 20 w 453"/>
                  <a:gd name="T5" fmla="*/ 196 h 203"/>
                  <a:gd name="T6" fmla="*/ 101 w 453"/>
                  <a:gd name="T7" fmla="*/ 154 h 203"/>
                  <a:gd name="T8" fmla="*/ 115 w 453"/>
                  <a:gd name="T9" fmla="*/ 149 h 203"/>
                  <a:gd name="T10" fmla="*/ 128 w 453"/>
                  <a:gd name="T11" fmla="*/ 142 h 203"/>
                  <a:gd name="T12" fmla="*/ 142 w 453"/>
                  <a:gd name="T13" fmla="*/ 135 h 203"/>
                  <a:gd name="T14" fmla="*/ 157 w 453"/>
                  <a:gd name="T15" fmla="*/ 130 h 203"/>
                  <a:gd name="T16" fmla="*/ 170 w 453"/>
                  <a:gd name="T17" fmla="*/ 123 h 203"/>
                  <a:gd name="T18" fmla="*/ 184 w 453"/>
                  <a:gd name="T19" fmla="*/ 117 h 203"/>
                  <a:gd name="T20" fmla="*/ 198 w 453"/>
                  <a:gd name="T21" fmla="*/ 111 h 203"/>
                  <a:gd name="T22" fmla="*/ 211 w 453"/>
                  <a:gd name="T23" fmla="*/ 106 h 203"/>
                  <a:gd name="T24" fmla="*/ 226 w 453"/>
                  <a:gd name="T25" fmla="*/ 100 h 203"/>
                  <a:gd name="T26" fmla="*/ 240 w 453"/>
                  <a:gd name="T27" fmla="*/ 93 h 203"/>
                  <a:gd name="T28" fmla="*/ 295 w 453"/>
                  <a:gd name="T29" fmla="*/ 70 h 203"/>
                  <a:gd name="T30" fmla="*/ 322 w 453"/>
                  <a:gd name="T31" fmla="*/ 61 h 203"/>
                  <a:gd name="T32" fmla="*/ 350 w 453"/>
                  <a:gd name="T33" fmla="*/ 50 h 203"/>
                  <a:gd name="T34" fmla="*/ 380 w 453"/>
                  <a:gd name="T35" fmla="*/ 40 h 203"/>
                  <a:gd name="T36" fmla="*/ 394 w 453"/>
                  <a:gd name="T37" fmla="*/ 35 h 203"/>
                  <a:gd name="T38" fmla="*/ 409 w 453"/>
                  <a:gd name="T39" fmla="*/ 29 h 203"/>
                  <a:gd name="T40" fmla="*/ 422 w 453"/>
                  <a:gd name="T41" fmla="*/ 23 h 203"/>
                  <a:gd name="T42" fmla="*/ 435 w 453"/>
                  <a:gd name="T43" fmla="*/ 20 h 203"/>
                  <a:gd name="T44" fmla="*/ 451 w 453"/>
                  <a:gd name="T45" fmla="*/ 16 h 203"/>
                  <a:gd name="T46" fmla="*/ 453 w 453"/>
                  <a:gd name="T47" fmla="*/ 16 h 203"/>
                  <a:gd name="T48" fmla="*/ 448 w 453"/>
                  <a:gd name="T49" fmla="*/ 0 h 203"/>
                  <a:gd name="T50" fmla="*/ 449 w 453"/>
                  <a:gd name="T51" fmla="*/ 0 h 203"/>
                  <a:gd name="T52" fmla="*/ 431 w 453"/>
                  <a:gd name="T53" fmla="*/ 3 h 203"/>
                  <a:gd name="T54" fmla="*/ 417 w 453"/>
                  <a:gd name="T55" fmla="*/ 7 h 203"/>
                  <a:gd name="T56" fmla="*/ 402 w 453"/>
                  <a:gd name="T57" fmla="*/ 15 h 203"/>
                  <a:gd name="T58" fmla="*/ 389 w 453"/>
                  <a:gd name="T59" fmla="*/ 18 h 203"/>
                  <a:gd name="T60" fmla="*/ 375 w 453"/>
                  <a:gd name="T61" fmla="*/ 24 h 203"/>
                  <a:gd name="T62" fmla="*/ 345 w 453"/>
                  <a:gd name="T63" fmla="*/ 33 h 203"/>
                  <a:gd name="T64" fmla="*/ 318 w 453"/>
                  <a:gd name="T65" fmla="*/ 45 h 203"/>
                  <a:gd name="T66" fmla="*/ 304 w 453"/>
                  <a:gd name="T67" fmla="*/ 50 h 203"/>
                  <a:gd name="T68" fmla="*/ 288 w 453"/>
                  <a:gd name="T69" fmla="*/ 56 h 203"/>
                  <a:gd name="T70" fmla="*/ 233 w 453"/>
                  <a:gd name="T71" fmla="*/ 79 h 203"/>
                  <a:gd name="T72" fmla="*/ 219 w 453"/>
                  <a:gd name="T73" fmla="*/ 86 h 203"/>
                  <a:gd name="T74" fmla="*/ 206 w 453"/>
                  <a:gd name="T75" fmla="*/ 90 h 203"/>
                  <a:gd name="T76" fmla="*/ 191 w 453"/>
                  <a:gd name="T77" fmla="*/ 97 h 203"/>
                  <a:gd name="T78" fmla="*/ 177 w 453"/>
                  <a:gd name="T79" fmla="*/ 104 h 203"/>
                  <a:gd name="T80" fmla="*/ 163 w 453"/>
                  <a:gd name="T81" fmla="*/ 109 h 203"/>
                  <a:gd name="T82" fmla="*/ 150 w 453"/>
                  <a:gd name="T83" fmla="*/ 116 h 203"/>
                  <a:gd name="T84" fmla="*/ 135 w 453"/>
                  <a:gd name="T85" fmla="*/ 121 h 203"/>
                  <a:gd name="T86" fmla="*/ 121 w 453"/>
                  <a:gd name="T87" fmla="*/ 128 h 203"/>
                  <a:gd name="T88" fmla="*/ 108 w 453"/>
                  <a:gd name="T89" fmla="*/ 135 h 203"/>
                  <a:gd name="T90" fmla="*/ 94 w 453"/>
                  <a:gd name="T91" fmla="*/ 141 h 203"/>
                  <a:gd name="T92" fmla="*/ 10 w 453"/>
                  <a:gd name="T93" fmla="*/ 182 h 203"/>
                  <a:gd name="T94" fmla="*/ 0 w 453"/>
                  <a:gd name="T95" fmla="*/ 189 h 203"/>
                  <a:gd name="T96" fmla="*/ 1 w 453"/>
                  <a:gd name="T97" fmla="*/ 189 h 203"/>
                  <a:gd name="T98" fmla="*/ 8 w 453"/>
                  <a:gd name="T99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453" h="203">
                    <a:moveTo>
                      <a:pt x="8" y="203"/>
                    </a:moveTo>
                    <a:lnTo>
                      <a:pt x="9" y="203"/>
                    </a:lnTo>
                    <a:lnTo>
                      <a:pt x="20" y="196"/>
                    </a:lnTo>
                    <a:lnTo>
                      <a:pt x="101" y="154"/>
                    </a:lnTo>
                    <a:lnTo>
                      <a:pt x="115" y="149"/>
                    </a:lnTo>
                    <a:lnTo>
                      <a:pt x="128" y="142"/>
                    </a:lnTo>
                    <a:lnTo>
                      <a:pt x="142" y="135"/>
                    </a:lnTo>
                    <a:lnTo>
                      <a:pt x="157" y="130"/>
                    </a:lnTo>
                    <a:lnTo>
                      <a:pt x="170" y="123"/>
                    </a:lnTo>
                    <a:lnTo>
                      <a:pt x="184" y="117"/>
                    </a:lnTo>
                    <a:lnTo>
                      <a:pt x="198" y="111"/>
                    </a:lnTo>
                    <a:lnTo>
                      <a:pt x="211" y="106"/>
                    </a:lnTo>
                    <a:lnTo>
                      <a:pt x="226" y="100"/>
                    </a:lnTo>
                    <a:lnTo>
                      <a:pt x="240" y="93"/>
                    </a:lnTo>
                    <a:lnTo>
                      <a:pt x="295" y="70"/>
                    </a:lnTo>
                    <a:lnTo>
                      <a:pt x="322" y="61"/>
                    </a:lnTo>
                    <a:lnTo>
                      <a:pt x="350" y="50"/>
                    </a:lnTo>
                    <a:lnTo>
                      <a:pt x="380" y="40"/>
                    </a:lnTo>
                    <a:lnTo>
                      <a:pt x="394" y="35"/>
                    </a:lnTo>
                    <a:lnTo>
                      <a:pt x="409" y="29"/>
                    </a:lnTo>
                    <a:lnTo>
                      <a:pt x="422" y="23"/>
                    </a:lnTo>
                    <a:lnTo>
                      <a:pt x="435" y="20"/>
                    </a:lnTo>
                    <a:lnTo>
                      <a:pt x="451" y="16"/>
                    </a:lnTo>
                    <a:lnTo>
                      <a:pt x="453" y="16"/>
                    </a:lnTo>
                    <a:lnTo>
                      <a:pt x="448" y="0"/>
                    </a:lnTo>
                    <a:lnTo>
                      <a:pt x="449" y="0"/>
                    </a:lnTo>
                    <a:lnTo>
                      <a:pt x="431" y="3"/>
                    </a:lnTo>
                    <a:lnTo>
                      <a:pt x="417" y="7"/>
                    </a:lnTo>
                    <a:lnTo>
                      <a:pt x="402" y="15"/>
                    </a:lnTo>
                    <a:lnTo>
                      <a:pt x="389" y="18"/>
                    </a:lnTo>
                    <a:lnTo>
                      <a:pt x="375" y="24"/>
                    </a:lnTo>
                    <a:lnTo>
                      <a:pt x="345" y="33"/>
                    </a:lnTo>
                    <a:lnTo>
                      <a:pt x="318" y="45"/>
                    </a:lnTo>
                    <a:lnTo>
                      <a:pt x="304" y="50"/>
                    </a:lnTo>
                    <a:lnTo>
                      <a:pt x="288" y="56"/>
                    </a:lnTo>
                    <a:lnTo>
                      <a:pt x="233" y="79"/>
                    </a:lnTo>
                    <a:lnTo>
                      <a:pt x="219" y="86"/>
                    </a:lnTo>
                    <a:lnTo>
                      <a:pt x="206" y="90"/>
                    </a:lnTo>
                    <a:lnTo>
                      <a:pt x="191" y="97"/>
                    </a:lnTo>
                    <a:lnTo>
                      <a:pt x="177" y="104"/>
                    </a:lnTo>
                    <a:lnTo>
                      <a:pt x="163" y="109"/>
                    </a:lnTo>
                    <a:lnTo>
                      <a:pt x="150" y="116"/>
                    </a:lnTo>
                    <a:lnTo>
                      <a:pt x="135" y="121"/>
                    </a:lnTo>
                    <a:lnTo>
                      <a:pt x="121" y="128"/>
                    </a:lnTo>
                    <a:lnTo>
                      <a:pt x="108" y="135"/>
                    </a:lnTo>
                    <a:lnTo>
                      <a:pt x="94" y="141"/>
                    </a:lnTo>
                    <a:lnTo>
                      <a:pt x="10" y="182"/>
                    </a:lnTo>
                    <a:lnTo>
                      <a:pt x="0" y="189"/>
                    </a:lnTo>
                    <a:lnTo>
                      <a:pt x="1" y="189"/>
                    </a:lnTo>
                    <a:lnTo>
                      <a:pt x="8" y="2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59" name="Freeform 85"/>
              <p:cNvSpPr>
                <a:spLocks/>
              </p:cNvSpPr>
              <p:nvPr/>
            </p:nvSpPr>
            <p:spPr bwMode="auto">
              <a:xfrm>
                <a:off x="1734" y="214"/>
                <a:ext cx="241" cy="67"/>
              </a:xfrm>
              <a:custGeom>
                <a:avLst/>
                <a:gdLst>
                  <a:gd name="T0" fmla="*/ 6 w 483"/>
                  <a:gd name="T1" fmla="*/ 134 h 134"/>
                  <a:gd name="T2" fmla="*/ 7 w 483"/>
                  <a:gd name="T3" fmla="*/ 133 h 134"/>
                  <a:gd name="T4" fmla="*/ 19 w 483"/>
                  <a:gd name="T5" fmla="*/ 127 h 134"/>
                  <a:gd name="T6" fmla="*/ 33 w 483"/>
                  <a:gd name="T7" fmla="*/ 124 h 134"/>
                  <a:gd name="T8" fmla="*/ 47 w 483"/>
                  <a:gd name="T9" fmla="*/ 117 h 134"/>
                  <a:gd name="T10" fmla="*/ 62 w 483"/>
                  <a:gd name="T11" fmla="*/ 113 h 134"/>
                  <a:gd name="T12" fmla="*/ 92 w 483"/>
                  <a:gd name="T13" fmla="*/ 104 h 134"/>
                  <a:gd name="T14" fmla="*/ 106 w 483"/>
                  <a:gd name="T15" fmla="*/ 101 h 134"/>
                  <a:gd name="T16" fmla="*/ 121 w 483"/>
                  <a:gd name="T17" fmla="*/ 96 h 134"/>
                  <a:gd name="T18" fmla="*/ 135 w 483"/>
                  <a:gd name="T19" fmla="*/ 93 h 134"/>
                  <a:gd name="T20" fmla="*/ 150 w 483"/>
                  <a:gd name="T21" fmla="*/ 88 h 134"/>
                  <a:gd name="T22" fmla="*/ 166 w 483"/>
                  <a:gd name="T23" fmla="*/ 83 h 134"/>
                  <a:gd name="T24" fmla="*/ 180 w 483"/>
                  <a:gd name="T25" fmla="*/ 80 h 134"/>
                  <a:gd name="T26" fmla="*/ 195 w 483"/>
                  <a:gd name="T27" fmla="*/ 75 h 134"/>
                  <a:gd name="T28" fmla="*/ 224 w 483"/>
                  <a:gd name="T29" fmla="*/ 68 h 134"/>
                  <a:gd name="T30" fmla="*/ 241 w 483"/>
                  <a:gd name="T31" fmla="*/ 65 h 134"/>
                  <a:gd name="T32" fmla="*/ 254 w 483"/>
                  <a:gd name="T33" fmla="*/ 60 h 134"/>
                  <a:gd name="T34" fmla="*/ 269 w 483"/>
                  <a:gd name="T35" fmla="*/ 57 h 134"/>
                  <a:gd name="T36" fmla="*/ 283 w 483"/>
                  <a:gd name="T37" fmla="*/ 53 h 134"/>
                  <a:gd name="T38" fmla="*/ 299 w 483"/>
                  <a:gd name="T39" fmla="*/ 50 h 134"/>
                  <a:gd name="T40" fmla="*/ 312 w 483"/>
                  <a:gd name="T41" fmla="*/ 47 h 134"/>
                  <a:gd name="T42" fmla="*/ 328 w 483"/>
                  <a:gd name="T43" fmla="*/ 44 h 134"/>
                  <a:gd name="T44" fmla="*/ 373 w 483"/>
                  <a:gd name="T45" fmla="*/ 34 h 134"/>
                  <a:gd name="T46" fmla="*/ 389 w 483"/>
                  <a:gd name="T47" fmla="*/ 32 h 134"/>
                  <a:gd name="T48" fmla="*/ 403 w 483"/>
                  <a:gd name="T49" fmla="*/ 28 h 134"/>
                  <a:gd name="T50" fmla="*/ 420 w 483"/>
                  <a:gd name="T51" fmla="*/ 26 h 134"/>
                  <a:gd name="T52" fmla="*/ 434 w 483"/>
                  <a:gd name="T53" fmla="*/ 24 h 134"/>
                  <a:gd name="T54" fmla="*/ 453 w 483"/>
                  <a:gd name="T55" fmla="*/ 20 h 134"/>
                  <a:gd name="T56" fmla="*/ 465 w 483"/>
                  <a:gd name="T57" fmla="*/ 17 h 134"/>
                  <a:gd name="T58" fmla="*/ 483 w 483"/>
                  <a:gd name="T59" fmla="*/ 17 h 134"/>
                  <a:gd name="T60" fmla="*/ 480 w 483"/>
                  <a:gd name="T61" fmla="*/ 0 h 134"/>
                  <a:gd name="T62" fmla="*/ 481 w 483"/>
                  <a:gd name="T63" fmla="*/ 0 h 134"/>
                  <a:gd name="T64" fmla="*/ 463 w 483"/>
                  <a:gd name="T65" fmla="*/ 0 h 134"/>
                  <a:gd name="T66" fmla="*/ 448 w 483"/>
                  <a:gd name="T67" fmla="*/ 4 h 134"/>
                  <a:gd name="T68" fmla="*/ 432 w 483"/>
                  <a:gd name="T69" fmla="*/ 7 h 134"/>
                  <a:gd name="T70" fmla="*/ 418 w 483"/>
                  <a:gd name="T71" fmla="*/ 10 h 134"/>
                  <a:gd name="T72" fmla="*/ 401 w 483"/>
                  <a:gd name="T73" fmla="*/ 12 h 134"/>
                  <a:gd name="T74" fmla="*/ 387 w 483"/>
                  <a:gd name="T75" fmla="*/ 15 h 134"/>
                  <a:gd name="T76" fmla="*/ 371 w 483"/>
                  <a:gd name="T77" fmla="*/ 18 h 134"/>
                  <a:gd name="T78" fmla="*/ 326 w 483"/>
                  <a:gd name="T79" fmla="*/ 28 h 134"/>
                  <a:gd name="T80" fmla="*/ 310 w 483"/>
                  <a:gd name="T81" fmla="*/ 30 h 134"/>
                  <a:gd name="T82" fmla="*/ 295 w 483"/>
                  <a:gd name="T83" fmla="*/ 34 h 134"/>
                  <a:gd name="T84" fmla="*/ 279 w 483"/>
                  <a:gd name="T85" fmla="*/ 37 h 134"/>
                  <a:gd name="T86" fmla="*/ 265 w 483"/>
                  <a:gd name="T87" fmla="*/ 41 h 134"/>
                  <a:gd name="T88" fmla="*/ 250 w 483"/>
                  <a:gd name="T89" fmla="*/ 44 h 134"/>
                  <a:gd name="T90" fmla="*/ 236 w 483"/>
                  <a:gd name="T91" fmla="*/ 49 h 134"/>
                  <a:gd name="T92" fmla="*/ 220 w 483"/>
                  <a:gd name="T93" fmla="*/ 52 h 134"/>
                  <a:gd name="T94" fmla="*/ 190 w 483"/>
                  <a:gd name="T95" fmla="*/ 59 h 134"/>
                  <a:gd name="T96" fmla="*/ 175 w 483"/>
                  <a:gd name="T97" fmla="*/ 64 h 134"/>
                  <a:gd name="T98" fmla="*/ 161 w 483"/>
                  <a:gd name="T99" fmla="*/ 67 h 134"/>
                  <a:gd name="T100" fmla="*/ 145 w 483"/>
                  <a:gd name="T101" fmla="*/ 72 h 134"/>
                  <a:gd name="T102" fmla="*/ 130 w 483"/>
                  <a:gd name="T103" fmla="*/ 77 h 134"/>
                  <a:gd name="T104" fmla="*/ 116 w 483"/>
                  <a:gd name="T105" fmla="*/ 80 h 134"/>
                  <a:gd name="T106" fmla="*/ 101 w 483"/>
                  <a:gd name="T107" fmla="*/ 85 h 134"/>
                  <a:gd name="T108" fmla="*/ 87 w 483"/>
                  <a:gd name="T109" fmla="*/ 88 h 134"/>
                  <a:gd name="T110" fmla="*/ 57 w 483"/>
                  <a:gd name="T111" fmla="*/ 97 h 134"/>
                  <a:gd name="T112" fmla="*/ 42 w 483"/>
                  <a:gd name="T113" fmla="*/ 101 h 134"/>
                  <a:gd name="T114" fmla="*/ 29 w 483"/>
                  <a:gd name="T115" fmla="*/ 108 h 134"/>
                  <a:gd name="T116" fmla="*/ 15 w 483"/>
                  <a:gd name="T117" fmla="*/ 111 h 134"/>
                  <a:gd name="T118" fmla="*/ 0 w 483"/>
                  <a:gd name="T119" fmla="*/ 119 h 134"/>
                  <a:gd name="T120" fmla="*/ 1 w 483"/>
                  <a:gd name="T121" fmla="*/ 118 h 134"/>
                  <a:gd name="T122" fmla="*/ 6 w 483"/>
                  <a:gd name="T123" fmla="*/ 134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483" h="134">
                    <a:moveTo>
                      <a:pt x="6" y="134"/>
                    </a:moveTo>
                    <a:lnTo>
                      <a:pt x="7" y="133"/>
                    </a:lnTo>
                    <a:lnTo>
                      <a:pt x="19" y="127"/>
                    </a:lnTo>
                    <a:lnTo>
                      <a:pt x="33" y="124"/>
                    </a:lnTo>
                    <a:lnTo>
                      <a:pt x="47" y="117"/>
                    </a:lnTo>
                    <a:lnTo>
                      <a:pt x="62" y="113"/>
                    </a:lnTo>
                    <a:lnTo>
                      <a:pt x="92" y="104"/>
                    </a:lnTo>
                    <a:lnTo>
                      <a:pt x="106" y="101"/>
                    </a:lnTo>
                    <a:lnTo>
                      <a:pt x="121" y="96"/>
                    </a:lnTo>
                    <a:lnTo>
                      <a:pt x="135" y="93"/>
                    </a:lnTo>
                    <a:lnTo>
                      <a:pt x="150" y="88"/>
                    </a:lnTo>
                    <a:lnTo>
                      <a:pt x="166" y="83"/>
                    </a:lnTo>
                    <a:lnTo>
                      <a:pt x="180" y="80"/>
                    </a:lnTo>
                    <a:lnTo>
                      <a:pt x="195" y="75"/>
                    </a:lnTo>
                    <a:lnTo>
                      <a:pt x="224" y="68"/>
                    </a:lnTo>
                    <a:lnTo>
                      <a:pt x="241" y="65"/>
                    </a:lnTo>
                    <a:lnTo>
                      <a:pt x="254" y="60"/>
                    </a:lnTo>
                    <a:lnTo>
                      <a:pt x="269" y="57"/>
                    </a:lnTo>
                    <a:lnTo>
                      <a:pt x="283" y="53"/>
                    </a:lnTo>
                    <a:lnTo>
                      <a:pt x="299" y="50"/>
                    </a:lnTo>
                    <a:lnTo>
                      <a:pt x="312" y="47"/>
                    </a:lnTo>
                    <a:lnTo>
                      <a:pt x="328" y="44"/>
                    </a:lnTo>
                    <a:lnTo>
                      <a:pt x="373" y="34"/>
                    </a:lnTo>
                    <a:lnTo>
                      <a:pt x="389" y="32"/>
                    </a:lnTo>
                    <a:lnTo>
                      <a:pt x="403" y="28"/>
                    </a:lnTo>
                    <a:lnTo>
                      <a:pt x="420" y="26"/>
                    </a:lnTo>
                    <a:lnTo>
                      <a:pt x="434" y="24"/>
                    </a:lnTo>
                    <a:lnTo>
                      <a:pt x="453" y="20"/>
                    </a:lnTo>
                    <a:lnTo>
                      <a:pt x="465" y="17"/>
                    </a:lnTo>
                    <a:lnTo>
                      <a:pt x="483" y="17"/>
                    </a:lnTo>
                    <a:lnTo>
                      <a:pt x="480" y="0"/>
                    </a:lnTo>
                    <a:lnTo>
                      <a:pt x="481" y="0"/>
                    </a:lnTo>
                    <a:lnTo>
                      <a:pt x="463" y="0"/>
                    </a:lnTo>
                    <a:lnTo>
                      <a:pt x="448" y="4"/>
                    </a:lnTo>
                    <a:lnTo>
                      <a:pt x="432" y="7"/>
                    </a:lnTo>
                    <a:lnTo>
                      <a:pt x="418" y="10"/>
                    </a:lnTo>
                    <a:lnTo>
                      <a:pt x="401" y="12"/>
                    </a:lnTo>
                    <a:lnTo>
                      <a:pt x="387" y="15"/>
                    </a:lnTo>
                    <a:lnTo>
                      <a:pt x="371" y="18"/>
                    </a:lnTo>
                    <a:lnTo>
                      <a:pt x="326" y="28"/>
                    </a:lnTo>
                    <a:lnTo>
                      <a:pt x="310" y="30"/>
                    </a:lnTo>
                    <a:lnTo>
                      <a:pt x="295" y="34"/>
                    </a:lnTo>
                    <a:lnTo>
                      <a:pt x="279" y="37"/>
                    </a:lnTo>
                    <a:lnTo>
                      <a:pt x="265" y="41"/>
                    </a:lnTo>
                    <a:lnTo>
                      <a:pt x="250" y="44"/>
                    </a:lnTo>
                    <a:lnTo>
                      <a:pt x="236" y="49"/>
                    </a:lnTo>
                    <a:lnTo>
                      <a:pt x="220" y="52"/>
                    </a:lnTo>
                    <a:lnTo>
                      <a:pt x="190" y="59"/>
                    </a:lnTo>
                    <a:lnTo>
                      <a:pt x="175" y="64"/>
                    </a:lnTo>
                    <a:lnTo>
                      <a:pt x="161" y="67"/>
                    </a:lnTo>
                    <a:lnTo>
                      <a:pt x="145" y="72"/>
                    </a:lnTo>
                    <a:lnTo>
                      <a:pt x="130" y="77"/>
                    </a:lnTo>
                    <a:lnTo>
                      <a:pt x="116" y="80"/>
                    </a:lnTo>
                    <a:lnTo>
                      <a:pt x="101" y="85"/>
                    </a:lnTo>
                    <a:lnTo>
                      <a:pt x="87" y="88"/>
                    </a:lnTo>
                    <a:lnTo>
                      <a:pt x="57" y="97"/>
                    </a:lnTo>
                    <a:lnTo>
                      <a:pt x="42" y="101"/>
                    </a:lnTo>
                    <a:lnTo>
                      <a:pt x="29" y="108"/>
                    </a:lnTo>
                    <a:lnTo>
                      <a:pt x="15" y="111"/>
                    </a:lnTo>
                    <a:lnTo>
                      <a:pt x="0" y="119"/>
                    </a:lnTo>
                    <a:lnTo>
                      <a:pt x="1" y="118"/>
                    </a:lnTo>
                    <a:lnTo>
                      <a:pt x="6" y="13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60" name="Freeform 86"/>
              <p:cNvSpPr>
                <a:spLocks/>
              </p:cNvSpPr>
              <p:nvPr/>
            </p:nvSpPr>
            <p:spPr bwMode="auto">
              <a:xfrm>
                <a:off x="1974" y="193"/>
                <a:ext cx="253" cy="29"/>
              </a:xfrm>
              <a:custGeom>
                <a:avLst/>
                <a:gdLst>
                  <a:gd name="T0" fmla="*/ 4 w 507"/>
                  <a:gd name="T1" fmla="*/ 58 h 58"/>
                  <a:gd name="T2" fmla="*/ 5 w 507"/>
                  <a:gd name="T3" fmla="*/ 58 h 58"/>
                  <a:gd name="T4" fmla="*/ 32 w 507"/>
                  <a:gd name="T5" fmla="*/ 51 h 58"/>
                  <a:gd name="T6" fmla="*/ 48 w 507"/>
                  <a:gd name="T7" fmla="*/ 48 h 58"/>
                  <a:gd name="T8" fmla="*/ 63 w 507"/>
                  <a:gd name="T9" fmla="*/ 47 h 58"/>
                  <a:gd name="T10" fmla="*/ 80 w 507"/>
                  <a:gd name="T11" fmla="*/ 44 h 58"/>
                  <a:gd name="T12" fmla="*/ 95 w 507"/>
                  <a:gd name="T13" fmla="*/ 41 h 58"/>
                  <a:gd name="T14" fmla="*/ 111 w 507"/>
                  <a:gd name="T15" fmla="*/ 40 h 58"/>
                  <a:gd name="T16" fmla="*/ 141 w 507"/>
                  <a:gd name="T17" fmla="*/ 36 h 58"/>
                  <a:gd name="T18" fmla="*/ 157 w 507"/>
                  <a:gd name="T19" fmla="*/ 35 h 58"/>
                  <a:gd name="T20" fmla="*/ 172 w 507"/>
                  <a:gd name="T21" fmla="*/ 32 h 58"/>
                  <a:gd name="T22" fmla="*/ 189 w 507"/>
                  <a:gd name="T23" fmla="*/ 31 h 58"/>
                  <a:gd name="T24" fmla="*/ 204 w 507"/>
                  <a:gd name="T25" fmla="*/ 30 h 58"/>
                  <a:gd name="T26" fmla="*/ 220 w 507"/>
                  <a:gd name="T27" fmla="*/ 28 h 58"/>
                  <a:gd name="T28" fmla="*/ 234 w 507"/>
                  <a:gd name="T29" fmla="*/ 26 h 58"/>
                  <a:gd name="T30" fmla="*/ 252 w 507"/>
                  <a:gd name="T31" fmla="*/ 26 h 58"/>
                  <a:gd name="T32" fmla="*/ 267 w 507"/>
                  <a:gd name="T33" fmla="*/ 24 h 58"/>
                  <a:gd name="T34" fmla="*/ 282 w 507"/>
                  <a:gd name="T35" fmla="*/ 23 h 58"/>
                  <a:gd name="T36" fmla="*/ 297 w 507"/>
                  <a:gd name="T37" fmla="*/ 21 h 58"/>
                  <a:gd name="T38" fmla="*/ 313 w 507"/>
                  <a:gd name="T39" fmla="*/ 21 h 58"/>
                  <a:gd name="T40" fmla="*/ 362 w 507"/>
                  <a:gd name="T41" fmla="*/ 17 h 58"/>
                  <a:gd name="T42" fmla="*/ 393 w 507"/>
                  <a:gd name="T43" fmla="*/ 17 h 58"/>
                  <a:gd name="T44" fmla="*/ 410 w 507"/>
                  <a:gd name="T45" fmla="*/ 16 h 58"/>
                  <a:gd name="T46" fmla="*/ 507 w 507"/>
                  <a:gd name="T47" fmla="*/ 16 h 58"/>
                  <a:gd name="T48" fmla="*/ 507 w 507"/>
                  <a:gd name="T49" fmla="*/ 0 h 58"/>
                  <a:gd name="T50" fmla="*/ 410 w 507"/>
                  <a:gd name="T51" fmla="*/ 0 h 58"/>
                  <a:gd name="T52" fmla="*/ 393 w 507"/>
                  <a:gd name="T53" fmla="*/ 1 h 58"/>
                  <a:gd name="T54" fmla="*/ 362 w 507"/>
                  <a:gd name="T55" fmla="*/ 1 h 58"/>
                  <a:gd name="T56" fmla="*/ 313 w 507"/>
                  <a:gd name="T57" fmla="*/ 5 h 58"/>
                  <a:gd name="T58" fmla="*/ 297 w 507"/>
                  <a:gd name="T59" fmla="*/ 5 h 58"/>
                  <a:gd name="T60" fmla="*/ 280 w 507"/>
                  <a:gd name="T61" fmla="*/ 7 h 58"/>
                  <a:gd name="T62" fmla="*/ 265 w 507"/>
                  <a:gd name="T63" fmla="*/ 8 h 58"/>
                  <a:gd name="T64" fmla="*/ 250 w 507"/>
                  <a:gd name="T65" fmla="*/ 10 h 58"/>
                  <a:gd name="T66" fmla="*/ 234 w 507"/>
                  <a:gd name="T67" fmla="*/ 10 h 58"/>
                  <a:gd name="T68" fmla="*/ 218 w 507"/>
                  <a:gd name="T69" fmla="*/ 12 h 58"/>
                  <a:gd name="T70" fmla="*/ 202 w 507"/>
                  <a:gd name="T71" fmla="*/ 14 h 58"/>
                  <a:gd name="T72" fmla="*/ 187 w 507"/>
                  <a:gd name="T73" fmla="*/ 15 h 58"/>
                  <a:gd name="T74" fmla="*/ 169 w 507"/>
                  <a:gd name="T75" fmla="*/ 16 h 58"/>
                  <a:gd name="T76" fmla="*/ 154 w 507"/>
                  <a:gd name="T77" fmla="*/ 18 h 58"/>
                  <a:gd name="T78" fmla="*/ 138 w 507"/>
                  <a:gd name="T79" fmla="*/ 20 h 58"/>
                  <a:gd name="T80" fmla="*/ 108 w 507"/>
                  <a:gd name="T81" fmla="*/ 24 h 58"/>
                  <a:gd name="T82" fmla="*/ 92 w 507"/>
                  <a:gd name="T83" fmla="*/ 25 h 58"/>
                  <a:gd name="T84" fmla="*/ 77 w 507"/>
                  <a:gd name="T85" fmla="*/ 28 h 58"/>
                  <a:gd name="T86" fmla="*/ 61 w 507"/>
                  <a:gd name="T87" fmla="*/ 31 h 58"/>
                  <a:gd name="T88" fmla="*/ 46 w 507"/>
                  <a:gd name="T89" fmla="*/ 32 h 58"/>
                  <a:gd name="T90" fmla="*/ 30 w 507"/>
                  <a:gd name="T91" fmla="*/ 35 h 58"/>
                  <a:gd name="T92" fmla="*/ 14 w 507"/>
                  <a:gd name="T93" fmla="*/ 38 h 58"/>
                  <a:gd name="T94" fmla="*/ 0 w 507"/>
                  <a:gd name="T95" fmla="*/ 41 h 58"/>
                  <a:gd name="T96" fmla="*/ 1 w 507"/>
                  <a:gd name="T97" fmla="*/ 41 h 58"/>
                  <a:gd name="T98" fmla="*/ 4 w 507"/>
                  <a:gd name="T99" fmla="*/ 58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507" h="58">
                    <a:moveTo>
                      <a:pt x="4" y="58"/>
                    </a:moveTo>
                    <a:lnTo>
                      <a:pt x="5" y="58"/>
                    </a:lnTo>
                    <a:lnTo>
                      <a:pt x="32" y="51"/>
                    </a:lnTo>
                    <a:lnTo>
                      <a:pt x="48" y="48"/>
                    </a:lnTo>
                    <a:lnTo>
                      <a:pt x="63" y="47"/>
                    </a:lnTo>
                    <a:lnTo>
                      <a:pt x="80" y="44"/>
                    </a:lnTo>
                    <a:lnTo>
                      <a:pt x="95" y="41"/>
                    </a:lnTo>
                    <a:lnTo>
                      <a:pt x="111" y="40"/>
                    </a:lnTo>
                    <a:lnTo>
                      <a:pt x="141" y="36"/>
                    </a:lnTo>
                    <a:lnTo>
                      <a:pt x="157" y="35"/>
                    </a:lnTo>
                    <a:lnTo>
                      <a:pt x="172" y="32"/>
                    </a:lnTo>
                    <a:lnTo>
                      <a:pt x="189" y="31"/>
                    </a:lnTo>
                    <a:lnTo>
                      <a:pt x="204" y="30"/>
                    </a:lnTo>
                    <a:lnTo>
                      <a:pt x="220" y="28"/>
                    </a:lnTo>
                    <a:lnTo>
                      <a:pt x="234" y="26"/>
                    </a:lnTo>
                    <a:lnTo>
                      <a:pt x="252" y="26"/>
                    </a:lnTo>
                    <a:lnTo>
                      <a:pt x="267" y="24"/>
                    </a:lnTo>
                    <a:lnTo>
                      <a:pt x="282" y="23"/>
                    </a:lnTo>
                    <a:lnTo>
                      <a:pt x="297" y="21"/>
                    </a:lnTo>
                    <a:lnTo>
                      <a:pt x="313" y="21"/>
                    </a:lnTo>
                    <a:lnTo>
                      <a:pt x="362" y="17"/>
                    </a:lnTo>
                    <a:lnTo>
                      <a:pt x="393" y="17"/>
                    </a:lnTo>
                    <a:lnTo>
                      <a:pt x="410" y="16"/>
                    </a:lnTo>
                    <a:lnTo>
                      <a:pt x="507" y="16"/>
                    </a:lnTo>
                    <a:lnTo>
                      <a:pt x="507" y="0"/>
                    </a:lnTo>
                    <a:lnTo>
                      <a:pt x="410" y="0"/>
                    </a:lnTo>
                    <a:lnTo>
                      <a:pt x="393" y="1"/>
                    </a:lnTo>
                    <a:lnTo>
                      <a:pt x="362" y="1"/>
                    </a:lnTo>
                    <a:lnTo>
                      <a:pt x="313" y="5"/>
                    </a:lnTo>
                    <a:lnTo>
                      <a:pt x="297" y="5"/>
                    </a:lnTo>
                    <a:lnTo>
                      <a:pt x="280" y="7"/>
                    </a:lnTo>
                    <a:lnTo>
                      <a:pt x="265" y="8"/>
                    </a:lnTo>
                    <a:lnTo>
                      <a:pt x="250" y="10"/>
                    </a:lnTo>
                    <a:lnTo>
                      <a:pt x="234" y="10"/>
                    </a:lnTo>
                    <a:lnTo>
                      <a:pt x="218" y="12"/>
                    </a:lnTo>
                    <a:lnTo>
                      <a:pt x="202" y="14"/>
                    </a:lnTo>
                    <a:lnTo>
                      <a:pt x="187" y="15"/>
                    </a:lnTo>
                    <a:lnTo>
                      <a:pt x="169" y="16"/>
                    </a:lnTo>
                    <a:lnTo>
                      <a:pt x="154" y="18"/>
                    </a:lnTo>
                    <a:lnTo>
                      <a:pt x="138" y="20"/>
                    </a:lnTo>
                    <a:lnTo>
                      <a:pt x="108" y="24"/>
                    </a:lnTo>
                    <a:lnTo>
                      <a:pt x="92" y="25"/>
                    </a:lnTo>
                    <a:lnTo>
                      <a:pt x="77" y="28"/>
                    </a:lnTo>
                    <a:lnTo>
                      <a:pt x="61" y="31"/>
                    </a:lnTo>
                    <a:lnTo>
                      <a:pt x="46" y="32"/>
                    </a:lnTo>
                    <a:lnTo>
                      <a:pt x="30" y="35"/>
                    </a:lnTo>
                    <a:lnTo>
                      <a:pt x="14" y="38"/>
                    </a:lnTo>
                    <a:lnTo>
                      <a:pt x="0" y="41"/>
                    </a:lnTo>
                    <a:lnTo>
                      <a:pt x="1" y="41"/>
                    </a:lnTo>
                    <a:lnTo>
                      <a:pt x="4" y="5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61" name="Freeform 87"/>
              <p:cNvSpPr>
                <a:spLocks/>
              </p:cNvSpPr>
              <p:nvPr/>
            </p:nvSpPr>
            <p:spPr bwMode="auto">
              <a:xfrm>
                <a:off x="2227" y="193"/>
                <a:ext cx="1504" cy="1557"/>
              </a:xfrm>
              <a:custGeom>
                <a:avLst/>
                <a:gdLst>
                  <a:gd name="T0" fmla="*/ 152 w 3008"/>
                  <a:gd name="T1" fmla="*/ 20 h 3114"/>
                  <a:gd name="T2" fmla="*/ 454 w 3008"/>
                  <a:gd name="T3" fmla="*/ 51 h 3114"/>
                  <a:gd name="T4" fmla="*/ 745 w 3008"/>
                  <a:gd name="T5" fmla="*/ 113 h 3114"/>
                  <a:gd name="T6" fmla="*/ 1027 w 3008"/>
                  <a:gd name="T7" fmla="*/ 203 h 3114"/>
                  <a:gd name="T8" fmla="*/ 1295 w 3008"/>
                  <a:gd name="T9" fmla="*/ 320 h 3114"/>
                  <a:gd name="T10" fmla="*/ 1549 w 3008"/>
                  <a:gd name="T11" fmla="*/ 463 h 3114"/>
                  <a:gd name="T12" fmla="*/ 1789 w 3008"/>
                  <a:gd name="T13" fmla="*/ 630 h 3114"/>
                  <a:gd name="T14" fmla="*/ 2010 w 3008"/>
                  <a:gd name="T15" fmla="*/ 819 h 3114"/>
                  <a:gd name="T16" fmla="*/ 2213 w 3008"/>
                  <a:gd name="T17" fmla="*/ 1030 h 3114"/>
                  <a:gd name="T18" fmla="*/ 2396 w 3008"/>
                  <a:gd name="T19" fmla="*/ 1259 h 3114"/>
                  <a:gd name="T20" fmla="*/ 2557 w 3008"/>
                  <a:gd name="T21" fmla="*/ 1507 h 3114"/>
                  <a:gd name="T22" fmla="*/ 2695 w 3008"/>
                  <a:gd name="T23" fmla="*/ 1770 h 3114"/>
                  <a:gd name="T24" fmla="*/ 2808 w 3008"/>
                  <a:gd name="T25" fmla="*/ 2046 h 3114"/>
                  <a:gd name="T26" fmla="*/ 2896 w 3008"/>
                  <a:gd name="T27" fmla="*/ 2339 h 3114"/>
                  <a:gd name="T28" fmla="*/ 2956 w 3008"/>
                  <a:gd name="T29" fmla="*/ 2640 h 3114"/>
                  <a:gd name="T30" fmla="*/ 2986 w 3008"/>
                  <a:gd name="T31" fmla="*/ 2953 h 3114"/>
                  <a:gd name="T32" fmla="*/ 3008 w 3008"/>
                  <a:gd name="T33" fmla="*/ 3114 h 3114"/>
                  <a:gd name="T34" fmla="*/ 2991 w 3008"/>
                  <a:gd name="T35" fmla="*/ 2794 h 3114"/>
                  <a:gd name="T36" fmla="*/ 2945 w 3008"/>
                  <a:gd name="T37" fmla="*/ 2485 h 3114"/>
                  <a:gd name="T38" fmla="*/ 2870 w 3008"/>
                  <a:gd name="T39" fmla="*/ 2185 h 3114"/>
                  <a:gd name="T40" fmla="*/ 2770 w 3008"/>
                  <a:gd name="T41" fmla="*/ 1900 h 3114"/>
                  <a:gd name="T42" fmla="*/ 2642 w 3008"/>
                  <a:gd name="T43" fmla="*/ 1628 h 3114"/>
                  <a:gd name="T44" fmla="*/ 2493 w 3008"/>
                  <a:gd name="T45" fmla="*/ 1371 h 3114"/>
                  <a:gd name="T46" fmla="*/ 2319 w 3008"/>
                  <a:gd name="T47" fmla="*/ 1132 h 3114"/>
                  <a:gd name="T48" fmla="*/ 2126 w 3008"/>
                  <a:gd name="T49" fmla="*/ 911 h 3114"/>
                  <a:gd name="T50" fmla="*/ 1913 w 3008"/>
                  <a:gd name="T51" fmla="*/ 711 h 3114"/>
                  <a:gd name="T52" fmla="*/ 1681 w 3008"/>
                  <a:gd name="T53" fmla="*/ 530 h 3114"/>
                  <a:gd name="T54" fmla="*/ 1432 w 3008"/>
                  <a:gd name="T55" fmla="*/ 374 h 3114"/>
                  <a:gd name="T56" fmla="*/ 1169 w 3008"/>
                  <a:gd name="T57" fmla="*/ 244 h 3114"/>
                  <a:gd name="T58" fmla="*/ 893 w 3008"/>
                  <a:gd name="T59" fmla="*/ 138 h 3114"/>
                  <a:gd name="T60" fmla="*/ 603 w 3008"/>
                  <a:gd name="T61" fmla="*/ 61 h 3114"/>
                  <a:gd name="T62" fmla="*/ 305 w 3008"/>
                  <a:gd name="T63" fmla="*/ 15 h 3114"/>
                  <a:gd name="T64" fmla="*/ 0 w 3008"/>
                  <a:gd name="T65" fmla="*/ 0 h 3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008" h="3114">
                    <a:moveTo>
                      <a:pt x="0" y="16"/>
                    </a:moveTo>
                    <a:lnTo>
                      <a:pt x="152" y="20"/>
                    </a:lnTo>
                    <a:lnTo>
                      <a:pt x="303" y="31"/>
                    </a:lnTo>
                    <a:lnTo>
                      <a:pt x="454" y="51"/>
                    </a:lnTo>
                    <a:lnTo>
                      <a:pt x="601" y="77"/>
                    </a:lnTo>
                    <a:lnTo>
                      <a:pt x="745" y="113"/>
                    </a:lnTo>
                    <a:lnTo>
                      <a:pt x="888" y="154"/>
                    </a:lnTo>
                    <a:lnTo>
                      <a:pt x="1027" y="203"/>
                    </a:lnTo>
                    <a:lnTo>
                      <a:pt x="1162" y="258"/>
                    </a:lnTo>
                    <a:lnTo>
                      <a:pt x="1295" y="320"/>
                    </a:lnTo>
                    <a:lnTo>
                      <a:pt x="1425" y="388"/>
                    </a:lnTo>
                    <a:lnTo>
                      <a:pt x="1549" y="463"/>
                    </a:lnTo>
                    <a:lnTo>
                      <a:pt x="1671" y="544"/>
                    </a:lnTo>
                    <a:lnTo>
                      <a:pt x="1789" y="630"/>
                    </a:lnTo>
                    <a:lnTo>
                      <a:pt x="1902" y="722"/>
                    </a:lnTo>
                    <a:lnTo>
                      <a:pt x="2010" y="819"/>
                    </a:lnTo>
                    <a:lnTo>
                      <a:pt x="2115" y="923"/>
                    </a:lnTo>
                    <a:lnTo>
                      <a:pt x="2213" y="1030"/>
                    </a:lnTo>
                    <a:lnTo>
                      <a:pt x="2307" y="1142"/>
                    </a:lnTo>
                    <a:lnTo>
                      <a:pt x="2396" y="1259"/>
                    </a:lnTo>
                    <a:lnTo>
                      <a:pt x="2479" y="1380"/>
                    </a:lnTo>
                    <a:lnTo>
                      <a:pt x="2557" y="1507"/>
                    </a:lnTo>
                    <a:lnTo>
                      <a:pt x="2629" y="1635"/>
                    </a:lnTo>
                    <a:lnTo>
                      <a:pt x="2695" y="1770"/>
                    </a:lnTo>
                    <a:lnTo>
                      <a:pt x="2756" y="1907"/>
                    </a:lnTo>
                    <a:lnTo>
                      <a:pt x="2808" y="2046"/>
                    </a:lnTo>
                    <a:lnTo>
                      <a:pt x="2854" y="2190"/>
                    </a:lnTo>
                    <a:lnTo>
                      <a:pt x="2896" y="2339"/>
                    </a:lnTo>
                    <a:lnTo>
                      <a:pt x="2929" y="2487"/>
                    </a:lnTo>
                    <a:lnTo>
                      <a:pt x="2956" y="2640"/>
                    </a:lnTo>
                    <a:lnTo>
                      <a:pt x="2975" y="2796"/>
                    </a:lnTo>
                    <a:lnTo>
                      <a:pt x="2986" y="2953"/>
                    </a:lnTo>
                    <a:lnTo>
                      <a:pt x="2991" y="3114"/>
                    </a:lnTo>
                    <a:lnTo>
                      <a:pt x="3008" y="3114"/>
                    </a:lnTo>
                    <a:lnTo>
                      <a:pt x="3002" y="2953"/>
                    </a:lnTo>
                    <a:lnTo>
                      <a:pt x="2991" y="2794"/>
                    </a:lnTo>
                    <a:lnTo>
                      <a:pt x="2972" y="2638"/>
                    </a:lnTo>
                    <a:lnTo>
                      <a:pt x="2945" y="2485"/>
                    </a:lnTo>
                    <a:lnTo>
                      <a:pt x="2912" y="2334"/>
                    </a:lnTo>
                    <a:lnTo>
                      <a:pt x="2870" y="2185"/>
                    </a:lnTo>
                    <a:lnTo>
                      <a:pt x="2824" y="2041"/>
                    </a:lnTo>
                    <a:lnTo>
                      <a:pt x="2770" y="1900"/>
                    </a:lnTo>
                    <a:lnTo>
                      <a:pt x="2709" y="1763"/>
                    </a:lnTo>
                    <a:lnTo>
                      <a:pt x="2642" y="1628"/>
                    </a:lnTo>
                    <a:lnTo>
                      <a:pt x="2571" y="1498"/>
                    </a:lnTo>
                    <a:lnTo>
                      <a:pt x="2493" y="1371"/>
                    </a:lnTo>
                    <a:lnTo>
                      <a:pt x="2410" y="1250"/>
                    </a:lnTo>
                    <a:lnTo>
                      <a:pt x="2319" y="1132"/>
                    </a:lnTo>
                    <a:lnTo>
                      <a:pt x="2224" y="1018"/>
                    </a:lnTo>
                    <a:lnTo>
                      <a:pt x="2126" y="911"/>
                    </a:lnTo>
                    <a:lnTo>
                      <a:pt x="2021" y="808"/>
                    </a:lnTo>
                    <a:lnTo>
                      <a:pt x="1913" y="711"/>
                    </a:lnTo>
                    <a:lnTo>
                      <a:pt x="1798" y="616"/>
                    </a:lnTo>
                    <a:lnTo>
                      <a:pt x="1681" y="530"/>
                    </a:lnTo>
                    <a:lnTo>
                      <a:pt x="1558" y="449"/>
                    </a:lnTo>
                    <a:lnTo>
                      <a:pt x="1432" y="374"/>
                    </a:lnTo>
                    <a:lnTo>
                      <a:pt x="1302" y="306"/>
                    </a:lnTo>
                    <a:lnTo>
                      <a:pt x="1169" y="244"/>
                    </a:lnTo>
                    <a:lnTo>
                      <a:pt x="1032" y="187"/>
                    </a:lnTo>
                    <a:lnTo>
                      <a:pt x="893" y="138"/>
                    </a:lnTo>
                    <a:lnTo>
                      <a:pt x="750" y="97"/>
                    </a:lnTo>
                    <a:lnTo>
                      <a:pt x="603" y="61"/>
                    </a:lnTo>
                    <a:lnTo>
                      <a:pt x="456" y="35"/>
                    </a:lnTo>
                    <a:lnTo>
                      <a:pt x="305" y="15"/>
                    </a:lnTo>
                    <a:lnTo>
                      <a:pt x="152" y="3"/>
                    </a:lnTo>
                    <a:lnTo>
                      <a:pt x="0" y="0"/>
                    </a:ln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62" name="Freeform 88"/>
              <p:cNvSpPr>
                <a:spLocks/>
              </p:cNvSpPr>
              <p:nvPr/>
            </p:nvSpPr>
            <p:spPr bwMode="auto">
              <a:xfrm>
                <a:off x="2227" y="1750"/>
                <a:ext cx="1504" cy="1557"/>
              </a:xfrm>
              <a:custGeom>
                <a:avLst/>
                <a:gdLst>
                  <a:gd name="T0" fmla="*/ 2986 w 3008"/>
                  <a:gd name="T1" fmla="*/ 158 h 3115"/>
                  <a:gd name="T2" fmla="*/ 2956 w 3008"/>
                  <a:gd name="T3" fmla="*/ 470 h 3115"/>
                  <a:gd name="T4" fmla="*/ 2896 w 3008"/>
                  <a:gd name="T5" fmla="*/ 772 h 3115"/>
                  <a:gd name="T6" fmla="*/ 2808 w 3008"/>
                  <a:gd name="T7" fmla="*/ 1064 h 3115"/>
                  <a:gd name="T8" fmla="*/ 2695 w 3008"/>
                  <a:gd name="T9" fmla="*/ 1342 h 3115"/>
                  <a:gd name="T10" fmla="*/ 2557 w 3008"/>
                  <a:gd name="T11" fmla="*/ 1605 h 3115"/>
                  <a:gd name="T12" fmla="*/ 2396 w 3008"/>
                  <a:gd name="T13" fmla="*/ 1854 h 3115"/>
                  <a:gd name="T14" fmla="*/ 2213 w 3008"/>
                  <a:gd name="T15" fmla="*/ 2082 h 3115"/>
                  <a:gd name="T16" fmla="*/ 2010 w 3008"/>
                  <a:gd name="T17" fmla="*/ 2292 h 3115"/>
                  <a:gd name="T18" fmla="*/ 1789 w 3008"/>
                  <a:gd name="T19" fmla="*/ 2481 h 3115"/>
                  <a:gd name="T20" fmla="*/ 1549 w 3008"/>
                  <a:gd name="T21" fmla="*/ 2650 h 3115"/>
                  <a:gd name="T22" fmla="*/ 1295 w 3008"/>
                  <a:gd name="T23" fmla="*/ 2792 h 3115"/>
                  <a:gd name="T24" fmla="*/ 1027 w 3008"/>
                  <a:gd name="T25" fmla="*/ 2909 h 3115"/>
                  <a:gd name="T26" fmla="*/ 745 w 3008"/>
                  <a:gd name="T27" fmla="*/ 3000 h 3115"/>
                  <a:gd name="T28" fmla="*/ 454 w 3008"/>
                  <a:gd name="T29" fmla="*/ 3062 h 3115"/>
                  <a:gd name="T30" fmla="*/ 152 w 3008"/>
                  <a:gd name="T31" fmla="*/ 3093 h 3115"/>
                  <a:gd name="T32" fmla="*/ 0 w 3008"/>
                  <a:gd name="T33" fmla="*/ 3115 h 3115"/>
                  <a:gd name="T34" fmla="*/ 305 w 3008"/>
                  <a:gd name="T35" fmla="*/ 3098 h 3115"/>
                  <a:gd name="T36" fmla="*/ 603 w 3008"/>
                  <a:gd name="T37" fmla="*/ 3052 h 3115"/>
                  <a:gd name="T38" fmla="*/ 893 w 3008"/>
                  <a:gd name="T39" fmla="*/ 2974 h 3115"/>
                  <a:gd name="T40" fmla="*/ 1169 w 3008"/>
                  <a:gd name="T41" fmla="*/ 2868 h 3115"/>
                  <a:gd name="T42" fmla="*/ 1432 w 3008"/>
                  <a:gd name="T43" fmla="*/ 2737 h 3115"/>
                  <a:gd name="T44" fmla="*/ 1681 w 3008"/>
                  <a:gd name="T45" fmla="*/ 2583 h 3115"/>
                  <a:gd name="T46" fmla="*/ 1913 w 3008"/>
                  <a:gd name="T47" fmla="*/ 2402 h 3115"/>
                  <a:gd name="T48" fmla="*/ 2126 w 3008"/>
                  <a:gd name="T49" fmla="*/ 2203 h 3115"/>
                  <a:gd name="T50" fmla="*/ 2319 w 3008"/>
                  <a:gd name="T51" fmla="*/ 1980 h 3115"/>
                  <a:gd name="T52" fmla="*/ 2493 w 3008"/>
                  <a:gd name="T53" fmla="*/ 1741 h 3115"/>
                  <a:gd name="T54" fmla="*/ 2642 w 3008"/>
                  <a:gd name="T55" fmla="*/ 1484 h 3115"/>
                  <a:gd name="T56" fmla="*/ 2770 w 3008"/>
                  <a:gd name="T57" fmla="*/ 1211 h 3115"/>
                  <a:gd name="T58" fmla="*/ 2870 w 3008"/>
                  <a:gd name="T59" fmla="*/ 925 h 3115"/>
                  <a:gd name="T60" fmla="*/ 2945 w 3008"/>
                  <a:gd name="T61" fmla="*/ 625 h 3115"/>
                  <a:gd name="T62" fmla="*/ 2991 w 3008"/>
                  <a:gd name="T63" fmla="*/ 318 h 3115"/>
                  <a:gd name="T64" fmla="*/ 3008 w 3008"/>
                  <a:gd name="T65" fmla="*/ 0 h 3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008" h="3115">
                    <a:moveTo>
                      <a:pt x="2991" y="0"/>
                    </a:moveTo>
                    <a:lnTo>
                      <a:pt x="2986" y="158"/>
                    </a:lnTo>
                    <a:lnTo>
                      <a:pt x="2975" y="316"/>
                    </a:lnTo>
                    <a:lnTo>
                      <a:pt x="2956" y="470"/>
                    </a:lnTo>
                    <a:lnTo>
                      <a:pt x="2929" y="623"/>
                    </a:lnTo>
                    <a:lnTo>
                      <a:pt x="2896" y="772"/>
                    </a:lnTo>
                    <a:lnTo>
                      <a:pt x="2854" y="920"/>
                    </a:lnTo>
                    <a:lnTo>
                      <a:pt x="2808" y="1064"/>
                    </a:lnTo>
                    <a:lnTo>
                      <a:pt x="2756" y="1204"/>
                    </a:lnTo>
                    <a:lnTo>
                      <a:pt x="2695" y="1342"/>
                    </a:lnTo>
                    <a:lnTo>
                      <a:pt x="2629" y="1477"/>
                    </a:lnTo>
                    <a:lnTo>
                      <a:pt x="2557" y="1605"/>
                    </a:lnTo>
                    <a:lnTo>
                      <a:pt x="2479" y="1731"/>
                    </a:lnTo>
                    <a:lnTo>
                      <a:pt x="2396" y="1854"/>
                    </a:lnTo>
                    <a:lnTo>
                      <a:pt x="2307" y="1971"/>
                    </a:lnTo>
                    <a:lnTo>
                      <a:pt x="2213" y="2082"/>
                    </a:lnTo>
                    <a:lnTo>
                      <a:pt x="2115" y="2191"/>
                    </a:lnTo>
                    <a:lnTo>
                      <a:pt x="2010" y="2292"/>
                    </a:lnTo>
                    <a:lnTo>
                      <a:pt x="1902" y="2390"/>
                    </a:lnTo>
                    <a:lnTo>
                      <a:pt x="1789" y="2481"/>
                    </a:lnTo>
                    <a:lnTo>
                      <a:pt x="1671" y="2569"/>
                    </a:lnTo>
                    <a:lnTo>
                      <a:pt x="1549" y="2650"/>
                    </a:lnTo>
                    <a:lnTo>
                      <a:pt x="1425" y="2723"/>
                    </a:lnTo>
                    <a:lnTo>
                      <a:pt x="1295" y="2792"/>
                    </a:lnTo>
                    <a:lnTo>
                      <a:pt x="1162" y="2855"/>
                    </a:lnTo>
                    <a:lnTo>
                      <a:pt x="1027" y="2909"/>
                    </a:lnTo>
                    <a:lnTo>
                      <a:pt x="888" y="2958"/>
                    </a:lnTo>
                    <a:lnTo>
                      <a:pt x="745" y="3000"/>
                    </a:lnTo>
                    <a:lnTo>
                      <a:pt x="601" y="3035"/>
                    </a:lnTo>
                    <a:lnTo>
                      <a:pt x="454" y="3062"/>
                    </a:lnTo>
                    <a:lnTo>
                      <a:pt x="303" y="3082"/>
                    </a:lnTo>
                    <a:lnTo>
                      <a:pt x="152" y="3093"/>
                    </a:lnTo>
                    <a:lnTo>
                      <a:pt x="0" y="3099"/>
                    </a:lnTo>
                    <a:lnTo>
                      <a:pt x="0" y="3115"/>
                    </a:lnTo>
                    <a:lnTo>
                      <a:pt x="152" y="3109"/>
                    </a:lnTo>
                    <a:lnTo>
                      <a:pt x="305" y="3098"/>
                    </a:lnTo>
                    <a:lnTo>
                      <a:pt x="456" y="3078"/>
                    </a:lnTo>
                    <a:lnTo>
                      <a:pt x="603" y="3052"/>
                    </a:lnTo>
                    <a:lnTo>
                      <a:pt x="750" y="3016"/>
                    </a:lnTo>
                    <a:lnTo>
                      <a:pt x="893" y="2974"/>
                    </a:lnTo>
                    <a:lnTo>
                      <a:pt x="1032" y="2925"/>
                    </a:lnTo>
                    <a:lnTo>
                      <a:pt x="1169" y="2868"/>
                    </a:lnTo>
                    <a:lnTo>
                      <a:pt x="1302" y="2806"/>
                    </a:lnTo>
                    <a:lnTo>
                      <a:pt x="1432" y="2737"/>
                    </a:lnTo>
                    <a:lnTo>
                      <a:pt x="1558" y="2663"/>
                    </a:lnTo>
                    <a:lnTo>
                      <a:pt x="1681" y="2583"/>
                    </a:lnTo>
                    <a:lnTo>
                      <a:pt x="1798" y="2495"/>
                    </a:lnTo>
                    <a:lnTo>
                      <a:pt x="1913" y="2402"/>
                    </a:lnTo>
                    <a:lnTo>
                      <a:pt x="2021" y="2304"/>
                    </a:lnTo>
                    <a:lnTo>
                      <a:pt x="2126" y="2203"/>
                    </a:lnTo>
                    <a:lnTo>
                      <a:pt x="2224" y="2093"/>
                    </a:lnTo>
                    <a:lnTo>
                      <a:pt x="2319" y="1980"/>
                    </a:lnTo>
                    <a:lnTo>
                      <a:pt x="2410" y="1863"/>
                    </a:lnTo>
                    <a:lnTo>
                      <a:pt x="2493" y="1741"/>
                    </a:lnTo>
                    <a:lnTo>
                      <a:pt x="2571" y="1614"/>
                    </a:lnTo>
                    <a:lnTo>
                      <a:pt x="2642" y="1484"/>
                    </a:lnTo>
                    <a:lnTo>
                      <a:pt x="2709" y="1349"/>
                    </a:lnTo>
                    <a:lnTo>
                      <a:pt x="2770" y="1211"/>
                    </a:lnTo>
                    <a:lnTo>
                      <a:pt x="2824" y="1069"/>
                    </a:lnTo>
                    <a:lnTo>
                      <a:pt x="2870" y="925"/>
                    </a:lnTo>
                    <a:lnTo>
                      <a:pt x="2912" y="776"/>
                    </a:lnTo>
                    <a:lnTo>
                      <a:pt x="2945" y="625"/>
                    </a:lnTo>
                    <a:lnTo>
                      <a:pt x="2972" y="472"/>
                    </a:lnTo>
                    <a:lnTo>
                      <a:pt x="2991" y="318"/>
                    </a:lnTo>
                    <a:lnTo>
                      <a:pt x="3002" y="158"/>
                    </a:lnTo>
                    <a:lnTo>
                      <a:pt x="3008" y="0"/>
                    </a:lnTo>
                    <a:lnTo>
                      <a:pt x="299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63" name="Freeform 89"/>
              <p:cNvSpPr>
                <a:spLocks/>
              </p:cNvSpPr>
              <p:nvPr/>
            </p:nvSpPr>
            <p:spPr bwMode="auto">
              <a:xfrm>
                <a:off x="673" y="197"/>
                <a:ext cx="3054" cy="3106"/>
              </a:xfrm>
              <a:custGeom>
                <a:avLst/>
                <a:gdLst>
                  <a:gd name="T0" fmla="*/ 2727 w 6107"/>
                  <a:gd name="T1" fmla="*/ 6190 h 6213"/>
                  <a:gd name="T2" fmla="*/ 2242 w 6107"/>
                  <a:gd name="T3" fmla="*/ 6091 h 6213"/>
                  <a:gd name="T4" fmla="*/ 1788 w 6107"/>
                  <a:gd name="T5" fmla="*/ 5919 h 6213"/>
                  <a:gd name="T6" fmla="*/ 1371 w 6107"/>
                  <a:gd name="T7" fmla="*/ 5683 h 6213"/>
                  <a:gd name="T8" fmla="*/ 996 w 6107"/>
                  <a:gd name="T9" fmla="*/ 5386 h 6213"/>
                  <a:gd name="T10" fmla="*/ 673 w 6107"/>
                  <a:gd name="T11" fmla="*/ 5037 h 6213"/>
                  <a:gd name="T12" fmla="*/ 406 w 6107"/>
                  <a:gd name="T13" fmla="*/ 4640 h 6213"/>
                  <a:gd name="T14" fmla="*/ 200 w 6107"/>
                  <a:gd name="T15" fmla="*/ 4204 h 6213"/>
                  <a:gd name="T16" fmla="*/ 63 w 6107"/>
                  <a:gd name="T17" fmla="*/ 3733 h 6213"/>
                  <a:gd name="T18" fmla="*/ 2 w 6107"/>
                  <a:gd name="T19" fmla="*/ 3234 h 6213"/>
                  <a:gd name="T20" fmla="*/ 24 w 6107"/>
                  <a:gd name="T21" fmla="*/ 2727 h 6213"/>
                  <a:gd name="T22" fmla="*/ 123 w 6107"/>
                  <a:gd name="T23" fmla="*/ 2241 h 6213"/>
                  <a:gd name="T24" fmla="*/ 295 w 6107"/>
                  <a:gd name="T25" fmla="*/ 1787 h 6213"/>
                  <a:gd name="T26" fmla="*/ 531 w 6107"/>
                  <a:gd name="T27" fmla="*/ 1370 h 6213"/>
                  <a:gd name="T28" fmla="*/ 828 w 6107"/>
                  <a:gd name="T29" fmla="*/ 997 h 6213"/>
                  <a:gd name="T30" fmla="*/ 1177 w 6107"/>
                  <a:gd name="T31" fmla="*/ 673 h 6213"/>
                  <a:gd name="T32" fmla="*/ 1574 w 6107"/>
                  <a:gd name="T33" fmla="*/ 404 h 6213"/>
                  <a:gd name="T34" fmla="*/ 2010 w 6107"/>
                  <a:gd name="T35" fmla="*/ 199 h 6213"/>
                  <a:gd name="T36" fmla="*/ 2481 w 6107"/>
                  <a:gd name="T37" fmla="*/ 63 h 6213"/>
                  <a:gd name="T38" fmla="*/ 2980 w 6107"/>
                  <a:gd name="T39" fmla="*/ 2 h 6213"/>
                  <a:gd name="T40" fmla="*/ 3338 w 6107"/>
                  <a:gd name="T41" fmla="*/ 9 h 6213"/>
                  <a:gd name="T42" fmla="*/ 3639 w 6107"/>
                  <a:gd name="T43" fmla="*/ 48 h 6213"/>
                  <a:gd name="T44" fmla="*/ 3929 w 6107"/>
                  <a:gd name="T45" fmla="*/ 118 h 6213"/>
                  <a:gd name="T46" fmla="*/ 4208 w 6107"/>
                  <a:gd name="T47" fmla="*/ 215 h 6213"/>
                  <a:gd name="T48" fmla="*/ 4473 w 6107"/>
                  <a:gd name="T49" fmla="*/ 340 h 6213"/>
                  <a:gd name="T50" fmla="*/ 4785 w 6107"/>
                  <a:gd name="T51" fmla="*/ 530 h 6213"/>
                  <a:gd name="T52" fmla="*/ 5071 w 6107"/>
                  <a:gd name="T53" fmla="*/ 757 h 6213"/>
                  <a:gd name="T54" fmla="*/ 5328 w 6107"/>
                  <a:gd name="T55" fmla="*/ 1017 h 6213"/>
                  <a:gd name="T56" fmla="*/ 5512 w 6107"/>
                  <a:gd name="T57" fmla="*/ 1248 h 6213"/>
                  <a:gd name="T58" fmla="*/ 5710 w 6107"/>
                  <a:gd name="T59" fmla="*/ 1560 h 6213"/>
                  <a:gd name="T60" fmla="*/ 5843 w 6107"/>
                  <a:gd name="T61" fmla="*/ 1827 h 6213"/>
                  <a:gd name="T62" fmla="*/ 5950 w 6107"/>
                  <a:gd name="T63" fmla="*/ 2109 h 6213"/>
                  <a:gd name="T64" fmla="*/ 6030 w 6107"/>
                  <a:gd name="T65" fmla="*/ 2404 h 6213"/>
                  <a:gd name="T66" fmla="*/ 6083 w 6107"/>
                  <a:gd name="T67" fmla="*/ 2711 h 6213"/>
                  <a:gd name="T68" fmla="*/ 6106 w 6107"/>
                  <a:gd name="T69" fmla="*/ 3025 h 6213"/>
                  <a:gd name="T70" fmla="*/ 6098 w 6107"/>
                  <a:gd name="T71" fmla="*/ 3346 h 6213"/>
                  <a:gd name="T72" fmla="*/ 6060 w 6107"/>
                  <a:gd name="T73" fmla="*/ 3657 h 6213"/>
                  <a:gd name="T74" fmla="*/ 5993 w 6107"/>
                  <a:gd name="T75" fmla="*/ 3957 h 6213"/>
                  <a:gd name="T76" fmla="*/ 5899 w 6107"/>
                  <a:gd name="T77" fmla="*/ 4245 h 6213"/>
                  <a:gd name="T78" fmla="*/ 5779 w 6107"/>
                  <a:gd name="T79" fmla="*/ 4521 h 6213"/>
                  <a:gd name="T80" fmla="*/ 5635 w 6107"/>
                  <a:gd name="T81" fmla="*/ 4781 h 6213"/>
                  <a:gd name="T82" fmla="*/ 5468 w 6107"/>
                  <a:gd name="T83" fmla="*/ 5024 h 6213"/>
                  <a:gd name="T84" fmla="*/ 5279 w 6107"/>
                  <a:gd name="T85" fmla="*/ 5250 h 6213"/>
                  <a:gd name="T86" fmla="*/ 5071 w 6107"/>
                  <a:gd name="T87" fmla="*/ 5455 h 6213"/>
                  <a:gd name="T88" fmla="*/ 4844 w 6107"/>
                  <a:gd name="T89" fmla="*/ 5640 h 6213"/>
                  <a:gd name="T90" fmla="*/ 4537 w 6107"/>
                  <a:gd name="T91" fmla="*/ 5839 h 6213"/>
                  <a:gd name="T92" fmla="*/ 4276 w 6107"/>
                  <a:gd name="T93" fmla="*/ 5969 h 6213"/>
                  <a:gd name="T94" fmla="*/ 3999 w 6107"/>
                  <a:gd name="T95" fmla="*/ 6074 h 6213"/>
                  <a:gd name="T96" fmla="*/ 3713 w 6107"/>
                  <a:gd name="T97" fmla="*/ 6150 h 6213"/>
                  <a:gd name="T98" fmla="*/ 3414 w 6107"/>
                  <a:gd name="T99" fmla="*/ 6197 h 6213"/>
                  <a:gd name="T100" fmla="*/ 3108 w 6107"/>
                  <a:gd name="T101" fmla="*/ 6213 h 6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6107" h="6213">
                    <a:moveTo>
                      <a:pt x="3108" y="6213"/>
                    </a:moveTo>
                    <a:lnTo>
                      <a:pt x="2980" y="6211"/>
                    </a:lnTo>
                    <a:lnTo>
                      <a:pt x="2852" y="6203"/>
                    </a:lnTo>
                    <a:lnTo>
                      <a:pt x="2727" y="6190"/>
                    </a:lnTo>
                    <a:lnTo>
                      <a:pt x="2603" y="6171"/>
                    </a:lnTo>
                    <a:lnTo>
                      <a:pt x="2481" y="6150"/>
                    </a:lnTo>
                    <a:lnTo>
                      <a:pt x="2361" y="6122"/>
                    </a:lnTo>
                    <a:lnTo>
                      <a:pt x="2242" y="6091"/>
                    </a:lnTo>
                    <a:lnTo>
                      <a:pt x="2125" y="6054"/>
                    </a:lnTo>
                    <a:lnTo>
                      <a:pt x="2010" y="6014"/>
                    </a:lnTo>
                    <a:lnTo>
                      <a:pt x="1898" y="5969"/>
                    </a:lnTo>
                    <a:lnTo>
                      <a:pt x="1788" y="5919"/>
                    </a:lnTo>
                    <a:lnTo>
                      <a:pt x="1680" y="5866"/>
                    </a:lnTo>
                    <a:lnTo>
                      <a:pt x="1574" y="5809"/>
                    </a:lnTo>
                    <a:lnTo>
                      <a:pt x="1471" y="5747"/>
                    </a:lnTo>
                    <a:lnTo>
                      <a:pt x="1371" y="5683"/>
                    </a:lnTo>
                    <a:lnTo>
                      <a:pt x="1273" y="5614"/>
                    </a:lnTo>
                    <a:lnTo>
                      <a:pt x="1177" y="5541"/>
                    </a:lnTo>
                    <a:lnTo>
                      <a:pt x="1085" y="5465"/>
                    </a:lnTo>
                    <a:lnTo>
                      <a:pt x="996" y="5386"/>
                    </a:lnTo>
                    <a:lnTo>
                      <a:pt x="911" y="5303"/>
                    </a:lnTo>
                    <a:lnTo>
                      <a:pt x="828" y="5216"/>
                    </a:lnTo>
                    <a:lnTo>
                      <a:pt x="749" y="5128"/>
                    </a:lnTo>
                    <a:lnTo>
                      <a:pt x="673" y="5037"/>
                    </a:lnTo>
                    <a:lnTo>
                      <a:pt x="600" y="4941"/>
                    </a:lnTo>
                    <a:lnTo>
                      <a:pt x="531" y="4843"/>
                    </a:lnTo>
                    <a:lnTo>
                      <a:pt x="467" y="4743"/>
                    </a:lnTo>
                    <a:lnTo>
                      <a:pt x="406" y="4640"/>
                    </a:lnTo>
                    <a:lnTo>
                      <a:pt x="348" y="4534"/>
                    </a:lnTo>
                    <a:lnTo>
                      <a:pt x="295" y="4426"/>
                    </a:lnTo>
                    <a:lnTo>
                      <a:pt x="245" y="4316"/>
                    </a:lnTo>
                    <a:lnTo>
                      <a:pt x="200" y="4204"/>
                    </a:lnTo>
                    <a:lnTo>
                      <a:pt x="159" y="4089"/>
                    </a:lnTo>
                    <a:lnTo>
                      <a:pt x="123" y="3972"/>
                    </a:lnTo>
                    <a:lnTo>
                      <a:pt x="91" y="3854"/>
                    </a:lnTo>
                    <a:lnTo>
                      <a:pt x="63" y="3733"/>
                    </a:lnTo>
                    <a:lnTo>
                      <a:pt x="42" y="3610"/>
                    </a:lnTo>
                    <a:lnTo>
                      <a:pt x="24" y="3487"/>
                    </a:lnTo>
                    <a:lnTo>
                      <a:pt x="10" y="3362"/>
                    </a:lnTo>
                    <a:lnTo>
                      <a:pt x="2" y="3234"/>
                    </a:lnTo>
                    <a:lnTo>
                      <a:pt x="0" y="3106"/>
                    </a:lnTo>
                    <a:lnTo>
                      <a:pt x="2" y="2978"/>
                    </a:lnTo>
                    <a:lnTo>
                      <a:pt x="10" y="2852"/>
                    </a:lnTo>
                    <a:lnTo>
                      <a:pt x="24" y="2727"/>
                    </a:lnTo>
                    <a:lnTo>
                      <a:pt x="42" y="2602"/>
                    </a:lnTo>
                    <a:lnTo>
                      <a:pt x="63" y="2480"/>
                    </a:lnTo>
                    <a:lnTo>
                      <a:pt x="91" y="2361"/>
                    </a:lnTo>
                    <a:lnTo>
                      <a:pt x="123" y="2241"/>
                    </a:lnTo>
                    <a:lnTo>
                      <a:pt x="159" y="2124"/>
                    </a:lnTo>
                    <a:lnTo>
                      <a:pt x="200" y="2009"/>
                    </a:lnTo>
                    <a:lnTo>
                      <a:pt x="245" y="1897"/>
                    </a:lnTo>
                    <a:lnTo>
                      <a:pt x="295" y="1787"/>
                    </a:lnTo>
                    <a:lnTo>
                      <a:pt x="348" y="1680"/>
                    </a:lnTo>
                    <a:lnTo>
                      <a:pt x="406" y="1574"/>
                    </a:lnTo>
                    <a:lnTo>
                      <a:pt x="467" y="1471"/>
                    </a:lnTo>
                    <a:lnTo>
                      <a:pt x="531" y="1370"/>
                    </a:lnTo>
                    <a:lnTo>
                      <a:pt x="600" y="1272"/>
                    </a:lnTo>
                    <a:lnTo>
                      <a:pt x="673" y="1177"/>
                    </a:lnTo>
                    <a:lnTo>
                      <a:pt x="749" y="1085"/>
                    </a:lnTo>
                    <a:lnTo>
                      <a:pt x="828" y="997"/>
                    </a:lnTo>
                    <a:lnTo>
                      <a:pt x="910" y="910"/>
                    </a:lnTo>
                    <a:lnTo>
                      <a:pt x="996" y="828"/>
                    </a:lnTo>
                    <a:lnTo>
                      <a:pt x="1085" y="749"/>
                    </a:lnTo>
                    <a:lnTo>
                      <a:pt x="1177" y="673"/>
                    </a:lnTo>
                    <a:lnTo>
                      <a:pt x="1273" y="600"/>
                    </a:lnTo>
                    <a:lnTo>
                      <a:pt x="1371" y="531"/>
                    </a:lnTo>
                    <a:lnTo>
                      <a:pt x="1471" y="465"/>
                    </a:lnTo>
                    <a:lnTo>
                      <a:pt x="1574" y="404"/>
                    </a:lnTo>
                    <a:lnTo>
                      <a:pt x="1680" y="347"/>
                    </a:lnTo>
                    <a:lnTo>
                      <a:pt x="1788" y="294"/>
                    </a:lnTo>
                    <a:lnTo>
                      <a:pt x="1898" y="244"/>
                    </a:lnTo>
                    <a:lnTo>
                      <a:pt x="2010" y="199"/>
                    </a:lnTo>
                    <a:lnTo>
                      <a:pt x="2125" y="159"/>
                    </a:lnTo>
                    <a:lnTo>
                      <a:pt x="2242" y="122"/>
                    </a:lnTo>
                    <a:lnTo>
                      <a:pt x="2360" y="91"/>
                    </a:lnTo>
                    <a:lnTo>
                      <a:pt x="2481" y="63"/>
                    </a:lnTo>
                    <a:lnTo>
                      <a:pt x="2603" y="42"/>
                    </a:lnTo>
                    <a:lnTo>
                      <a:pt x="2727" y="23"/>
                    </a:lnTo>
                    <a:lnTo>
                      <a:pt x="2852" y="10"/>
                    </a:lnTo>
                    <a:lnTo>
                      <a:pt x="2980" y="2"/>
                    </a:lnTo>
                    <a:lnTo>
                      <a:pt x="3108" y="0"/>
                    </a:lnTo>
                    <a:lnTo>
                      <a:pt x="3185" y="1"/>
                    </a:lnTo>
                    <a:lnTo>
                      <a:pt x="3262" y="5"/>
                    </a:lnTo>
                    <a:lnTo>
                      <a:pt x="3338" y="9"/>
                    </a:lnTo>
                    <a:lnTo>
                      <a:pt x="3414" y="16"/>
                    </a:lnTo>
                    <a:lnTo>
                      <a:pt x="3490" y="25"/>
                    </a:lnTo>
                    <a:lnTo>
                      <a:pt x="3565" y="36"/>
                    </a:lnTo>
                    <a:lnTo>
                      <a:pt x="3639" y="48"/>
                    </a:lnTo>
                    <a:lnTo>
                      <a:pt x="3713" y="63"/>
                    </a:lnTo>
                    <a:lnTo>
                      <a:pt x="3785" y="80"/>
                    </a:lnTo>
                    <a:lnTo>
                      <a:pt x="3858" y="98"/>
                    </a:lnTo>
                    <a:lnTo>
                      <a:pt x="3929" y="118"/>
                    </a:lnTo>
                    <a:lnTo>
                      <a:pt x="3999" y="139"/>
                    </a:lnTo>
                    <a:lnTo>
                      <a:pt x="4070" y="164"/>
                    </a:lnTo>
                    <a:lnTo>
                      <a:pt x="4139" y="189"/>
                    </a:lnTo>
                    <a:lnTo>
                      <a:pt x="4208" y="215"/>
                    </a:lnTo>
                    <a:lnTo>
                      <a:pt x="4276" y="244"/>
                    </a:lnTo>
                    <a:lnTo>
                      <a:pt x="4343" y="274"/>
                    </a:lnTo>
                    <a:lnTo>
                      <a:pt x="4408" y="307"/>
                    </a:lnTo>
                    <a:lnTo>
                      <a:pt x="4473" y="340"/>
                    </a:lnTo>
                    <a:lnTo>
                      <a:pt x="4537" y="374"/>
                    </a:lnTo>
                    <a:lnTo>
                      <a:pt x="4601" y="411"/>
                    </a:lnTo>
                    <a:lnTo>
                      <a:pt x="4663" y="449"/>
                    </a:lnTo>
                    <a:lnTo>
                      <a:pt x="4785" y="530"/>
                    </a:lnTo>
                    <a:lnTo>
                      <a:pt x="4844" y="573"/>
                    </a:lnTo>
                    <a:lnTo>
                      <a:pt x="4903" y="618"/>
                    </a:lnTo>
                    <a:lnTo>
                      <a:pt x="4960" y="662"/>
                    </a:lnTo>
                    <a:lnTo>
                      <a:pt x="5071" y="757"/>
                    </a:lnTo>
                    <a:lnTo>
                      <a:pt x="5125" y="806"/>
                    </a:lnTo>
                    <a:lnTo>
                      <a:pt x="5178" y="857"/>
                    </a:lnTo>
                    <a:lnTo>
                      <a:pt x="5279" y="963"/>
                    </a:lnTo>
                    <a:lnTo>
                      <a:pt x="5328" y="1017"/>
                    </a:lnTo>
                    <a:lnTo>
                      <a:pt x="5376" y="1074"/>
                    </a:lnTo>
                    <a:lnTo>
                      <a:pt x="5422" y="1130"/>
                    </a:lnTo>
                    <a:lnTo>
                      <a:pt x="5468" y="1189"/>
                    </a:lnTo>
                    <a:lnTo>
                      <a:pt x="5512" y="1248"/>
                    </a:lnTo>
                    <a:lnTo>
                      <a:pt x="5555" y="1308"/>
                    </a:lnTo>
                    <a:lnTo>
                      <a:pt x="5635" y="1432"/>
                    </a:lnTo>
                    <a:lnTo>
                      <a:pt x="5673" y="1495"/>
                    </a:lnTo>
                    <a:lnTo>
                      <a:pt x="5710" y="1560"/>
                    </a:lnTo>
                    <a:lnTo>
                      <a:pt x="5746" y="1626"/>
                    </a:lnTo>
                    <a:lnTo>
                      <a:pt x="5779" y="1692"/>
                    </a:lnTo>
                    <a:lnTo>
                      <a:pt x="5811" y="1759"/>
                    </a:lnTo>
                    <a:lnTo>
                      <a:pt x="5843" y="1827"/>
                    </a:lnTo>
                    <a:lnTo>
                      <a:pt x="5871" y="1897"/>
                    </a:lnTo>
                    <a:lnTo>
                      <a:pt x="5899" y="1967"/>
                    </a:lnTo>
                    <a:lnTo>
                      <a:pt x="5925" y="2038"/>
                    </a:lnTo>
                    <a:lnTo>
                      <a:pt x="5950" y="2109"/>
                    </a:lnTo>
                    <a:lnTo>
                      <a:pt x="5973" y="2182"/>
                    </a:lnTo>
                    <a:lnTo>
                      <a:pt x="5993" y="2256"/>
                    </a:lnTo>
                    <a:lnTo>
                      <a:pt x="6013" y="2329"/>
                    </a:lnTo>
                    <a:lnTo>
                      <a:pt x="6030" y="2404"/>
                    </a:lnTo>
                    <a:lnTo>
                      <a:pt x="6046" y="2480"/>
                    </a:lnTo>
                    <a:lnTo>
                      <a:pt x="6060" y="2556"/>
                    </a:lnTo>
                    <a:lnTo>
                      <a:pt x="6073" y="2632"/>
                    </a:lnTo>
                    <a:lnTo>
                      <a:pt x="6083" y="2711"/>
                    </a:lnTo>
                    <a:lnTo>
                      <a:pt x="6092" y="2788"/>
                    </a:lnTo>
                    <a:lnTo>
                      <a:pt x="6098" y="2867"/>
                    </a:lnTo>
                    <a:lnTo>
                      <a:pt x="6104" y="2946"/>
                    </a:lnTo>
                    <a:lnTo>
                      <a:pt x="6106" y="3025"/>
                    </a:lnTo>
                    <a:lnTo>
                      <a:pt x="6107" y="3106"/>
                    </a:lnTo>
                    <a:lnTo>
                      <a:pt x="6106" y="3187"/>
                    </a:lnTo>
                    <a:lnTo>
                      <a:pt x="6104" y="3266"/>
                    </a:lnTo>
                    <a:lnTo>
                      <a:pt x="6098" y="3346"/>
                    </a:lnTo>
                    <a:lnTo>
                      <a:pt x="6092" y="3424"/>
                    </a:lnTo>
                    <a:lnTo>
                      <a:pt x="6083" y="3502"/>
                    </a:lnTo>
                    <a:lnTo>
                      <a:pt x="6073" y="3579"/>
                    </a:lnTo>
                    <a:lnTo>
                      <a:pt x="6060" y="3657"/>
                    </a:lnTo>
                    <a:lnTo>
                      <a:pt x="6046" y="3733"/>
                    </a:lnTo>
                    <a:lnTo>
                      <a:pt x="6030" y="3807"/>
                    </a:lnTo>
                    <a:lnTo>
                      <a:pt x="6013" y="3882"/>
                    </a:lnTo>
                    <a:lnTo>
                      <a:pt x="5993" y="3957"/>
                    </a:lnTo>
                    <a:lnTo>
                      <a:pt x="5973" y="4030"/>
                    </a:lnTo>
                    <a:lnTo>
                      <a:pt x="5950" y="4102"/>
                    </a:lnTo>
                    <a:lnTo>
                      <a:pt x="5925" y="4175"/>
                    </a:lnTo>
                    <a:lnTo>
                      <a:pt x="5899" y="4245"/>
                    </a:lnTo>
                    <a:lnTo>
                      <a:pt x="5871" y="4316"/>
                    </a:lnTo>
                    <a:lnTo>
                      <a:pt x="5843" y="4385"/>
                    </a:lnTo>
                    <a:lnTo>
                      <a:pt x="5811" y="4453"/>
                    </a:lnTo>
                    <a:lnTo>
                      <a:pt x="5779" y="4521"/>
                    </a:lnTo>
                    <a:lnTo>
                      <a:pt x="5746" y="4587"/>
                    </a:lnTo>
                    <a:lnTo>
                      <a:pt x="5710" y="4653"/>
                    </a:lnTo>
                    <a:lnTo>
                      <a:pt x="5673" y="4718"/>
                    </a:lnTo>
                    <a:lnTo>
                      <a:pt x="5635" y="4781"/>
                    </a:lnTo>
                    <a:lnTo>
                      <a:pt x="5595" y="4843"/>
                    </a:lnTo>
                    <a:lnTo>
                      <a:pt x="5555" y="4904"/>
                    </a:lnTo>
                    <a:lnTo>
                      <a:pt x="5512" y="4965"/>
                    </a:lnTo>
                    <a:lnTo>
                      <a:pt x="5468" y="5024"/>
                    </a:lnTo>
                    <a:lnTo>
                      <a:pt x="5422" y="5083"/>
                    </a:lnTo>
                    <a:lnTo>
                      <a:pt x="5376" y="5139"/>
                    </a:lnTo>
                    <a:lnTo>
                      <a:pt x="5328" y="5196"/>
                    </a:lnTo>
                    <a:lnTo>
                      <a:pt x="5279" y="5250"/>
                    </a:lnTo>
                    <a:lnTo>
                      <a:pt x="5229" y="5303"/>
                    </a:lnTo>
                    <a:lnTo>
                      <a:pt x="5178" y="5355"/>
                    </a:lnTo>
                    <a:lnTo>
                      <a:pt x="5125" y="5406"/>
                    </a:lnTo>
                    <a:lnTo>
                      <a:pt x="5071" y="5455"/>
                    </a:lnTo>
                    <a:lnTo>
                      <a:pt x="5015" y="5503"/>
                    </a:lnTo>
                    <a:lnTo>
                      <a:pt x="4960" y="5551"/>
                    </a:lnTo>
                    <a:lnTo>
                      <a:pt x="4903" y="5595"/>
                    </a:lnTo>
                    <a:lnTo>
                      <a:pt x="4844" y="5640"/>
                    </a:lnTo>
                    <a:lnTo>
                      <a:pt x="4785" y="5683"/>
                    </a:lnTo>
                    <a:lnTo>
                      <a:pt x="4663" y="5764"/>
                    </a:lnTo>
                    <a:lnTo>
                      <a:pt x="4601" y="5802"/>
                    </a:lnTo>
                    <a:lnTo>
                      <a:pt x="4537" y="5839"/>
                    </a:lnTo>
                    <a:lnTo>
                      <a:pt x="4473" y="5873"/>
                    </a:lnTo>
                    <a:lnTo>
                      <a:pt x="4408" y="5906"/>
                    </a:lnTo>
                    <a:lnTo>
                      <a:pt x="4343" y="5939"/>
                    </a:lnTo>
                    <a:lnTo>
                      <a:pt x="4276" y="5969"/>
                    </a:lnTo>
                    <a:lnTo>
                      <a:pt x="4208" y="5997"/>
                    </a:lnTo>
                    <a:lnTo>
                      <a:pt x="4139" y="6024"/>
                    </a:lnTo>
                    <a:lnTo>
                      <a:pt x="4070" y="6049"/>
                    </a:lnTo>
                    <a:lnTo>
                      <a:pt x="3999" y="6074"/>
                    </a:lnTo>
                    <a:lnTo>
                      <a:pt x="3929" y="6095"/>
                    </a:lnTo>
                    <a:lnTo>
                      <a:pt x="3858" y="6115"/>
                    </a:lnTo>
                    <a:lnTo>
                      <a:pt x="3785" y="6133"/>
                    </a:lnTo>
                    <a:lnTo>
                      <a:pt x="3713" y="6150"/>
                    </a:lnTo>
                    <a:lnTo>
                      <a:pt x="3639" y="6165"/>
                    </a:lnTo>
                    <a:lnTo>
                      <a:pt x="3565" y="6177"/>
                    </a:lnTo>
                    <a:lnTo>
                      <a:pt x="3490" y="6188"/>
                    </a:lnTo>
                    <a:lnTo>
                      <a:pt x="3414" y="6197"/>
                    </a:lnTo>
                    <a:lnTo>
                      <a:pt x="3338" y="6204"/>
                    </a:lnTo>
                    <a:lnTo>
                      <a:pt x="3262" y="6208"/>
                    </a:lnTo>
                    <a:lnTo>
                      <a:pt x="3185" y="6212"/>
                    </a:lnTo>
                    <a:lnTo>
                      <a:pt x="3108" y="6213"/>
                    </a:lnTo>
                    <a:close/>
                  </a:path>
                </a:pathLst>
              </a:custGeom>
              <a:solidFill>
                <a:srgbClr val="00CD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64" name="Freeform 90"/>
              <p:cNvSpPr>
                <a:spLocks/>
              </p:cNvSpPr>
              <p:nvPr/>
            </p:nvSpPr>
            <p:spPr bwMode="auto">
              <a:xfrm>
                <a:off x="673" y="197"/>
                <a:ext cx="3054" cy="3106"/>
              </a:xfrm>
              <a:custGeom>
                <a:avLst/>
                <a:gdLst>
                  <a:gd name="T0" fmla="*/ 5316 w 6107"/>
                  <a:gd name="T1" fmla="*/ 1013 h 6213"/>
                  <a:gd name="T2" fmla="*/ 5176 w 6107"/>
                  <a:gd name="T3" fmla="*/ 893 h 6213"/>
                  <a:gd name="T4" fmla="*/ 4916 w 6107"/>
                  <a:gd name="T5" fmla="*/ 699 h 6213"/>
                  <a:gd name="T6" fmla="*/ 4378 w 6107"/>
                  <a:gd name="T7" fmla="*/ 404 h 6213"/>
                  <a:gd name="T8" fmla="*/ 4056 w 6107"/>
                  <a:gd name="T9" fmla="*/ 316 h 6213"/>
                  <a:gd name="T10" fmla="*/ 3740 w 6107"/>
                  <a:gd name="T11" fmla="*/ 323 h 6213"/>
                  <a:gd name="T12" fmla="*/ 3453 w 6107"/>
                  <a:gd name="T13" fmla="*/ 460 h 6213"/>
                  <a:gd name="T14" fmla="*/ 3214 w 6107"/>
                  <a:gd name="T15" fmla="*/ 763 h 6213"/>
                  <a:gd name="T16" fmla="*/ 3092 w 6107"/>
                  <a:gd name="T17" fmla="*/ 1075 h 6213"/>
                  <a:gd name="T18" fmla="*/ 3024 w 6107"/>
                  <a:gd name="T19" fmla="*/ 1373 h 6213"/>
                  <a:gd name="T20" fmla="*/ 2980 w 6107"/>
                  <a:gd name="T21" fmla="*/ 1733 h 6213"/>
                  <a:gd name="T22" fmla="*/ 2980 w 6107"/>
                  <a:gd name="T23" fmla="*/ 2145 h 6213"/>
                  <a:gd name="T24" fmla="*/ 3078 w 6107"/>
                  <a:gd name="T25" fmla="*/ 2498 h 6213"/>
                  <a:gd name="T26" fmla="*/ 3262 w 6107"/>
                  <a:gd name="T27" fmla="*/ 2774 h 6213"/>
                  <a:gd name="T28" fmla="*/ 3513 w 6107"/>
                  <a:gd name="T29" fmla="*/ 2980 h 6213"/>
                  <a:gd name="T30" fmla="*/ 3866 w 6107"/>
                  <a:gd name="T31" fmla="*/ 3140 h 6213"/>
                  <a:gd name="T32" fmla="*/ 4367 w 6107"/>
                  <a:gd name="T33" fmla="*/ 3235 h 6213"/>
                  <a:gd name="T34" fmla="*/ 5017 w 6107"/>
                  <a:gd name="T35" fmla="*/ 3193 h 6213"/>
                  <a:gd name="T36" fmla="*/ 5331 w 6107"/>
                  <a:gd name="T37" fmla="*/ 3098 h 6213"/>
                  <a:gd name="T38" fmla="*/ 5535 w 6107"/>
                  <a:gd name="T39" fmla="*/ 2983 h 6213"/>
                  <a:gd name="T40" fmla="*/ 5740 w 6107"/>
                  <a:gd name="T41" fmla="*/ 2751 h 6213"/>
                  <a:gd name="T42" fmla="*/ 5852 w 6107"/>
                  <a:gd name="T43" fmla="*/ 2464 h 6213"/>
                  <a:gd name="T44" fmla="*/ 5869 w 6107"/>
                  <a:gd name="T45" fmla="*/ 2155 h 6213"/>
                  <a:gd name="T46" fmla="*/ 5808 w 6107"/>
                  <a:gd name="T47" fmla="*/ 1841 h 6213"/>
                  <a:gd name="T48" fmla="*/ 5670 w 6107"/>
                  <a:gd name="T49" fmla="*/ 1491 h 6213"/>
                  <a:gd name="T50" fmla="*/ 5944 w 6107"/>
                  <a:gd name="T51" fmla="*/ 2092 h 6213"/>
                  <a:gd name="T52" fmla="*/ 6089 w 6107"/>
                  <a:gd name="T53" fmla="*/ 2756 h 6213"/>
                  <a:gd name="T54" fmla="*/ 6098 w 6107"/>
                  <a:gd name="T55" fmla="*/ 3346 h 6213"/>
                  <a:gd name="T56" fmla="*/ 6030 w 6107"/>
                  <a:gd name="T57" fmla="*/ 3807 h 6213"/>
                  <a:gd name="T58" fmla="*/ 5899 w 6107"/>
                  <a:gd name="T59" fmla="*/ 4245 h 6213"/>
                  <a:gd name="T60" fmla="*/ 5710 w 6107"/>
                  <a:gd name="T61" fmla="*/ 4653 h 6213"/>
                  <a:gd name="T62" fmla="*/ 5468 w 6107"/>
                  <a:gd name="T63" fmla="*/ 5024 h 6213"/>
                  <a:gd name="T64" fmla="*/ 5178 w 6107"/>
                  <a:gd name="T65" fmla="*/ 5355 h 6213"/>
                  <a:gd name="T66" fmla="*/ 4844 w 6107"/>
                  <a:gd name="T67" fmla="*/ 5640 h 6213"/>
                  <a:gd name="T68" fmla="*/ 4408 w 6107"/>
                  <a:gd name="T69" fmla="*/ 5906 h 6213"/>
                  <a:gd name="T70" fmla="*/ 3999 w 6107"/>
                  <a:gd name="T71" fmla="*/ 6074 h 6213"/>
                  <a:gd name="T72" fmla="*/ 3565 w 6107"/>
                  <a:gd name="T73" fmla="*/ 6177 h 6213"/>
                  <a:gd name="T74" fmla="*/ 3108 w 6107"/>
                  <a:gd name="T75" fmla="*/ 6213 h 6213"/>
                  <a:gd name="T76" fmla="*/ 2361 w 6107"/>
                  <a:gd name="T77" fmla="*/ 6122 h 6213"/>
                  <a:gd name="T78" fmla="*/ 1680 w 6107"/>
                  <a:gd name="T79" fmla="*/ 5866 h 6213"/>
                  <a:gd name="T80" fmla="*/ 1085 w 6107"/>
                  <a:gd name="T81" fmla="*/ 5465 h 6213"/>
                  <a:gd name="T82" fmla="*/ 600 w 6107"/>
                  <a:gd name="T83" fmla="*/ 4941 h 6213"/>
                  <a:gd name="T84" fmla="*/ 245 w 6107"/>
                  <a:gd name="T85" fmla="*/ 4316 h 6213"/>
                  <a:gd name="T86" fmla="*/ 42 w 6107"/>
                  <a:gd name="T87" fmla="*/ 3610 h 6213"/>
                  <a:gd name="T88" fmla="*/ 10 w 6107"/>
                  <a:gd name="T89" fmla="*/ 2852 h 6213"/>
                  <a:gd name="T90" fmla="*/ 159 w 6107"/>
                  <a:gd name="T91" fmla="*/ 2124 h 6213"/>
                  <a:gd name="T92" fmla="*/ 467 w 6107"/>
                  <a:gd name="T93" fmla="*/ 1471 h 6213"/>
                  <a:gd name="T94" fmla="*/ 910 w 6107"/>
                  <a:gd name="T95" fmla="*/ 910 h 6213"/>
                  <a:gd name="T96" fmla="*/ 1471 w 6107"/>
                  <a:gd name="T97" fmla="*/ 465 h 6213"/>
                  <a:gd name="T98" fmla="*/ 2125 w 6107"/>
                  <a:gd name="T99" fmla="*/ 159 h 6213"/>
                  <a:gd name="T100" fmla="*/ 2852 w 6107"/>
                  <a:gd name="T101" fmla="*/ 10 h 6213"/>
                  <a:gd name="T102" fmla="*/ 3440 w 6107"/>
                  <a:gd name="T103" fmla="*/ 18 h 6213"/>
                  <a:gd name="T104" fmla="*/ 3917 w 6107"/>
                  <a:gd name="T105" fmla="*/ 114 h 6213"/>
                  <a:gd name="T106" fmla="*/ 4363 w 6107"/>
                  <a:gd name="T107" fmla="*/ 285 h 6213"/>
                  <a:gd name="T108" fmla="*/ 4774 w 6107"/>
                  <a:gd name="T109" fmla="*/ 523 h 6213"/>
                  <a:gd name="T110" fmla="*/ 5141 w 6107"/>
                  <a:gd name="T111" fmla="*/ 823 h 6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6107" h="6213">
                    <a:moveTo>
                      <a:pt x="5359" y="1053"/>
                    </a:moveTo>
                    <a:lnTo>
                      <a:pt x="5356" y="1051"/>
                    </a:lnTo>
                    <a:lnTo>
                      <a:pt x="5351" y="1045"/>
                    </a:lnTo>
                    <a:lnTo>
                      <a:pt x="5341" y="1037"/>
                    </a:lnTo>
                    <a:lnTo>
                      <a:pt x="5330" y="1027"/>
                    </a:lnTo>
                    <a:lnTo>
                      <a:pt x="5316" y="1013"/>
                    </a:lnTo>
                    <a:lnTo>
                      <a:pt x="5299" y="998"/>
                    </a:lnTo>
                    <a:lnTo>
                      <a:pt x="5279" y="980"/>
                    </a:lnTo>
                    <a:lnTo>
                      <a:pt x="5256" y="961"/>
                    </a:lnTo>
                    <a:lnTo>
                      <a:pt x="5232" y="940"/>
                    </a:lnTo>
                    <a:lnTo>
                      <a:pt x="5204" y="917"/>
                    </a:lnTo>
                    <a:lnTo>
                      <a:pt x="5176" y="893"/>
                    </a:lnTo>
                    <a:lnTo>
                      <a:pt x="5144" y="868"/>
                    </a:lnTo>
                    <a:lnTo>
                      <a:pt x="5111" y="842"/>
                    </a:lnTo>
                    <a:lnTo>
                      <a:pt x="5075" y="815"/>
                    </a:lnTo>
                    <a:lnTo>
                      <a:pt x="5038" y="787"/>
                    </a:lnTo>
                    <a:lnTo>
                      <a:pt x="4999" y="758"/>
                    </a:lnTo>
                    <a:lnTo>
                      <a:pt x="4916" y="699"/>
                    </a:lnTo>
                    <a:lnTo>
                      <a:pt x="4828" y="641"/>
                    </a:lnTo>
                    <a:lnTo>
                      <a:pt x="4734" y="583"/>
                    </a:lnTo>
                    <a:lnTo>
                      <a:pt x="4636" y="527"/>
                    </a:lnTo>
                    <a:lnTo>
                      <a:pt x="4535" y="475"/>
                    </a:lnTo>
                    <a:lnTo>
                      <a:pt x="4430" y="426"/>
                    </a:lnTo>
                    <a:lnTo>
                      <a:pt x="4378" y="404"/>
                    </a:lnTo>
                    <a:lnTo>
                      <a:pt x="4324" y="385"/>
                    </a:lnTo>
                    <a:lnTo>
                      <a:pt x="4271" y="366"/>
                    </a:lnTo>
                    <a:lnTo>
                      <a:pt x="4217" y="350"/>
                    </a:lnTo>
                    <a:lnTo>
                      <a:pt x="4164" y="336"/>
                    </a:lnTo>
                    <a:lnTo>
                      <a:pt x="4110" y="325"/>
                    </a:lnTo>
                    <a:lnTo>
                      <a:pt x="4056" y="316"/>
                    </a:lnTo>
                    <a:lnTo>
                      <a:pt x="4003" y="310"/>
                    </a:lnTo>
                    <a:lnTo>
                      <a:pt x="3949" y="305"/>
                    </a:lnTo>
                    <a:lnTo>
                      <a:pt x="3896" y="305"/>
                    </a:lnTo>
                    <a:lnTo>
                      <a:pt x="3844" y="308"/>
                    </a:lnTo>
                    <a:lnTo>
                      <a:pt x="3792" y="313"/>
                    </a:lnTo>
                    <a:lnTo>
                      <a:pt x="3740" y="323"/>
                    </a:lnTo>
                    <a:lnTo>
                      <a:pt x="3691" y="335"/>
                    </a:lnTo>
                    <a:lnTo>
                      <a:pt x="3641" y="353"/>
                    </a:lnTo>
                    <a:lnTo>
                      <a:pt x="3592" y="373"/>
                    </a:lnTo>
                    <a:lnTo>
                      <a:pt x="3544" y="398"/>
                    </a:lnTo>
                    <a:lnTo>
                      <a:pt x="3498" y="426"/>
                    </a:lnTo>
                    <a:lnTo>
                      <a:pt x="3453" y="460"/>
                    </a:lnTo>
                    <a:lnTo>
                      <a:pt x="3410" y="498"/>
                    </a:lnTo>
                    <a:lnTo>
                      <a:pt x="3367" y="542"/>
                    </a:lnTo>
                    <a:lnTo>
                      <a:pt x="3327" y="589"/>
                    </a:lnTo>
                    <a:lnTo>
                      <a:pt x="3288" y="642"/>
                    </a:lnTo>
                    <a:lnTo>
                      <a:pt x="3250" y="699"/>
                    </a:lnTo>
                    <a:lnTo>
                      <a:pt x="3214" y="763"/>
                    </a:lnTo>
                    <a:lnTo>
                      <a:pt x="3180" y="832"/>
                    </a:lnTo>
                    <a:lnTo>
                      <a:pt x="3148" y="907"/>
                    </a:lnTo>
                    <a:lnTo>
                      <a:pt x="3133" y="947"/>
                    </a:lnTo>
                    <a:lnTo>
                      <a:pt x="3119" y="988"/>
                    </a:lnTo>
                    <a:lnTo>
                      <a:pt x="3106" y="1031"/>
                    </a:lnTo>
                    <a:lnTo>
                      <a:pt x="3092" y="1075"/>
                    </a:lnTo>
                    <a:lnTo>
                      <a:pt x="3079" y="1121"/>
                    </a:lnTo>
                    <a:lnTo>
                      <a:pt x="3066" y="1168"/>
                    </a:lnTo>
                    <a:lnTo>
                      <a:pt x="3055" y="1217"/>
                    </a:lnTo>
                    <a:lnTo>
                      <a:pt x="3045" y="1267"/>
                    </a:lnTo>
                    <a:lnTo>
                      <a:pt x="3034" y="1319"/>
                    </a:lnTo>
                    <a:lnTo>
                      <a:pt x="3024" y="1373"/>
                    </a:lnTo>
                    <a:lnTo>
                      <a:pt x="3015" y="1429"/>
                    </a:lnTo>
                    <a:lnTo>
                      <a:pt x="3007" y="1486"/>
                    </a:lnTo>
                    <a:lnTo>
                      <a:pt x="2998" y="1545"/>
                    </a:lnTo>
                    <a:lnTo>
                      <a:pt x="2992" y="1606"/>
                    </a:lnTo>
                    <a:lnTo>
                      <a:pt x="2986" y="1668"/>
                    </a:lnTo>
                    <a:lnTo>
                      <a:pt x="2980" y="1733"/>
                    </a:lnTo>
                    <a:lnTo>
                      <a:pt x="2975" y="1798"/>
                    </a:lnTo>
                    <a:lnTo>
                      <a:pt x="2971" y="1866"/>
                    </a:lnTo>
                    <a:lnTo>
                      <a:pt x="2969" y="1940"/>
                    </a:lnTo>
                    <a:lnTo>
                      <a:pt x="2969" y="2010"/>
                    </a:lnTo>
                    <a:lnTo>
                      <a:pt x="2973" y="2079"/>
                    </a:lnTo>
                    <a:lnTo>
                      <a:pt x="2980" y="2145"/>
                    </a:lnTo>
                    <a:lnTo>
                      <a:pt x="2989" y="2210"/>
                    </a:lnTo>
                    <a:lnTo>
                      <a:pt x="3002" y="2272"/>
                    </a:lnTo>
                    <a:lnTo>
                      <a:pt x="3017" y="2332"/>
                    </a:lnTo>
                    <a:lnTo>
                      <a:pt x="3034" y="2388"/>
                    </a:lnTo>
                    <a:lnTo>
                      <a:pt x="3055" y="2445"/>
                    </a:lnTo>
                    <a:lnTo>
                      <a:pt x="3078" y="2498"/>
                    </a:lnTo>
                    <a:lnTo>
                      <a:pt x="3103" y="2548"/>
                    </a:lnTo>
                    <a:lnTo>
                      <a:pt x="3131" y="2598"/>
                    </a:lnTo>
                    <a:lnTo>
                      <a:pt x="3161" y="2645"/>
                    </a:lnTo>
                    <a:lnTo>
                      <a:pt x="3192" y="2690"/>
                    </a:lnTo>
                    <a:lnTo>
                      <a:pt x="3227" y="2733"/>
                    </a:lnTo>
                    <a:lnTo>
                      <a:pt x="3262" y="2774"/>
                    </a:lnTo>
                    <a:lnTo>
                      <a:pt x="3300" y="2813"/>
                    </a:lnTo>
                    <a:lnTo>
                      <a:pt x="3339" y="2850"/>
                    </a:lnTo>
                    <a:lnTo>
                      <a:pt x="3381" y="2886"/>
                    </a:lnTo>
                    <a:lnTo>
                      <a:pt x="3424" y="2919"/>
                    </a:lnTo>
                    <a:lnTo>
                      <a:pt x="3467" y="2950"/>
                    </a:lnTo>
                    <a:lnTo>
                      <a:pt x="3513" y="2980"/>
                    </a:lnTo>
                    <a:lnTo>
                      <a:pt x="3561" y="3008"/>
                    </a:lnTo>
                    <a:lnTo>
                      <a:pt x="3609" y="3034"/>
                    </a:lnTo>
                    <a:lnTo>
                      <a:pt x="3659" y="3060"/>
                    </a:lnTo>
                    <a:lnTo>
                      <a:pt x="3760" y="3104"/>
                    </a:lnTo>
                    <a:lnTo>
                      <a:pt x="3813" y="3123"/>
                    </a:lnTo>
                    <a:lnTo>
                      <a:pt x="3866" y="3140"/>
                    </a:lnTo>
                    <a:lnTo>
                      <a:pt x="3920" y="3158"/>
                    </a:lnTo>
                    <a:lnTo>
                      <a:pt x="3974" y="3173"/>
                    </a:lnTo>
                    <a:lnTo>
                      <a:pt x="4029" y="3185"/>
                    </a:lnTo>
                    <a:lnTo>
                      <a:pt x="4141" y="3207"/>
                    </a:lnTo>
                    <a:lnTo>
                      <a:pt x="4254" y="3223"/>
                    </a:lnTo>
                    <a:lnTo>
                      <a:pt x="4367" y="3235"/>
                    </a:lnTo>
                    <a:lnTo>
                      <a:pt x="4480" y="3240"/>
                    </a:lnTo>
                    <a:lnTo>
                      <a:pt x="4592" y="3240"/>
                    </a:lnTo>
                    <a:lnTo>
                      <a:pt x="4702" y="3235"/>
                    </a:lnTo>
                    <a:lnTo>
                      <a:pt x="4810" y="3226"/>
                    </a:lnTo>
                    <a:lnTo>
                      <a:pt x="4915" y="3212"/>
                    </a:lnTo>
                    <a:lnTo>
                      <a:pt x="5017" y="3193"/>
                    </a:lnTo>
                    <a:lnTo>
                      <a:pt x="5113" y="3170"/>
                    </a:lnTo>
                    <a:lnTo>
                      <a:pt x="5159" y="3158"/>
                    </a:lnTo>
                    <a:lnTo>
                      <a:pt x="5204" y="3144"/>
                    </a:lnTo>
                    <a:lnTo>
                      <a:pt x="5248" y="3129"/>
                    </a:lnTo>
                    <a:lnTo>
                      <a:pt x="5291" y="3114"/>
                    </a:lnTo>
                    <a:lnTo>
                      <a:pt x="5331" y="3098"/>
                    </a:lnTo>
                    <a:lnTo>
                      <a:pt x="5370" y="3081"/>
                    </a:lnTo>
                    <a:lnTo>
                      <a:pt x="5407" y="3062"/>
                    </a:lnTo>
                    <a:lnTo>
                      <a:pt x="5442" y="3044"/>
                    </a:lnTo>
                    <a:lnTo>
                      <a:pt x="5475" y="3024"/>
                    </a:lnTo>
                    <a:lnTo>
                      <a:pt x="5506" y="3003"/>
                    </a:lnTo>
                    <a:lnTo>
                      <a:pt x="5535" y="2983"/>
                    </a:lnTo>
                    <a:lnTo>
                      <a:pt x="5561" y="2961"/>
                    </a:lnTo>
                    <a:lnTo>
                      <a:pt x="5604" y="2922"/>
                    </a:lnTo>
                    <a:lnTo>
                      <a:pt x="5643" y="2881"/>
                    </a:lnTo>
                    <a:lnTo>
                      <a:pt x="5679" y="2839"/>
                    </a:lnTo>
                    <a:lnTo>
                      <a:pt x="5711" y="2796"/>
                    </a:lnTo>
                    <a:lnTo>
                      <a:pt x="5740" y="2751"/>
                    </a:lnTo>
                    <a:lnTo>
                      <a:pt x="5766" y="2706"/>
                    </a:lnTo>
                    <a:lnTo>
                      <a:pt x="5790" y="2659"/>
                    </a:lnTo>
                    <a:lnTo>
                      <a:pt x="5809" y="2612"/>
                    </a:lnTo>
                    <a:lnTo>
                      <a:pt x="5826" y="2563"/>
                    </a:lnTo>
                    <a:lnTo>
                      <a:pt x="5840" y="2515"/>
                    </a:lnTo>
                    <a:lnTo>
                      <a:pt x="5852" y="2464"/>
                    </a:lnTo>
                    <a:lnTo>
                      <a:pt x="5861" y="2415"/>
                    </a:lnTo>
                    <a:lnTo>
                      <a:pt x="5867" y="2363"/>
                    </a:lnTo>
                    <a:lnTo>
                      <a:pt x="5871" y="2312"/>
                    </a:lnTo>
                    <a:lnTo>
                      <a:pt x="5872" y="2260"/>
                    </a:lnTo>
                    <a:lnTo>
                      <a:pt x="5871" y="2208"/>
                    </a:lnTo>
                    <a:lnTo>
                      <a:pt x="5869" y="2155"/>
                    </a:lnTo>
                    <a:lnTo>
                      <a:pt x="5863" y="2104"/>
                    </a:lnTo>
                    <a:lnTo>
                      <a:pt x="5856" y="2051"/>
                    </a:lnTo>
                    <a:lnTo>
                      <a:pt x="5847" y="1998"/>
                    </a:lnTo>
                    <a:lnTo>
                      <a:pt x="5836" y="1946"/>
                    </a:lnTo>
                    <a:lnTo>
                      <a:pt x="5823" y="1893"/>
                    </a:lnTo>
                    <a:lnTo>
                      <a:pt x="5808" y="1841"/>
                    </a:lnTo>
                    <a:lnTo>
                      <a:pt x="5792" y="1789"/>
                    </a:lnTo>
                    <a:lnTo>
                      <a:pt x="5755" y="1688"/>
                    </a:lnTo>
                    <a:lnTo>
                      <a:pt x="5712" y="1588"/>
                    </a:lnTo>
                    <a:lnTo>
                      <a:pt x="5665" y="1491"/>
                    </a:lnTo>
                    <a:lnTo>
                      <a:pt x="5613" y="1397"/>
                    </a:lnTo>
                    <a:lnTo>
                      <a:pt x="5670" y="1491"/>
                    </a:lnTo>
                    <a:lnTo>
                      <a:pt x="5724" y="1585"/>
                    </a:lnTo>
                    <a:lnTo>
                      <a:pt x="5775" y="1683"/>
                    </a:lnTo>
                    <a:lnTo>
                      <a:pt x="5822" y="1782"/>
                    </a:lnTo>
                    <a:lnTo>
                      <a:pt x="5867" y="1884"/>
                    </a:lnTo>
                    <a:lnTo>
                      <a:pt x="5907" y="1987"/>
                    </a:lnTo>
                    <a:lnTo>
                      <a:pt x="5944" y="2092"/>
                    </a:lnTo>
                    <a:lnTo>
                      <a:pt x="5977" y="2199"/>
                    </a:lnTo>
                    <a:lnTo>
                      <a:pt x="6007" y="2308"/>
                    </a:lnTo>
                    <a:lnTo>
                      <a:pt x="6034" y="2417"/>
                    </a:lnTo>
                    <a:lnTo>
                      <a:pt x="6056" y="2529"/>
                    </a:lnTo>
                    <a:lnTo>
                      <a:pt x="6074" y="2642"/>
                    </a:lnTo>
                    <a:lnTo>
                      <a:pt x="6089" y="2756"/>
                    </a:lnTo>
                    <a:lnTo>
                      <a:pt x="6099" y="2872"/>
                    </a:lnTo>
                    <a:lnTo>
                      <a:pt x="6105" y="2988"/>
                    </a:lnTo>
                    <a:lnTo>
                      <a:pt x="6107" y="3106"/>
                    </a:lnTo>
                    <a:lnTo>
                      <a:pt x="6106" y="3187"/>
                    </a:lnTo>
                    <a:lnTo>
                      <a:pt x="6104" y="3266"/>
                    </a:lnTo>
                    <a:lnTo>
                      <a:pt x="6098" y="3346"/>
                    </a:lnTo>
                    <a:lnTo>
                      <a:pt x="6092" y="3424"/>
                    </a:lnTo>
                    <a:lnTo>
                      <a:pt x="6083" y="3502"/>
                    </a:lnTo>
                    <a:lnTo>
                      <a:pt x="6073" y="3579"/>
                    </a:lnTo>
                    <a:lnTo>
                      <a:pt x="6060" y="3657"/>
                    </a:lnTo>
                    <a:lnTo>
                      <a:pt x="6046" y="3733"/>
                    </a:lnTo>
                    <a:lnTo>
                      <a:pt x="6030" y="3807"/>
                    </a:lnTo>
                    <a:lnTo>
                      <a:pt x="6013" y="3882"/>
                    </a:lnTo>
                    <a:lnTo>
                      <a:pt x="5993" y="3957"/>
                    </a:lnTo>
                    <a:lnTo>
                      <a:pt x="5973" y="4030"/>
                    </a:lnTo>
                    <a:lnTo>
                      <a:pt x="5950" y="4102"/>
                    </a:lnTo>
                    <a:lnTo>
                      <a:pt x="5925" y="4175"/>
                    </a:lnTo>
                    <a:lnTo>
                      <a:pt x="5899" y="4245"/>
                    </a:lnTo>
                    <a:lnTo>
                      <a:pt x="5871" y="4316"/>
                    </a:lnTo>
                    <a:lnTo>
                      <a:pt x="5843" y="4385"/>
                    </a:lnTo>
                    <a:lnTo>
                      <a:pt x="5811" y="4453"/>
                    </a:lnTo>
                    <a:lnTo>
                      <a:pt x="5779" y="4521"/>
                    </a:lnTo>
                    <a:lnTo>
                      <a:pt x="5746" y="4587"/>
                    </a:lnTo>
                    <a:lnTo>
                      <a:pt x="5710" y="4653"/>
                    </a:lnTo>
                    <a:lnTo>
                      <a:pt x="5673" y="4718"/>
                    </a:lnTo>
                    <a:lnTo>
                      <a:pt x="5635" y="4781"/>
                    </a:lnTo>
                    <a:lnTo>
                      <a:pt x="5595" y="4843"/>
                    </a:lnTo>
                    <a:lnTo>
                      <a:pt x="5555" y="4904"/>
                    </a:lnTo>
                    <a:lnTo>
                      <a:pt x="5512" y="4965"/>
                    </a:lnTo>
                    <a:lnTo>
                      <a:pt x="5468" y="5024"/>
                    </a:lnTo>
                    <a:lnTo>
                      <a:pt x="5422" y="5083"/>
                    </a:lnTo>
                    <a:lnTo>
                      <a:pt x="5376" y="5139"/>
                    </a:lnTo>
                    <a:lnTo>
                      <a:pt x="5328" y="5196"/>
                    </a:lnTo>
                    <a:lnTo>
                      <a:pt x="5279" y="5250"/>
                    </a:lnTo>
                    <a:lnTo>
                      <a:pt x="5229" y="5303"/>
                    </a:lnTo>
                    <a:lnTo>
                      <a:pt x="5178" y="5355"/>
                    </a:lnTo>
                    <a:lnTo>
                      <a:pt x="5125" y="5406"/>
                    </a:lnTo>
                    <a:lnTo>
                      <a:pt x="5071" y="5455"/>
                    </a:lnTo>
                    <a:lnTo>
                      <a:pt x="5015" y="5503"/>
                    </a:lnTo>
                    <a:lnTo>
                      <a:pt x="4960" y="5551"/>
                    </a:lnTo>
                    <a:lnTo>
                      <a:pt x="4903" y="5595"/>
                    </a:lnTo>
                    <a:lnTo>
                      <a:pt x="4844" y="5640"/>
                    </a:lnTo>
                    <a:lnTo>
                      <a:pt x="4785" y="5683"/>
                    </a:lnTo>
                    <a:lnTo>
                      <a:pt x="4663" y="5764"/>
                    </a:lnTo>
                    <a:lnTo>
                      <a:pt x="4601" y="5802"/>
                    </a:lnTo>
                    <a:lnTo>
                      <a:pt x="4537" y="5839"/>
                    </a:lnTo>
                    <a:lnTo>
                      <a:pt x="4473" y="5873"/>
                    </a:lnTo>
                    <a:lnTo>
                      <a:pt x="4408" y="5906"/>
                    </a:lnTo>
                    <a:lnTo>
                      <a:pt x="4343" y="5939"/>
                    </a:lnTo>
                    <a:lnTo>
                      <a:pt x="4276" y="5969"/>
                    </a:lnTo>
                    <a:lnTo>
                      <a:pt x="4208" y="5997"/>
                    </a:lnTo>
                    <a:lnTo>
                      <a:pt x="4139" y="6024"/>
                    </a:lnTo>
                    <a:lnTo>
                      <a:pt x="4070" y="6049"/>
                    </a:lnTo>
                    <a:lnTo>
                      <a:pt x="3999" y="6074"/>
                    </a:lnTo>
                    <a:lnTo>
                      <a:pt x="3929" y="6095"/>
                    </a:lnTo>
                    <a:lnTo>
                      <a:pt x="3858" y="6115"/>
                    </a:lnTo>
                    <a:lnTo>
                      <a:pt x="3785" y="6133"/>
                    </a:lnTo>
                    <a:lnTo>
                      <a:pt x="3713" y="6150"/>
                    </a:lnTo>
                    <a:lnTo>
                      <a:pt x="3639" y="6165"/>
                    </a:lnTo>
                    <a:lnTo>
                      <a:pt x="3565" y="6177"/>
                    </a:lnTo>
                    <a:lnTo>
                      <a:pt x="3490" y="6188"/>
                    </a:lnTo>
                    <a:lnTo>
                      <a:pt x="3414" y="6197"/>
                    </a:lnTo>
                    <a:lnTo>
                      <a:pt x="3338" y="6204"/>
                    </a:lnTo>
                    <a:lnTo>
                      <a:pt x="3262" y="6208"/>
                    </a:lnTo>
                    <a:lnTo>
                      <a:pt x="3185" y="6212"/>
                    </a:lnTo>
                    <a:lnTo>
                      <a:pt x="3108" y="6213"/>
                    </a:lnTo>
                    <a:lnTo>
                      <a:pt x="2980" y="6211"/>
                    </a:lnTo>
                    <a:lnTo>
                      <a:pt x="2852" y="6203"/>
                    </a:lnTo>
                    <a:lnTo>
                      <a:pt x="2727" y="6190"/>
                    </a:lnTo>
                    <a:lnTo>
                      <a:pt x="2603" y="6171"/>
                    </a:lnTo>
                    <a:lnTo>
                      <a:pt x="2481" y="6150"/>
                    </a:lnTo>
                    <a:lnTo>
                      <a:pt x="2361" y="6122"/>
                    </a:lnTo>
                    <a:lnTo>
                      <a:pt x="2242" y="6091"/>
                    </a:lnTo>
                    <a:lnTo>
                      <a:pt x="2125" y="6054"/>
                    </a:lnTo>
                    <a:lnTo>
                      <a:pt x="2010" y="6014"/>
                    </a:lnTo>
                    <a:lnTo>
                      <a:pt x="1898" y="5969"/>
                    </a:lnTo>
                    <a:lnTo>
                      <a:pt x="1788" y="5919"/>
                    </a:lnTo>
                    <a:lnTo>
                      <a:pt x="1680" y="5866"/>
                    </a:lnTo>
                    <a:lnTo>
                      <a:pt x="1574" y="5809"/>
                    </a:lnTo>
                    <a:lnTo>
                      <a:pt x="1471" y="5747"/>
                    </a:lnTo>
                    <a:lnTo>
                      <a:pt x="1371" y="5683"/>
                    </a:lnTo>
                    <a:lnTo>
                      <a:pt x="1273" y="5614"/>
                    </a:lnTo>
                    <a:lnTo>
                      <a:pt x="1177" y="5541"/>
                    </a:lnTo>
                    <a:lnTo>
                      <a:pt x="1085" y="5465"/>
                    </a:lnTo>
                    <a:lnTo>
                      <a:pt x="996" y="5386"/>
                    </a:lnTo>
                    <a:lnTo>
                      <a:pt x="911" y="5303"/>
                    </a:lnTo>
                    <a:lnTo>
                      <a:pt x="828" y="5216"/>
                    </a:lnTo>
                    <a:lnTo>
                      <a:pt x="749" y="5128"/>
                    </a:lnTo>
                    <a:lnTo>
                      <a:pt x="673" y="5037"/>
                    </a:lnTo>
                    <a:lnTo>
                      <a:pt x="600" y="4941"/>
                    </a:lnTo>
                    <a:lnTo>
                      <a:pt x="531" y="4843"/>
                    </a:lnTo>
                    <a:lnTo>
                      <a:pt x="467" y="4743"/>
                    </a:lnTo>
                    <a:lnTo>
                      <a:pt x="406" y="4640"/>
                    </a:lnTo>
                    <a:lnTo>
                      <a:pt x="348" y="4534"/>
                    </a:lnTo>
                    <a:lnTo>
                      <a:pt x="295" y="4426"/>
                    </a:lnTo>
                    <a:lnTo>
                      <a:pt x="245" y="4316"/>
                    </a:lnTo>
                    <a:lnTo>
                      <a:pt x="200" y="4204"/>
                    </a:lnTo>
                    <a:lnTo>
                      <a:pt x="159" y="4089"/>
                    </a:lnTo>
                    <a:lnTo>
                      <a:pt x="123" y="3972"/>
                    </a:lnTo>
                    <a:lnTo>
                      <a:pt x="91" y="3854"/>
                    </a:lnTo>
                    <a:lnTo>
                      <a:pt x="63" y="3733"/>
                    </a:lnTo>
                    <a:lnTo>
                      <a:pt x="42" y="3610"/>
                    </a:lnTo>
                    <a:lnTo>
                      <a:pt x="24" y="3487"/>
                    </a:lnTo>
                    <a:lnTo>
                      <a:pt x="10" y="3362"/>
                    </a:lnTo>
                    <a:lnTo>
                      <a:pt x="2" y="3234"/>
                    </a:lnTo>
                    <a:lnTo>
                      <a:pt x="0" y="3106"/>
                    </a:lnTo>
                    <a:lnTo>
                      <a:pt x="2" y="2978"/>
                    </a:lnTo>
                    <a:lnTo>
                      <a:pt x="10" y="2852"/>
                    </a:lnTo>
                    <a:lnTo>
                      <a:pt x="24" y="2727"/>
                    </a:lnTo>
                    <a:lnTo>
                      <a:pt x="42" y="2602"/>
                    </a:lnTo>
                    <a:lnTo>
                      <a:pt x="63" y="2480"/>
                    </a:lnTo>
                    <a:lnTo>
                      <a:pt x="91" y="2361"/>
                    </a:lnTo>
                    <a:lnTo>
                      <a:pt x="123" y="2241"/>
                    </a:lnTo>
                    <a:lnTo>
                      <a:pt x="159" y="2124"/>
                    </a:lnTo>
                    <a:lnTo>
                      <a:pt x="200" y="2009"/>
                    </a:lnTo>
                    <a:lnTo>
                      <a:pt x="245" y="1897"/>
                    </a:lnTo>
                    <a:lnTo>
                      <a:pt x="295" y="1787"/>
                    </a:lnTo>
                    <a:lnTo>
                      <a:pt x="348" y="1680"/>
                    </a:lnTo>
                    <a:lnTo>
                      <a:pt x="406" y="1574"/>
                    </a:lnTo>
                    <a:lnTo>
                      <a:pt x="467" y="1471"/>
                    </a:lnTo>
                    <a:lnTo>
                      <a:pt x="531" y="1370"/>
                    </a:lnTo>
                    <a:lnTo>
                      <a:pt x="600" y="1272"/>
                    </a:lnTo>
                    <a:lnTo>
                      <a:pt x="673" y="1177"/>
                    </a:lnTo>
                    <a:lnTo>
                      <a:pt x="749" y="1085"/>
                    </a:lnTo>
                    <a:lnTo>
                      <a:pt x="828" y="997"/>
                    </a:lnTo>
                    <a:lnTo>
                      <a:pt x="910" y="910"/>
                    </a:lnTo>
                    <a:lnTo>
                      <a:pt x="996" y="828"/>
                    </a:lnTo>
                    <a:lnTo>
                      <a:pt x="1085" y="749"/>
                    </a:lnTo>
                    <a:lnTo>
                      <a:pt x="1177" y="673"/>
                    </a:lnTo>
                    <a:lnTo>
                      <a:pt x="1273" y="600"/>
                    </a:lnTo>
                    <a:lnTo>
                      <a:pt x="1371" y="531"/>
                    </a:lnTo>
                    <a:lnTo>
                      <a:pt x="1471" y="465"/>
                    </a:lnTo>
                    <a:lnTo>
                      <a:pt x="1574" y="404"/>
                    </a:lnTo>
                    <a:lnTo>
                      <a:pt x="1680" y="347"/>
                    </a:lnTo>
                    <a:lnTo>
                      <a:pt x="1788" y="294"/>
                    </a:lnTo>
                    <a:lnTo>
                      <a:pt x="1898" y="244"/>
                    </a:lnTo>
                    <a:lnTo>
                      <a:pt x="2010" y="199"/>
                    </a:lnTo>
                    <a:lnTo>
                      <a:pt x="2125" y="159"/>
                    </a:lnTo>
                    <a:lnTo>
                      <a:pt x="2242" y="122"/>
                    </a:lnTo>
                    <a:lnTo>
                      <a:pt x="2360" y="91"/>
                    </a:lnTo>
                    <a:lnTo>
                      <a:pt x="2481" y="63"/>
                    </a:lnTo>
                    <a:lnTo>
                      <a:pt x="2603" y="42"/>
                    </a:lnTo>
                    <a:lnTo>
                      <a:pt x="2727" y="23"/>
                    </a:lnTo>
                    <a:lnTo>
                      <a:pt x="2852" y="10"/>
                    </a:lnTo>
                    <a:lnTo>
                      <a:pt x="2980" y="2"/>
                    </a:lnTo>
                    <a:lnTo>
                      <a:pt x="3108" y="0"/>
                    </a:lnTo>
                    <a:lnTo>
                      <a:pt x="3192" y="1"/>
                    </a:lnTo>
                    <a:lnTo>
                      <a:pt x="3275" y="5"/>
                    </a:lnTo>
                    <a:lnTo>
                      <a:pt x="3358" y="10"/>
                    </a:lnTo>
                    <a:lnTo>
                      <a:pt x="3440" y="18"/>
                    </a:lnTo>
                    <a:lnTo>
                      <a:pt x="3520" y="29"/>
                    </a:lnTo>
                    <a:lnTo>
                      <a:pt x="3601" y="42"/>
                    </a:lnTo>
                    <a:lnTo>
                      <a:pt x="3682" y="57"/>
                    </a:lnTo>
                    <a:lnTo>
                      <a:pt x="3760" y="74"/>
                    </a:lnTo>
                    <a:lnTo>
                      <a:pt x="3839" y="93"/>
                    </a:lnTo>
                    <a:lnTo>
                      <a:pt x="3917" y="114"/>
                    </a:lnTo>
                    <a:lnTo>
                      <a:pt x="3993" y="137"/>
                    </a:lnTo>
                    <a:lnTo>
                      <a:pt x="4069" y="164"/>
                    </a:lnTo>
                    <a:lnTo>
                      <a:pt x="4143" y="190"/>
                    </a:lnTo>
                    <a:lnTo>
                      <a:pt x="4218" y="220"/>
                    </a:lnTo>
                    <a:lnTo>
                      <a:pt x="4291" y="251"/>
                    </a:lnTo>
                    <a:lnTo>
                      <a:pt x="4363" y="285"/>
                    </a:lnTo>
                    <a:lnTo>
                      <a:pt x="4435" y="320"/>
                    </a:lnTo>
                    <a:lnTo>
                      <a:pt x="4504" y="357"/>
                    </a:lnTo>
                    <a:lnTo>
                      <a:pt x="4573" y="395"/>
                    </a:lnTo>
                    <a:lnTo>
                      <a:pt x="4641" y="437"/>
                    </a:lnTo>
                    <a:lnTo>
                      <a:pt x="4708" y="479"/>
                    </a:lnTo>
                    <a:lnTo>
                      <a:pt x="4774" y="523"/>
                    </a:lnTo>
                    <a:lnTo>
                      <a:pt x="4838" y="569"/>
                    </a:lnTo>
                    <a:lnTo>
                      <a:pt x="4901" y="616"/>
                    </a:lnTo>
                    <a:lnTo>
                      <a:pt x="4964" y="666"/>
                    </a:lnTo>
                    <a:lnTo>
                      <a:pt x="5024" y="717"/>
                    </a:lnTo>
                    <a:lnTo>
                      <a:pt x="5083" y="768"/>
                    </a:lnTo>
                    <a:lnTo>
                      <a:pt x="5141" y="823"/>
                    </a:lnTo>
                    <a:lnTo>
                      <a:pt x="5197" y="878"/>
                    </a:lnTo>
                    <a:lnTo>
                      <a:pt x="5253" y="934"/>
                    </a:lnTo>
                    <a:lnTo>
                      <a:pt x="5307" y="993"/>
                    </a:lnTo>
                    <a:lnTo>
                      <a:pt x="5359" y="1053"/>
                    </a:lnTo>
                    <a:close/>
                  </a:path>
                </a:pathLst>
              </a:custGeom>
              <a:solidFill>
                <a:srgbClr val="00CD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65" name="Freeform 91"/>
              <p:cNvSpPr>
                <a:spLocks/>
              </p:cNvSpPr>
              <p:nvPr/>
            </p:nvSpPr>
            <p:spPr bwMode="auto">
              <a:xfrm>
                <a:off x="673" y="197"/>
                <a:ext cx="3054" cy="3106"/>
              </a:xfrm>
              <a:custGeom>
                <a:avLst/>
                <a:gdLst>
                  <a:gd name="T0" fmla="*/ 4748 w 6107"/>
                  <a:gd name="T1" fmla="*/ 530 h 6213"/>
                  <a:gd name="T2" fmla="*/ 4473 w 6107"/>
                  <a:gd name="T3" fmla="*/ 396 h 6213"/>
                  <a:gd name="T4" fmla="*/ 4206 w 6107"/>
                  <a:gd name="T5" fmla="*/ 310 h 6213"/>
                  <a:gd name="T6" fmla="*/ 3903 w 6107"/>
                  <a:gd name="T7" fmla="*/ 271 h 6213"/>
                  <a:gd name="T8" fmla="*/ 3668 w 6107"/>
                  <a:gd name="T9" fmla="*/ 290 h 6213"/>
                  <a:gd name="T10" fmla="*/ 3456 w 6107"/>
                  <a:gd name="T11" fmla="*/ 359 h 6213"/>
                  <a:gd name="T12" fmla="*/ 3269 w 6107"/>
                  <a:gd name="T13" fmla="*/ 476 h 6213"/>
                  <a:gd name="T14" fmla="*/ 3113 w 6107"/>
                  <a:gd name="T15" fmla="*/ 642 h 6213"/>
                  <a:gd name="T16" fmla="*/ 2990 w 6107"/>
                  <a:gd name="T17" fmla="*/ 857 h 6213"/>
                  <a:gd name="T18" fmla="*/ 2907 w 6107"/>
                  <a:gd name="T19" fmla="*/ 1121 h 6213"/>
                  <a:gd name="T20" fmla="*/ 2867 w 6107"/>
                  <a:gd name="T21" fmla="*/ 1434 h 6213"/>
                  <a:gd name="T22" fmla="*/ 2874 w 6107"/>
                  <a:gd name="T23" fmla="*/ 1798 h 6213"/>
                  <a:gd name="T24" fmla="*/ 2929 w 6107"/>
                  <a:gd name="T25" fmla="*/ 2187 h 6213"/>
                  <a:gd name="T26" fmla="*/ 3030 w 6107"/>
                  <a:gd name="T27" fmla="*/ 2473 h 6213"/>
                  <a:gd name="T28" fmla="*/ 3186 w 6107"/>
                  <a:gd name="T29" fmla="*/ 2719 h 6213"/>
                  <a:gd name="T30" fmla="*/ 3390 w 6107"/>
                  <a:gd name="T31" fmla="*/ 2923 h 6213"/>
                  <a:gd name="T32" fmla="*/ 3630 w 6107"/>
                  <a:gd name="T33" fmla="*/ 3085 h 6213"/>
                  <a:gd name="T34" fmla="*/ 3897 w 6107"/>
                  <a:gd name="T35" fmla="*/ 3208 h 6213"/>
                  <a:gd name="T36" fmla="*/ 4239 w 6107"/>
                  <a:gd name="T37" fmla="*/ 3304 h 6213"/>
                  <a:gd name="T38" fmla="*/ 4817 w 6107"/>
                  <a:gd name="T39" fmla="*/ 3341 h 6213"/>
                  <a:gd name="T40" fmla="*/ 5089 w 6107"/>
                  <a:gd name="T41" fmla="*/ 3304 h 6213"/>
                  <a:gd name="T42" fmla="*/ 5336 w 6107"/>
                  <a:gd name="T43" fmla="*/ 3229 h 6213"/>
                  <a:gd name="T44" fmla="*/ 5548 w 6107"/>
                  <a:gd name="T45" fmla="*/ 3119 h 6213"/>
                  <a:gd name="T46" fmla="*/ 5716 w 6107"/>
                  <a:gd name="T47" fmla="*/ 2972 h 6213"/>
                  <a:gd name="T48" fmla="*/ 5836 w 6107"/>
                  <a:gd name="T49" fmla="*/ 2786 h 6213"/>
                  <a:gd name="T50" fmla="*/ 5917 w 6107"/>
                  <a:gd name="T51" fmla="*/ 2516 h 6213"/>
                  <a:gd name="T52" fmla="*/ 5921 w 6107"/>
                  <a:gd name="T53" fmla="*/ 2151 h 6213"/>
                  <a:gd name="T54" fmla="*/ 5878 w 6107"/>
                  <a:gd name="T55" fmla="*/ 1931 h 6213"/>
                  <a:gd name="T56" fmla="*/ 5969 w 6107"/>
                  <a:gd name="T57" fmla="*/ 2172 h 6213"/>
                  <a:gd name="T58" fmla="*/ 6060 w 6107"/>
                  <a:gd name="T59" fmla="*/ 2549 h 6213"/>
                  <a:gd name="T60" fmla="*/ 6106 w 6107"/>
                  <a:gd name="T61" fmla="*/ 3025 h 6213"/>
                  <a:gd name="T62" fmla="*/ 6092 w 6107"/>
                  <a:gd name="T63" fmla="*/ 3424 h 6213"/>
                  <a:gd name="T64" fmla="*/ 6030 w 6107"/>
                  <a:gd name="T65" fmla="*/ 3807 h 6213"/>
                  <a:gd name="T66" fmla="*/ 5925 w 6107"/>
                  <a:gd name="T67" fmla="*/ 4175 h 6213"/>
                  <a:gd name="T68" fmla="*/ 5779 w 6107"/>
                  <a:gd name="T69" fmla="*/ 4521 h 6213"/>
                  <a:gd name="T70" fmla="*/ 5595 w 6107"/>
                  <a:gd name="T71" fmla="*/ 4843 h 6213"/>
                  <a:gd name="T72" fmla="*/ 5376 w 6107"/>
                  <a:gd name="T73" fmla="*/ 5139 h 6213"/>
                  <a:gd name="T74" fmla="*/ 5125 w 6107"/>
                  <a:gd name="T75" fmla="*/ 5406 h 6213"/>
                  <a:gd name="T76" fmla="*/ 4844 w 6107"/>
                  <a:gd name="T77" fmla="*/ 5640 h 6213"/>
                  <a:gd name="T78" fmla="*/ 4473 w 6107"/>
                  <a:gd name="T79" fmla="*/ 5873 h 6213"/>
                  <a:gd name="T80" fmla="*/ 4139 w 6107"/>
                  <a:gd name="T81" fmla="*/ 6024 h 6213"/>
                  <a:gd name="T82" fmla="*/ 3785 w 6107"/>
                  <a:gd name="T83" fmla="*/ 6133 h 6213"/>
                  <a:gd name="T84" fmla="*/ 3414 w 6107"/>
                  <a:gd name="T85" fmla="*/ 6197 h 6213"/>
                  <a:gd name="T86" fmla="*/ 2980 w 6107"/>
                  <a:gd name="T87" fmla="*/ 6211 h 6213"/>
                  <a:gd name="T88" fmla="*/ 2361 w 6107"/>
                  <a:gd name="T89" fmla="*/ 6122 h 6213"/>
                  <a:gd name="T90" fmla="*/ 1788 w 6107"/>
                  <a:gd name="T91" fmla="*/ 5919 h 6213"/>
                  <a:gd name="T92" fmla="*/ 1273 w 6107"/>
                  <a:gd name="T93" fmla="*/ 5614 h 6213"/>
                  <a:gd name="T94" fmla="*/ 828 w 6107"/>
                  <a:gd name="T95" fmla="*/ 5216 h 6213"/>
                  <a:gd name="T96" fmla="*/ 467 w 6107"/>
                  <a:gd name="T97" fmla="*/ 4743 h 6213"/>
                  <a:gd name="T98" fmla="*/ 200 w 6107"/>
                  <a:gd name="T99" fmla="*/ 4204 h 6213"/>
                  <a:gd name="T100" fmla="*/ 42 w 6107"/>
                  <a:gd name="T101" fmla="*/ 3610 h 6213"/>
                  <a:gd name="T102" fmla="*/ 2 w 6107"/>
                  <a:gd name="T103" fmla="*/ 2978 h 6213"/>
                  <a:gd name="T104" fmla="*/ 91 w 6107"/>
                  <a:gd name="T105" fmla="*/ 2361 h 6213"/>
                  <a:gd name="T106" fmla="*/ 295 w 6107"/>
                  <a:gd name="T107" fmla="*/ 1787 h 6213"/>
                  <a:gd name="T108" fmla="*/ 600 w 6107"/>
                  <a:gd name="T109" fmla="*/ 1272 h 6213"/>
                  <a:gd name="T110" fmla="*/ 996 w 6107"/>
                  <a:gd name="T111" fmla="*/ 828 h 6213"/>
                  <a:gd name="T112" fmla="*/ 1471 w 6107"/>
                  <a:gd name="T113" fmla="*/ 465 h 6213"/>
                  <a:gd name="T114" fmla="*/ 2010 w 6107"/>
                  <a:gd name="T115" fmla="*/ 199 h 6213"/>
                  <a:gd name="T116" fmla="*/ 2603 w 6107"/>
                  <a:gd name="T117" fmla="*/ 42 h 6213"/>
                  <a:gd name="T118" fmla="*/ 3239 w 6107"/>
                  <a:gd name="T119" fmla="*/ 4 h 6213"/>
                  <a:gd name="T120" fmla="*/ 3872 w 6107"/>
                  <a:gd name="T121" fmla="*/ 101 h 6213"/>
                  <a:gd name="T122" fmla="*/ 4453 w 6107"/>
                  <a:gd name="T123" fmla="*/ 330 h 6213"/>
                  <a:gd name="T124" fmla="*/ 4971 w 6107"/>
                  <a:gd name="T125" fmla="*/ 672 h 6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6107" h="6213">
                    <a:moveTo>
                      <a:pt x="4971" y="672"/>
                    </a:moveTo>
                    <a:lnTo>
                      <a:pt x="4915" y="634"/>
                    </a:lnTo>
                    <a:lnTo>
                      <a:pt x="4859" y="597"/>
                    </a:lnTo>
                    <a:lnTo>
                      <a:pt x="4803" y="562"/>
                    </a:lnTo>
                    <a:lnTo>
                      <a:pt x="4748" y="530"/>
                    </a:lnTo>
                    <a:lnTo>
                      <a:pt x="4692" y="500"/>
                    </a:lnTo>
                    <a:lnTo>
                      <a:pt x="4636" y="471"/>
                    </a:lnTo>
                    <a:lnTo>
                      <a:pt x="4582" y="445"/>
                    </a:lnTo>
                    <a:lnTo>
                      <a:pt x="4527" y="419"/>
                    </a:lnTo>
                    <a:lnTo>
                      <a:pt x="4473" y="396"/>
                    </a:lnTo>
                    <a:lnTo>
                      <a:pt x="4419" y="376"/>
                    </a:lnTo>
                    <a:lnTo>
                      <a:pt x="4365" y="356"/>
                    </a:lnTo>
                    <a:lnTo>
                      <a:pt x="4312" y="339"/>
                    </a:lnTo>
                    <a:lnTo>
                      <a:pt x="4259" y="324"/>
                    </a:lnTo>
                    <a:lnTo>
                      <a:pt x="4206" y="310"/>
                    </a:lnTo>
                    <a:lnTo>
                      <a:pt x="4102" y="289"/>
                    </a:lnTo>
                    <a:lnTo>
                      <a:pt x="4051" y="282"/>
                    </a:lnTo>
                    <a:lnTo>
                      <a:pt x="4001" y="277"/>
                    </a:lnTo>
                    <a:lnTo>
                      <a:pt x="3951" y="273"/>
                    </a:lnTo>
                    <a:lnTo>
                      <a:pt x="3903" y="271"/>
                    </a:lnTo>
                    <a:lnTo>
                      <a:pt x="3854" y="271"/>
                    </a:lnTo>
                    <a:lnTo>
                      <a:pt x="3806" y="273"/>
                    </a:lnTo>
                    <a:lnTo>
                      <a:pt x="3760" y="277"/>
                    </a:lnTo>
                    <a:lnTo>
                      <a:pt x="3714" y="282"/>
                    </a:lnTo>
                    <a:lnTo>
                      <a:pt x="3668" y="290"/>
                    </a:lnTo>
                    <a:lnTo>
                      <a:pt x="3624" y="301"/>
                    </a:lnTo>
                    <a:lnTo>
                      <a:pt x="3580" y="312"/>
                    </a:lnTo>
                    <a:lnTo>
                      <a:pt x="3538" y="326"/>
                    </a:lnTo>
                    <a:lnTo>
                      <a:pt x="3496" y="341"/>
                    </a:lnTo>
                    <a:lnTo>
                      <a:pt x="3456" y="359"/>
                    </a:lnTo>
                    <a:lnTo>
                      <a:pt x="3417" y="379"/>
                    </a:lnTo>
                    <a:lnTo>
                      <a:pt x="3377" y="400"/>
                    </a:lnTo>
                    <a:lnTo>
                      <a:pt x="3341" y="424"/>
                    </a:lnTo>
                    <a:lnTo>
                      <a:pt x="3304" y="449"/>
                    </a:lnTo>
                    <a:lnTo>
                      <a:pt x="3269" y="476"/>
                    </a:lnTo>
                    <a:lnTo>
                      <a:pt x="3236" y="506"/>
                    </a:lnTo>
                    <a:lnTo>
                      <a:pt x="3202" y="537"/>
                    </a:lnTo>
                    <a:lnTo>
                      <a:pt x="3171" y="570"/>
                    </a:lnTo>
                    <a:lnTo>
                      <a:pt x="3141" y="605"/>
                    </a:lnTo>
                    <a:lnTo>
                      <a:pt x="3113" y="642"/>
                    </a:lnTo>
                    <a:lnTo>
                      <a:pt x="3086" y="681"/>
                    </a:lnTo>
                    <a:lnTo>
                      <a:pt x="3060" y="722"/>
                    </a:lnTo>
                    <a:lnTo>
                      <a:pt x="3035" y="765"/>
                    </a:lnTo>
                    <a:lnTo>
                      <a:pt x="3012" y="810"/>
                    </a:lnTo>
                    <a:lnTo>
                      <a:pt x="2990" y="857"/>
                    </a:lnTo>
                    <a:lnTo>
                      <a:pt x="2971" y="906"/>
                    </a:lnTo>
                    <a:lnTo>
                      <a:pt x="2952" y="956"/>
                    </a:lnTo>
                    <a:lnTo>
                      <a:pt x="2936" y="1009"/>
                    </a:lnTo>
                    <a:lnTo>
                      <a:pt x="2921" y="1065"/>
                    </a:lnTo>
                    <a:lnTo>
                      <a:pt x="2907" y="1121"/>
                    </a:lnTo>
                    <a:lnTo>
                      <a:pt x="2896" y="1180"/>
                    </a:lnTo>
                    <a:lnTo>
                      <a:pt x="2886" y="1241"/>
                    </a:lnTo>
                    <a:lnTo>
                      <a:pt x="2878" y="1303"/>
                    </a:lnTo>
                    <a:lnTo>
                      <a:pt x="2872" y="1369"/>
                    </a:lnTo>
                    <a:lnTo>
                      <a:pt x="2867" y="1434"/>
                    </a:lnTo>
                    <a:lnTo>
                      <a:pt x="2865" y="1503"/>
                    </a:lnTo>
                    <a:lnTo>
                      <a:pt x="2864" y="1574"/>
                    </a:lnTo>
                    <a:lnTo>
                      <a:pt x="2866" y="1646"/>
                    </a:lnTo>
                    <a:lnTo>
                      <a:pt x="2869" y="1721"/>
                    </a:lnTo>
                    <a:lnTo>
                      <a:pt x="2874" y="1798"/>
                    </a:lnTo>
                    <a:lnTo>
                      <a:pt x="2882" y="1877"/>
                    </a:lnTo>
                    <a:lnTo>
                      <a:pt x="2891" y="1957"/>
                    </a:lnTo>
                    <a:lnTo>
                      <a:pt x="2903" y="2040"/>
                    </a:lnTo>
                    <a:lnTo>
                      <a:pt x="2917" y="2124"/>
                    </a:lnTo>
                    <a:lnTo>
                      <a:pt x="2929" y="2187"/>
                    </a:lnTo>
                    <a:lnTo>
                      <a:pt x="2944" y="2248"/>
                    </a:lnTo>
                    <a:lnTo>
                      <a:pt x="2962" y="2306"/>
                    </a:lnTo>
                    <a:lnTo>
                      <a:pt x="2982" y="2364"/>
                    </a:lnTo>
                    <a:lnTo>
                      <a:pt x="3004" y="2419"/>
                    </a:lnTo>
                    <a:lnTo>
                      <a:pt x="3030" y="2473"/>
                    </a:lnTo>
                    <a:lnTo>
                      <a:pt x="3056" y="2526"/>
                    </a:lnTo>
                    <a:lnTo>
                      <a:pt x="3086" y="2577"/>
                    </a:lnTo>
                    <a:lnTo>
                      <a:pt x="3117" y="2626"/>
                    </a:lnTo>
                    <a:lnTo>
                      <a:pt x="3151" y="2673"/>
                    </a:lnTo>
                    <a:lnTo>
                      <a:pt x="3186" y="2719"/>
                    </a:lnTo>
                    <a:lnTo>
                      <a:pt x="3223" y="2763"/>
                    </a:lnTo>
                    <a:lnTo>
                      <a:pt x="3262" y="2805"/>
                    </a:lnTo>
                    <a:lnTo>
                      <a:pt x="3304" y="2846"/>
                    </a:lnTo>
                    <a:lnTo>
                      <a:pt x="3345" y="2885"/>
                    </a:lnTo>
                    <a:lnTo>
                      <a:pt x="3390" y="2923"/>
                    </a:lnTo>
                    <a:lnTo>
                      <a:pt x="3435" y="2958"/>
                    </a:lnTo>
                    <a:lnTo>
                      <a:pt x="3482" y="2992"/>
                    </a:lnTo>
                    <a:lnTo>
                      <a:pt x="3531" y="3025"/>
                    </a:lnTo>
                    <a:lnTo>
                      <a:pt x="3579" y="3056"/>
                    </a:lnTo>
                    <a:lnTo>
                      <a:pt x="3630" y="3085"/>
                    </a:lnTo>
                    <a:lnTo>
                      <a:pt x="3682" y="3113"/>
                    </a:lnTo>
                    <a:lnTo>
                      <a:pt x="3735" y="3139"/>
                    </a:lnTo>
                    <a:lnTo>
                      <a:pt x="3788" y="3164"/>
                    </a:lnTo>
                    <a:lnTo>
                      <a:pt x="3842" y="3187"/>
                    </a:lnTo>
                    <a:lnTo>
                      <a:pt x="3897" y="3208"/>
                    </a:lnTo>
                    <a:lnTo>
                      <a:pt x="3953" y="3228"/>
                    </a:lnTo>
                    <a:lnTo>
                      <a:pt x="4010" y="3246"/>
                    </a:lnTo>
                    <a:lnTo>
                      <a:pt x="4066" y="3264"/>
                    </a:lnTo>
                    <a:lnTo>
                      <a:pt x="4124" y="3279"/>
                    </a:lnTo>
                    <a:lnTo>
                      <a:pt x="4239" y="3304"/>
                    </a:lnTo>
                    <a:lnTo>
                      <a:pt x="4355" y="3324"/>
                    </a:lnTo>
                    <a:lnTo>
                      <a:pt x="4473" y="3337"/>
                    </a:lnTo>
                    <a:lnTo>
                      <a:pt x="4589" y="3344"/>
                    </a:lnTo>
                    <a:lnTo>
                      <a:pt x="4703" y="3347"/>
                    </a:lnTo>
                    <a:lnTo>
                      <a:pt x="4817" y="3341"/>
                    </a:lnTo>
                    <a:lnTo>
                      <a:pt x="4873" y="3336"/>
                    </a:lnTo>
                    <a:lnTo>
                      <a:pt x="4928" y="3331"/>
                    </a:lnTo>
                    <a:lnTo>
                      <a:pt x="4982" y="3324"/>
                    </a:lnTo>
                    <a:lnTo>
                      <a:pt x="5036" y="3314"/>
                    </a:lnTo>
                    <a:lnTo>
                      <a:pt x="5089" y="3304"/>
                    </a:lnTo>
                    <a:lnTo>
                      <a:pt x="5141" y="3291"/>
                    </a:lnTo>
                    <a:lnTo>
                      <a:pt x="5191" y="3279"/>
                    </a:lnTo>
                    <a:lnTo>
                      <a:pt x="5240" y="3264"/>
                    </a:lnTo>
                    <a:lnTo>
                      <a:pt x="5288" y="3246"/>
                    </a:lnTo>
                    <a:lnTo>
                      <a:pt x="5336" y="3229"/>
                    </a:lnTo>
                    <a:lnTo>
                      <a:pt x="5381" y="3210"/>
                    </a:lnTo>
                    <a:lnTo>
                      <a:pt x="5426" y="3189"/>
                    </a:lnTo>
                    <a:lnTo>
                      <a:pt x="5468" y="3167"/>
                    </a:lnTo>
                    <a:lnTo>
                      <a:pt x="5508" y="3144"/>
                    </a:lnTo>
                    <a:lnTo>
                      <a:pt x="5548" y="3119"/>
                    </a:lnTo>
                    <a:lnTo>
                      <a:pt x="5586" y="3092"/>
                    </a:lnTo>
                    <a:lnTo>
                      <a:pt x="5620" y="3064"/>
                    </a:lnTo>
                    <a:lnTo>
                      <a:pt x="5655" y="3036"/>
                    </a:lnTo>
                    <a:lnTo>
                      <a:pt x="5686" y="3005"/>
                    </a:lnTo>
                    <a:lnTo>
                      <a:pt x="5716" y="2972"/>
                    </a:lnTo>
                    <a:lnTo>
                      <a:pt x="5742" y="2939"/>
                    </a:lnTo>
                    <a:lnTo>
                      <a:pt x="5768" y="2904"/>
                    </a:lnTo>
                    <a:lnTo>
                      <a:pt x="5791" y="2869"/>
                    </a:lnTo>
                    <a:lnTo>
                      <a:pt x="5814" y="2828"/>
                    </a:lnTo>
                    <a:lnTo>
                      <a:pt x="5836" y="2786"/>
                    </a:lnTo>
                    <a:lnTo>
                      <a:pt x="5855" y="2738"/>
                    </a:lnTo>
                    <a:lnTo>
                      <a:pt x="5875" y="2689"/>
                    </a:lnTo>
                    <a:lnTo>
                      <a:pt x="5891" y="2635"/>
                    </a:lnTo>
                    <a:lnTo>
                      <a:pt x="5906" y="2577"/>
                    </a:lnTo>
                    <a:lnTo>
                      <a:pt x="5917" y="2516"/>
                    </a:lnTo>
                    <a:lnTo>
                      <a:pt x="5925" y="2450"/>
                    </a:lnTo>
                    <a:lnTo>
                      <a:pt x="5931" y="2381"/>
                    </a:lnTo>
                    <a:lnTo>
                      <a:pt x="5931" y="2309"/>
                    </a:lnTo>
                    <a:lnTo>
                      <a:pt x="5929" y="2232"/>
                    </a:lnTo>
                    <a:lnTo>
                      <a:pt x="5921" y="2151"/>
                    </a:lnTo>
                    <a:lnTo>
                      <a:pt x="5915" y="2109"/>
                    </a:lnTo>
                    <a:lnTo>
                      <a:pt x="5908" y="2066"/>
                    </a:lnTo>
                    <a:lnTo>
                      <a:pt x="5899" y="2022"/>
                    </a:lnTo>
                    <a:lnTo>
                      <a:pt x="5890" y="1977"/>
                    </a:lnTo>
                    <a:lnTo>
                      <a:pt x="5878" y="1931"/>
                    </a:lnTo>
                    <a:lnTo>
                      <a:pt x="5866" y="1884"/>
                    </a:lnTo>
                    <a:lnTo>
                      <a:pt x="5894" y="1954"/>
                    </a:lnTo>
                    <a:lnTo>
                      <a:pt x="5921" y="2025"/>
                    </a:lnTo>
                    <a:lnTo>
                      <a:pt x="5946" y="2098"/>
                    </a:lnTo>
                    <a:lnTo>
                      <a:pt x="5969" y="2172"/>
                    </a:lnTo>
                    <a:lnTo>
                      <a:pt x="5991" y="2245"/>
                    </a:lnTo>
                    <a:lnTo>
                      <a:pt x="6011" y="2320"/>
                    </a:lnTo>
                    <a:lnTo>
                      <a:pt x="6029" y="2396"/>
                    </a:lnTo>
                    <a:lnTo>
                      <a:pt x="6045" y="2472"/>
                    </a:lnTo>
                    <a:lnTo>
                      <a:pt x="6060" y="2549"/>
                    </a:lnTo>
                    <a:lnTo>
                      <a:pt x="6083" y="2706"/>
                    </a:lnTo>
                    <a:lnTo>
                      <a:pt x="6091" y="2784"/>
                    </a:lnTo>
                    <a:lnTo>
                      <a:pt x="6098" y="2864"/>
                    </a:lnTo>
                    <a:lnTo>
                      <a:pt x="6104" y="2945"/>
                    </a:lnTo>
                    <a:lnTo>
                      <a:pt x="6106" y="3025"/>
                    </a:lnTo>
                    <a:lnTo>
                      <a:pt x="6107" y="3106"/>
                    </a:lnTo>
                    <a:lnTo>
                      <a:pt x="6106" y="3187"/>
                    </a:lnTo>
                    <a:lnTo>
                      <a:pt x="6104" y="3266"/>
                    </a:lnTo>
                    <a:lnTo>
                      <a:pt x="6098" y="3346"/>
                    </a:lnTo>
                    <a:lnTo>
                      <a:pt x="6092" y="3424"/>
                    </a:lnTo>
                    <a:lnTo>
                      <a:pt x="6083" y="3502"/>
                    </a:lnTo>
                    <a:lnTo>
                      <a:pt x="6073" y="3579"/>
                    </a:lnTo>
                    <a:lnTo>
                      <a:pt x="6060" y="3657"/>
                    </a:lnTo>
                    <a:lnTo>
                      <a:pt x="6046" y="3733"/>
                    </a:lnTo>
                    <a:lnTo>
                      <a:pt x="6030" y="3807"/>
                    </a:lnTo>
                    <a:lnTo>
                      <a:pt x="6013" y="3882"/>
                    </a:lnTo>
                    <a:lnTo>
                      <a:pt x="5993" y="3957"/>
                    </a:lnTo>
                    <a:lnTo>
                      <a:pt x="5973" y="4030"/>
                    </a:lnTo>
                    <a:lnTo>
                      <a:pt x="5950" y="4102"/>
                    </a:lnTo>
                    <a:lnTo>
                      <a:pt x="5925" y="4175"/>
                    </a:lnTo>
                    <a:lnTo>
                      <a:pt x="5899" y="4245"/>
                    </a:lnTo>
                    <a:lnTo>
                      <a:pt x="5871" y="4316"/>
                    </a:lnTo>
                    <a:lnTo>
                      <a:pt x="5843" y="4385"/>
                    </a:lnTo>
                    <a:lnTo>
                      <a:pt x="5811" y="4453"/>
                    </a:lnTo>
                    <a:lnTo>
                      <a:pt x="5779" y="4521"/>
                    </a:lnTo>
                    <a:lnTo>
                      <a:pt x="5746" y="4587"/>
                    </a:lnTo>
                    <a:lnTo>
                      <a:pt x="5710" y="4653"/>
                    </a:lnTo>
                    <a:lnTo>
                      <a:pt x="5673" y="4718"/>
                    </a:lnTo>
                    <a:lnTo>
                      <a:pt x="5635" y="4781"/>
                    </a:lnTo>
                    <a:lnTo>
                      <a:pt x="5595" y="4843"/>
                    </a:lnTo>
                    <a:lnTo>
                      <a:pt x="5555" y="4904"/>
                    </a:lnTo>
                    <a:lnTo>
                      <a:pt x="5512" y="4965"/>
                    </a:lnTo>
                    <a:lnTo>
                      <a:pt x="5468" y="5024"/>
                    </a:lnTo>
                    <a:lnTo>
                      <a:pt x="5422" y="5083"/>
                    </a:lnTo>
                    <a:lnTo>
                      <a:pt x="5376" y="5139"/>
                    </a:lnTo>
                    <a:lnTo>
                      <a:pt x="5328" y="5196"/>
                    </a:lnTo>
                    <a:lnTo>
                      <a:pt x="5279" y="5250"/>
                    </a:lnTo>
                    <a:lnTo>
                      <a:pt x="5229" y="5303"/>
                    </a:lnTo>
                    <a:lnTo>
                      <a:pt x="5178" y="5355"/>
                    </a:lnTo>
                    <a:lnTo>
                      <a:pt x="5125" y="5406"/>
                    </a:lnTo>
                    <a:lnTo>
                      <a:pt x="5071" y="5455"/>
                    </a:lnTo>
                    <a:lnTo>
                      <a:pt x="5015" y="5503"/>
                    </a:lnTo>
                    <a:lnTo>
                      <a:pt x="4960" y="5551"/>
                    </a:lnTo>
                    <a:lnTo>
                      <a:pt x="4903" y="5595"/>
                    </a:lnTo>
                    <a:lnTo>
                      <a:pt x="4844" y="5640"/>
                    </a:lnTo>
                    <a:lnTo>
                      <a:pt x="4785" y="5683"/>
                    </a:lnTo>
                    <a:lnTo>
                      <a:pt x="4663" y="5764"/>
                    </a:lnTo>
                    <a:lnTo>
                      <a:pt x="4601" y="5802"/>
                    </a:lnTo>
                    <a:lnTo>
                      <a:pt x="4537" y="5839"/>
                    </a:lnTo>
                    <a:lnTo>
                      <a:pt x="4473" y="5873"/>
                    </a:lnTo>
                    <a:lnTo>
                      <a:pt x="4408" y="5906"/>
                    </a:lnTo>
                    <a:lnTo>
                      <a:pt x="4343" y="5939"/>
                    </a:lnTo>
                    <a:lnTo>
                      <a:pt x="4276" y="5969"/>
                    </a:lnTo>
                    <a:lnTo>
                      <a:pt x="4208" y="5997"/>
                    </a:lnTo>
                    <a:lnTo>
                      <a:pt x="4139" y="6024"/>
                    </a:lnTo>
                    <a:lnTo>
                      <a:pt x="4070" y="6049"/>
                    </a:lnTo>
                    <a:lnTo>
                      <a:pt x="3999" y="6074"/>
                    </a:lnTo>
                    <a:lnTo>
                      <a:pt x="3929" y="6095"/>
                    </a:lnTo>
                    <a:lnTo>
                      <a:pt x="3858" y="6115"/>
                    </a:lnTo>
                    <a:lnTo>
                      <a:pt x="3785" y="6133"/>
                    </a:lnTo>
                    <a:lnTo>
                      <a:pt x="3713" y="6150"/>
                    </a:lnTo>
                    <a:lnTo>
                      <a:pt x="3639" y="6165"/>
                    </a:lnTo>
                    <a:lnTo>
                      <a:pt x="3565" y="6177"/>
                    </a:lnTo>
                    <a:lnTo>
                      <a:pt x="3490" y="6188"/>
                    </a:lnTo>
                    <a:lnTo>
                      <a:pt x="3414" y="6197"/>
                    </a:lnTo>
                    <a:lnTo>
                      <a:pt x="3338" y="6204"/>
                    </a:lnTo>
                    <a:lnTo>
                      <a:pt x="3262" y="6208"/>
                    </a:lnTo>
                    <a:lnTo>
                      <a:pt x="3185" y="6212"/>
                    </a:lnTo>
                    <a:lnTo>
                      <a:pt x="3108" y="6213"/>
                    </a:lnTo>
                    <a:lnTo>
                      <a:pt x="2980" y="6211"/>
                    </a:lnTo>
                    <a:lnTo>
                      <a:pt x="2852" y="6203"/>
                    </a:lnTo>
                    <a:lnTo>
                      <a:pt x="2727" y="6190"/>
                    </a:lnTo>
                    <a:lnTo>
                      <a:pt x="2603" y="6171"/>
                    </a:lnTo>
                    <a:lnTo>
                      <a:pt x="2481" y="6150"/>
                    </a:lnTo>
                    <a:lnTo>
                      <a:pt x="2361" y="6122"/>
                    </a:lnTo>
                    <a:lnTo>
                      <a:pt x="2242" y="6091"/>
                    </a:lnTo>
                    <a:lnTo>
                      <a:pt x="2125" y="6054"/>
                    </a:lnTo>
                    <a:lnTo>
                      <a:pt x="2010" y="6014"/>
                    </a:lnTo>
                    <a:lnTo>
                      <a:pt x="1898" y="5969"/>
                    </a:lnTo>
                    <a:lnTo>
                      <a:pt x="1788" y="5919"/>
                    </a:lnTo>
                    <a:lnTo>
                      <a:pt x="1680" y="5866"/>
                    </a:lnTo>
                    <a:lnTo>
                      <a:pt x="1574" y="5809"/>
                    </a:lnTo>
                    <a:lnTo>
                      <a:pt x="1471" y="5747"/>
                    </a:lnTo>
                    <a:lnTo>
                      <a:pt x="1371" y="5683"/>
                    </a:lnTo>
                    <a:lnTo>
                      <a:pt x="1273" y="5614"/>
                    </a:lnTo>
                    <a:lnTo>
                      <a:pt x="1177" y="5541"/>
                    </a:lnTo>
                    <a:lnTo>
                      <a:pt x="1085" y="5465"/>
                    </a:lnTo>
                    <a:lnTo>
                      <a:pt x="996" y="5386"/>
                    </a:lnTo>
                    <a:lnTo>
                      <a:pt x="911" y="5303"/>
                    </a:lnTo>
                    <a:lnTo>
                      <a:pt x="828" y="5216"/>
                    </a:lnTo>
                    <a:lnTo>
                      <a:pt x="749" y="5128"/>
                    </a:lnTo>
                    <a:lnTo>
                      <a:pt x="673" y="5037"/>
                    </a:lnTo>
                    <a:lnTo>
                      <a:pt x="600" y="4941"/>
                    </a:lnTo>
                    <a:lnTo>
                      <a:pt x="531" y="4843"/>
                    </a:lnTo>
                    <a:lnTo>
                      <a:pt x="467" y="4743"/>
                    </a:lnTo>
                    <a:lnTo>
                      <a:pt x="406" y="4640"/>
                    </a:lnTo>
                    <a:lnTo>
                      <a:pt x="348" y="4534"/>
                    </a:lnTo>
                    <a:lnTo>
                      <a:pt x="295" y="4426"/>
                    </a:lnTo>
                    <a:lnTo>
                      <a:pt x="245" y="4316"/>
                    </a:lnTo>
                    <a:lnTo>
                      <a:pt x="200" y="4204"/>
                    </a:lnTo>
                    <a:lnTo>
                      <a:pt x="159" y="4089"/>
                    </a:lnTo>
                    <a:lnTo>
                      <a:pt x="123" y="3972"/>
                    </a:lnTo>
                    <a:lnTo>
                      <a:pt x="91" y="3854"/>
                    </a:lnTo>
                    <a:lnTo>
                      <a:pt x="63" y="3733"/>
                    </a:lnTo>
                    <a:lnTo>
                      <a:pt x="42" y="3610"/>
                    </a:lnTo>
                    <a:lnTo>
                      <a:pt x="24" y="3487"/>
                    </a:lnTo>
                    <a:lnTo>
                      <a:pt x="10" y="3362"/>
                    </a:lnTo>
                    <a:lnTo>
                      <a:pt x="2" y="3234"/>
                    </a:lnTo>
                    <a:lnTo>
                      <a:pt x="0" y="3106"/>
                    </a:lnTo>
                    <a:lnTo>
                      <a:pt x="2" y="2978"/>
                    </a:lnTo>
                    <a:lnTo>
                      <a:pt x="10" y="2852"/>
                    </a:lnTo>
                    <a:lnTo>
                      <a:pt x="24" y="2727"/>
                    </a:lnTo>
                    <a:lnTo>
                      <a:pt x="42" y="2602"/>
                    </a:lnTo>
                    <a:lnTo>
                      <a:pt x="63" y="2480"/>
                    </a:lnTo>
                    <a:lnTo>
                      <a:pt x="91" y="2361"/>
                    </a:lnTo>
                    <a:lnTo>
                      <a:pt x="123" y="2241"/>
                    </a:lnTo>
                    <a:lnTo>
                      <a:pt x="159" y="2124"/>
                    </a:lnTo>
                    <a:lnTo>
                      <a:pt x="200" y="2009"/>
                    </a:lnTo>
                    <a:lnTo>
                      <a:pt x="245" y="1897"/>
                    </a:lnTo>
                    <a:lnTo>
                      <a:pt x="295" y="1787"/>
                    </a:lnTo>
                    <a:lnTo>
                      <a:pt x="348" y="1680"/>
                    </a:lnTo>
                    <a:lnTo>
                      <a:pt x="406" y="1574"/>
                    </a:lnTo>
                    <a:lnTo>
                      <a:pt x="467" y="1471"/>
                    </a:lnTo>
                    <a:lnTo>
                      <a:pt x="531" y="1370"/>
                    </a:lnTo>
                    <a:lnTo>
                      <a:pt x="600" y="1272"/>
                    </a:lnTo>
                    <a:lnTo>
                      <a:pt x="673" y="1177"/>
                    </a:lnTo>
                    <a:lnTo>
                      <a:pt x="749" y="1085"/>
                    </a:lnTo>
                    <a:lnTo>
                      <a:pt x="828" y="997"/>
                    </a:lnTo>
                    <a:lnTo>
                      <a:pt x="910" y="910"/>
                    </a:lnTo>
                    <a:lnTo>
                      <a:pt x="996" y="828"/>
                    </a:lnTo>
                    <a:lnTo>
                      <a:pt x="1085" y="749"/>
                    </a:lnTo>
                    <a:lnTo>
                      <a:pt x="1177" y="673"/>
                    </a:lnTo>
                    <a:lnTo>
                      <a:pt x="1273" y="600"/>
                    </a:lnTo>
                    <a:lnTo>
                      <a:pt x="1371" y="531"/>
                    </a:lnTo>
                    <a:lnTo>
                      <a:pt x="1471" y="465"/>
                    </a:lnTo>
                    <a:lnTo>
                      <a:pt x="1574" y="404"/>
                    </a:lnTo>
                    <a:lnTo>
                      <a:pt x="1680" y="347"/>
                    </a:lnTo>
                    <a:lnTo>
                      <a:pt x="1788" y="294"/>
                    </a:lnTo>
                    <a:lnTo>
                      <a:pt x="1898" y="244"/>
                    </a:lnTo>
                    <a:lnTo>
                      <a:pt x="2010" y="199"/>
                    </a:lnTo>
                    <a:lnTo>
                      <a:pt x="2125" y="159"/>
                    </a:lnTo>
                    <a:lnTo>
                      <a:pt x="2242" y="122"/>
                    </a:lnTo>
                    <a:lnTo>
                      <a:pt x="2360" y="91"/>
                    </a:lnTo>
                    <a:lnTo>
                      <a:pt x="2481" y="63"/>
                    </a:lnTo>
                    <a:lnTo>
                      <a:pt x="2603" y="42"/>
                    </a:lnTo>
                    <a:lnTo>
                      <a:pt x="2727" y="23"/>
                    </a:lnTo>
                    <a:lnTo>
                      <a:pt x="2852" y="10"/>
                    </a:lnTo>
                    <a:lnTo>
                      <a:pt x="2980" y="2"/>
                    </a:lnTo>
                    <a:lnTo>
                      <a:pt x="3108" y="0"/>
                    </a:lnTo>
                    <a:lnTo>
                      <a:pt x="3239" y="4"/>
                    </a:lnTo>
                    <a:lnTo>
                      <a:pt x="3369" y="12"/>
                    </a:lnTo>
                    <a:lnTo>
                      <a:pt x="3497" y="27"/>
                    </a:lnTo>
                    <a:lnTo>
                      <a:pt x="3624" y="46"/>
                    </a:lnTo>
                    <a:lnTo>
                      <a:pt x="3748" y="71"/>
                    </a:lnTo>
                    <a:lnTo>
                      <a:pt x="3872" y="101"/>
                    </a:lnTo>
                    <a:lnTo>
                      <a:pt x="3993" y="137"/>
                    </a:lnTo>
                    <a:lnTo>
                      <a:pt x="4111" y="179"/>
                    </a:lnTo>
                    <a:lnTo>
                      <a:pt x="4228" y="224"/>
                    </a:lnTo>
                    <a:lnTo>
                      <a:pt x="4342" y="274"/>
                    </a:lnTo>
                    <a:lnTo>
                      <a:pt x="4453" y="330"/>
                    </a:lnTo>
                    <a:lnTo>
                      <a:pt x="4563" y="389"/>
                    </a:lnTo>
                    <a:lnTo>
                      <a:pt x="4669" y="454"/>
                    </a:lnTo>
                    <a:lnTo>
                      <a:pt x="4772" y="522"/>
                    </a:lnTo>
                    <a:lnTo>
                      <a:pt x="4873" y="595"/>
                    </a:lnTo>
                    <a:lnTo>
                      <a:pt x="4971" y="672"/>
                    </a:lnTo>
                    <a:close/>
                  </a:path>
                </a:pathLst>
              </a:custGeom>
              <a:solidFill>
                <a:srgbClr val="00C5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66" name="Freeform 92"/>
              <p:cNvSpPr>
                <a:spLocks/>
              </p:cNvSpPr>
              <p:nvPr/>
            </p:nvSpPr>
            <p:spPr bwMode="auto">
              <a:xfrm>
                <a:off x="673" y="197"/>
                <a:ext cx="3054" cy="3106"/>
              </a:xfrm>
              <a:custGeom>
                <a:avLst/>
                <a:gdLst>
                  <a:gd name="T0" fmla="*/ 4472 w 6107"/>
                  <a:gd name="T1" fmla="*/ 370 h 6213"/>
                  <a:gd name="T2" fmla="*/ 4169 w 6107"/>
                  <a:gd name="T3" fmla="*/ 268 h 6213"/>
                  <a:gd name="T4" fmla="*/ 3888 w 6107"/>
                  <a:gd name="T5" fmla="*/ 221 h 6213"/>
                  <a:gd name="T6" fmla="*/ 3633 w 6107"/>
                  <a:gd name="T7" fmla="*/ 227 h 6213"/>
                  <a:gd name="T8" fmla="*/ 3406 w 6107"/>
                  <a:gd name="T9" fmla="*/ 282 h 6213"/>
                  <a:gd name="T10" fmla="*/ 3209 w 6107"/>
                  <a:gd name="T11" fmla="*/ 386 h 6213"/>
                  <a:gd name="T12" fmla="*/ 3045 w 6107"/>
                  <a:gd name="T13" fmla="*/ 536 h 6213"/>
                  <a:gd name="T14" fmla="*/ 2894 w 6107"/>
                  <a:gd name="T15" fmla="*/ 772 h 6213"/>
                  <a:gd name="T16" fmla="*/ 2808 w 6107"/>
                  <a:gd name="T17" fmla="*/ 1013 h 6213"/>
                  <a:gd name="T18" fmla="*/ 2765 w 6107"/>
                  <a:gd name="T19" fmla="*/ 1293 h 6213"/>
                  <a:gd name="T20" fmla="*/ 2763 w 6107"/>
                  <a:gd name="T21" fmla="*/ 1607 h 6213"/>
                  <a:gd name="T22" fmla="*/ 2807 w 6107"/>
                  <a:gd name="T23" fmla="*/ 1956 h 6213"/>
                  <a:gd name="T24" fmla="*/ 2894 w 6107"/>
                  <a:gd name="T25" fmla="*/ 2317 h 6213"/>
                  <a:gd name="T26" fmla="*/ 3017 w 6107"/>
                  <a:gd name="T27" fmla="*/ 2588 h 6213"/>
                  <a:gd name="T28" fmla="*/ 3192 w 6107"/>
                  <a:gd name="T29" fmla="*/ 2821 h 6213"/>
                  <a:gd name="T30" fmla="*/ 3412 w 6107"/>
                  <a:gd name="T31" fmla="*/ 3021 h 6213"/>
                  <a:gd name="T32" fmla="*/ 3664 w 6107"/>
                  <a:gd name="T33" fmla="*/ 3182 h 6213"/>
                  <a:gd name="T34" fmla="*/ 3942 w 6107"/>
                  <a:gd name="T35" fmla="*/ 3306 h 6213"/>
                  <a:gd name="T36" fmla="*/ 4412 w 6107"/>
                  <a:gd name="T37" fmla="*/ 3425 h 6213"/>
                  <a:gd name="T38" fmla="*/ 4823 w 6107"/>
                  <a:gd name="T39" fmla="*/ 3447 h 6213"/>
                  <a:gd name="T40" fmla="*/ 5102 w 6107"/>
                  <a:gd name="T41" fmla="*/ 3415 h 6213"/>
                  <a:gd name="T42" fmla="*/ 5358 w 6107"/>
                  <a:gd name="T43" fmla="*/ 3342 h 6213"/>
                  <a:gd name="T44" fmla="*/ 5579 w 6107"/>
                  <a:gd name="T45" fmla="*/ 3229 h 6213"/>
                  <a:gd name="T46" fmla="*/ 5758 w 6107"/>
                  <a:gd name="T47" fmla="*/ 3074 h 6213"/>
                  <a:gd name="T48" fmla="*/ 5870 w 6107"/>
                  <a:gd name="T49" fmla="*/ 2909 h 6213"/>
                  <a:gd name="T50" fmla="*/ 5942 w 6107"/>
                  <a:gd name="T51" fmla="*/ 2721 h 6213"/>
                  <a:gd name="T52" fmla="*/ 5983 w 6107"/>
                  <a:gd name="T53" fmla="*/ 2448 h 6213"/>
                  <a:gd name="T54" fmla="*/ 6000 w 6107"/>
                  <a:gd name="T55" fmla="*/ 2281 h 6213"/>
                  <a:gd name="T56" fmla="*/ 6098 w 6107"/>
                  <a:gd name="T57" fmla="*/ 2864 h 6213"/>
                  <a:gd name="T58" fmla="*/ 6098 w 6107"/>
                  <a:gd name="T59" fmla="*/ 3346 h 6213"/>
                  <a:gd name="T60" fmla="*/ 6046 w 6107"/>
                  <a:gd name="T61" fmla="*/ 3733 h 6213"/>
                  <a:gd name="T62" fmla="*/ 5950 w 6107"/>
                  <a:gd name="T63" fmla="*/ 4102 h 6213"/>
                  <a:gd name="T64" fmla="*/ 5811 w 6107"/>
                  <a:gd name="T65" fmla="*/ 4453 h 6213"/>
                  <a:gd name="T66" fmla="*/ 5635 w 6107"/>
                  <a:gd name="T67" fmla="*/ 4781 h 6213"/>
                  <a:gd name="T68" fmla="*/ 5422 w 6107"/>
                  <a:gd name="T69" fmla="*/ 5083 h 6213"/>
                  <a:gd name="T70" fmla="*/ 5178 w 6107"/>
                  <a:gd name="T71" fmla="*/ 5355 h 6213"/>
                  <a:gd name="T72" fmla="*/ 4903 w 6107"/>
                  <a:gd name="T73" fmla="*/ 5595 h 6213"/>
                  <a:gd name="T74" fmla="*/ 4537 w 6107"/>
                  <a:gd name="T75" fmla="*/ 5839 h 6213"/>
                  <a:gd name="T76" fmla="*/ 4208 w 6107"/>
                  <a:gd name="T77" fmla="*/ 5997 h 6213"/>
                  <a:gd name="T78" fmla="*/ 3858 w 6107"/>
                  <a:gd name="T79" fmla="*/ 6115 h 6213"/>
                  <a:gd name="T80" fmla="*/ 3490 w 6107"/>
                  <a:gd name="T81" fmla="*/ 6188 h 6213"/>
                  <a:gd name="T82" fmla="*/ 3108 w 6107"/>
                  <a:gd name="T83" fmla="*/ 6213 h 6213"/>
                  <a:gd name="T84" fmla="*/ 2481 w 6107"/>
                  <a:gd name="T85" fmla="*/ 6150 h 6213"/>
                  <a:gd name="T86" fmla="*/ 1898 w 6107"/>
                  <a:gd name="T87" fmla="*/ 5969 h 6213"/>
                  <a:gd name="T88" fmla="*/ 1371 w 6107"/>
                  <a:gd name="T89" fmla="*/ 5683 h 6213"/>
                  <a:gd name="T90" fmla="*/ 911 w 6107"/>
                  <a:gd name="T91" fmla="*/ 5303 h 6213"/>
                  <a:gd name="T92" fmla="*/ 531 w 6107"/>
                  <a:gd name="T93" fmla="*/ 4843 h 6213"/>
                  <a:gd name="T94" fmla="*/ 245 w 6107"/>
                  <a:gd name="T95" fmla="*/ 4316 h 6213"/>
                  <a:gd name="T96" fmla="*/ 63 w 6107"/>
                  <a:gd name="T97" fmla="*/ 3733 h 6213"/>
                  <a:gd name="T98" fmla="*/ 0 w 6107"/>
                  <a:gd name="T99" fmla="*/ 3106 h 6213"/>
                  <a:gd name="T100" fmla="*/ 63 w 6107"/>
                  <a:gd name="T101" fmla="*/ 2480 h 6213"/>
                  <a:gd name="T102" fmla="*/ 245 w 6107"/>
                  <a:gd name="T103" fmla="*/ 1897 h 6213"/>
                  <a:gd name="T104" fmla="*/ 531 w 6107"/>
                  <a:gd name="T105" fmla="*/ 1370 h 6213"/>
                  <a:gd name="T106" fmla="*/ 910 w 6107"/>
                  <a:gd name="T107" fmla="*/ 910 h 6213"/>
                  <a:gd name="T108" fmla="*/ 1371 w 6107"/>
                  <a:gd name="T109" fmla="*/ 531 h 6213"/>
                  <a:gd name="T110" fmla="*/ 1898 w 6107"/>
                  <a:gd name="T111" fmla="*/ 244 h 6213"/>
                  <a:gd name="T112" fmla="*/ 2481 w 6107"/>
                  <a:gd name="T113" fmla="*/ 63 h 6213"/>
                  <a:gd name="T114" fmla="*/ 3108 w 6107"/>
                  <a:gd name="T115" fmla="*/ 0 h 6213"/>
                  <a:gd name="T116" fmla="*/ 3654 w 6107"/>
                  <a:gd name="T117" fmla="*/ 52 h 6213"/>
                  <a:gd name="T118" fmla="*/ 4168 w 6107"/>
                  <a:gd name="T119" fmla="*/ 199 h 6213"/>
                  <a:gd name="T120" fmla="*/ 4640 w 6107"/>
                  <a:gd name="T121" fmla="*/ 436 h 6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6107" h="6213">
                    <a:moveTo>
                      <a:pt x="4729" y="492"/>
                    </a:moveTo>
                    <a:lnTo>
                      <a:pt x="4663" y="457"/>
                    </a:lnTo>
                    <a:lnTo>
                      <a:pt x="4598" y="426"/>
                    </a:lnTo>
                    <a:lnTo>
                      <a:pt x="4535" y="396"/>
                    </a:lnTo>
                    <a:lnTo>
                      <a:pt x="4472" y="370"/>
                    </a:lnTo>
                    <a:lnTo>
                      <a:pt x="4410" y="345"/>
                    </a:lnTo>
                    <a:lnTo>
                      <a:pt x="4347" y="323"/>
                    </a:lnTo>
                    <a:lnTo>
                      <a:pt x="4287" y="302"/>
                    </a:lnTo>
                    <a:lnTo>
                      <a:pt x="4228" y="283"/>
                    </a:lnTo>
                    <a:lnTo>
                      <a:pt x="4169" y="268"/>
                    </a:lnTo>
                    <a:lnTo>
                      <a:pt x="4110" y="255"/>
                    </a:lnTo>
                    <a:lnTo>
                      <a:pt x="4054" y="243"/>
                    </a:lnTo>
                    <a:lnTo>
                      <a:pt x="3997" y="234"/>
                    </a:lnTo>
                    <a:lnTo>
                      <a:pt x="3942" y="226"/>
                    </a:lnTo>
                    <a:lnTo>
                      <a:pt x="3888" y="221"/>
                    </a:lnTo>
                    <a:lnTo>
                      <a:pt x="3835" y="218"/>
                    </a:lnTo>
                    <a:lnTo>
                      <a:pt x="3783" y="217"/>
                    </a:lnTo>
                    <a:lnTo>
                      <a:pt x="3732" y="218"/>
                    </a:lnTo>
                    <a:lnTo>
                      <a:pt x="3683" y="221"/>
                    </a:lnTo>
                    <a:lnTo>
                      <a:pt x="3633" y="227"/>
                    </a:lnTo>
                    <a:lnTo>
                      <a:pt x="3586" y="234"/>
                    </a:lnTo>
                    <a:lnTo>
                      <a:pt x="3539" y="243"/>
                    </a:lnTo>
                    <a:lnTo>
                      <a:pt x="3494" y="255"/>
                    </a:lnTo>
                    <a:lnTo>
                      <a:pt x="3449" y="267"/>
                    </a:lnTo>
                    <a:lnTo>
                      <a:pt x="3406" y="282"/>
                    </a:lnTo>
                    <a:lnTo>
                      <a:pt x="3365" y="300"/>
                    </a:lnTo>
                    <a:lnTo>
                      <a:pt x="3323" y="318"/>
                    </a:lnTo>
                    <a:lnTo>
                      <a:pt x="3284" y="339"/>
                    </a:lnTo>
                    <a:lnTo>
                      <a:pt x="3246" y="362"/>
                    </a:lnTo>
                    <a:lnTo>
                      <a:pt x="3209" y="386"/>
                    </a:lnTo>
                    <a:lnTo>
                      <a:pt x="3174" y="412"/>
                    </a:lnTo>
                    <a:lnTo>
                      <a:pt x="3139" y="440"/>
                    </a:lnTo>
                    <a:lnTo>
                      <a:pt x="3107" y="470"/>
                    </a:lnTo>
                    <a:lnTo>
                      <a:pt x="3074" y="502"/>
                    </a:lnTo>
                    <a:lnTo>
                      <a:pt x="3045" y="536"/>
                    </a:lnTo>
                    <a:lnTo>
                      <a:pt x="3016" y="570"/>
                    </a:lnTo>
                    <a:lnTo>
                      <a:pt x="2988" y="607"/>
                    </a:lnTo>
                    <a:lnTo>
                      <a:pt x="2937" y="686"/>
                    </a:lnTo>
                    <a:lnTo>
                      <a:pt x="2914" y="728"/>
                    </a:lnTo>
                    <a:lnTo>
                      <a:pt x="2894" y="772"/>
                    </a:lnTo>
                    <a:lnTo>
                      <a:pt x="2873" y="817"/>
                    </a:lnTo>
                    <a:lnTo>
                      <a:pt x="2854" y="863"/>
                    </a:lnTo>
                    <a:lnTo>
                      <a:pt x="2838" y="911"/>
                    </a:lnTo>
                    <a:lnTo>
                      <a:pt x="2822" y="961"/>
                    </a:lnTo>
                    <a:lnTo>
                      <a:pt x="2808" y="1013"/>
                    </a:lnTo>
                    <a:lnTo>
                      <a:pt x="2797" y="1066"/>
                    </a:lnTo>
                    <a:lnTo>
                      <a:pt x="2787" y="1120"/>
                    </a:lnTo>
                    <a:lnTo>
                      <a:pt x="2777" y="1176"/>
                    </a:lnTo>
                    <a:lnTo>
                      <a:pt x="2770" y="1234"/>
                    </a:lnTo>
                    <a:lnTo>
                      <a:pt x="2765" y="1293"/>
                    </a:lnTo>
                    <a:lnTo>
                      <a:pt x="2761" y="1353"/>
                    </a:lnTo>
                    <a:lnTo>
                      <a:pt x="2759" y="1414"/>
                    </a:lnTo>
                    <a:lnTo>
                      <a:pt x="2759" y="1477"/>
                    </a:lnTo>
                    <a:lnTo>
                      <a:pt x="2760" y="1541"/>
                    </a:lnTo>
                    <a:lnTo>
                      <a:pt x="2763" y="1607"/>
                    </a:lnTo>
                    <a:lnTo>
                      <a:pt x="2768" y="1675"/>
                    </a:lnTo>
                    <a:lnTo>
                      <a:pt x="2775" y="1743"/>
                    </a:lnTo>
                    <a:lnTo>
                      <a:pt x="2784" y="1813"/>
                    </a:lnTo>
                    <a:lnTo>
                      <a:pt x="2795" y="1884"/>
                    </a:lnTo>
                    <a:lnTo>
                      <a:pt x="2807" y="1956"/>
                    </a:lnTo>
                    <a:lnTo>
                      <a:pt x="2821" y="2030"/>
                    </a:lnTo>
                    <a:lnTo>
                      <a:pt x="2838" y="2105"/>
                    </a:lnTo>
                    <a:lnTo>
                      <a:pt x="2856" y="2181"/>
                    </a:lnTo>
                    <a:lnTo>
                      <a:pt x="2876" y="2258"/>
                    </a:lnTo>
                    <a:lnTo>
                      <a:pt x="2894" y="2317"/>
                    </a:lnTo>
                    <a:lnTo>
                      <a:pt x="2913" y="2373"/>
                    </a:lnTo>
                    <a:lnTo>
                      <a:pt x="2936" y="2429"/>
                    </a:lnTo>
                    <a:lnTo>
                      <a:pt x="2960" y="2483"/>
                    </a:lnTo>
                    <a:lnTo>
                      <a:pt x="2987" y="2536"/>
                    </a:lnTo>
                    <a:lnTo>
                      <a:pt x="3017" y="2588"/>
                    </a:lnTo>
                    <a:lnTo>
                      <a:pt x="3048" y="2637"/>
                    </a:lnTo>
                    <a:lnTo>
                      <a:pt x="3081" y="2685"/>
                    </a:lnTo>
                    <a:lnTo>
                      <a:pt x="3116" y="2733"/>
                    </a:lnTo>
                    <a:lnTo>
                      <a:pt x="3154" y="2778"/>
                    </a:lnTo>
                    <a:lnTo>
                      <a:pt x="3192" y="2821"/>
                    </a:lnTo>
                    <a:lnTo>
                      <a:pt x="3233" y="2864"/>
                    </a:lnTo>
                    <a:lnTo>
                      <a:pt x="3275" y="2905"/>
                    </a:lnTo>
                    <a:lnTo>
                      <a:pt x="3320" y="2946"/>
                    </a:lnTo>
                    <a:lnTo>
                      <a:pt x="3365" y="2984"/>
                    </a:lnTo>
                    <a:lnTo>
                      <a:pt x="3412" y="3021"/>
                    </a:lnTo>
                    <a:lnTo>
                      <a:pt x="3459" y="3055"/>
                    </a:lnTo>
                    <a:lnTo>
                      <a:pt x="3509" y="3090"/>
                    </a:lnTo>
                    <a:lnTo>
                      <a:pt x="3559" y="3122"/>
                    </a:lnTo>
                    <a:lnTo>
                      <a:pt x="3611" y="3153"/>
                    </a:lnTo>
                    <a:lnTo>
                      <a:pt x="3664" y="3182"/>
                    </a:lnTo>
                    <a:lnTo>
                      <a:pt x="3718" y="3210"/>
                    </a:lnTo>
                    <a:lnTo>
                      <a:pt x="3774" y="3236"/>
                    </a:lnTo>
                    <a:lnTo>
                      <a:pt x="3829" y="3260"/>
                    </a:lnTo>
                    <a:lnTo>
                      <a:pt x="3885" y="3284"/>
                    </a:lnTo>
                    <a:lnTo>
                      <a:pt x="3942" y="3306"/>
                    </a:lnTo>
                    <a:lnTo>
                      <a:pt x="3999" y="3326"/>
                    </a:lnTo>
                    <a:lnTo>
                      <a:pt x="4057" y="3344"/>
                    </a:lnTo>
                    <a:lnTo>
                      <a:pt x="4175" y="3378"/>
                    </a:lnTo>
                    <a:lnTo>
                      <a:pt x="4293" y="3404"/>
                    </a:lnTo>
                    <a:lnTo>
                      <a:pt x="4412" y="3425"/>
                    </a:lnTo>
                    <a:lnTo>
                      <a:pt x="4530" y="3439"/>
                    </a:lnTo>
                    <a:lnTo>
                      <a:pt x="4649" y="3447"/>
                    </a:lnTo>
                    <a:lnTo>
                      <a:pt x="4708" y="3448"/>
                    </a:lnTo>
                    <a:lnTo>
                      <a:pt x="4765" y="3448"/>
                    </a:lnTo>
                    <a:lnTo>
                      <a:pt x="4823" y="3447"/>
                    </a:lnTo>
                    <a:lnTo>
                      <a:pt x="4881" y="3443"/>
                    </a:lnTo>
                    <a:lnTo>
                      <a:pt x="4937" y="3439"/>
                    </a:lnTo>
                    <a:lnTo>
                      <a:pt x="4994" y="3432"/>
                    </a:lnTo>
                    <a:lnTo>
                      <a:pt x="5048" y="3424"/>
                    </a:lnTo>
                    <a:lnTo>
                      <a:pt x="5102" y="3415"/>
                    </a:lnTo>
                    <a:lnTo>
                      <a:pt x="5156" y="3403"/>
                    </a:lnTo>
                    <a:lnTo>
                      <a:pt x="5208" y="3390"/>
                    </a:lnTo>
                    <a:lnTo>
                      <a:pt x="5258" y="3377"/>
                    </a:lnTo>
                    <a:lnTo>
                      <a:pt x="5309" y="3361"/>
                    </a:lnTo>
                    <a:lnTo>
                      <a:pt x="5358" y="3342"/>
                    </a:lnTo>
                    <a:lnTo>
                      <a:pt x="5405" y="3322"/>
                    </a:lnTo>
                    <a:lnTo>
                      <a:pt x="5451" y="3302"/>
                    </a:lnTo>
                    <a:lnTo>
                      <a:pt x="5495" y="3280"/>
                    </a:lnTo>
                    <a:lnTo>
                      <a:pt x="5538" y="3255"/>
                    </a:lnTo>
                    <a:lnTo>
                      <a:pt x="5579" y="3229"/>
                    </a:lnTo>
                    <a:lnTo>
                      <a:pt x="5619" y="3202"/>
                    </a:lnTo>
                    <a:lnTo>
                      <a:pt x="5657" y="3172"/>
                    </a:lnTo>
                    <a:lnTo>
                      <a:pt x="5693" y="3140"/>
                    </a:lnTo>
                    <a:lnTo>
                      <a:pt x="5726" y="3108"/>
                    </a:lnTo>
                    <a:lnTo>
                      <a:pt x="5758" y="3074"/>
                    </a:lnTo>
                    <a:lnTo>
                      <a:pt x="5788" y="3038"/>
                    </a:lnTo>
                    <a:lnTo>
                      <a:pt x="5816" y="3000"/>
                    </a:lnTo>
                    <a:lnTo>
                      <a:pt x="5841" y="2961"/>
                    </a:lnTo>
                    <a:lnTo>
                      <a:pt x="5855" y="2937"/>
                    </a:lnTo>
                    <a:lnTo>
                      <a:pt x="5870" y="2909"/>
                    </a:lnTo>
                    <a:lnTo>
                      <a:pt x="5885" y="2878"/>
                    </a:lnTo>
                    <a:lnTo>
                      <a:pt x="5900" y="2844"/>
                    </a:lnTo>
                    <a:lnTo>
                      <a:pt x="5914" y="2806"/>
                    </a:lnTo>
                    <a:lnTo>
                      <a:pt x="5929" y="2766"/>
                    </a:lnTo>
                    <a:lnTo>
                      <a:pt x="5942" y="2721"/>
                    </a:lnTo>
                    <a:lnTo>
                      <a:pt x="5953" y="2674"/>
                    </a:lnTo>
                    <a:lnTo>
                      <a:pt x="5963" y="2622"/>
                    </a:lnTo>
                    <a:lnTo>
                      <a:pt x="5973" y="2568"/>
                    </a:lnTo>
                    <a:lnTo>
                      <a:pt x="5978" y="2510"/>
                    </a:lnTo>
                    <a:lnTo>
                      <a:pt x="5983" y="2448"/>
                    </a:lnTo>
                    <a:lnTo>
                      <a:pt x="5984" y="2384"/>
                    </a:lnTo>
                    <a:lnTo>
                      <a:pt x="5982" y="2316"/>
                    </a:lnTo>
                    <a:lnTo>
                      <a:pt x="5977" y="2244"/>
                    </a:lnTo>
                    <a:lnTo>
                      <a:pt x="5968" y="2169"/>
                    </a:lnTo>
                    <a:lnTo>
                      <a:pt x="6000" y="2281"/>
                    </a:lnTo>
                    <a:lnTo>
                      <a:pt x="6028" y="2394"/>
                    </a:lnTo>
                    <a:lnTo>
                      <a:pt x="6052" y="2509"/>
                    </a:lnTo>
                    <a:lnTo>
                      <a:pt x="6072" y="2626"/>
                    </a:lnTo>
                    <a:lnTo>
                      <a:pt x="6088" y="2744"/>
                    </a:lnTo>
                    <a:lnTo>
                      <a:pt x="6098" y="2864"/>
                    </a:lnTo>
                    <a:lnTo>
                      <a:pt x="6105" y="2984"/>
                    </a:lnTo>
                    <a:lnTo>
                      <a:pt x="6107" y="3106"/>
                    </a:lnTo>
                    <a:lnTo>
                      <a:pt x="6106" y="3187"/>
                    </a:lnTo>
                    <a:lnTo>
                      <a:pt x="6104" y="3266"/>
                    </a:lnTo>
                    <a:lnTo>
                      <a:pt x="6098" y="3346"/>
                    </a:lnTo>
                    <a:lnTo>
                      <a:pt x="6092" y="3424"/>
                    </a:lnTo>
                    <a:lnTo>
                      <a:pt x="6083" y="3502"/>
                    </a:lnTo>
                    <a:lnTo>
                      <a:pt x="6073" y="3579"/>
                    </a:lnTo>
                    <a:lnTo>
                      <a:pt x="6060" y="3657"/>
                    </a:lnTo>
                    <a:lnTo>
                      <a:pt x="6046" y="3733"/>
                    </a:lnTo>
                    <a:lnTo>
                      <a:pt x="6030" y="3807"/>
                    </a:lnTo>
                    <a:lnTo>
                      <a:pt x="6013" y="3882"/>
                    </a:lnTo>
                    <a:lnTo>
                      <a:pt x="5993" y="3957"/>
                    </a:lnTo>
                    <a:lnTo>
                      <a:pt x="5973" y="4030"/>
                    </a:lnTo>
                    <a:lnTo>
                      <a:pt x="5950" y="4102"/>
                    </a:lnTo>
                    <a:lnTo>
                      <a:pt x="5925" y="4175"/>
                    </a:lnTo>
                    <a:lnTo>
                      <a:pt x="5899" y="4245"/>
                    </a:lnTo>
                    <a:lnTo>
                      <a:pt x="5871" y="4316"/>
                    </a:lnTo>
                    <a:lnTo>
                      <a:pt x="5843" y="4385"/>
                    </a:lnTo>
                    <a:lnTo>
                      <a:pt x="5811" y="4453"/>
                    </a:lnTo>
                    <a:lnTo>
                      <a:pt x="5779" y="4521"/>
                    </a:lnTo>
                    <a:lnTo>
                      <a:pt x="5746" y="4587"/>
                    </a:lnTo>
                    <a:lnTo>
                      <a:pt x="5710" y="4653"/>
                    </a:lnTo>
                    <a:lnTo>
                      <a:pt x="5673" y="4718"/>
                    </a:lnTo>
                    <a:lnTo>
                      <a:pt x="5635" y="4781"/>
                    </a:lnTo>
                    <a:lnTo>
                      <a:pt x="5595" y="4843"/>
                    </a:lnTo>
                    <a:lnTo>
                      <a:pt x="5555" y="4904"/>
                    </a:lnTo>
                    <a:lnTo>
                      <a:pt x="5512" y="4965"/>
                    </a:lnTo>
                    <a:lnTo>
                      <a:pt x="5468" y="5024"/>
                    </a:lnTo>
                    <a:lnTo>
                      <a:pt x="5422" y="5083"/>
                    </a:lnTo>
                    <a:lnTo>
                      <a:pt x="5376" y="5139"/>
                    </a:lnTo>
                    <a:lnTo>
                      <a:pt x="5328" y="5196"/>
                    </a:lnTo>
                    <a:lnTo>
                      <a:pt x="5279" y="5250"/>
                    </a:lnTo>
                    <a:lnTo>
                      <a:pt x="5229" y="5303"/>
                    </a:lnTo>
                    <a:lnTo>
                      <a:pt x="5178" y="5355"/>
                    </a:lnTo>
                    <a:lnTo>
                      <a:pt x="5125" y="5406"/>
                    </a:lnTo>
                    <a:lnTo>
                      <a:pt x="5071" y="5455"/>
                    </a:lnTo>
                    <a:lnTo>
                      <a:pt x="5015" y="5503"/>
                    </a:lnTo>
                    <a:lnTo>
                      <a:pt x="4960" y="5551"/>
                    </a:lnTo>
                    <a:lnTo>
                      <a:pt x="4903" y="5595"/>
                    </a:lnTo>
                    <a:lnTo>
                      <a:pt x="4844" y="5640"/>
                    </a:lnTo>
                    <a:lnTo>
                      <a:pt x="4785" y="5683"/>
                    </a:lnTo>
                    <a:lnTo>
                      <a:pt x="4663" y="5764"/>
                    </a:lnTo>
                    <a:lnTo>
                      <a:pt x="4601" y="5802"/>
                    </a:lnTo>
                    <a:lnTo>
                      <a:pt x="4537" y="5839"/>
                    </a:lnTo>
                    <a:lnTo>
                      <a:pt x="4473" y="5873"/>
                    </a:lnTo>
                    <a:lnTo>
                      <a:pt x="4408" y="5906"/>
                    </a:lnTo>
                    <a:lnTo>
                      <a:pt x="4343" y="5939"/>
                    </a:lnTo>
                    <a:lnTo>
                      <a:pt x="4276" y="5969"/>
                    </a:lnTo>
                    <a:lnTo>
                      <a:pt x="4208" y="5997"/>
                    </a:lnTo>
                    <a:lnTo>
                      <a:pt x="4139" y="6024"/>
                    </a:lnTo>
                    <a:lnTo>
                      <a:pt x="4070" y="6049"/>
                    </a:lnTo>
                    <a:lnTo>
                      <a:pt x="3999" y="6074"/>
                    </a:lnTo>
                    <a:lnTo>
                      <a:pt x="3929" y="6095"/>
                    </a:lnTo>
                    <a:lnTo>
                      <a:pt x="3858" y="6115"/>
                    </a:lnTo>
                    <a:lnTo>
                      <a:pt x="3785" y="6133"/>
                    </a:lnTo>
                    <a:lnTo>
                      <a:pt x="3713" y="6150"/>
                    </a:lnTo>
                    <a:lnTo>
                      <a:pt x="3639" y="6165"/>
                    </a:lnTo>
                    <a:lnTo>
                      <a:pt x="3565" y="6177"/>
                    </a:lnTo>
                    <a:lnTo>
                      <a:pt x="3490" y="6188"/>
                    </a:lnTo>
                    <a:lnTo>
                      <a:pt x="3414" y="6197"/>
                    </a:lnTo>
                    <a:lnTo>
                      <a:pt x="3338" y="6204"/>
                    </a:lnTo>
                    <a:lnTo>
                      <a:pt x="3262" y="6208"/>
                    </a:lnTo>
                    <a:lnTo>
                      <a:pt x="3185" y="6212"/>
                    </a:lnTo>
                    <a:lnTo>
                      <a:pt x="3108" y="6213"/>
                    </a:lnTo>
                    <a:lnTo>
                      <a:pt x="2980" y="6211"/>
                    </a:lnTo>
                    <a:lnTo>
                      <a:pt x="2852" y="6203"/>
                    </a:lnTo>
                    <a:lnTo>
                      <a:pt x="2727" y="6190"/>
                    </a:lnTo>
                    <a:lnTo>
                      <a:pt x="2603" y="6171"/>
                    </a:lnTo>
                    <a:lnTo>
                      <a:pt x="2481" y="6150"/>
                    </a:lnTo>
                    <a:lnTo>
                      <a:pt x="2361" y="6122"/>
                    </a:lnTo>
                    <a:lnTo>
                      <a:pt x="2242" y="6091"/>
                    </a:lnTo>
                    <a:lnTo>
                      <a:pt x="2125" y="6054"/>
                    </a:lnTo>
                    <a:lnTo>
                      <a:pt x="2010" y="6014"/>
                    </a:lnTo>
                    <a:lnTo>
                      <a:pt x="1898" y="5969"/>
                    </a:lnTo>
                    <a:lnTo>
                      <a:pt x="1788" y="5919"/>
                    </a:lnTo>
                    <a:lnTo>
                      <a:pt x="1680" y="5866"/>
                    </a:lnTo>
                    <a:lnTo>
                      <a:pt x="1574" y="5809"/>
                    </a:lnTo>
                    <a:lnTo>
                      <a:pt x="1471" y="5747"/>
                    </a:lnTo>
                    <a:lnTo>
                      <a:pt x="1371" y="5683"/>
                    </a:lnTo>
                    <a:lnTo>
                      <a:pt x="1273" y="5614"/>
                    </a:lnTo>
                    <a:lnTo>
                      <a:pt x="1177" y="5541"/>
                    </a:lnTo>
                    <a:lnTo>
                      <a:pt x="1085" y="5465"/>
                    </a:lnTo>
                    <a:lnTo>
                      <a:pt x="996" y="5386"/>
                    </a:lnTo>
                    <a:lnTo>
                      <a:pt x="911" y="5303"/>
                    </a:lnTo>
                    <a:lnTo>
                      <a:pt x="828" y="5216"/>
                    </a:lnTo>
                    <a:lnTo>
                      <a:pt x="749" y="5128"/>
                    </a:lnTo>
                    <a:lnTo>
                      <a:pt x="673" y="5037"/>
                    </a:lnTo>
                    <a:lnTo>
                      <a:pt x="600" y="4941"/>
                    </a:lnTo>
                    <a:lnTo>
                      <a:pt x="531" y="4843"/>
                    </a:lnTo>
                    <a:lnTo>
                      <a:pt x="467" y="4743"/>
                    </a:lnTo>
                    <a:lnTo>
                      <a:pt x="406" y="4640"/>
                    </a:lnTo>
                    <a:lnTo>
                      <a:pt x="348" y="4534"/>
                    </a:lnTo>
                    <a:lnTo>
                      <a:pt x="295" y="4426"/>
                    </a:lnTo>
                    <a:lnTo>
                      <a:pt x="245" y="4316"/>
                    </a:lnTo>
                    <a:lnTo>
                      <a:pt x="200" y="4204"/>
                    </a:lnTo>
                    <a:lnTo>
                      <a:pt x="159" y="4089"/>
                    </a:lnTo>
                    <a:lnTo>
                      <a:pt x="123" y="3972"/>
                    </a:lnTo>
                    <a:lnTo>
                      <a:pt x="91" y="3854"/>
                    </a:lnTo>
                    <a:lnTo>
                      <a:pt x="63" y="3733"/>
                    </a:lnTo>
                    <a:lnTo>
                      <a:pt x="42" y="3610"/>
                    </a:lnTo>
                    <a:lnTo>
                      <a:pt x="24" y="3487"/>
                    </a:lnTo>
                    <a:lnTo>
                      <a:pt x="10" y="3362"/>
                    </a:lnTo>
                    <a:lnTo>
                      <a:pt x="2" y="3234"/>
                    </a:lnTo>
                    <a:lnTo>
                      <a:pt x="0" y="3106"/>
                    </a:lnTo>
                    <a:lnTo>
                      <a:pt x="2" y="2978"/>
                    </a:lnTo>
                    <a:lnTo>
                      <a:pt x="10" y="2852"/>
                    </a:lnTo>
                    <a:lnTo>
                      <a:pt x="24" y="2727"/>
                    </a:lnTo>
                    <a:lnTo>
                      <a:pt x="42" y="2602"/>
                    </a:lnTo>
                    <a:lnTo>
                      <a:pt x="63" y="2480"/>
                    </a:lnTo>
                    <a:lnTo>
                      <a:pt x="91" y="2361"/>
                    </a:lnTo>
                    <a:lnTo>
                      <a:pt x="123" y="2241"/>
                    </a:lnTo>
                    <a:lnTo>
                      <a:pt x="159" y="2124"/>
                    </a:lnTo>
                    <a:lnTo>
                      <a:pt x="200" y="2009"/>
                    </a:lnTo>
                    <a:lnTo>
                      <a:pt x="245" y="1897"/>
                    </a:lnTo>
                    <a:lnTo>
                      <a:pt x="295" y="1787"/>
                    </a:lnTo>
                    <a:lnTo>
                      <a:pt x="348" y="1680"/>
                    </a:lnTo>
                    <a:lnTo>
                      <a:pt x="406" y="1574"/>
                    </a:lnTo>
                    <a:lnTo>
                      <a:pt x="467" y="1471"/>
                    </a:lnTo>
                    <a:lnTo>
                      <a:pt x="531" y="1370"/>
                    </a:lnTo>
                    <a:lnTo>
                      <a:pt x="600" y="1272"/>
                    </a:lnTo>
                    <a:lnTo>
                      <a:pt x="673" y="1177"/>
                    </a:lnTo>
                    <a:lnTo>
                      <a:pt x="749" y="1085"/>
                    </a:lnTo>
                    <a:lnTo>
                      <a:pt x="828" y="997"/>
                    </a:lnTo>
                    <a:lnTo>
                      <a:pt x="910" y="910"/>
                    </a:lnTo>
                    <a:lnTo>
                      <a:pt x="996" y="828"/>
                    </a:lnTo>
                    <a:lnTo>
                      <a:pt x="1085" y="749"/>
                    </a:lnTo>
                    <a:lnTo>
                      <a:pt x="1177" y="673"/>
                    </a:lnTo>
                    <a:lnTo>
                      <a:pt x="1273" y="600"/>
                    </a:lnTo>
                    <a:lnTo>
                      <a:pt x="1371" y="531"/>
                    </a:lnTo>
                    <a:lnTo>
                      <a:pt x="1471" y="465"/>
                    </a:lnTo>
                    <a:lnTo>
                      <a:pt x="1574" y="404"/>
                    </a:lnTo>
                    <a:lnTo>
                      <a:pt x="1680" y="347"/>
                    </a:lnTo>
                    <a:lnTo>
                      <a:pt x="1788" y="294"/>
                    </a:lnTo>
                    <a:lnTo>
                      <a:pt x="1898" y="244"/>
                    </a:lnTo>
                    <a:lnTo>
                      <a:pt x="2010" y="199"/>
                    </a:lnTo>
                    <a:lnTo>
                      <a:pt x="2125" y="159"/>
                    </a:lnTo>
                    <a:lnTo>
                      <a:pt x="2242" y="122"/>
                    </a:lnTo>
                    <a:lnTo>
                      <a:pt x="2360" y="91"/>
                    </a:lnTo>
                    <a:lnTo>
                      <a:pt x="2481" y="63"/>
                    </a:lnTo>
                    <a:lnTo>
                      <a:pt x="2603" y="42"/>
                    </a:lnTo>
                    <a:lnTo>
                      <a:pt x="2727" y="23"/>
                    </a:lnTo>
                    <a:lnTo>
                      <a:pt x="2852" y="10"/>
                    </a:lnTo>
                    <a:lnTo>
                      <a:pt x="2980" y="2"/>
                    </a:lnTo>
                    <a:lnTo>
                      <a:pt x="3108" y="0"/>
                    </a:lnTo>
                    <a:lnTo>
                      <a:pt x="3220" y="2"/>
                    </a:lnTo>
                    <a:lnTo>
                      <a:pt x="3330" y="8"/>
                    </a:lnTo>
                    <a:lnTo>
                      <a:pt x="3438" y="18"/>
                    </a:lnTo>
                    <a:lnTo>
                      <a:pt x="3547" y="33"/>
                    </a:lnTo>
                    <a:lnTo>
                      <a:pt x="3654" y="52"/>
                    </a:lnTo>
                    <a:lnTo>
                      <a:pt x="3760" y="74"/>
                    </a:lnTo>
                    <a:lnTo>
                      <a:pt x="3864" y="99"/>
                    </a:lnTo>
                    <a:lnTo>
                      <a:pt x="3967" y="129"/>
                    </a:lnTo>
                    <a:lnTo>
                      <a:pt x="4067" y="162"/>
                    </a:lnTo>
                    <a:lnTo>
                      <a:pt x="4168" y="199"/>
                    </a:lnTo>
                    <a:lnTo>
                      <a:pt x="4266" y="240"/>
                    </a:lnTo>
                    <a:lnTo>
                      <a:pt x="4362" y="283"/>
                    </a:lnTo>
                    <a:lnTo>
                      <a:pt x="4457" y="331"/>
                    </a:lnTo>
                    <a:lnTo>
                      <a:pt x="4549" y="381"/>
                    </a:lnTo>
                    <a:lnTo>
                      <a:pt x="4640" y="436"/>
                    </a:lnTo>
                    <a:lnTo>
                      <a:pt x="4729" y="492"/>
                    </a:lnTo>
                    <a:close/>
                  </a:path>
                </a:pathLst>
              </a:custGeom>
              <a:solidFill>
                <a:srgbClr val="00BE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67" name="Freeform 93"/>
              <p:cNvSpPr>
                <a:spLocks/>
              </p:cNvSpPr>
              <p:nvPr/>
            </p:nvSpPr>
            <p:spPr bwMode="auto">
              <a:xfrm>
                <a:off x="673" y="197"/>
                <a:ext cx="3054" cy="3106"/>
              </a:xfrm>
              <a:custGeom>
                <a:avLst/>
                <a:gdLst>
                  <a:gd name="T0" fmla="*/ 4218 w 6107"/>
                  <a:gd name="T1" fmla="*/ 252 h 6213"/>
                  <a:gd name="T2" fmla="*/ 3877 w 6107"/>
                  <a:gd name="T3" fmla="*/ 177 h 6213"/>
                  <a:gd name="T4" fmla="*/ 3578 w 6107"/>
                  <a:gd name="T5" fmla="*/ 173 h 6213"/>
                  <a:gd name="T6" fmla="*/ 3321 w 6107"/>
                  <a:gd name="T7" fmla="*/ 232 h 6213"/>
                  <a:gd name="T8" fmla="*/ 3106 w 6107"/>
                  <a:gd name="T9" fmla="*/ 347 h 6213"/>
                  <a:gd name="T10" fmla="*/ 2932 w 6107"/>
                  <a:gd name="T11" fmla="*/ 510 h 6213"/>
                  <a:gd name="T12" fmla="*/ 2800 w 6107"/>
                  <a:gd name="T13" fmla="*/ 718 h 6213"/>
                  <a:gd name="T14" fmla="*/ 2709 w 6107"/>
                  <a:gd name="T15" fmla="*/ 960 h 6213"/>
                  <a:gd name="T16" fmla="*/ 2660 w 6107"/>
                  <a:gd name="T17" fmla="*/ 1230 h 6213"/>
                  <a:gd name="T18" fmla="*/ 2651 w 6107"/>
                  <a:gd name="T19" fmla="*/ 1523 h 6213"/>
                  <a:gd name="T20" fmla="*/ 2683 w 6107"/>
                  <a:gd name="T21" fmla="*/ 1831 h 6213"/>
                  <a:gd name="T22" fmla="*/ 2819 w 6107"/>
                  <a:gd name="T23" fmla="*/ 2336 h 6213"/>
                  <a:gd name="T24" fmla="*/ 2974 w 6107"/>
                  <a:gd name="T25" fmla="*/ 2661 h 6213"/>
                  <a:gd name="T26" fmla="*/ 3156 w 6107"/>
                  <a:gd name="T27" fmla="*/ 2886 h 6213"/>
                  <a:gd name="T28" fmla="*/ 3384 w 6107"/>
                  <a:gd name="T29" fmla="*/ 3085 h 6213"/>
                  <a:gd name="T30" fmla="*/ 3648 w 6107"/>
                  <a:gd name="T31" fmla="*/ 3253 h 6213"/>
                  <a:gd name="T32" fmla="*/ 4058 w 6107"/>
                  <a:gd name="T33" fmla="*/ 3432 h 6213"/>
                  <a:gd name="T34" fmla="*/ 4613 w 6107"/>
                  <a:gd name="T35" fmla="*/ 3553 h 6213"/>
                  <a:gd name="T36" fmla="*/ 4916 w 6107"/>
                  <a:gd name="T37" fmla="*/ 3560 h 6213"/>
                  <a:gd name="T38" fmla="*/ 5203 w 6107"/>
                  <a:gd name="T39" fmla="*/ 3522 h 6213"/>
                  <a:gd name="T40" fmla="*/ 5462 w 6107"/>
                  <a:gd name="T41" fmla="*/ 3433 h 6213"/>
                  <a:gd name="T42" fmla="*/ 5685 w 6107"/>
                  <a:gd name="T43" fmla="*/ 3291 h 6213"/>
                  <a:gd name="T44" fmla="*/ 5860 w 6107"/>
                  <a:gd name="T45" fmla="*/ 3094 h 6213"/>
                  <a:gd name="T46" fmla="*/ 5973 w 6107"/>
                  <a:gd name="T47" fmla="*/ 2856 h 6213"/>
                  <a:gd name="T48" fmla="*/ 6027 w 6107"/>
                  <a:gd name="T49" fmla="*/ 2578 h 6213"/>
                  <a:gd name="T50" fmla="*/ 6031 w 6107"/>
                  <a:gd name="T51" fmla="*/ 2446 h 6213"/>
                  <a:gd name="T52" fmla="*/ 6077 w 6107"/>
                  <a:gd name="T53" fmla="*/ 2662 h 6213"/>
                  <a:gd name="T54" fmla="*/ 6107 w 6107"/>
                  <a:gd name="T55" fmla="*/ 3106 h 6213"/>
                  <a:gd name="T56" fmla="*/ 6083 w 6107"/>
                  <a:gd name="T57" fmla="*/ 3502 h 6213"/>
                  <a:gd name="T58" fmla="*/ 6013 w 6107"/>
                  <a:gd name="T59" fmla="*/ 3882 h 6213"/>
                  <a:gd name="T60" fmla="*/ 5899 w 6107"/>
                  <a:gd name="T61" fmla="*/ 4245 h 6213"/>
                  <a:gd name="T62" fmla="*/ 5746 w 6107"/>
                  <a:gd name="T63" fmla="*/ 4587 h 6213"/>
                  <a:gd name="T64" fmla="*/ 5555 w 6107"/>
                  <a:gd name="T65" fmla="*/ 4904 h 6213"/>
                  <a:gd name="T66" fmla="*/ 5328 w 6107"/>
                  <a:gd name="T67" fmla="*/ 5196 h 6213"/>
                  <a:gd name="T68" fmla="*/ 5071 w 6107"/>
                  <a:gd name="T69" fmla="*/ 5455 h 6213"/>
                  <a:gd name="T70" fmla="*/ 4785 w 6107"/>
                  <a:gd name="T71" fmla="*/ 5683 h 6213"/>
                  <a:gd name="T72" fmla="*/ 4408 w 6107"/>
                  <a:gd name="T73" fmla="*/ 5906 h 6213"/>
                  <a:gd name="T74" fmla="*/ 4070 w 6107"/>
                  <a:gd name="T75" fmla="*/ 6049 h 6213"/>
                  <a:gd name="T76" fmla="*/ 3713 w 6107"/>
                  <a:gd name="T77" fmla="*/ 6150 h 6213"/>
                  <a:gd name="T78" fmla="*/ 3338 w 6107"/>
                  <a:gd name="T79" fmla="*/ 6204 h 6213"/>
                  <a:gd name="T80" fmla="*/ 2852 w 6107"/>
                  <a:gd name="T81" fmla="*/ 6203 h 6213"/>
                  <a:gd name="T82" fmla="*/ 2242 w 6107"/>
                  <a:gd name="T83" fmla="*/ 6091 h 6213"/>
                  <a:gd name="T84" fmla="*/ 1680 w 6107"/>
                  <a:gd name="T85" fmla="*/ 5866 h 6213"/>
                  <a:gd name="T86" fmla="*/ 1177 w 6107"/>
                  <a:gd name="T87" fmla="*/ 5541 h 6213"/>
                  <a:gd name="T88" fmla="*/ 749 w 6107"/>
                  <a:gd name="T89" fmla="*/ 5128 h 6213"/>
                  <a:gd name="T90" fmla="*/ 406 w 6107"/>
                  <a:gd name="T91" fmla="*/ 4640 h 6213"/>
                  <a:gd name="T92" fmla="*/ 159 w 6107"/>
                  <a:gd name="T93" fmla="*/ 4089 h 6213"/>
                  <a:gd name="T94" fmla="*/ 24 w 6107"/>
                  <a:gd name="T95" fmla="*/ 3487 h 6213"/>
                  <a:gd name="T96" fmla="*/ 10 w 6107"/>
                  <a:gd name="T97" fmla="*/ 2852 h 6213"/>
                  <a:gd name="T98" fmla="*/ 123 w 6107"/>
                  <a:gd name="T99" fmla="*/ 2241 h 6213"/>
                  <a:gd name="T100" fmla="*/ 348 w 6107"/>
                  <a:gd name="T101" fmla="*/ 1680 h 6213"/>
                  <a:gd name="T102" fmla="*/ 673 w 6107"/>
                  <a:gd name="T103" fmla="*/ 1177 h 6213"/>
                  <a:gd name="T104" fmla="*/ 1085 w 6107"/>
                  <a:gd name="T105" fmla="*/ 749 h 6213"/>
                  <a:gd name="T106" fmla="*/ 1574 w 6107"/>
                  <a:gd name="T107" fmla="*/ 404 h 6213"/>
                  <a:gd name="T108" fmla="*/ 2125 w 6107"/>
                  <a:gd name="T109" fmla="*/ 159 h 6213"/>
                  <a:gd name="T110" fmla="*/ 2727 w 6107"/>
                  <a:gd name="T111" fmla="*/ 23 h 6213"/>
                  <a:gd name="T112" fmla="*/ 3298 w 6107"/>
                  <a:gd name="T113" fmla="*/ 6 h 6213"/>
                  <a:gd name="T114" fmla="*/ 3760 w 6107"/>
                  <a:gd name="T115" fmla="*/ 74 h 6213"/>
                  <a:gd name="T116" fmla="*/ 4196 w 6107"/>
                  <a:gd name="T117" fmla="*/ 212 h 6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6107" h="6213">
                    <a:moveTo>
                      <a:pt x="4522" y="368"/>
                    </a:moveTo>
                    <a:lnTo>
                      <a:pt x="4444" y="334"/>
                    </a:lnTo>
                    <a:lnTo>
                      <a:pt x="4367" y="304"/>
                    </a:lnTo>
                    <a:lnTo>
                      <a:pt x="4292" y="277"/>
                    </a:lnTo>
                    <a:lnTo>
                      <a:pt x="4218" y="252"/>
                    </a:lnTo>
                    <a:lnTo>
                      <a:pt x="4147" y="232"/>
                    </a:lnTo>
                    <a:lnTo>
                      <a:pt x="4077" y="213"/>
                    </a:lnTo>
                    <a:lnTo>
                      <a:pt x="4009" y="199"/>
                    </a:lnTo>
                    <a:lnTo>
                      <a:pt x="3942" y="187"/>
                    </a:lnTo>
                    <a:lnTo>
                      <a:pt x="3877" y="177"/>
                    </a:lnTo>
                    <a:lnTo>
                      <a:pt x="3814" y="172"/>
                    </a:lnTo>
                    <a:lnTo>
                      <a:pt x="3752" y="168"/>
                    </a:lnTo>
                    <a:lnTo>
                      <a:pt x="3692" y="167"/>
                    </a:lnTo>
                    <a:lnTo>
                      <a:pt x="3634" y="168"/>
                    </a:lnTo>
                    <a:lnTo>
                      <a:pt x="3578" y="173"/>
                    </a:lnTo>
                    <a:lnTo>
                      <a:pt x="3523" y="180"/>
                    </a:lnTo>
                    <a:lnTo>
                      <a:pt x="3470" y="189"/>
                    </a:lnTo>
                    <a:lnTo>
                      <a:pt x="3419" y="201"/>
                    </a:lnTo>
                    <a:lnTo>
                      <a:pt x="3368" y="215"/>
                    </a:lnTo>
                    <a:lnTo>
                      <a:pt x="3321" y="232"/>
                    </a:lnTo>
                    <a:lnTo>
                      <a:pt x="3274" y="250"/>
                    </a:lnTo>
                    <a:lnTo>
                      <a:pt x="3230" y="271"/>
                    </a:lnTo>
                    <a:lnTo>
                      <a:pt x="3186" y="294"/>
                    </a:lnTo>
                    <a:lnTo>
                      <a:pt x="3145" y="319"/>
                    </a:lnTo>
                    <a:lnTo>
                      <a:pt x="3106" y="347"/>
                    </a:lnTo>
                    <a:lnTo>
                      <a:pt x="3068" y="376"/>
                    </a:lnTo>
                    <a:lnTo>
                      <a:pt x="3031" y="407"/>
                    </a:lnTo>
                    <a:lnTo>
                      <a:pt x="2996" y="439"/>
                    </a:lnTo>
                    <a:lnTo>
                      <a:pt x="2964" y="474"/>
                    </a:lnTo>
                    <a:lnTo>
                      <a:pt x="2932" y="510"/>
                    </a:lnTo>
                    <a:lnTo>
                      <a:pt x="2903" y="548"/>
                    </a:lnTo>
                    <a:lnTo>
                      <a:pt x="2874" y="589"/>
                    </a:lnTo>
                    <a:lnTo>
                      <a:pt x="2848" y="630"/>
                    </a:lnTo>
                    <a:lnTo>
                      <a:pt x="2823" y="673"/>
                    </a:lnTo>
                    <a:lnTo>
                      <a:pt x="2800" y="718"/>
                    </a:lnTo>
                    <a:lnTo>
                      <a:pt x="2778" y="763"/>
                    </a:lnTo>
                    <a:lnTo>
                      <a:pt x="2759" y="810"/>
                    </a:lnTo>
                    <a:lnTo>
                      <a:pt x="2740" y="858"/>
                    </a:lnTo>
                    <a:lnTo>
                      <a:pt x="2724" y="909"/>
                    </a:lnTo>
                    <a:lnTo>
                      <a:pt x="2709" y="960"/>
                    </a:lnTo>
                    <a:lnTo>
                      <a:pt x="2697" y="1012"/>
                    </a:lnTo>
                    <a:lnTo>
                      <a:pt x="2685" y="1065"/>
                    </a:lnTo>
                    <a:lnTo>
                      <a:pt x="2675" y="1119"/>
                    </a:lnTo>
                    <a:lnTo>
                      <a:pt x="2667" y="1174"/>
                    </a:lnTo>
                    <a:lnTo>
                      <a:pt x="2660" y="1230"/>
                    </a:lnTo>
                    <a:lnTo>
                      <a:pt x="2655" y="1288"/>
                    </a:lnTo>
                    <a:lnTo>
                      <a:pt x="2652" y="1346"/>
                    </a:lnTo>
                    <a:lnTo>
                      <a:pt x="2649" y="1404"/>
                    </a:lnTo>
                    <a:lnTo>
                      <a:pt x="2649" y="1463"/>
                    </a:lnTo>
                    <a:lnTo>
                      <a:pt x="2651" y="1523"/>
                    </a:lnTo>
                    <a:lnTo>
                      <a:pt x="2654" y="1584"/>
                    </a:lnTo>
                    <a:lnTo>
                      <a:pt x="2659" y="1645"/>
                    </a:lnTo>
                    <a:lnTo>
                      <a:pt x="2666" y="1706"/>
                    </a:lnTo>
                    <a:lnTo>
                      <a:pt x="2674" y="1768"/>
                    </a:lnTo>
                    <a:lnTo>
                      <a:pt x="2683" y="1831"/>
                    </a:lnTo>
                    <a:lnTo>
                      <a:pt x="2694" y="1894"/>
                    </a:lnTo>
                    <a:lnTo>
                      <a:pt x="2707" y="1956"/>
                    </a:lnTo>
                    <a:lnTo>
                      <a:pt x="2738" y="2083"/>
                    </a:lnTo>
                    <a:lnTo>
                      <a:pt x="2775" y="2210"/>
                    </a:lnTo>
                    <a:lnTo>
                      <a:pt x="2819" y="2336"/>
                    </a:lnTo>
                    <a:lnTo>
                      <a:pt x="2868" y="2463"/>
                    </a:lnTo>
                    <a:lnTo>
                      <a:pt x="2891" y="2514"/>
                    </a:lnTo>
                    <a:lnTo>
                      <a:pt x="2917" y="2563"/>
                    </a:lnTo>
                    <a:lnTo>
                      <a:pt x="2944" y="2613"/>
                    </a:lnTo>
                    <a:lnTo>
                      <a:pt x="2974" y="2661"/>
                    </a:lnTo>
                    <a:lnTo>
                      <a:pt x="3007" y="2707"/>
                    </a:lnTo>
                    <a:lnTo>
                      <a:pt x="3041" y="2753"/>
                    </a:lnTo>
                    <a:lnTo>
                      <a:pt x="3078" y="2799"/>
                    </a:lnTo>
                    <a:lnTo>
                      <a:pt x="3116" y="2843"/>
                    </a:lnTo>
                    <a:lnTo>
                      <a:pt x="3156" y="2886"/>
                    </a:lnTo>
                    <a:lnTo>
                      <a:pt x="3199" y="2929"/>
                    </a:lnTo>
                    <a:lnTo>
                      <a:pt x="3243" y="2969"/>
                    </a:lnTo>
                    <a:lnTo>
                      <a:pt x="3289" y="3009"/>
                    </a:lnTo>
                    <a:lnTo>
                      <a:pt x="3336" y="3047"/>
                    </a:lnTo>
                    <a:lnTo>
                      <a:pt x="3384" y="3085"/>
                    </a:lnTo>
                    <a:lnTo>
                      <a:pt x="3435" y="3121"/>
                    </a:lnTo>
                    <a:lnTo>
                      <a:pt x="3486" y="3155"/>
                    </a:lnTo>
                    <a:lnTo>
                      <a:pt x="3539" y="3190"/>
                    </a:lnTo>
                    <a:lnTo>
                      <a:pt x="3593" y="3222"/>
                    </a:lnTo>
                    <a:lnTo>
                      <a:pt x="3648" y="3253"/>
                    </a:lnTo>
                    <a:lnTo>
                      <a:pt x="3761" y="3311"/>
                    </a:lnTo>
                    <a:lnTo>
                      <a:pt x="3819" y="3339"/>
                    </a:lnTo>
                    <a:lnTo>
                      <a:pt x="3877" y="3364"/>
                    </a:lnTo>
                    <a:lnTo>
                      <a:pt x="3937" y="3388"/>
                    </a:lnTo>
                    <a:lnTo>
                      <a:pt x="4058" y="3432"/>
                    </a:lnTo>
                    <a:lnTo>
                      <a:pt x="4180" y="3470"/>
                    </a:lnTo>
                    <a:lnTo>
                      <a:pt x="4304" y="3502"/>
                    </a:lnTo>
                    <a:lnTo>
                      <a:pt x="4428" y="3528"/>
                    </a:lnTo>
                    <a:lnTo>
                      <a:pt x="4552" y="3546"/>
                    </a:lnTo>
                    <a:lnTo>
                      <a:pt x="4613" y="3553"/>
                    </a:lnTo>
                    <a:lnTo>
                      <a:pt x="4676" y="3558"/>
                    </a:lnTo>
                    <a:lnTo>
                      <a:pt x="4737" y="3561"/>
                    </a:lnTo>
                    <a:lnTo>
                      <a:pt x="4797" y="3562"/>
                    </a:lnTo>
                    <a:lnTo>
                      <a:pt x="4858" y="3562"/>
                    </a:lnTo>
                    <a:lnTo>
                      <a:pt x="4916" y="3560"/>
                    </a:lnTo>
                    <a:lnTo>
                      <a:pt x="4975" y="3556"/>
                    </a:lnTo>
                    <a:lnTo>
                      <a:pt x="5034" y="3551"/>
                    </a:lnTo>
                    <a:lnTo>
                      <a:pt x="5091" y="3543"/>
                    </a:lnTo>
                    <a:lnTo>
                      <a:pt x="5148" y="3533"/>
                    </a:lnTo>
                    <a:lnTo>
                      <a:pt x="5203" y="3522"/>
                    </a:lnTo>
                    <a:lnTo>
                      <a:pt x="5257" y="3508"/>
                    </a:lnTo>
                    <a:lnTo>
                      <a:pt x="5310" y="3492"/>
                    </a:lnTo>
                    <a:lnTo>
                      <a:pt x="5362" y="3475"/>
                    </a:lnTo>
                    <a:lnTo>
                      <a:pt x="5413" y="3455"/>
                    </a:lnTo>
                    <a:lnTo>
                      <a:pt x="5462" y="3433"/>
                    </a:lnTo>
                    <a:lnTo>
                      <a:pt x="5510" y="3409"/>
                    </a:lnTo>
                    <a:lnTo>
                      <a:pt x="5556" y="3384"/>
                    </a:lnTo>
                    <a:lnTo>
                      <a:pt x="5601" y="3355"/>
                    </a:lnTo>
                    <a:lnTo>
                      <a:pt x="5643" y="3325"/>
                    </a:lnTo>
                    <a:lnTo>
                      <a:pt x="5685" y="3291"/>
                    </a:lnTo>
                    <a:lnTo>
                      <a:pt x="5724" y="3257"/>
                    </a:lnTo>
                    <a:lnTo>
                      <a:pt x="5761" y="3220"/>
                    </a:lnTo>
                    <a:lnTo>
                      <a:pt x="5795" y="3181"/>
                    </a:lnTo>
                    <a:lnTo>
                      <a:pt x="5829" y="3139"/>
                    </a:lnTo>
                    <a:lnTo>
                      <a:pt x="5860" y="3094"/>
                    </a:lnTo>
                    <a:lnTo>
                      <a:pt x="5887" y="3048"/>
                    </a:lnTo>
                    <a:lnTo>
                      <a:pt x="5914" y="3000"/>
                    </a:lnTo>
                    <a:lnTo>
                      <a:pt x="5938" y="2949"/>
                    </a:lnTo>
                    <a:lnTo>
                      <a:pt x="5959" y="2895"/>
                    </a:lnTo>
                    <a:lnTo>
                      <a:pt x="5973" y="2856"/>
                    </a:lnTo>
                    <a:lnTo>
                      <a:pt x="5984" y="2818"/>
                    </a:lnTo>
                    <a:lnTo>
                      <a:pt x="6003" y="2744"/>
                    </a:lnTo>
                    <a:lnTo>
                      <a:pt x="6015" y="2674"/>
                    </a:lnTo>
                    <a:lnTo>
                      <a:pt x="6025" y="2609"/>
                    </a:lnTo>
                    <a:lnTo>
                      <a:pt x="6027" y="2578"/>
                    </a:lnTo>
                    <a:lnTo>
                      <a:pt x="6029" y="2548"/>
                    </a:lnTo>
                    <a:lnTo>
                      <a:pt x="6030" y="2521"/>
                    </a:lnTo>
                    <a:lnTo>
                      <a:pt x="6030" y="2494"/>
                    </a:lnTo>
                    <a:lnTo>
                      <a:pt x="6031" y="2469"/>
                    </a:lnTo>
                    <a:lnTo>
                      <a:pt x="6031" y="2446"/>
                    </a:lnTo>
                    <a:lnTo>
                      <a:pt x="6030" y="2425"/>
                    </a:lnTo>
                    <a:lnTo>
                      <a:pt x="6030" y="2405"/>
                    </a:lnTo>
                    <a:lnTo>
                      <a:pt x="6049" y="2491"/>
                    </a:lnTo>
                    <a:lnTo>
                      <a:pt x="6064" y="2576"/>
                    </a:lnTo>
                    <a:lnTo>
                      <a:pt x="6077" y="2662"/>
                    </a:lnTo>
                    <a:lnTo>
                      <a:pt x="6088" y="2750"/>
                    </a:lnTo>
                    <a:lnTo>
                      <a:pt x="6096" y="2837"/>
                    </a:lnTo>
                    <a:lnTo>
                      <a:pt x="6103" y="2926"/>
                    </a:lnTo>
                    <a:lnTo>
                      <a:pt x="6106" y="3016"/>
                    </a:lnTo>
                    <a:lnTo>
                      <a:pt x="6107" y="3106"/>
                    </a:lnTo>
                    <a:lnTo>
                      <a:pt x="6106" y="3187"/>
                    </a:lnTo>
                    <a:lnTo>
                      <a:pt x="6104" y="3266"/>
                    </a:lnTo>
                    <a:lnTo>
                      <a:pt x="6098" y="3346"/>
                    </a:lnTo>
                    <a:lnTo>
                      <a:pt x="6092" y="3424"/>
                    </a:lnTo>
                    <a:lnTo>
                      <a:pt x="6083" y="3502"/>
                    </a:lnTo>
                    <a:lnTo>
                      <a:pt x="6073" y="3579"/>
                    </a:lnTo>
                    <a:lnTo>
                      <a:pt x="6060" y="3657"/>
                    </a:lnTo>
                    <a:lnTo>
                      <a:pt x="6046" y="3733"/>
                    </a:lnTo>
                    <a:lnTo>
                      <a:pt x="6030" y="3807"/>
                    </a:lnTo>
                    <a:lnTo>
                      <a:pt x="6013" y="3882"/>
                    </a:lnTo>
                    <a:lnTo>
                      <a:pt x="5993" y="3957"/>
                    </a:lnTo>
                    <a:lnTo>
                      <a:pt x="5973" y="4030"/>
                    </a:lnTo>
                    <a:lnTo>
                      <a:pt x="5950" y="4102"/>
                    </a:lnTo>
                    <a:lnTo>
                      <a:pt x="5925" y="4175"/>
                    </a:lnTo>
                    <a:lnTo>
                      <a:pt x="5899" y="4245"/>
                    </a:lnTo>
                    <a:lnTo>
                      <a:pt x="5871" y="4316"/>
                    </a:lnTo>
                    <a:lnTo>
                      <a:pt x="5843" y="4385"/>
                    </a:lnTo>
                    <a:lnTo>
                      <a:pt x="5811" y="4453"/>
                    </a:lnTo>
                    <a:lnTo>
                      <a:pt x="5779" y="4521"/>
                    </a:lnTo>
                    <a:lnTo>
                      <a:pt x="5746" y="4587"/>
                    </a:lnTo>
                    <a:lnTo>
                      <a:pt x="5710" y="4653"/>
                    </a:lnTo>
                    <a:lnTo>
                      <a:pt x="5673" y="4718"/>
                    </a:lnTo>
                    <a:lnTo>
                      <a:pt x="5635" y="4781"/>
                    </a:lnTo>
                    <a:lnTo>
                      <a:pt x="5595" y="4843"/>
                    </a:lnTo>
                    <a:lnTo>
                      <a:pt x="5555" y="4904"/>
                    </a:lnTo>
                    <a:lnTo>
                      <a:pt x="5512" y="4965"/>
                    </a:lnTo>
                    <a:lnTo>
                      <a:pt x="5468" y="5024"/>
                    </a:lnTo>
                    <a:lnTo>
                      <a:pt x="5422" y="5083"/>
                    </a:lnTo>
                    <a:lnTo>
                      <a:pt x="5376" y="5139"/>
                    </a:lnTo>
                    <a:lnTo>
                      <a:pt x="5328" y="5196"/>
                    </a:lnTo>
                    <a:lnTo>
                      <a:pt x="5279" y="5250"/>
                    </a:lnTo>
                    <a:lnTo>
                      <a:pt x="5229" y="5303"/>
                    </a:lnTo>
                    <a:lnTo>
                      <a:pt x="5178" y="5355"/>
                    </a:lnTo>
                    <a:lnTo>
                      <a:pt x="5125" y="5406"/>
                    </a:lnTo>
                    <a:lnTo>
                      <a:pt x="5071" y="5455"/>
                    </a:lnTo>
                    <a:lnTo>
                      <a:pt x="5015" y="5503"/>
                    </a:lnTo>
                    <a:lnTo>
                      <a:pt x="4960" y="5551"/>
                    </a:lnTo>
                    <a:lnTo>
                      <a:pt x="4903" y="5595"/>
                    </a:lnTo>
                    <a:lnTo>
                      <a:pt x="4844" y="5640"/>
                    </a:lnTo>
                    <a:lnTo>
                      <a:pt x="4785" y="5683"/>
                    </a:lnTo>
                    <a:lnTo>
                      <a:pt x="4663" y="5764"/>
                    </a:lnTo>
                    <a:lnTo>
                      <a:pt x="4601" y="5802"/>
                    </a:lnTo>
                    <a:lnTo>
                      <a:pt x="4537" y="5839"/>
                    </a:lnTo>
                    <a:lnTo>
                      <a:pt x="4473" y="5873"/>
                    </a:lnTo>
                    <a:lnTo>
                      <a:pt x="4408" y="5906"/>
                    </a:lnTo>
                    <a:lnTo>
                      <a:pt x="4343" y="5939"/>
                    </a:lnTo>
                    <a:lnTo>
                      <a:pt x="4276" y="5969"/>
                    </a:lnTo>
                    <a:lnTo>
                      <a:pt x="4208" y="5997"/>
                    </a:lnTo>
                    <a:lnTo>
                      <a:pt x="4139" y="6024"/>
                    </a:lnTo>
                    <a:lnTo>
                      <a:pt x="4070" y="6049"/>
                    </a:lnTo>
                    <a:lnTo>
                      <a:pt x="3999" y="6074"/>
                    </a:lnTo>
                    <a:lnTo>
                      <a:pt x="3929" y="6095"/>
                    </a:lnTo>
                    <a:lnTo>
                      <a:pt x="3858" y="6115"/>
                    </a:lnTo>
                    <a:lnTo>
                      <a:pt x="3785" y="6133"/>
                    </a:lnTo>
                    <a:lnTo>
                      <a:pt x="3713" y="6150"/>
                    </a:lnTo>
                    <a:lnTo>
                      <a:pt x="3639" y="6165"/>
                    </a:lnTo>
                    <a:lnTo>
                      <a:pt x="3565" y="6177"/>
                    </a:lnTo>
                    <a:lnTo>
                      <a:pt x="3490" y="6188"/>
                    </a:lnTo>
                    <a:lnTo>
                      <a:pt x="3414" y="6197"/>
                    </a:lnTo>
                    <a:lnTo>
                      <a:pt x="3338" y="6204"/>
                    </a:lnTo>
                    <a:lnTo>
                      <a:pt x="3262" y="6208"/>
                    </a:lnTo>
                    <a:lnTo>
                      <a:pt x="3185" y="6212"/>
                    </a:lnTo>
                    <a:lnTo>
                      <a:pt x="3108" y="6213"/>
                    </a:lnTo>
                    <a:lnTo>
                      <a:pt x="2980" y="6211"/>
                    </a:lnTo>
                    <a:lnTo>
                      <a:pt x="2852" y="6203"/>
                    </a:lnTo>
                    <a:lnTo>
                      <a:pt x="2727" y="6190"/>
                    </a:lnTo>
                    <a:lnTo>
                      <a:pt x="2603" y="6171"/>
                    </a:lnTo>
                    <a:lnTo>
                      <a:pt x="2481" y="6150"/>
                    </a:lnTo>
                    <a:lnTo>
                      <a:pt x="2361" y="6122"/>
                    </a:lnTo>
                    <a:lnTo>
                      <a:pt x="2242" y="6091"/>
                    </a:lnTo>
                    <a:lnTo>
                      <a:pt x="2125" y="6054"/>
                    </a:lnTo>
                    <a:lnTo>
                      <a:pt x="2010" y="6014"/>
                    </a:lnTo>
                    <a:lnTo>
                      <a:pt x="1898" y="5969"/>
                    </a:lnTo>
                    <a:lnTo>
                      <a:pt x="1788" y="5919"/>
                    </a:lnTo>
                    <a:lnTo>
                      <a:pt x="1680" y="5866"/>
                    </a:lnTo>
                    <a:lnTo>
                      <a:pt x="1574" y="5809"/>
                    </a:lnTo>
                    <a:lnTo>
                      <a:pt x="1471" y="5747"/>
                    </a:lnTo>
                    <a:lnTo>
                      <a:pt x="1371" y="5683"/>
                    </a:lnTo>
                    <a:lnTo>
                      <a:pt x="1273" y="5614"/>
                    </a:lnTo>
                    <a:lnTo>
                      <a:pt x="1177" y="5541"/>
                    </a:lnTo>
                    <a:lnTo>
                      <a:pt x="1085" y="5465"/>
                    </a:lnTo>
                    <a:lnTo>
                      <a:pt x="996" y="5386"/>
                    </a:lnTo>
                    <a:lnTo>
                      <a:pt x="911" y="5303"/>
                    </a:lnTo>
                    <a:lnTo>
                      <a:pt x="828" y="5216"/>
                    </a:lnTo>
                    <a:lnTo>
                      <a:pt x="749" y="5128"/>
                    </a:lnTo>
                    <a:lnTo>
                      <a:pt x="673" y="5037"/>
                    </a:lnTo>
                    <a:lnTo>
                      <a:pt x="600" y="4941"/>
                    </a:lnTo>
                    <a:lnTo>
                      <a:pt x="531" y="4843"/>
                    </a:lnTo>
                    <a:lnTo>
                      <a:pt x="467" y="4743"/>
                    </a:lnTo>
                    <a:lnTo>
                      <a:pt x="406" y="4640"/>
                    </a:lnTo>
                    <a:lnTo>
                      <a:pt x="348" y="4534"/>
                    </a:lnTo>
                    <a:lnTo>
                      <a:pt x="295" y="4426"/>
                    </a:lnTo>
                    <a:lnTo>
                      <a:pt x="245" y="4316"/>
                    </a:lnTo>
                    <a:lnTo>
                      <a:pt x="200" y="4204"/>
                    </a:lnTo>
                    <a:lnTo>
                      <a:pt x="159" y="4089"/>
                    </a:lnTo>
                    <a:lnTo>
                      <a:pt x="123" y="3972"/>
                    </a:lnTo>
                    <a:lnTo>
                      <a:pt x="91" y="3854"/>
                    </a:lnTo>
                    <a:lnTo>
                      <a:pt x="63" y="3733"/>
                    </a:lnTo>
                    <a:lnTo>
                      <a:pt x="42" y="3610"/>
                    </a:lnTo>
                    <a:lnTo>
                      <a:pt x="24" y="3487"/>
                    </a:lnTo>
                    <a:lnTo>
                      <a:pt x="10" y="3362"/>
                    </a:lnTo>
                    <a:lnTo>
                      <a:pt x="2" y="3234"/>
                    </a:lnTo>
                    <a:lnTo>
                      <a:pt x="0" y="3106"/>
                    </a:lnTo>
                    <a:lnTo>
                      <a:pt x="2" y="2978"/>
                    </a:lnTo>
                    <a:lnTo>
                      <a:pt x="10" y="2852"/>
                    </a:lnTo>
                    <a:lnTo>
                      <a:pt x="24" y="2727"/>
                    </a:lnTo>
                    <a:lnTo>
                      <a:pt x="42" y="2602"/>
                    </a:lnTo>
                    <a:lnTo>
                      <a:pt x="63" y="2480"/>
                    </a:lnTo>
                    <a:lnTo>
                      <a:pt x="91" y="2361"/>
                    </a:lnTo>
                    <a:lnTo>
                      <a:pt x="123" y="2241"/>
                    </a:lnTo>
                    <a:lnTo>
                      <a:pt x="159" y="2124"/>
                    </a:lnTo>
                    <a:lnTo>
                      <a:pt x="200" y="2009"/>
                    </a:lnTo>
                    <a:lnTo>
                      <a:pt x="245" y="1897"/>
                    </a:lnTo>
                    <a:lnTo>
                      <a:pt x="295" y="1787"/>
                    </a:lnTo>
                    <a:lnTo>
                      <a:pt x="348" y="1680"/>
                    </a:lnTo>
                    <a:lnTo>
                      <a:pt x="406" y="1574"/>
                    </a:lnTo>
                    <a:lnTo>
                      <a:pt x="467" y="1471"/>
                    </a:lnTo>
                    <a:lnTo>
                      <a:pt x="531" y="1370"/>
                    </a:lnTo>
                    <a:lnTo>
                      <a:pt x="600" y="1272"/>
                    </a:lnTo>
                    <a:lnTo>
                      <a:pt x="673" y="1177"/>
                    </a:lnTo>
                    <a:lnTo>
                      <a:pt x="749" y="1085"/>
                    </a:lnTo>
                    <a:lnTo>
                      <a:pt x="828" y="997"/>
                    </a:lnTo>
                    <a:lnTo>
                      <a:pt x="910" y="910"/>
                    </a:lnTo>
                    <a:lnTo>
                      <a:pt x="996" y="828"/>
                    </a:lnTo>
                    <a:lnTo>
                      <a:pt x="1085" y="749"/>
                    </a:lnTo>
                    <a:lnTo>
                      <a:pt x="1177" y="673"/>
                    </a:lnTo>
                    <a:lnTo>
                      <a:pt x="1273" y="600"/>
                    </a:lnTo>
                    <a:lnTo>
                      <a:pt x="1371" y="531"/>
                    </a:lnTo>
                    <a:lnTo>
                      <a:pt x="1471" y="465"/>
                    </a:lnTo>
                    <a:lnTo>
                      <a:pt x="1574" y="404"/>
                    </a:lnTo>
                    <a:lnTo>
                      <a:pt x="1680" y="347"/>
                    </a:lnTo>
                    <a:lnTo>
                      <a:pt x="1788" y="294"/>
                    </a:lnTo>
                    <a:lnTo>
                      <a:pt x="1898" y="244"/>
                    </a:lnTo>
                    <a:lnTo>
                      <a:pt x="2010" y="199"/>
                    </a:lnTo>
                    <a:lnTo>
                      <a:pt x="2125" y="159"/>
                    </a:lnTo>
                    <a:lnTo>
                      <a:pt x="2242" y="122"/>
                    </a:lnTo>
                    <a:lnTo>
                      <a:pt x="2360" y="91"/>
                    </a:lnTo>
                    <a:lnTo>
                      <a:pt x="2481" y="63"/>
                    </a:lnTo>
                    <a:lnTo>
                      <a:pt x="2603" y="42"/>
                    </a:lnTo>
                    <a:lnTo>
                      <a:pt x="2727" y="23"/>
                    </a:lnTo>
                    <a:lnTo>
                      <a:pt x="2852" y="10"/>
                    </a:lnTo>
                    <a:lnTo>
                      <a:pt x="2980" y="2"/>
                    </a:lnTo>
                    <a:lnTo>
                      <a:pt x="3108" y="0"/>
                    </a:lnTo>
                    <a:lnTo>
                      <a:pt x="3204" y="1"/>
                    </a:lnTo>
                    <a:lnTo>
                      <a:pt x="3298" y="6"/>
                    </a:lnTo>
                    <a:lnTo>
                      <a:pt x="3392" y="14"/>
                    </a:lnTo>
                    <a:lnTo>
                      <a:pt x="3486" y="24"/>
                    </a:lnTo>
                    <a:lnTo>
                      <a:pt x="3578" y="38"/>
                    </a:lnTo>
                    <a:lnTo>
                      <a:pt x="3669" y="54"/>
                    </a:lnTo>
                    <a:lnTo>
                      <a:pt x="3760" y="74"/>
                    </a:lnTo>
                    <a:lnTo>
                      <a:pt x="3850" y="96"/>
                    </a:lnTo>
                    <a:lnTo>
                      <a:pt x="3937" y="121"/>
                    </a:lnTo>
                    <a:lnTo>
                      <a:pt x="4025" y="149"/>
                    </a:lnTo>
                    <a:lnTo>
                      <a:pt x="4111" y="179"/>
                    </a:lnTo>
                    <a:lnTo>
                      <a:pt x="4196" y="212"/>
                    </a:lnTo>
                    <a:lnTo>
                      <a:pt x="4279" y="247"/>
                    </a:lnTo>
                    <a:lnTo>
                      <a:pt x="4362" y="285"/>
                    </a:lnTo>
                    <a:lnTo>
                      <a:pt x="4443" y="325"/>
                    </a:lnTo>
                    <a:lnTo>
                      <a:pt x="4522" y="368"/>
                    </a:lnTo>
                    <a:close/>
                  </a:path>
                </a:pathLst>
              </a:custGeom>
              <a:solidFill>
                <a:srgbClr val="00B7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68" name="Freeform 94"/>
              <p:cNvSpPr>
                <a:spLocks/>
              </p:cNvSpPr>
              <p:nvPr/>
            </p:nvSpPr>
            <p:spPr bwMode="auto">
              <a:xfrm>
                <a:off x="673" y="197"/>
                <a:ext cx="3054" cy="3106"/>
              </a:xfrm>
              <a:custGeom>
                <a:avLst/>
                <a:gdLst>
                  <a:gd name="T0" fmla="*/ 4024 w 6107"/>
                  <a:gd name="T1" fmla="*/ 179 h 6213"/>
                  <a:gd name="T2" fmla="*/ 3677 w 6107"/>
                  <a:gd name="T3" fmla="*/ 131 h 6213"/>
                  <a:gd name="T4" fmla="*/ 3379 w 6107"/>
                  <a:gd name="T5" fmla="*/ 156 h 6213"/>
                  <a:gd name="T6" fmla="*/ 3127 w 6107"/>
                  <a:gd name="T7" fmla="*/ 243 h 6213"/>
                  <a:gd name="T8" fmla="*/ 2922 w 6107"/>
                  <a:gd name="T9" fmla="*/ 384 h 6213"/>
                  <a:gd name="T10" fmla="*/ 2761 w 6107"/>
                  <a:gd name="T11" fmla="*/ 570 h 6213"/>
                  <a:gd name="T12" fmla="*/ 2644 w 6107"/>
                  <a:gd name="T13" fmla="*/ 794 h 6213"/>
                  <a:gd name="T14" fmla="*/ 2569 w 6107"/>
                  <a:gd name="T15" fmla="*/ 1047 h 6213"/>
                  <a:gd name="T16" fmla="*/ 2534 w 6107"/>
                  <a:gd name="T17" fmla="*/ 1321 h 6213"/>
                  <a:gd name="T18" fmla="*/ 2558 w 6107"/>
                  <a:gd name="T19" fmla="*/ 1783 h 6213"/>
                  <a:gd name="T20" fmla="*/ 2722 w 6107"/>
                  <a:gd name="T21" fmla="*/ 2355 h 6213"/>
                  <a:gd name="T22" fmla="*/ 2925 w 6107"/>
                  <a:gd name="T23" fmla="*/ 2727 h 6213"/>
                  <a:gd name="T24" fmla="*/ 3154 w 6107"/>
                  <a:gd name="T25" fmla="*/ 3013 h 6213"/>
                  <a:gd name="T26" fmla="*/ 3419 w 6107"/>
                  <a:gd name="T27" fmla="*/ 3248 h 6213"/>
                  <a:gd name="T28" fmla="*/ 3709 w 6107"/>
                  <a:gd name="T29" fmla="*/ 3435 h 6213"/>
                  <a:gd name="T30" fmla="*/ 4017 w 6107"/>
                  <a:gd name="T31" fmla="*/ 3572 h 6213"/>
                  <a:gd name="T32" fmla="*/ 4332 w 6107"/>
                  <a:gd name="T33" fmla="*/ 3662 h 6213"/>
                  <a:gd name="T34" fmla="*/ 4647 w 6107"/>
                  <a:gd name="T35" fmla="*/ 3704 h 6213"/>
                  <a:gd name="T36" fmla="*/ 4951 w 6107"/>
                  <a:gd name="T37" fmla="*/ 3698 h 6213"/>
                  <a:gd name="T38" fmla="*/ 5235 w 6107"/>
                  <a:gd name="T39" fmla="*/ 3644 h 6213"/>
                  <a:gd name="T40" fmla="*/ 5492 w 6107"/>
                  <a:gd name="T41" fmla="*/ 3543 h 6213"/>
                  <a:gd name="T42" fmla="*/ 5712 w 6107"/>
                  <a:gd name="T43" fmla="*/ 3395 h 6213"/>
                  <a:gd name="T44" fmla="*/ 5886 w 6107"/>
                  <a:gd name="T45" fmla="*/ 3202 h 6213"/>
                  <a:gd name="T46" fmla="*/ 6005 w 6107"/>
                  <a:gd name="T47" fmla="*/ 2961 h 6213"/>
                  <a:gd name="T48" fmla="*/ 6060 w 6107"/>
                  <a:gd name="T49" fmla="*/ 2721 h 6213"/>
                  <a:gd name="T50" fmla="*/ 6098 w 6107"/>
                  <a:gd name="T51" fmla="*/ 2858 h 6213"/>
                  <a:gd name="T52" fmla="*/ 6098 w 6107"/>
                  <a:gd name="T53" fmla="*/ 3346 h 6213"/>
                  <a:gd name="T54" fmla="*/ 6046 w 6107"/>
                  <a:gd name="T55" fmla="*/ 3733 h 6213"/>
                  <a:gd name="T56" fmla="*/ 5950 w 6107"/>
                  <a:gd name="T57" fmla="*/ 4102 h 6213"/>
                  <a:gd name="T58" fmla="*/ 5811 w 6107"/>
                  <a:gd name="T59" fmla="*/ 4453 h 6213"/>
                  <a:gd name="T60" fmla="*/ 5635 w 6107"/>
                  <a:gd name="T61" fmla="*/ 4781 h 6213"/>
                  <a:gd name="T62" fmla="*/ 5422 w 6107"/>
                  <a:gd name="T63" fmla="*/ 5083 h 6213"/>
                  <a:gd name="T64" fmla="*/ 5178 w 6107"/>
                  <a:gd name="T65" fmla="*/ 5355 h 6213"/>
                  <a:gd name="T66" fmla="*/ 4903 w 6107"/>
                  <a:gd name="T67" fmla="*/ 5595 h 6213"/>
                  <a:gd name="T68" fmla="*/ 4537 w 6107"/>
                  <a:gd name="T69" fmla="*/ 5839 h 6213"/>
                  <a:gd name="T70" fmla="*/ 4208 w 6107"/>
                  <a:gd name="T71" fmla="*/ 5997 h 6213"/>
                  <a:gd name="T72" fmla="*/ 3858 w 6107"/>
                  <a:gd name="T73" fmla="*/ 6115 h 6213"/>
                  <a:gd name="T74" fmla="*/ 3490 w 6107"/>
                  <a:gd name="T75" fmla="*/ 6188 h 6213"/>
                  <a:gd name="T76" fmla="*/ 3108 w 6107"/>
                  <a:gd name="T77" fmla="*/ 6213 h 6213"/>
                  <a:gd name="T78" fmla="*/ 2481 w 6107"/>
                  <a:gd name="T79" fmla="*/ 6150 h 6213"/>
                  <a:gd name="T80" fmla="*/ 1898 w 6107"/>
                  <a:gd name="T81" fmla="*/ 5969 h 6213"/>
                  <a:gd name="T82" fmla="*/ 1371 w 6107"/>
                  <a:gd name="T83" fmla="*/ 5683 h 6213"/>
                  <a:gd name="T84" fmla="*/ 911 w 6107"/>
                  <a:gd name="T85" fmla="*/ 5303 h 6213"/>
                  <a:gd name="T86" fmla="*/ 531 w 6107"/>
                  <a:gd name="T87" fmla="*/ 4843 h 6213"/>
                  <a:gd name="T88" fmla="*/ 245 w 6107"/>
                  <a:gd name="T89" fmla="*/ 4316 h 6213"/>
                  <a:gd name="T90" fmla="*/ 63 w 6107"/>
                  <a:gd name="T91" fmla="*/ 3733 h 6213"/>
                  <a:gd name="T92" fmla="*/ 0 w 6107"/>
                  <a:gd name="T93" fmla="*/ 3106 h 6213"/>
                  <a:gd name="T94" fmla="*/ 63 w 6107"/>
                  <a:gd name="T95" fmla="*/ 2480 h 6213"/>
                  <a:gd name="T96" fmla="*/ 245 w 6107"/>
                  <a:gd name="T97" fmla="*/ 1897 h 6213"/>
                  <a:gd name="T98" fmla="*/ 531 w 6107"/>
                  <a:gd name="T99" fmla="*/ 1370 h 6213"/>
                  <a:gd name="T100" fmla="*/ 910 w 6107"/>
                  <a:gd name="T101" fmla="*/ 910 h 6213"/>
                  <a:gd name="T102" fmla="*/ 1371 w 6107"/>
                  <a:gd name="T103" fmla="*/ 531 h 6213"/>
                  <a:gd name="T104" fmla="*/ 1898 w 6107"/>
                  <a:gd name="T105" fmla="*/ 244 h 6213"/>
                  <a:gd name="T106" fmla="*/ 2481 w 6107"/>
                  <a:gd name="T107" fmla="*/ 63 h 6213"/>
                  <a:gd name="T108" fmla="*/ 3108 w 6107"/>
                  <a:gd name="T109" fmla="*/ 0 h 6213"/>
                  <a:gd name="T110" fmla="*/ 3511 w 6107"/>
                  <a:gd name="T111" fmla="*/ 28 h 6213"/>
                  <a:gd name="T112" fmla="*/ 3898 w 6107"/>
                  <a:gd name="T113" fmla="*/ 110 h 6213"/>
                  <a:gd name="T114" fmla="*/ 4266 w 6107"/>
                  <a:gd name="T115" fmla="*/ 240 h 6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6107" h="6213">
                    <a:moveTo>
                      <a:pt x="4337" y="272"/>
                    </a:moveTo>
                    <a:lnTo>
                      <a:pt x="4255" y="243"/>
                    </a:lnTo>
                    <a:lnTo>
                      <a:pt x="4176" y="219"/>
                    </a:lnTo>
                    <a:lnTo>
                      <a:pt x="4099" y="197"/>
                    </a:lnTo>
                    <a:lnTo>
                      <a:pt x="4024" y="179"/>
                    </a:lnTo>
                    <a:lnTo>
                      <a:pt x="3950" y="162"/>
                    </a:lnTo>
                    <a:lnTo>
                      <a:pt x="3879" y="151"/>
                    </a:lnTo>
                    <a:lnTo>
                      <a:pt x="3809" y="142"/>
                    </a:lnTo>
                    <a:lnTo>
                      <a:pt x="3741" y="135"/>
                    </a:lnTo>
                    <a:lnTo>
                      <a:pt x="3677" y="131"/>
                    </a:lnTo>
                    <a:lnTo>
                      <a:pt x="3612" y="131"/>
                    </a:lnTo>
                    <a:lnTo>
                      <a:pt x="3551" y="134"/>
                    </a:lnTo>
                    <a:lnTo>
                      <a:pt x="3491" y="138"/>
                    </a:lnTo>
                    <a:lnTo>
                      <a:pt x="3434" y="146"/>
                    </a:lnTo>
                    <a:lnTo>
                      <a:pt x="3379" y="156"/>
                    </a:lnTo>
                    <a:lnTo>
                      <a:pt x="3324" y="168"/>
                    </a:lnTo>
                    <a:lnTo>
                      <a:pt x="3273" y="183"/>
                    </a:lnTo>
                    <a:lnTo>
                      <a:pt x="3222" y="202"/>
                    </a:lnTo>
                    <a:lnTo>
                      <a:pt x="3174" y="221"/>
                    </a:lnTo>
                    <a:lnTo>
                      <a:pt x="3127" y="243"/>
                    </a:lnTo>
                    <a:lnTo>
                      <a:pt x="3083" y="267"/>
                    </a:lnTo>
                    <a:lnTo>
                      <a:pt x="3040" y="293"/>
                    </a:lnTo>
                    <a:lnTo>
                      <a:pt x="2998" y="321"/>
                    </a:lnTo>
                    <a:lnTo>
                      <a:pt x="2959" y="351"/>
                    </a:lnTo>
                    <a:lnTo>
                      <a:pt x="2922" y="384"/>
                    </a:lnTo>
                    <a:lnTo>
                      <a:pt x="2887" y="417"/>
                    </a:lnTo>
                    <a:lnTo>
                      <a:pt x="2852" y="453"/>
                    </a:lnTo>
                    <a:lnTo>
                      <a:pt x="2820" y="491"/>
                    </a:lnTo>
                    <a:lnTo>
                      <a:pt x="2790" y="530"/>
                    </a:lnTo>
                    <a:lnTo>
                      <a:pt x="2761" y="570"/>
                    </a:lnTo>
                    <a:lnTo>
                      <a:pt x="2735" y="612"/>
                    </a:lnTo>
                    <a:lnTo>
                      <a:pt x="2709" y="656"/>
                    </a:lnTo>
                    <a:lnTo>
                      <a:pt x="2686" y="700"/>
                    </a:lnTo>
                    <a:lnTo>
                      <a:pt x="2664" y="747"/>
                    </a:lnTo>
                    <a:lnTo>
                      <a:pt x="2644" y="794"/>
                    </a:lnTo>
                    <a:lnTo>
                      <a:pt x="2625" y="842"/>
                    </a:lnTo>
                    <a:lnTo>
                      <a:pt x="2609" y="893"/>
                    </a:lnTo>
                    <a:lnTo>
                      <a:pt x="2594" y="944"/>
                    </a:lnTo>
                    <a:lnTo>
                      <a:pt x="2580" y="995"/>
                    </a:lnTo>
                    <a:lnTo>
                      <a:pt x="2569" y="1047"/>
                    </a:lnTo>
                    <a:lnTo>
                      <a:pt x="2558" y="1101"/>
                    </a:lnTo>
                    <a:lnTo>
                      <a:pt x="2550" y="1156"/>
                    </a:lnTo>
                    <a:lnTo>
                      <a:pt x="2543" y="1210"/>
                    </a:lnTo>
                    <a:lnTo>
                      <a:pt x="2538" y="1266"/>
                    </a:lnTo>
                    <a:lnTo>
                      <a:pt x="2534" y="1321"/>
                    </a:lnTo>
                    <a:lnTo>
                      <a:pt x="2532" y="1378"/>
                    </a:lnTo>
                    <a:lnTo>
                      <a:pt x="2531" y="1435"/>
                    </a:lnTo>
                    <a:lnTo>
                      <a:pt x="2534" y="1551"/>
                    </a:lnTo>
                    <a:lnTo>
                      <a:pt x="2543" y="1667"/>
                    </a:lnTo>
                    <a:lnTo>
                      <a:pt x="2558" y="1783"/>
                    </a:lnTo>
                    <a:lnTo>
                      <a:pt x="2580" y="1900"/>
                    </a:lnTo>
                    <a:lnTo>
                      <a:pt x="2607" y="2016"/>
                    </a:lnTo>
                    <a:lnTo>
                      <a:pt x="2640" y="2131"/>
                    </a:lnTo>
                    <a:lnTo>
                      <a:pt x="2678" y="2244"/>
                    </a:lnTo>
                    <a:lnTo>
                      <a:pt x="2722" y="2355"/>
                    </a:lnTo>
                    <a:lnTo>
                      <a:pt x="2772" y="2463"/>
                    </a:lnTo>
                    <a:lnTo>
                      <a:pt x="2807" y="2532"/>
                    </a:lnTo>
                    <a:lnTo>
                      <a:pt x="2844" y="2599"/>
                    </a:lnTo>
                    <a:lnTo>
                      <a:pt x="2883" y="2664"/>
                    </a:lnTo>
                    <a:lnTo>
                      <a:pt x="2925" y="2727"/>
                    </a:lnTo>
                    <a:lnTo>
                      <a:pt x="2967" y="2788"/>
                    </a:lnTo>
                    <a:lnTo>
                      <a:pt x="3011" y="2847"/>
                    </a:lnTo>
                    <a:lnTo>
                      <a:pt x="3057" y="2904"/>
                    </a:lnTo>
                    <a:lnTo>
                      <a:pt x="3106" y="2960"/>
                    </a:lnTo>
                    <a:lnTo>
                      <a:pt x="3154" y="3013"/>
                    </a:lnTo>
                    <a:lnTo>
                      <a:pt x="3205" y="3063"/>
                    </a:lnTo>
                    <a:lnTo>
                      <a:pt x="3256" y="3113"/>
                    </a:lnTo>
                    <a:lnTo>
                      <a:pt x="3309" y="3160"/>
                    </a:lnTo>
                    <a:lnTo>
                      <a:pt x="3364" y="3205"/>
                    </a:lnTo>
                    <a:lnTo>
                      <a:pt x="3419" y="3248"/>
                    </a:lnTo>
                    <a:lnTo>
                      <a:pt x="3475" y="3289"/>
                    </a:lnTo>
                    <a:lnTo>
                      <a:pt x="3533" y="3328"/>
                    </a:lnTo>
                    <a:lnTo>
                      <a:pt x="3591" y="3366"/>
                    </a:lnTo>
                    <a:lnTo>
                      <a:pt x="3649" y="3401"/>
                    </a:lnTo>
                    <a:lnTo>
                      <a:pt x="3709" y="3435"/>
                    </a:lnTo>
                    <a:lnTo>
                      <a:pt x="3770" y="3466"/>
                    </a:lnTo>
                    <a:lnTo>
                      <a:pt x="3831" y="3495"/>
                    </a:lnTo>
                    <a:lnTo>
                      <a:pt x="3892" y="3523"/>
                    </a:lnTo>
                    <a:lnTo>
                      <a:pt x="3955" y="3549"/>
                    </a:lnTo>
                    <a:lnTo>
                      <a:pt x="4017" y="3572"/>
                    </a:lnTo>
                    <a:lnTo>
                      <a:pt x="4080" y="3594"/>
                    </a:lnTo>
                    <a:lnTo>
                      <a:pt x="4142" y="3614"/>
                    </a:lnTo>
                    <a:lnTo>
                      <a:pt x="4206" y="3632"/>
                    </a:lnTo>
                    <a:lnTo>
                      <a:pt x="4269" y="3649"/>
                    </a:lnTo>
                    <a:lnTo>
                      <a:pt x="4332" y="3662"/>
                    </a:lnTo>
                    <a:lnTo>
                      <a:pt x="4396" y="3675"/>
                    </a:lnTo>
                    <a:lnTo>
                      <a:pt x="4459" y="3684"/>
                    </a:lnTo>
                    <a:lnTo>
                      <a:pt x="4521" y="3693"/>
                    </a:lnTo>
                    <a:lnTo>
                      <a:pt x="4585" y="3699"/>
                    </a:lnTo>
                    <a:lnTo>
                      <a:pt x="4647" y="3704"/>
                    </a:lnTo>
                    <a:lnTo>
                      <a:pt x="4709" y="3706"/>
                    </a:lnTo>
                    <a:lnTo>
                      <a:pt x="4770" y="3707"/>
                    </a:lnTo>
                    <a:lnTo>
                      <a:pt x="4831" y="3706"/>
                    </a:lnTo>
                    <a:lnTo>
                      <a:pt x="4891" y="3703"/>
                    </a:lnTo>
                    <a:lnTo>
                      <a:pt x="4951" y="3698"/>
                    </a:lnTo>
                    <a:lnTo>
                      <a:pt x="5010" y="3690"/>
                    </a:lnTo>
                    <a:lnTo>
                      <a:pt x="5067" y="3682"/>
                    </a:lnTo>
                    <a:lnTo>
                      <a:pt x="5125" y="3670"/>
                    </a:lnTo>
                    <a:lnTo>
                      <a:pt x="5181" y="3658"/>
                    </a:lnTo>
                    <a:lnTo>
                      <a:pt x="5235" y="3644"/>
                    </a:lnTo>
                    <a:lnTo>
                      <a:pt x="5290" y="3628"/>
                    </a:lnTo>
                    <a:lnTo>
                      <a:pt x="5343" y="3609"/>
                    </a:lnTo>
                    <a:lnTo>
                      <a:pt x="5394" y="3589"/>
                    </a:lnTo>
                    <a:lnTo>
                      <a:pt x="5444" y="3567"/>
                    </a:lnTo>
                    <a:lnTo>
                      <a:pt x="5492" y="3543"/>
                    </a:lnTo>
                    <a:lnTo>
                      <a:pt x="5540" y="3517"/>
                    </a:lnTo>
                    <a:lnTo>
                      <a:pt x="5586" y="3490"/>
                    </a:lnTo>
                    <a:lnTo>
                      <a:pt x="5629" y="3460"/>
                    </a:lnTo>
                    <a:lnTo>
                      <a:pt x="5672" y="3428"/>
                    </a:lnTo>
                    <a:lnTo>
                      <a:pt x="5712" y="3395"/>
                    </a:lnTo>
                    <a:lnTo>
                      <a:pt x="5752" y="3361"/>
                    </a:lnTo>
                    <a:lnTo>
                      <a:pt x="5788" y="3324"/>
                    </a:lnTo>
                    <a:lnTo>
                      <a:pt x="5823" y="3284"/>
                    </a:lnTo>
                    <a:lnTo>
                      <a:pt x="5855" y="3244"/>
                    </a:lnTo>
                    <a:lnTo>
                      <a:pt x="5886" y="3202"/>
                    </a:lnTo>
                    <a:lnTo>
                      <a:pt x="5915" y="3157"/>
                    </a:lnTo>
                    <a:lnTo>
                      <a:pt x="5940" y="3111"/>
                    </a:lnTo>
                    <a:lnTo>
                      <a:pt x="5965" y="3062"/>
                    </a:lnTo>
                    <a:lnTo>
                      <a:pt x="5986" y="3013"/>
                    </a:lnTo>
                    <a:lnTo>
                      <a:pt x="6005" y="2961"/>
                    </a:lnTo>
                    <a:lnTo>
                      <a:pt x="6022" y="2907"/>
                    </a:lnTo>
                    <a:lnTo>
                      <a:pt x="6035" y="2856"/>
                    </a:lnTo>
                    <a:lnTo>
                      <a:pt x="6045" y="2808"/>
                    </a:lnTo>
                    <a:lnTo>
                      <a:pt x="6053" y="2763"/>
                    </a:lnTo>
                    <a:lnTo>
                      <a:pt x="6060" y="2721"/>
                    </a:lnTo>
                    <a:lnTo>
                      <a:pt x="6065" y="2682"/>
                    </a:lnTo>
                    <a:lnTo>
                      <a:pt x="6068" y="2647"/>
                    </a:lnTo>
                    <a:lnTo>
                      <a:pt x="6071" y="2616"/>
                    </a:lnTo>
                    <a:lnTo>
                      <a:pt x="6087" y="2736"/>
                    </a:lnTo>
                    <a:lnTo>
                      <a:pt x="6098" y="2858"/>
                    </a:lnTo>
                    <a:lnTo>
                      <a:pt x="6105" y="2981"/>
                    </a:lnTo>
                    <a:lnTo>
                      <a:pt x="6107" y="3106"/>
                    </a:lnTo>
                    <a:lnTo>
                      <a:pt x="6106" y="3187"/>
                    </a:lnTo>
                    <a:lnTo>
                      <a:pt x="6104" y="3266"/>
                    </a:lnTo>
                    <a:lnTo>
                      <a:pt x="6098" y="3346"/>
                    </a:lnTo>
                    <a:lnTo>
                      <a:pt x="6092" y="3424"/>
                    </a:lnTo>
                    <a:lnTo>
                      <a:pt x="6083" y="3502"/>
                    </a:lnTo>
                    <a:lnTo>
                      <a:pt x="6073" y="3579"/>
                    </a:lnTo>
                    <a:lnTo>
                      <a:pt x="6060" y="3657"/>
                    </a:lnTo>
                    <a:lnTo>
                      <a:pt x="6046" y="3733"/>
                    </a:lnTo>
                    <a:lnTo>
                      <a:pt x="6030" y="3807"/>
                    </a:lnTo>
                    <a:lnTo>
                      <a:pt x="6013" y="3882"/>
                    </a:lnTo>
                    <a:lnTo>
                      <a:pt x="5993" y="3957"/>
                    </a:lnTo>
                    <a:lnTo>
                      <a:pt x="5973" y="4030"/>
                    </a:lnTo>
                    <a:lnTo>
                      <a:pt x="5950" y="4102"/>
                    </a:lnTo>
                    <a:lnTo>
                      <a:pt x="5925" y="4175"/>
                    </a:lnTo>
                    <a:lnTo>
                      <a:pt x="5899" y="4245"/>
                    </a:lnTo>
                    <a:lnTo>
                      <a:pt x="5871" y="4316"/>
                    </a:lnTo>
                    <a:lnTo>
                      <a:pt x="5843" y="4385"/>
                    </a:lnTo>
                    <a:lnTo>
                      <a:pt x="5811" y="4453"/>
                    </a:lnTo>
                    <a:lnTo>
                      <a:pt x="5779" y="4521"/>
                    </a:lnTo>
                    <a:lnTo>
                      <a:pt x="5746" y="4587"/>
                    </a:lnTo>
                    <a:lnTo>
                      <a:pt x="5710" y="4653"/>
                    </a:lnTo>
                    <a:lnTo>
                      <a:pt x="5673" y="4718"/>
                    </a:lnTo>
                    <a:lnTo>
                      <a:pt x="5635" y="4781"/>
                    </a:lnTo>
                    <a:lnTo>
                      <a:pt x="5595" y="4843"/>
                    </a:lnTo>
                    <a:lnTo>
                      <a:pt x="5555" y="4904"/>
                    </a:lnTo>
                    <a:lnTo>
                      <a:pt x="5512" y="4965"/>
                    </a:lnTo>
                    <a:lnTo>
                      <a:pt x="5468" y="5024"/>
                    </a:lnTo>
                    <a:lnTo>
                      <a:pt x="5422" y="5083"/>
                    </a:lnTo>
                    <a:lnTo>
                      <a:pt x="5376" y="5139"/>
                    </a:lnTo>
                    <a:lnTo>
                      <a:pt x="5328" y="5196"/>
                    </a:lnTo>
                    <a:lnTo>
                      <a:pt x="5279" y="5250"/>
                    </a:lnTo>
                    <a:lnTo>
                      <a:pt x="5229" y="5303"/>
                    </a:lnTo>
                    <a:lnTo>
                      <a:pt x="5178" y="5355"/>
                    </a:lnTo>
                    <a:lnTo>
                      <a:pt x="5125" y="5406"/>
                    </a:lnTo>
                    <a:lnTo>
                      <a:pt x="5071" y="5455"/>
                    </a:lnTo>
                    <a:lnTo>
                      <a:pt x="5015" y="5503"/>
                    </a:lnTo>
                    <a:lnTo>
                      <a:pt x="4960" y="5551"/>
                    </a:lnTo>
                    <a:lnTo>
                      <a:pt x="4903" y="5595"/>
                    </a:lnTo>
                    <a:lnTo>
                      <a:pt x="4844" y="5640"/>
                    </a:lnTo>
                    <a:lnTo>
                      <a:pt x="4785" y="5683"/>
                    </a:lnTo>
                    <a:lnTo>
                      <a:pt x="4663" y="5764"/>
                    </a:lnTo>
                    <a:lnTo>
                      <a:pt x="4601" y="5802"/>
                    </a:lnTo>
                    <a:lnTo>
                      <a:pt x="4537" y="5839"/>
                    </a:lnTo>
                    <a:lnTo>
                      <a:pt x="4473" y="5873"/>
                    </a:lnTo>
                    <a:lnTo>
                      <a:pt x="4408" y="5906"/>
                    </a:lnTo>
                    <a:lnTo>
                      <a:pt x="4343" y="5939"/>
                    </a:lnTo>
                    <a:lnTo>
                      <a:pt x="4276" y="5969"/>
                    </a:lnTo>
                    <a:lnTo>
                      <a:pt x="4208" y="5997"/>
                    </a:lnTo>
                    <a:lnTo>
                      <a:pt x="4139" y="6024"/>
                    </a:lnTo>
                    <a:lnTo>
                      <a:pt x="4070" y="6049"/>
                    </a:lnTo>
                    <a:lnTo>
                      <a:pt x="3999" y="6074"/>
                    </a:lnTo>
                    <a:lnTo>
                      <a:pt x="3929" y="6095"/>
                    </a:lnTo>
                    <a:lnTo>
                      <a:pt x="3858" y="6115"/>
                    </a:lnTo>
                    <a:lnTo>
                      <a:pt x="3785" y="6133"/>
                    </a:lnTo>
                    <a:lnTo>
                      <a:pt x="3713" y="6150"/>
                    </a:lnTo>
                    <a:lnTo>
                      <a:pt x="3639" y="6165"/>
                    </a:lnTo>
                    <a:lnTo>
                      <a:pt x="3565" y="6177"/>
                    </a:lnTo>
                    <a:lnTo>
                      <a:pt x="3490" y="6188"/>
                    </a:lnTo>
                    <a:lnTo>
                      <a:pt x="3414" y="6197"/>
                    </a:lnTo>
                    <a:lnTo>
                      <a:pt x="3338" y="6204"/>
                    </a:lnTo>
                    <a:lnTo>
                      <a:pt x="3262" y="6208"/>
                    </a:lnTo>
                    <a:lnTo>
                      <a:pt x="3185" y="6212"/>
                    </a:lnTo>
                    <a:lnTo>
                      <a:pt x="3108" y="6213"/>
                    </a:lnTo>
                    <a:lnTo>
                      <a:pt x="2980" y="6211"/>
                    </a:lnTo>
                    <a:lnTo>
                      <a:pt x="2852" y="6203"/>
                    </a:lnTo>
                    <a:lnTo>
                      <a:pt x="2727" y="6190"/>
                    </a:lnTo>
                    <a:lnTo>
                      <a:pt x="2603" y="6171"/>
                    </a:lnTo>
                    <a:lnTo>
                      <a:pt x="2481" y="6150"/>
                    </a:lnTo>
                    <a:lnTo>
                      <a:pt x="2361" y="6122"/>
                    </a:lnTo>
                    <a:lnTo>
                      <a:pt x="2242" y="6091"/>
                    </a:lnTo>
                    <a:lnTo>
                      <a:pt x="2125" y="6054"/>
                    </a:lnTo>
                    <a:lnTo>
                      <a:pt x="2010" y="6014"/>
                    </a:lnTo>
                    <a:lnTo>
                      <a:pt x="1898" y="5969"/>
                    </a:lnTo>
                    <a:lnTo>
                      <a:pt x="1788" y="5919"/>
                    </a:lnTo>
                    <a:lnTo>
                      <a:pt x="1680" y="5866"/>
                    </a:lnTo>
                    <a:lnTo>
                      <a:pt x="1574" y="5809"/>
                    </a:lnTo>
                    <a:lnTo>
                      <a:pt x="1471" y="5747"/>
                    </a:lnTo>
                    <a:lnTo>
                      <a:pt x="1371" y="5683"/>
                    </a:lnTo>
                    <a:lnTo>
                      <a:pt x="1273" y="5614"/>
                    </a:lnTo>
                    <a:lnTo>
                      <a:pt x="1177" y="5541"/>
                    </a:lnTo>
                    <a:lnTo>
                      <a:pt x="1085" y="5465"/>
                    </a:lnTo>
                    <a:lnTo>
                      <a:pt x="996" y="5386"/>
                    </a:lnTo>
                    <a:lnTo>
                      <a:pt x="911" y="5303"/>
                    </a:lnTo>
                    <a:lnTo>
                      <a:pt x="828" y="5216"/>
                    </a:lnTo>
                    <a:lnTo>
                      <a:pt x="749" y="5128"/>
                    </a:lnTo>
                    <a:lnTo>
                      <a:pt x="673" y="5037"/>
                    </a:lnTo>
                    <a:lnTo>
                      <a:pt x="600" y="4941"/>
                    </a:lnTo>
                    <a:lnTo>
                      <a:pt x="531" y="4843"/>
                    </a:lnTo>
                    <a:lnTo>
                      <a:pt x="467" y="4743"/>
                    </a:lnTo>
                    <a:lnTo>
                      <a:pt x="406" y="4640"/>
                    </a:lnTo>
                    <a:lnTo>
                      <a:pt x="348" y="4534"/>
                    </a:lnTo>
                    <a:lnTo>
                      <a:pt x="295" y="4426"/>
                    </a:lnTo>
                    <a:lnTo>
                      <a:pt x="245" y="4316"/>
                    </a:lnTo>
                    <a:lnTo>
                      <a:pt x="200" y="4204"/>
                    </a:lnTo>
                    <a:lnTo>
                      <a:pt x="159" y="4089"/>
                    </a:lnTo>
                    <a:lnTo>
                      <a:pt x="123" y="3972"/>
                    </a:lnTo>
                    <a:lnTo>
                      <a:pt x="91" y="3854"/>
                    </a:lnTo>
                    <a:lnTo>
                      <a:pt x="63" y="3733"/>
                    </a:lnTo>
                    <a:lnTo>
                      <a:pt x="42" y="3610"/>
                    </a:lnTo>
                    <a:lnTo>
                      <a:pt x="24" y="3487"/>
                    </a:lnTo>
                    <a:lnTo>
                      <a:pt x="10" y="3362"/>
                    </a:lnTo>
                    <a:lnTo>
                      <a:pt x="2" y="3234"/>
                    </a:lnTo>
                    <a:lnTo>
                      <a:pt x="0" y="3106"/>
                    </a:lnTo>
                    <a:lnTo>
                      <a:pt x="2" y="2978"/>
                    </a:lnTo>
                    <a:lnTo>
                      <a:pt x="10" y="2852"/>
                    </a:lnTo>
                    <a:lnTo>
                      <a:pt x="24" y="2727"/>
                    </a:lnTo>
                    <a:lnTo>
                      <a:pt x="42" y="2602"/>
                    </a:lnTo>
                    <a:lnTo>
                      <a:pt x="63" y="2480"/>
                    </a:lnTo>
                    <a:lnTo>
                      <a:pt x="91" y="2361"/>
                    </a:lnTo>
                    <a:lnTo>
                      <a:pt x="123" y="2241"/>
                    </a:lnTo>
                    <a:lnTo>
                      <a:pt x="159" y="2124"/>
                    </a:lnTo>
                    <a:lnTo>
                      <a:pt x="200" y="2009"/>
                    </a:lnTo>
                    <a:lnTo>
                      <a:pt x="245" y="1897"/>
                    </a:lnTo>
                    <a:lnTo>
                      <a:pt x="295" y="1787"/>
                    </a:lnTo>
                    <a:lnTo>
                      <a:pt x="348" y="1680"/>
                    </a:lnTo>
                    <a:lnTo>
                      <a:pt x="406" y="1574"/>
                    </a:lnTo>
                    <a:lnTo>
                      <a:pt x="467" y="1471"/>
                    </a:lnTo>
                    <a:lnTo>
                      <a:pt x="531" y="1370"/>
                    </a:lnTo>
                    <a:lnTo>
                      <a:pt x="600" y="1272"/>
                    </a:lnTo>
                    <a:lnTo>
                      <a:pt x="673" y="1177"/>
                    </a:lnTo>
                    <a:lnTo>
                      <a:pt x="749" y="1085"/>
                    </a:lnTo>
                    <a:lnTo>
                      <a:pt x="828" y="997"/>
                    </a:lnTo>
                    <a:lnTo>
                      <a:pt x="910" y="910"/>
                    </a:lnTo>
                    <a:lnTo>
                      <a:pt x="996" y="828"/>
                    </a:lnTo>
                    <a:lnTo>
                      <a:pt x="1085" y="749"/>
                    </a:lnTo>
                    <a:lnTo>
                      <a:pt x="1177" y="673"/>
                    </a:lnTo>
                    <a:lnTo>
                      <a:pt x="1273" y="600"/>
                    </a:lnTo>
                    <a:lnTo>
                      <a:pt x="1371" y="531"/>
                    </a:lnTo>
                    <a:lnTo>
                      <a:pt x="1471" y="465"/>
                    </a:lnTo>
                    <a:lnTo>
                      <a:pt x="1574" y="404"/>
                    </a:lnTo>
                    <a:lnTo>
                      <a:pt x="1680" y="347"/>
                    </a:lnTo>
                    <a:lnTo>
                      <a:pt x="1788" y="294"/>
                    </a:lnTo>
                    <a:lnTo>
                      <a:pt x="1898" y="244"/>
                    </a:lnTo>
                    <a:lnTo>
                      <a:pt x="2010" y="199"/>
                    </a:lnTo>
                    <a:lnTo>
                      <a:pt x="2125" y="159"/>
                    </a:lnTo>
                    <a:lnTo>
                      <a:pt x="2242" y="122"/>
                    </a:lnTo>
                    <a:lnTo>
                      <a:pt x="2360" y="91"/>
                    </a:lnTo>
                    <a:lnTo>
                      <a:pt x="2481" y="63"/>
                    </a:lnTo>
                    <a:lnTo>
                      <a:pt x="2603" y="42"/>
                    </a:lnTo>
                    <a:lnTo>
                      <a:pt x="2727" y="23"/>
                    </a:lnTo>
                    <a:lnTo>
                      <a:pt x="2852" y="10"/>
                    </a:lnTo>
                    <a:lnTo>
                      <a:pt x="2980" y="2"/>
                    </a:lnTo>
                    <a:lnTo>
                      <a:pt x="3108" y="0"/>
                    </a:lnTo>
                    <a:lnTo>
                      <a:pt x="3190" y="1"/>
                    </a:lnTo>
                    <a:lnTo>
                      <a:pt x="3271" y="5"/>
                    </a:lnTo>
                    <a:lnTo>
                      <a:pt x="3352" y="10"/>
                    </a:lnTo>
                    <a:lnTo>
                      <a:pt x="3432" y="18"/>
                    </a:lnTo>
                    <a:lnTo>
                      <a:pt x="3511" y="28"/>
                    </a:lnTo>
                    <a:lnTo>
                      <a:pt x="3591" y="40"/>
                    </a:lnTo>
                    <a:lnTo>
                      <a:pt x="3669" y="54"/>
                    </a:lnTo>
                    <a:lnTo>
                      <a:pt x="3746" y="70"/>
                    </a:lnTo>
                    <a:lnTo>
                      <a:pt x="3822" y="89"/>
                    </a:lnTo>
                    <a:lnTo>
                      <a:pt x="3898" y="110"/>
                    </a:lnTo>
                    <a:lnTo>
                      <a:pt x="3974" y="131"/>
                    </a:lnTo>
                    <a:lnTo>
                      <a:pt x="4048" y="156"/>
                    </a:lnTo>
                    <a:lnTo>
                      <a:pt x="4122" y="182"/>
                    </a:lnTo>
                    <a:lnTo>
                      <a:pt x="4194" y="211"/>
                    </a:lnTo>
                    <a:lnTo>
                      <a:pt x="4266" y="240"/>
                    </a:lnTo>
                    <a:lnTo>
                      <a:pt x="4337" y="272"/>
                    </a:lnTo>
                    <a:close/>
                  </a:path>
                </a:pathLst>
              </a:custGeom>
              <a:solidFill>
                <a:srgbClr val="00B04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69" name="Freeform 95"/>
              <p:cNvSpPr>
                <a:spLocks/>
              </p:cNvSpPr>
              <p:nvPr/>
            </p:nvSpPr>
            <p:spPr bwMode="auto">
              <a:xfrm>
                <a:off x="673" y="197"/>
                <a:ext cx="3054" cy="3106"/>
              </a:xfrm>
              <a:custGeom>
                <a:avLst/>
                <a:gdLst>
                  <a:gd name="T0" fmla="*/ 3821 w 6107"/>
                  <a:gd name="T1" fmla="*/ 120 h 6213"/>
                  <a:gd name="T2" fmla="*/ 3452 w 6107"/>
                  <a:gd name="T3" fmla="*/ 100 h 6213"/>
                  <a:gd name="T4" fmla="*/ 3147 w 6107"/>
                  <a:gd name="T5" fmla="*/ 157 h 6213"/>
                  <a:gd name="T6" fmla="*/ 2899 w 6107"/>
                  <a:gd name="T7" fmla="*/ 280 h 6213"/>
                  <a:gd name="T8" fmla="*/ 2707 w 6107"/>
                  <a:gd name="T9" fmla="*/ 459 h 6213"/>
                  <a:gd name="T10" fmla="*/ 2567 w 6107"/>
                  <a:gd name="T11" fmla="*/ 682 h 6213"/>
                  <a:gd name="T12" fmla="*/ 2473 w 6107"/>
                  <a:gd name="T13" fmla="*/ 942 h 6213"/>
                  <a:gd name="T14" fmla="*/ 2425 w 6107"/>
                  <a:gd name="T15" fmla="*/ 1227 h 6213"/>
                  <a:gd name="T16" fmla="*/ 2425 w 6107"/>
                  <a:gd name="T17" fmla="*/ 1649 h 6213"/>
                  <a:gd name="T18" fmla="*/ 2546 w 6107"/>
                  <a:gd name="T19" fmla="*/ 2247 h 6213"/>
                  <a:gd name="T20" fmla="*/ 2728 w 6107"/>
                  <a:gd name="T21" fmla="*/ 2673 h 6213"/>
                  <a:gd name="T22" fmla="*/ 2936 w 6107"/>
                  <a:gd name="T23" fmla="*/ 2980 h 6213"/>
                  <a:gd name="T24" fmla="*/ 3186 w 6107"/>
                  <a:gd name="T25" fmla="*/ 3238 h 6213"/>
                  <a:gd name="T26" fmla="*/ 3468 w 6107"/>
                  <a:gd name="T27" fmla="*/ 3448 h 6213"/>
                  <a:gd name="T28" fmla="*/ 3774 w 6107"/>
                  <a:gd name="T29" fmla="*/ 3609 h 6213"/>
                  <a:gd name="T30" fmla="*/ 4094 w 6107"/>
                  <a:gd name="T31" fmla="*/ 3722 h 6213"/>
                  <a:gd name="T32" fmla="*/ 4419 w 6107"/>
                  <a:gd name="T33" fmla="*/ 3789 h 6213"/>
                  <a:gd name="T34" fmla="*/ 4802 w 6107"/>
                  <a:gd name="T35" fmla="*/ 3806 h 6213"/>
                  <a:gd name="T36" fmla="*/ 5105 w 6107"/>
                  <a:gd name="T37" fmla="*/ 3772 h 6213"/>
                  <a:gd name="T38" fmla="*/ 5384 w 6107"/>
                  <a:gd name="T39" fmla="*/ 3691 h 6213"/>
                  <a:gd name="T40" fmla="*/ 5629 w 6107"/>
                  <a:gd name="T41" fmla="*/ 3567 h 6213"/>
                  <a:gd name="T42" fmla="*/ 5831 w 6107"/>
                  <a:gd name="T43" fmla="*/ 3399 h 6213"/>
                  <a:gd name="T44" fmla="*/ 5982 w 6107"/>
                  <a:gd name="T45" fmla="*/ 3187 h 6213"/>
                  <a:gd name="T46" fmla="*/ 6057 w 6107"/>
                  <a:gd name="T47" fmla="*/ 2992 h 6213"/>
                  <a:gd name="T48" fmla="*/ 6104 w 6107"/>
                  <a:gd name="T49" fmla="*/ 2958 h 6213"/>
                  <a:gd name="T50" fmla="*/ 6098 w 6107"/>
                  <a:gd name="T51" fmla="*/ 3346 h 6213"/>
                  <a:gd name="T52" fmla="*/ 6046 w 6107"/>
                  <a:gd name="T53" fmla="*/ 3733 h 6213"/>
                  <a:gd name="T54" fmla="*/ 5950 w 6107"/>
                  <a:gd name="T55" fmla="*/ 4102 h 6213"/>
                  <a:gd name="T56" fmla="*/ 5811 w 6107"/>
                  <a:gd name="T57" fmla="*/ 4453 h 6213"/>
                  <a:gd name="T58" fmla="*/ 5635 w 6107"/>
                  <a:gd name="T59" fmla="*/ 4781 h 6213"/>
                  <a:gd name="T60" fmla="*/ 5422 w 6107"/>
                  <a:gd name="T61" fmla="*/ 5083 h 6213"/>
                  <a:gd name="T62" fmla="*/ 5178 w 6107"/>
                  <a:gd name="T63" fmla="*/ 5355 h 6213"/>
                  <a:gd name="T64" fmla="*/ 4903 w 6107"/>
                  <a:gd name="T65" fmla="*/ 5595 h 6213"/>
                  <a:gd name="T66" fmla="*/ 4537 w 6107"/>
                  <a:gd name="T67" fmla="*/ 5839 h 6213"/>
                  <a:gd name="T68" fmla="*/ 4208 w 6107"/>
                  <a:gd name="T69" fmla="*/ 5997 h 6213"/>
                  <a:gd name="T70" fmla="*/ 3858 w 6107"/>
                  <a:gd name="T71" fmla="*/ 6115 h 6213"/>
                  <a:gd name="T72" fmla="*/ 3490 w 6107"/>
                  <a:gd name="T73" fmla="*/ 6188 h 6213"/>
                  <a:gd name="T74" fmla="*/ 3108 w 6107"/>
                  <a:gd name="T75" fmla="*/ 6213 h 6213"/>
                  <a:gd name="T76" fmla="*/ 2481 w 6107"/>
                  <a:gd name="T77" fmla="*/ 6150 h 6213"/>
                  <a:gd name="T78" fmla="*/ 1898 w 6107"/>
                  <a:gd name="T79" fmla="*/ 5969 h 6213"/>
                  <a:gd name="T80" fmla="*/ 1371 w 6107"/>
                  <a:gd name="T81" fmla="*/ 5683 h 6213"/>
                  <a:gd name="T82" fmla="*/ 911 w 6107"/>
                  <a:gd name="T83" fmla="*/ 5303 h 6213"/>
                  <a:gd name="T84" fmla="*/ 531 w 6107"/>
                  <a:gd name="T85" fmla="*/ 4843 h 6213"/>
                  <a:gd name="T86" fmla="*/ 245 w 6107"/>
                  <a:gd name="T87" fmla="*/ 4316 h 6213"/>
                  <a:gd name="T88" fmla="*/ 63 w 6107"/>
                  <a:gd name="T89" fmla="*/ 3733 h 6213"/>
                  <a:gd name="T90" fmla="*/ 0 w 6107"/>
                  <a:gd name="T91" fmla="*/ 3106 h 6213"/>
                  <a:gd name="T92" fmla="*/ 63 w 6107"/>
                  <a:gd name="T93" fmla="*/ 2480 h 6213"/>
                  <a:gd name="T94" fmla="*/ 245 w 6107"/>
                  <a:gd name="T95" fmla="*/ 1897 h 6213"/>
                  <a:gd name="T96" fmla="*/ 531 w 6107"/>
                  <a:gd name="T97" fmla="*/ 1370 h 6213"/>
                  <a:gd name="T98" fmla="*/ 910 w 6107"/>
                  <a:gd name="T99" fmla="*/ 910 h 6213"/>
                  <a:gd name="T100" fmla="*/ 1371 w 6107"/>
                  <a:gd name="T101" fmla="*/ 531 h 6213"/>
                  <a:gd name="T102" fmla="*/ 1898 w 6107"/>
                  <a:gd name="T103" fmla="*/ 244 h 6213"/>
                  <a:gd name="T104" fmla="*/ 2481 w 6107"/>
                  <a:gd name="T105" fmla="*/ 63 h 6213"/>
                  <a:gd name="T106" fmla="*/ 3108 w 6107"/>
                  <a:gd name="T107" fmla="*/ 0 h 6213"/>
                  <a:gd name="T108" fmla="*/ 3450 w 6107"/>
                  <a:gd name="T109" fmla="*/ 21 h 6213"/>
                  <a:gd name="T110" fmla="*/ 4037 w 6107"/>
                  <a:gd name="T111" fmla="*/ 152 h 6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6107" h="6213">
                    <a:moveTo>
                      <a:pt x="4162" y="197"/>
                    </a:moveTo>
                    <a:lnTo>
                      <a:pt x="4072" y="172"/>
                    </a:lnTo>
                    <a:lnTo>
                      <a:pt x="3986" y="151"/>
                    </a:lnTo>
                    <a:lnTo>
                      <a:pt x="3902" y="134"/>
                    </a:lnTo>
                    <a:lnTo>
                      <a:pt x="3821" y="120"/>
                    </a:lnTo>
                    <a:lnTo>
                      <a:pt x="3741" y="110"/>
                    </a:lnTo>
                    <a:lnTo>
                      <a:pt x="3665" y="103"/>
                    </a:lnTo>
                    <a:lnTo>
                      <a:pt x="3592" y="98"/>
                    </a:lnTo>
                    <a:lnTo>
                      <a:pt x="3521" y="98"/>
                    </a:lnTo>
                    <a:lnTo>
                      <a:pt x="3452" y="100"/>
                    </a:lnTo>
                    <a:lnTo>
                      <a:pt x="3387" y="106"/>
                    </a:lnTo>
                    <a:lnTo>
                      <a:pt x="3323" y="114"/>
                    </a:lnTo>
                    <a:lnTo>
                      <a:pt x="3262" y="126"/>
                    </a:lnTo>
                    <a:lnTo>
                      <a:pt x="3204" y="139"/>
                    </a:lnTo>
                    <a:lnTo>
                      <a:pt x="3147" y="157"/>
                    </a:lnTo>
                    <a:lnTo>
                      <a:pt x="3093" y="176"/>
                    </a:lnTo>
                    <a:lnTo>
                      <a:pt x="3041" y="198"/>
                    </a:lnTo>
                    <a:lnTo>
                      <a:pt x="2992" y="224"/>
                    </a:lnTo>
                    <a:lnTo>
                      <a:pt x="2944" y="250"/>
                    </a:lnTo>
                    <a:lnTo>
                      <a:pt x="2899" y="280"/>
                    </a:lnTo>
                    <a:lnTo>
                      <a:pt x="2857" y="311"/>
                    </a:lnTo>
                    <a:lnTo>
                      <a:pt x="2816" y="345"/>
                    </a:lnTo>
                    <a:lnTo>
                      <a:pt x="2777" y="380"/>
                    </a:lnTo>
                    <a:lnTo>
                      <a:pt x="2742" y="418"/>
                    </a:lnTo>
                    <a:lnTo>
                      <a:pt x="2707" y="459"/>
                    </a:lnTo>
                    <a:lnTo>
                      <a:pt x="2675" y="500"/>
                    </a:lnTo>
                    <a:lnTo>
                      <a:pt x="2645" y="543"/>
                    </a:lnTo>
                    <a:lnTo>
                      <a:pt x="2616" y="588"/>
                    </a:lnTo>
                    <a:lnTo>
                      <a:pt x="2591" y="635"/>
                    </a:lnTo>
                    <a:lnTo>
                      <a:pt x="2567" y="682"/>
                    </a:lnTo>
                    <a:lnTo>
                      <a:pt x="2543" y="732"/>
                    </a:lnTo>
                    <a:lnTo>
                      <a:pt x="2524" y="782"/>
                    </a:lnTo>
                    <a:lnTo>
                      <a:pt x="2505" y="834"/>
                    </a:lnTo>
                    <a:lnTo>
                      <a:pt x="2488" y="887"/>
                    </a:lnTo>
                    <a:lnTo>
                      <a:pt x="2473" y="942"/>
                    </a:lnTo>
                    <a:lnTo>
                      <a:pt x="2461" y="997"/>
                    </a:lnTo>
                    <a:lnTo>
                      <a:pt x="2449" y="1053"/>
                    </a:lnTo>
                    <a:lnTo>
                      <a:pt x="2439" y="1111"/>
                    </a:lnTo>
                    <a:lnTo>
                      <a:pt x="2431" y="1168"/>
                    </a:lnTo>
                    <a:lnTo>
                      <a:pt x="2425" y="1227"/>
                    </a:lnTo>
                    <a:lnTo>
                      <a:pt x="2420" y="1286"/>
                    </a:lnTo>
                    <a:lnTo>
                      <a:pt x="2417" y="1346"/>
                    </a:lnTo>
                    <a:lnTo>
                      <a:pt x="2416" y="1406"/>
                    </a:lnTo>
                    <a:lnTo>
                      <a:pt x="2418" y="1526"/>
                    </a:lnTo>
                    <a:lnTo>
                      <a:pt x="2425" y="1649"/>
                    </a:lnTo>
                    <a:lnTo>
                      <a:pt x="2439" y="1771"/>
                    </a:lnTo>
                    <a:lnTo>
                      <a:pt x="2458" y="1892"/>
                    </a:lnTo>
                    <a:lnTo>
                      <a:pt x="2482" y="2013"/>
                    </a:lnTo>
                    <a:lnTo>
                      <a:pt x="2511" y="2130"/>
                    </a:lnTo>
                    <a:lnTo>
                      <a:pt x="2546" y="2247"/>
                    </a:lnTo>
                    <a:lnTo>
                      <a:pt x="2585" y="2359"/>
                    </a:lnTo>
                    <a:lnTo>
                      <a:pt x="2629" y="2469"/>
                    </a:lnTo>
                    <a:lnTo>
                      <a:pt x="2676" y="2574"/>
                    </a:lnTo>
                    <a:lnTo>
                      <a:pt x="2701" y="2623"/>
                    </a:lnTo>
                    <a:lnTo>
                      <a:pt x="2728" y="2673"/>
                    </a:lnTo>
                    <a:lnTo>
                      <a:pt x="2766" y="2738"/>
                    </a:lnTo>
                    <a:lnTo>
                      <a:pt x="2805" y="2802"/>
                    </a:lnTo>
                    <a:lnTo>
                      <a:pt x="2848" y="2864"/>
                    </a:lnTo>
                    <a:lnTo>
                      <a:pt x="2891" y="2923"/>
                    </a:lnTo>
                    <a:lnTo>
                      <a:pt x="2936" y="2980"/>
                    </a:lnTo>
                    <a:lnTo>
                      <a:pt x="2983" y="3037"/>
                    </a:lnTo>
                    <a:lnTo>
                      <a:pt x="3032" y="3090"/>
                    </a:lnTo>
                    <a:lnTo>
                      <a:pt x="3081" y="3142"/>
                    </a:lnTo>
                    <a:lnTo>
                      <a:pt x="3133" y="3191"/>
                    </a:lnTo>
                    <a:lnTo>
                      <a:pt x="3186" y="3238"/>
                    </a:lnTo>
                    <a:lnTo>
                      <a:pt x="3240" y="3284"/>
                    </a:lnTo>
                    <a:lnTo>
                      <a:pt x="3296" y="3328"/>
                    </a:lnTo>
                    <a:lnTo>
                      <a:pt x="3352" y="3371"/>
                    </a:lnTo>
                    <a:lnTo>
                      <a:pt x="3410" y="3410"/>
                    </a:lnTo>
                    <a:lnTo>
                      <a:pt x="3468" y="3448"/>
                    </a:lnTo>
                    <a:lnTo>
                      <a:pt x="3528" y="3484"/>
                    </a:lnTo>
                    <a:lnTo>
                      <a:pt x="3588" y="3518"/>
                    </a:lnTo>
                    <a:lnTo>
                      <a:pt x="3649" y="3551"/>
                    </a:lnTo>
                    <a:lnTo>
                      <a:pt x="3711" y="3581"/>
                    </a:lnTo>
                    <a:lnTo>
                      <a:pt x="3774" y="3609"/>
                    </a:lnTo>
                    <a:lnTo>
                      <a:pt x="3837" y="3636"/>
                    </a:lnTo>
                    <a:lnTo>
                      <a:pt x="3900" y="3660"/>
                    </a:lnTo>
                    <a:lnTo>
                      <a:pt x="3965" y="3683"/>
                    </a:lnTo>
                    <a:lnTo>
                      <a:pt x="4029" y="3704"/>
                    </a:lnTo>
                    <a:lnTo>
                      <a:pt x="4094" y="3722"/>
                    </a:lnTo>
                    <a:lnTo>
                      <a:pt x="4158" y="3740"/>
                    </a:lnTo>
                    <a:lnTo>
                      <a:pt x="4224" y="3755"/>
                    </a:lnTo>
                    <a:lnTo>
                      <a:pt x="4289" y="3767"/>
                    </a:lnTo>
                    <a:lnTo>
                      <a:pt x="4353" y="3779"/>
                    </a:lnTo>
                    <a:lnTo>
                      <a:pt x="4419" y="3789"/>
                    </a:lnTo>
                    <a:lnTo>
                      <a:pt x="4483" y="3796"/>
                    </a:lnTo>
                    <a:lnTo>
                      <a:pt x="4548" y="3802"/>
                    </a:lnTo>
                    <a:lnTo>
                      <a:pt x="4612" y="3806"/>
                    </a:lnTo>
                    <a:lnTo>
                      <a:pt x="4739" y="3809"/>
                    </a:lnTo>
                    <a:lnTo>
                      <a:pt x="4802" y="3806"/>
                    </a:lnTo>
                    <a:lnTo>
                      <a:pt x="4863" y="3803"/>
                    </a:lnTo>
                    <a:lnTo>
                      <a:pt x="4926" y="3798"/>
                    </a:lnTo>
                    <a:lnTo>
                      <a:pt x="4987" y="3791"/>
                    </a:lnTo>
                    <a:lnTo>
                      <a:pt x="5047" y="3782"/>
                    </a:lnTo>
                    <a:lnTo>
                      <a:pt x="5105" y="3772"/>
                    </a:lnTo>
                    <a:lnTo>
                      <a:pt x="5163" y="3759"/>
                    </a:lnTo>
                    <a:lnTo>
                      <a:pt x="5220" y="3745"/>
                    </a:lnTo>
                    <a:lnTo>
                      <a:pt x="5276" y="3729"/>
                    </a:lnTo>
                    <a:lnTo>
                      <a:pt x="5330" y="3711"/>
                    </a:lnTo>
                    <a:lnTo>
                      <a:pt x="5384" y="3691"/>
                    </a:lnTo>
                    <a:lnTo>
                      <a:pt x="5436" y="3670"/>
                    </a:lnTo>
                    <a:lnTo>
                      <a:pt x="5487" y="3646"/>
                    </a:lnTo>
                    <a:lnTo>
                      <a:pt x="5535" y="3622"/>
                    </a:lnTo>
                    <a:lnTo>
                      <a:pt x="5583" y="3596"/>
                    </a:lnTo>
                    <a:lnTo>
                      <a:pt x="5629" y="3567"/>
                    </a:lnTo>
                    <a:lnTo>
                      <a:pt x="5673" y="3537"/>
                    </a:lnTo>
                    <a:lnTo>
                      <a:pt x="5716" y="3505"/>
                    </a:lnTo>
                    <a:lnTo>
                      <a:pt x="5756" y="3471"/>
                    </a:lnTo>
                    <a:lnTo>
                      <a:pt x="5794" y="3435"/>
                    </a:lnTo>
                    <a:lnTo>
                      <a:pt x="5831" y="3399"/>
                    </a:lnTo>
                    <a:lnTo>
                      <a:pt x="5866" y="3359"/>
                    </a:lnTo>
                    <a:lnTo>
                      <a:pt x="5898" y="3319"/>
                    </a:lnTo>
                    <a:lnTo>
                      <a:pt x="5928" y="3276"/>
                    </a:lnTo>
                    <a:lnTo>
                      <a:pt x="5957" y="3233"/>
                    </a:lnTo>
                    <a:lnTo>
                      <a:pt x="5982" y="3187"/>
                    </a:lnTo>
                    <a:lnTo>
                      <a:pt x="6005" y="3139"/>
                    </a:lnTo>
                    <a:lnTo>
                      <a:pt x="6025" y="3090"/>
                    </a:lnTo>
                    <a:lnTo>
                      <a:pt x="6043" y="3039"/>
                    </a:lnTo>
                    <a:lnTo>
                      <a:pt x="6050" y="3017"/>
                    </a:lnTo>
                    <a:lnTo>
                      <a:pt x="6057" y="2992"/>
                    </a:lnTo>
                    <a:lnTo>
                      <a:pt x="6064" y="2964"/>
                    </a:lnTo>
                    <a:lnTo>
                      <a:pt x="6071" y="2934"/>
                    </a:lnTo>
                    <a:lnTo>
                      <a:pt x="6084" y="2873"/>
                    </a:lnTo>
                    <a:lnTo>
                      <a:pt x="6095" y="2812"/>
                    </a:lnTo>
                    <a:lnTo>
                      <a:pt x="6104" y="2958"/>
                    </a:lnTo>
                    <a:lnTo>
                      <a:pt x="6106" y="3032"/>
                    </a:lnTo>
                    <a:lnTo>
                      <a:pt x="6107" y="3106"/>
                    </a:lnTo>
                    <a:lnTo>
                      <a:pt x="6106" y="3187"/>
                    </a:lnTo>
                    <a:lnTo>
                      <a:pt x="6104" y="3266"/>
                    </a:lnTo>
                    <a:lnTo>
                      <a:pt x="6098" y="3346"/>
                    </a:lnTo>
                    <a:lnTo>
                      <a:pt x="6092" y="3424"/>
                    </a:lnTo>
                    <a:lnTo>
                      <a:pt x="6083" y="3502"/>
                    </a:lnTo>
                    <a:lnTo>
                      <a:pt x="6073" y="3579"/>
                    </a:lnTo>
                    <a:lnTo>
                      <a:pt x="6060" y="3657"/>
                    </a:lnTo>
                    <a:lnTo>
                      <a:pt x="6046" y="3733"/>
                    </a:lnTo>
                    <a:lnTo>
                      <a:pt x="6030" y="3807"/>
                    </a:lnTo>
                    <a:lnTo>
                      <a:pt x="6013" y="3882"/>
                    </a:lnTo>
                    <a:lnTo>
                      <a:pt x="5993" y="3957"/>
                    </a:lnTo>
                    <a:lnTo>
                      <a:pt x="5973" y="4030"/>
                    </a:lnTo>
                    <a:lnTo>
                      <a:pt x="5950" y="4102"/>
                    </a:lnTo>
                    <a:lnTo>
                      <a:pt x="5925" y="4175"/>
                    </a:lnTo>
                    <a:lnTo>
                      <a:pt x="5899" y="4245"/>
                    </a:lnTo>
                    <a:lnTo>
                      <a:pt x="5871" y="4316"/>
                    </a:lnTo>
                    <a:lnTo>
                      <a:pt x="5843" y="4385"/>
                    </a:lnTo>
                    <a:lnTo>
                      <a:pt x="5811" y="4453"/>
                    </a:lnTo>
                    <a:lnTo>
                      <a:pt x="5779" y="4521"/>
                    </a:lnTo>
                    <a:lnTo>
                      <a:pt x="5746" y="4587"/>
                    </a:lnTo>
                    <a:lnTo>
                      <a:pt x="5710" y="4653"/>
                    </a:lnTo>
                    <a:lnTo>
                      <a:pt x="5673" y="4718"/>
                    </a:lnTo>
                    <a:lnTo>
                      <a:pt x="5635" y="4781"/>
                    </a:lnTo>
                    <a:lnTo>
                      <a:pt x="5595" y="4843"/>
                    </a:lnTo>
                    <a:lnTo>
                      <a:pt x="5555" y="4904"/>
                    </a:lnTo>
                    <a:lnTo>
                      <a:pt x="5512" y="4965"/>
                    </a:lnTo>
                    <a:lnTo>
                      <a:pt x="5468" y="5024"/>
                    </a:lnTo>
                    <a:lnTo>
                      <a:pt x="5422" y="5083"/>
                    </a:lnTo>
                    <a:lnTo>
                      <a:pt x="5376" y="5139"/>
                    </a:lnTo>
                    <a:lnTo>
                      <a:pt x="5328" y="5196"/>
                    </a:lnTo>
                    <a:lnTo>
                      <a:pt x="5279" y="5250"/>
                    </a:lnTo>
                    <a:lnTo>
                      <a:pt x="5229" y="5303"/>
                    </a:lnTo>
                    <a:lnTo>
                      <a:pt x="5178" y="5355"/>
                    </a:lnTo>
                    <a:lnTo>
                      <a:pt x="5125" y="5406"/>
                    </a:lnTo>
                    <a:lnTo>
                      <a:pt x="5071" y="5455"/>
                    </a:lnTo>
                    <a:lnTo>
                      <a:pt x="5015" y="5503"/>
                    </a:lnTo>
                    <a:lnTo>
                      <a:pt x="4960" y="5551"/>
                    </a:lnTo>
                    <a:lnTo>
                      <a:pt x="4903" y="5595"/>
                    </a:lnTo>
                    <a:lnTo>
                      <a:pt x="4844" y="5640"/>
                    </a:lnTo>
                    <a:lnTo>
                      <a:pt x="4785" y="5683"/>
                    </a:lnTo>
                    <a:lnTo>
                      <a:pt x="4663" y="5764"/>
                    </a:lnTo>
                    <a:lnTo>
                      <a:pt x="4601" y="5802"/>
                    </a:lnTo>
                    <a:lnTo>
                      <a:pt x="4537" y="5839"/>
                    </a:lnTo>
                    <a:lnTo>
                      <a:pt x="4473" y="5873"/>
                    </a:lnTo>
                    <a:lnTo>
                      <a:pt x="4408" y="5906"/>
                    </a:lnTo>
                    <a:lnTo>
                      <a:pt x="4343" y="5939"/>
                    </a:lnTo>
                    <a:lnTo>
                      <a:pt x="4276" y="5969"/>
                    </a:lnTo>
                    <a:lnTo>
                      <a:pt x="4208" y="5997"/>
                    </a:lnTo>
                    <a:lnTo>
                      <a:pt x="4139" y="6024"/>
                    </a:lnTo>
                    <a:lnTo>
                      <a:pt x="4070" y="6049"/>
                    </a:lnTo>
                    <a:lnTo>
                      <a:pt x="3999" y="6074"/>
                    </a:lnTo>
                    <a:lnTo>
                      <a:pt x="3929" y="6095"/>
                    </a:lnTo>
                    <a:lnTo>
                      <a:pt x="3858" y="6115"/>
                    </a:lnTo>
                    <a:lnTo>
                      <a:pt x="3785" y="6133"/>
                    </a:lnTo>
                    <a:lnTo>
                      <a:pt x="3713" y="6150"/>
                    </a:lnTo>
                    <a:lnTo>
                      <a:pt x="3639" y="6165"/>
                    </a:lnTo>
                    <a:lnTo>
                      <a:pt x="3565" y="6177"/>
                    </a:lnTo>
                    <a:lnTo>
                      <a:pt x="3490" y="6188"/>
                    </a:lnTo>
                    <a:lnTo>
                      <a:pt x="3414" y="6197"/>
                    </a:lnTo>
                    <a:lnTo>
                      <a:pt x="3338" y="6204"/>
                    </a:lnTo>
                    <a:lnTo>
                      <a:pt x="3262" y="6208"/>
                    </a:lnTo>
                    <a:lnTo>
                      <a:pt x="3185" y="6212"/>
                    </a:lnTo>
                    <a:lnTo>
                      <a:pt x="3108" y="6213"/>
                    </a:lnTo>
                    <a:lnTo>
                      <a:pt x="2980" y="6211"/>
                    </a:lnTo>
                    <a:lnTo>
                      <a:pt x="2852" y="6203"/>
                    </a:lnTo>
                    <a:lnTo>
                      <a:pt x="2727" y="6190"/>
                    </a:lnTo>
                    <a:lnTo>
                      <a:pt x="2603" y="6171"/>
                    </a:lnTo>
                    <a:lnTo>
                      <a:pt x="2481" y="6150"/>
                    </a:lnTo>
                    <a:lnTo>
                      <a:pt x="2361" y="6122"/>
                    </a:lnTo>
                    <a:lnTo>
                      <a:pt x="2242" y="6091"/>
                    </a:lnTo>
                    <a:lnTo>
                      <a:pt x="2125" y="6054"/>
                    </a:lnTo>
                    <a:lnTo>
                      <a:pt x="2010" y="6014"/>
                    </a:lnTo>
                    <a:lnTo>
                      <a:pt x="1898" y="5969"/>
                    </a:lnTo>
                    <a:lnTo>
                      <a:pt x="1788" y="5919"/>
                    </a:lnTo>
                    <a:lnTo>
                      <a:pt x="1680" y="5866"/>
                    </a:lnTo>
                    <a:lnTo>
                      <a:pt x="1574" y="5809"/>
                    </a:lnTo>
                    <a:lnTo>
                      <a:pt x="1471" y="5747"/>
                    </a:lnTo>
                    <a:lnTo>
                      <a:pt x="1371" y="5683"/>
                    </a:lnTo>
                    <a:lnTo>
                      <a:pt x="1273" y="5614"/>
                    </a:lnTo>
                    <a:lnTo>
                      <a:pt x="1177" y="5541"/>
                    </a:lnTo>
                    <a:lnTo>
                      <a:pt x="1085" y="5465"/>
                    </a:lnTo>
                    <a:lnTo>
                      <a:pt x="996" y="5386"/>
                    </a:lnTo>
                    <a:lnTo>
                      <a:pt x="911" y="5303"/>
                    </a:lnTo>
                    <a:lnTo>
                      <a:pt x="828" y="5216"/>
                    </a:lnTo>
                    <a:lnTo>
                      <a:pt x="749" y="5128"/>
                    </a:lnTo>
                    <a:lnTo>
                      <a:pt x="673" y="5037"/>
                    </a:lnTo>
                    <a:lnTo>
                      <a:pt x="600" y="4941"/>
                    </a:lnTo>
                    <a:lnTo>
                      <a:pt x="531" y="4843"/>
                    </a:lnTo>
                    <a:lnTo>
                      <a:pt x="467" y="4743"/>
                    </a:lnTo>
                    <a:lnTo>
                      <a:pt x="406" y="4640"/>
                    </a:lnTo>
                    <a:lnTo>
                      <a:pt x="348" y="4534"/>
                    </a:lnTo>
                    <a:lnTo>
                      <a:pt x="295" y="4426"/>
                    </a:lnTo>
                    <a:lnTo>
                      <a:pt x="245" y="4316"/>
                    </a:lnTo>
                    <a:lnTo>
                      <a:pt x="200" y="4204"/>
                    </a:lnTo>
                    <a:lnTo>
                      <a:pt x="159" y="4089"/>
                    </a:lnTo>
                    <a:lnTo>
                      <a:pt x="123" y="3972"/>
                    </a:lnTo>
                    <a:lnTo>
                      <a:pt x="91" y="3854"/>
                    </a:lnTo>
                    <a:lnTo>
                      <a:pt x="63" y="3733"/>
                    </a:lnTo>
                    <a:lnTo>
                      <a:pt x="42" y="3610"/>
                    </a:lnTo>
                    <a:lnTo>
                      <a:pt x="24" y="3487"/>
                    </a:lnTo>
                    <a:lnTo>
                      <a:pt x="10" y="3362"/>
                    </a:lnTo>
                    <a:lnTo>
                      <a:pt x="2" y="3234"/>
                    </a:lnTo>
                    <a:lnTo>
                      <a:pt x="0" y="3106"/>
                    </a:lnTo>
                    <a:lnTo>
                      <a:pt x="2" y="2978"/>
                    </a:lnTo>
                    <a:lnTo>
                      <a:pt x="10" y="2852"/>
                    </a:lnTo>
                    <a:lnTo>
                      <a:pt x="24" y="2727"/>
                    </a:lnTo>
                    <a:lnTo>
                      <a:pt x="42" y="2602"/>
                    </a:lnTo>
                    <a:lnTo>
                      <a:pt x="63" y="2480"/>
                    </a:lnTo>
                    <a:lnTo>
                      <a:pt x="91" y="2361"/>
                    </a:lnTo>
                    <a:lnTo>
                      <a:pt x="123" y="2241"/>
                    </a:lnTo>
                    <a:lnTo>
                      <a:pt x="159" y="2124"/>
                    </a:lnTo>
                    <a:lnTo>
                      <a:pt x="200" y="2009"/>
                    </a:lnTo>
                    <a:lnTo>
                      <a:pt x="245" y="1897"/>
                    </a:lnTo>
                    <a:lnTo>
                      <a:pt x="295" y="1787"/>
                    </a:lnTo>
                    <a:lnTo>
                      <a:pt x="348" y="1680"/>
                    </a:lnTo>
                    <a:lnTo>
                      <a:pt x="406" y="1574"/>
                    </a:lnTo>
                    <a:lnTo>
                      <a:pt x="467" y="1471"/>
                    </a:lnTo>
                    <a:lnTo>
                      <a:pt x="531" y="1370"/>
                    </a:lnTo>
                    <a:lnTo>
                      <a:pt x="600" y="1272"/>
                    </a:lnTo>
                    <a:lnTo>
                      <a:pt x="673" y="1177"/>
                    </a:lnTo>
                    <a:lnTo>
                      <a:pt x="749" y="1085"/>
                    </a:lnTo>
                    <a:lnTo>
                      <a:pt x="828" y="997"/>
                    </a:lnTo>
                    <a:lnTo>
                      <a:pt x="910" y="910"/>
                    </a:lnTo>
                    <a:lnTo>
                      <a:pt x="996" y="828"/>
                    </a:lnTo>
                    <a:lnTo>
                      <a:pt x="1085" y="749"/>
                    </a:lnTo>
                    <a:lnTo>
                      <a:pt x="1177" y="673"/>
                    </a:lnTo>
                    <a:lnTo>
                      <a:pt x="1273" y="600"/>
                    </a:lnTo>
                    <a:lnTo>
                      <a:pt x="1371" y="531"/>
                    </a:lnTo>
                    <a:lnTo>
                      <a:pt x="1471" y="465"/>
                    </a:lnTo>
                    <a:lnTo>
                      <a:pt x="1574" y="404"/>
                    </a:lnTo>
                    <a:lnTo>
                      <a:pt x="1680" y="347"/>
                    </a:lnTo>
                    <a:lnTo>
                      <a:pt x="1788" y="294"/>
                    </a:lnTo>
                    <a:lnTo>
                      <a:pt x="1898" y="244"/>
                    </a:lnTo>
                    <a:lnTo>
                      <a:pt x="2010" y="199"/>
                    </a:lnTo>
                    <a:lnTo>
                      <a:pt x="2125" y="159"/>
                    </a:lnTo>
                    <a:lnTo>
                      <a:pt x="2242" y="122"/>
                    </a:lnTo>
                    <a:lnTo>
                      <a:pt x="2360" y="91"/>
                    </a:lnTo>
                    <a:lnTo>
                      <a:pt x="2481" y="63"/>
                    </a:lnTo>
                    <a:lnTo>
                      <a:pt x="2603" y="42"/>
                    </a:lnTo>
                    <a:lnTo>
                      <a:pt x="2727" y="23"/>
                    </a:lnTo>
                    <a:lnTo>
                      <a:pt x="2852" y="10"/>
                    </a:lnTo>
                    <a:lnTo>
                      <a:pt x="2980" y="2"/>
                    </a:lnTo>
                    <a:lnTo>
                      <a:pt x="3108" y="0"/>
                    </a:lnTo>
                    <a:lnTo>
                      <a:pt x="3177" y="1"/>
                    </a:lnTo>
                    <a:lnTo>
                      <a:pt x="3246" y="4"/>
                    </a:lnTo>
                    <a:lnTo>
                      <a:pt x="3315" y="7"/>
                    </a:lnTo>
                    <a:lnTo>
                      <a:pt x="3383" y="13"/>
                    </a:lnTo>
                    <a:lnTo>
                      <a:pt x="3450" y="21"/>
                    </a:lnTo>
                    <a:lnTo>
                      <a:pt x="3518" y="29"/>
                    </a:lnTo>
                    <a:lnTo>
                      <a:pt x="3650" y="51"/>
                    </a:lnTo>
                    <a:lnTo>
                      <a:pt x="3782" y="80"/>
                    </a:lnTo>
                    <a:lnTo>
                      <a:pt x="3911" y="113"/>
                    </a:lnTo>
                    <a:lnTo>
                      <a:pt x="4037" y="152"/>
                    </a:lnTo>
                    <a:lnTo>
                      <a:pt x="4162" y="197"/>
                    </a:lnTo>
                    <a:close/>
                  </a:path>
                </a:pathLst>
              </a:custGeom>
              <a:solidFill>
                <a:srgbClr val="00A9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70" name="Freeform 96"/>
              <p:cNvSpPr>
                <a:spLocks/>
              </p:cNvSpPr>
              <p:nvPr/>
            </p:nvSpPr>
            <p:spPr bwMode="auto">
              <a:xfrm>
                <a:off x="673" y="197"/>
                <a:ext cx="3054" cy="3106"/>
              </a:xfrm>
              <a:custGeom>
                <a:avLst/>
                <a:gdLst>
                  <a:gd name="T0" fmla="*/ 3641 w 6107"/>
                  <a:gd name="T1" fmla="*/ 82 h 6213"/>
                  <a:gd name="T2" fmla="*/ 3267 w 6107"/>
                  <a:gd name="T3" fmla="*/ 91 h 6213"/>
                  <a:gd name="T4" fmla="*/ 2960 w 6107"/>
                  <a:gd name="T5" fmla="*/ 180 h 6213"/>
                  <a:gd name="T6" fmla="*/ 2719 w 6107"/>
                  <a:gd name="T7" fmla="*/ 335 h 6213"/>
                  <a:gd name="T8" fmla="*/ 2534 w 6107"/>
                  <a:gd name="T9" fmla="*/ 548 h 6213"/>
                  <a:gd name="T10" fmla="*/ 2406 w 6107"/>
                  <a:gd name="T11" fmla="*/ 806 h 6213"/>
                  <a:gd name="T12" fmla="*/ 2329 w 6107"/>
                  <a:gd name="T13" fmla="*/ 1099 h 6213"/>
                  <a:gd name="T14" fmla="*/ 2298 w 6107"/>
                  <a:gd name="T15" fmla="*/ 1546 h 6213"/>
                  <a:gd name="T16" fmla="*/ 2375 w 6107"/>
                  <a:gd name="T17" fmla="*/ 2139 h 6213"/>
                  <a:gd name="T18" fmla="*/ 2560 w 6107"/>
                  <a:gd name="T19" fmla="*/ 2693 h 6213"/>
                  <a:gd name="T20" fmla="*/ 2700 w 6107"/>
                  <a:gd name="T21" fmla="*/ 2961 h 6213"/>
                  <a:gd name="T22" fmla="*/ 2897 w 6107"/>
                  <a:gd name="T23" fmla="*/ 3220 h 6213"/>
                  <a:gd name="T24" fmla="*/ 3144 w 6107"/>
                  <a:gd name="T25" fmla="*/ 3443 h 6213"/>
                  <a:gd name="T26" fmla="*/ 3427 w 6107"/>
                  <a:gd name="T27" fmla="*/ 3630 h 6213"/>
                  <a:gd name="T28" fmla="*/ 3739 w 6107"/>
                  <a:gd name="T29" fmla="*/ 3776 h 6213"/>
                  <a:gd name="T30" fmla="*/ 4069 w 6107"/>
                  <a:gd name="T31" fmla="*/ 3881 h 6213"/>
                  <a:gd name="T32" fmla="*/ 4406 w 6107"/>
                  <a:gd name="T33" fmla="*/ 3942 h 6213"/>
                  <a:gd name="T34" fmla="*/ 4740 w 6107"/>
                  <a:gd name="T35" fmla="*/ 3957 h 6213"/>
                  <a:gd name="T36" fmla="*/ 5062 w 6107"/>
                  <a:gd name="T37" fmla="*/ 3924 h 6213"/>
                  <a:gd name="T38" fmla="*/ 5360 w 6107"/>
                  <a:gd name="T39" fmla="*/ 3841 h 6213"/>
                  <a:gd name="T40" fmla="*/ 5624 w 6107"/>
                  <a:gd name="T41" fmla="*/ 3706 h 6213"/>
                  <a:gd name="T42" fmla="*/ 5845 w 6107"/>
                  <a:gd name="T43" fmla="*/ 3517 h 6213"/>
                  <a:gd name="T44" fmla="*/ 6011 w 6107"/>
                  <a:gd name="T45" fmla="*/ 3272 h 6213"/>
                  <a:gd name="T46" fmla="*/ 6106 w 6107"/>
                  <a:gd name="T47" fmla="*/ 3000 h 6213"/>
                  <a:gd name="T48" fmla="*/ 6092 w 6107"/>
                  <a:gd name="T49" fmla="*/ 3424 h 6213"/>
                  <a:gd name="T50" fmla="*/ 6030 w 6107"/>
                  <a:gd name="T51" fmla="*/ 3807 h 6213"/>
                  <a:gd name="T52" fmla="*/ 5925 w 6107"/>
                  <a:gd name="T53" fmla="*/ 4175 h 6213"/>
                  <a:gd name="T54" fmla="*/ 5779 w 6107"/>
                  <a:gd name="T55" fmla="*/ 4521 h 6213"/>
                  <a:gd name="T56" fmla="*/ 5595 w 6107"/>
                  <a:gd name="T57" fmla="*/ 4843 h 6213"/>
                  <a:gd name="T58" fmla="*/ 5376 w 6107"/>
                  <a:gd name="T59" fmla="*/ 5139 h 6213"/>
                  <a:gd name="T60" fmla="*/ 5125 w 6107"/>
                  <a:gd name="T61" fmla="*/ 5406 h 6213"/>
                  <a:gd name="T62" fmla="*/ 4844 w 6107"/>
                  <a:gd name="T63" fmla="*/ 5640 h 6213"/>
                  <a:gd name="T64" fmla="*/ 4473 w 6107"/>
                  <a:gd name="T65" fmla="*/ 5873 h 6213"/>
                  <a:gd name="T66" fmla="*/ 4139 w 6107"/>
                  <a:gd name="T67" fmla="*/ 6024 h 6213"/>
                  <a:gd name="T68" fmla="*/ 3785 w 6107"/>
                  <a:gd name="T69" fmla="*/ 6133 h 6213"/>
                  <a:gd name="T70" fmla="*/ 3414 w 6107"/>
                  <a:gd name="T71" fmla="*/ 6197 h 6213"/>
                  <a:gd name="T72" fmla="*/ 2980 w 6107"/>
                  <a:gd name="T73" fmla="*/ 6211 h 6213"/>
                  <a:gd name="T74" fmla="*/ 2361 w 6107"/>
                  <a:gd name="T75" fmla="*/ 6122 h 6213"/>
                  <a:gd name="T76" fmla="*/ 1788 w 6107"/>
                  <a:gd name="T77" fmla="*/ 5919 h 6213"/>
                  <a:gd name="T78" fmla="*/ 1273 w 6107"/>
                  <a:gd name="T79" fmla="*/ 5614 h 6213"/>
                  <a:gd name="T80" fmla="*/ 828 w 6107"/>
                  <a:gd name="T81" fmla="*/ 5216 h 6213"/>
                  <a:gd name="T82" fmla="*/ 467 w 6107"/>
                  <a:gd name="T83" fmla="*/ 4743 h 6213"/>
                  <a:gd name="T84" fmla="*/ 200 w 6107"/>
                  <a:gd name="T85" fmla="*/ 4204 h 6213"/>
                  <a:gd name="T86" fmla="*/ 42 w 6107"/>
                  <a:gd name="T87" fmla="*/ 3610 h 6213"/>
                  <a:gd name="T88" fmla="*/ 2 w 6107"/>
                  <a:gd name="T89" fmla="*/ 2978 h 6213"/>
                  <a:gd name="T90" fmla="*/ 91 w 6107"/>
                  <a:gd name="T91" fmla="*/ 2361 h 6213"/>
                  <a:gd name="T92" fmla="*/ 295 w 6107"/>
                  <a:gd name="T93" fmla="*/ 1787 h 6213"/>
                  <a:gd name="T94" fmla="*/ 600 w 6107"/>
                  <a:gd name="T95" fmla="*/ 1272 h 6213"/>
                  <a:gd name="T96" fmla="*/ 996 w 6107"/>
                  <a:gd name="T97" fmla="*/ 828 h 6213"/>
                  <a:gd name="T98" fmla="*/ 1471 w 6107"/>
                  <a:gd name="T99" fmla="*/ 465 h 6213"/>
                  <a:gd name="T100" fmla="*/ 2010 w 6107"/>
                  <a:gd name="T101" fmla="*/ 199 h 6213"/>
                  <a:gd name="T102" fmla="*/ 2603 w 6107"/>
                  <a:gd name="T103" fmla="*/ 42 h 6213"/>
                  <a:gd name="T104" fmla="*/ 3223 w 6107"/>
                  <a:gd name="T105" fmla="*/ 2 h 6213"/>
                  <a:gd name="T106" fmla="*/ 3779 w 6107"/>
                  <a:gd name="T107" fmla="*/ 78 h 6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6107" h="6213">
                    <a:moveTo>
                      <a:pt x="3993" y="138"/>
                    </a:moveTo>
                    <a:lnTo>
                      <a:pt x="3900" y="119"/>
                    </a:lnTo>
                    <a:lnTo>
                      <a:pt x="3812" y="103"/>
                    </a:lnTo>
                    <a:lnTo>
                      <a:pt x="3725" y="90"/>
                    </a:lnTo>
                    <a:lnTo>
                      <a:pt x="3641" y="82"/>
                    </a:lnTo>
                    <a:lnTo>
                      <a:pt x="3561" y="77"/>
                    </a:lnTo>
                    <a:lnTo>
                      <a:pt x="3483" y="75"/>
                    </a:lnTo>
                    <a:lnTo>
                      <a:pt x="3409" y="77"/>
                    </a:lnTo>
                    <a:lnTo>
                      <a:pt x="3337" y="83"/>
                    </a:lnTo>
                    <a:lnTo>
                      <a:pt x="3267" y="91"/>
                    </a:lnTo>
                    <a:lnTo>
                      <a:pt x="3201" y="103"/>
                    </a:lnTo>
                    <a:lnTo>
                      <a:pt x="3137" y="118"/>
                    </a:lnTo>
                    <a:lnTo>
                      <a:pt x="3076" y="135"/>
                    </a:lnTo>
                    <a:lnTo>
                      <a:pt x="3017" y="156"/>
                    </a:lnTo>
                    <a:lnTo>
                      <a:pt x="2960" y="180"/>
                    </a:lnTo>
                    <a:lnTo>
                      <a:pt x="2907" y="205"/>
                    </a:lnTo>
                    <a:lnTo>
                      <a:pt x="2857" y="234"/>
                    </a:lnTo>
                    <a:lnTo>
                      <a:pt x="2808" y="266"/>
                    </a:lnTo>
                    <a:lnTo>
                      <a:pt x="2762" y="300"/>
                    </a:lnTo>
                    <a:lnTo>
                      <a:pt x="2719" y="335"/>
                    </a:lnTo>
                    <a:lnTo>
                      <a:pt x="2677" y="374"/>
                    </a:lnTo>
                    <a:lnTo>
                      <a:pt x="2638" y="415"/>
                    </a:lnTo>
                    <a:lnTo>
                      <a:pt x="2601" y="457"/>
                    </a:lnTo>
                    <a:lnTo>
                      <a:pt x="2567" y="501"/>
                    </a:lnTo>
                    <a:lnTo>
                      <a:pt x="2534" y="548"/>
                    </a:lnTo>
                    <a:lnTo>
                      <a:pt x="2504" y="597"/>
                    </a:lnTo>
                    <a:lnTo>
                      <a:pt x="2477" y="646"/>
                    </a:lnTo>
                    <a:lnTo>
                      <a:pt x="2451" y="698"/>
                    </a:lnTo>
                    <a:lnTo>
                      <a:pt x="2428" y="752"/>
                    </a:lnTo>
                    <a:lnTo>
                      <a:pt x="2406" y="806"/>
                    </a:lnTo>
                    <a:lnTo>
                      <a:pt x="2387" y="863"/>
                    </a:lnTo>
                    <a:lnTo>
                      <a:pt x="2370" y="921"/>
                    </a:lnTo>
                    <a:lnTo>
                      <a:pt x="2355" y="979"/>
                    </a:lnTo>
                    <a:lnTo>
                      <a:pt x="2341" y="1039"/>
                    </a:lnTo>
                    <a:lnTo>
                      <a:pt x="2329" y="1099"/>
                    </a:lnTo>
                    <a:lnTo>
                      <a:pt x="2319" y="1161"/>
                    </a:lnTo>
                    <a:lnTo>
                      <a:pt x="2312" y="1224"/>
                    </a:lnTo>
                    <a:lnTo>
                      <a:pt x="2305" y="1287"/>
                    </a:lnTo>
                    <a:lnTo>
                      <a:pt x="2298" y="1416"/>
                    </a:lnTo>
                    <a:lnTo>
                      <a:pt x="2298" y="1546"/>
                    </a:lnTo>
                    <a:lnTo>
                      <a:pt x="2300" y="1612"/>
                    </a:lnTo>
                    <a:lnTo>
                      <a:pt x="2311" y="1744"/>
                    </a:lnTo>
                    <a:lnTo>
                      <a:pt x="2326" y="1877"/>
                    </a:lnTo>
                    <a:lnTo>
                      <a:pt x="2348" y="2009"/>
                    </a:lnTo>
                    <a:lnTo>
                      <a:pt x="2375" y="2139"/>
                    </a:lnTo>
                    <a:lnTo>
                      <a:pt x="2408" y="2268"/>
                    </a:lnTo>
                    <a:lnTo>
                      <a:pt x="2446" y="2394"/>
                    </a:lnTo>
                    <a:lnTo>
                      <a:pt x="2488" y="2517"/>
                    </a:lnTo>
                    <a:lnTo>
                      <a:pt x="2534" y="2636"/>
                    </a:lnTo>
                    <a:lnTo>
                      <a:pt x="2560" y="2693"/>
                    </a:lnTo>
                    <a:lnTo>
                      <a:pt x="2586" y="2750"/>
                    </a:lnTo>
                    <a:lnTo>
                      <a:pt x="2613" y="2805"/>
                    </a:lnTo>
                    <a:lnTo>
                      <a:pt x="2641" y="2858"/>
                    </a:lnTo>
                    <a:lnTo>
                      <a:pt x="2670" y="2910"/>
                    </a:lnTo>
                    <a:lnTo>
                      <a:pt x="2700" y="2961"/>
                    </a:lnTo>
                    <a:lnTo>
                      <a:pt x="2735" y="3015"/>
                    </a:lnTo>
                    <a:lnTo>
                      <a:pt x="2773" y="3069"/>
                    </a:lnTo>
                    <a:lnTo>
                      <a:pt x="2812" y="3121"/>
                    </a:lnTo>
                    <a:lnTo>
                      <a:pt x="2853" y="3172"/>
                    </a:lnTo>
                    <a:lnTo>
                      <a:pt x="2897" y="3220"/>
                    </a:lnTo>
                    <a:lnTo>
                      <a:pt x="2943" y="3268"/>
                    </a:lnTo>
                    <a:lnTo>
                      <a:pt x="2990" y="3314"/>
                    </a:lnTo>
                    <a:lnTo>
                      <a:pt x="3040" y="3359"/>
                    </a:lnTo>
                    <a:lnTo>
                      <a:pt x="3091" y="3402"/>
                    </a:lnTo>
                    <a:lnTo>
                      <a:pt x="3144" y="3443"/>
                    </a:lnTo>
                    <a:lnTo>
                      <a:pt x="3197" y="3484"/>
                    </a:lnTo>
                    <a:lnTo>
                      <a:pt x="3253" y="3523"/>
                    </a:lnTo>
                    <a:lnTo>
                      <a:pt x="3309" y="3560"/>
                    </a:lnTo>
                    <a:lnTo>
                      <a:pt x="3368" y="3596"/>
                    </a:lnTo>
                    <a:lnTo>
                      <a:pt x="3427" y="3630"/>
                    </a:lnTo>
                    <a:lnTo>
                      <a:pt x="3488" y="3662"/>
                    </a:lnTo>
                    <a:lnTo>
                      <a:pt x="3549" y="3693"/>
                    </a:lnTo>
                    <a:lnTo>
                      <a:pt x="3611" y="3723"/>
                    </a:lnTo>
                    <a:lnTo>
                      <a:pt x="3675" y="3751"/>
                    </a:lnTo>
                    <a:lnTo>
                      <a:pt x="3739" y="3776"/>
                    </a:lnTo>
                    <a:lnTo>
                      <a:pt x="3804" y="3801"/>
                    </a:lnTo>
                    <a:lnTo>
                      <a:pt x="3869" y="3824"/>
                    </a:lnTo>
                    <a:lnTo>
                      <a:pt x="3935" y="3844"/>
                    </a:lnTo>
                    <a:lnTo>
                      <a:pt x="4002" y="3864"/>
                    </a:lnTo>
                    <a:lnTo>
                      <a:pt x="4069" y="3881"/>
                    </a:lnTo>
                    <a:lnTo>
                      <a:pt x="4135" y="3897"/>
                    </a:lnTo>
                    <a:lnTo>
                      <a:pt x="4203" y="3911"/>
                    </a:lnTo>
                    <a:lnTo>
                      <a:pt x="4270" y="3924"/>
                    </a:lnTo>
                    <a:lnTo>
                      <a:pt x="4338" y="3934"/>
                    </a:lnTo>
                    <a:lnTo>
                      <a:pt x="4406" y="3942"/>
                    </a:lnTo>
                    <a:lnTo>
                      <a:pt x="4473" y="3949"/>
                    </a:lnTo>
                    <a:lnTo>
                      <a:pt x="4541" y="3954"/>
                    </a:lnTo>
                    <a:lnTo>
                      <a:pt x="4608" y="3957"/>
                    </a:lnTo>
                    <a:lnTo>
                      <a:pt x="4674" y="3958"/>
                    </a:lnTo>
                    <a:lnTo>
                      <a:pt x="4740" y="3957"/>
                    </a:lnTo>
                    <a:lnTo>
                      <a:pt x="4806" y="3955"/>
                    </a:lnTo>
                    <a:lnTo>
                      <a:pt x="4870" y="3950"/>
                    </a:lnTo>
                    <a:lnTo>
                      <a:pt x="4935" y="3943"/>
                    </a:lnTo>
                    <a:lnTo>
                      <a:pt x="4998" y="3935"/>
                    </a:lnTo>
                    <a:lnTo>
                      <a:pt x="5062" y="3924"/>
                    </a:lnTo>
                    <a:lnTo>
                      <a:pt x="5124" y="3912"/>
                    </a:lnTo>
                    <a:lnTo>
                      <a:pt x="5184" y="3897"/>
                    </a:lnTo>
                    <a:lnTo>
                      <a:pt x="5244" y="3881"/>
                    </a:lnTo>
                    <a:lnTo>
                      <a:pt x="5302" y="3862"/>
                    </a:lnTo>
                    <a:lnTo>
                      <a:pt x="5360" y="3841"/>
                    </a:lnTo>
                    <a:lnTo>
                      <a:pt x="5415" y="3819"/>
                    </a:lnTo>
                    <a:lnTo>
                      <a:pt x="5469" y="3794"/>
                    </a:lnTo>
                    <a:lnTo>
                      <a:pt x="5522" y="3767"/>
                    </a:lnTo>
                    <a:lnTo>
                      <a:pt x="5574" y="3737"/>
                    </a:lnTo>
                    <a:lnTo>
                      <a:pt x="5624" y="3706"/>
                    </a:lnTo>
                    <a:lnTo>
                      <a:pt x="5672" y="3673"/>
                    </a:lnTo>
                    <a:lnTo>
                      <a:pt x="5718" y="3637"/>
                    </a:lnTo>
                    <a:lnTo>
                      <a:pt x="5762" y="3599"/>
                    </a:lnTo>
                    <a:lnTo>
                      <a:pt x="5804" y="3560"/>
                    </a:lnTo>
                    <a:lnTo>
                      <a:pt x="5845" y="3517"/>
                    </a:lnTo>
                    <a:lnTo>
                      <a:pt x="5883" y="3472"/>
                    </a:lnTo>
                    <a:lnTo>
                      <a:pt x="5919" y="3426"/>
                    </a:lnTo>
                    <a:lnTo>
                      <a:pt x="5952" y="3377"/>
                    </a:lnTo>
                    <a:lnTo>
                      <a:pt x="5982" y="3325"/>
                    </a:lnTo>
                    <a:lnTo>
                      <a:pt x="6011" y="3272"/>
                    </a:lnTo>
                    <a:lnTo>
                      <a:pt x="6037" y="3215"/>
                    </a:lnTo>
                    <a:lnTo>
                      <a:pt x="6060" y="3158"/>
                    </a:lnTo>
                    <a:lnTo>
                      <a:pt x="6081" y="3097"/>
                    </a:lnTo>
                    <a:lnTo>
                      <a:pt x="6098" y="3033"/>
                    </a:lnTo>
                    <a:lnTo>
                      <a:pt x="6106" y="3000"/>
                    </a:lnTo>
                    <a:lnTo>
                      <a:pt x="6107" y="3106"/>
                    </a:lnTo>
                    <a:lnTo>
                      <a:pt x="6106" y="3187"/>
                    </a:lnTo>
                    <a:lnTo>
                      <a:pt x="6104" y="3266"/>
                    </a:lnTo>
                    <a:lnTo>
                      <a:pt x="6098" y="3346"/>
                    </a:lnTo>
                    <a:lnTo>
                      <a:pt x="6092" y="3424"/>
                    </a:lnTo>
                    <a:lnTo>
                      <a:pt x="6083" y="3502"/>
                    </a:lnTo>
                    <a:lnTo>
                      <a:pt x="6073" y="3579"/>
                    </a:lnTo>
                    <a:lnTo>
                      <a:pt x="6060" y="3657"/>
                    </a:lnTo>
                    <a:lnTo>
                      <a:pt x="6046" y="3733"/>
                    </a:lnTo>
                    <a:lnTo>
                      <a:pt x="6030" y="3807"/>
                    </a:lnTo>
                    <a:lnTo>
                      <a:pt x="6013" y="3882"/>
                    </a:lnTo>
                    <a:lnTo>
                      <a:pt x="5993" y="3957"/>
                    </a:lnTo>
                    <a:lnTo>
                      <a:pt x="5973" y="4030"/>
                    </a:lnTo>
                    <a:lnTo>
                      <a:pt x="5950" y="4102"/>
                    </a:lnTo>
                    <a:lnTo>
                      <a:pt x="5925" y="4175"/>
                    </a:lnTo>
                    <a:lnTo>
                      <a:pt x="5899" y="4245"/>
                    </a:lnTo>
                    <a:lnTo>
                      <a:pt x="5871" y="4316"/>
                    </a:lnTo>
                    <a:lnTo>
                      <a:pt x="5843" y="4385"/>
                    </a:lnTo>
                    <a:lnTo>
                      <a:pt x="5811" y="4453"/>
                    </a:lnTo>
                    <a:lnTo>
                      <a:pt x="5779" y="4521"/>
                    </a:lnTo>
                    <a:lnTo>
                      <a:pt x="5746" y="4587"/>
                    </a:lnTo>
                    <a:lnTo>
                      <a:pt x="5710" y="4653"/>
                    </a:lnTo>
                    <a:lnTo>
                      <a:pt x="5673" y="4718"/>
                    </a:lnTo>
                    <a:lnTo>
                      <a:pt x="5635" y="4781"/>
                    </a:lnTo>
                    <a:lnTo>
                      <a:pt x="5595" y="4843"/>
                    </a:lnTo>
                    <a:lnTo>
                      <a:pt x="5555" y="4904"/>
                    </a:lnTo>
                    <a:lnTo>
                      <a:pt x="5512" y="4965"/>
                    </a:lnTo>
                    <a:lnTo>
                      <a:pt x="5468" y="5024"/>
                    </a:lnTo>
                    <a:lnTo>
                      <a:pt x="5422" y="5083"/>
                    </a:lnTo>
                    <a:lnTo>
                      <a:pt x="5376" y="5139"/>
                    </a:lnTo>
                    <a:lnTo>
                      <a:pt x="5328" y="5196"/>
                    </a:lnTo>
                    <a:lnTo>
                      <a:pt x="5279" y="5250"/>
                    </a:lnTo>
                    <a:lnTo>
                      <a:pt x="5229" y="5303"/>
                    </a:lnTo>
                    <a:lnTo>
                      <a:pt x="5178" y="5355"/>
                    </a:lnTo>
                    <a:lnTo>
                      <a:pt x="5125" y="5406"/>
                    </a:lnTo>
                    <a:lnTo>
                      <a:pt x="5071" y="5455"/>
                    </a:lnTo>
                    <a:lnTo>
                      <a:pt x="5015" y="5503"/>
                    </a:lnTo>
                    <a:lnTo>
                      <a:pt x="4960" y="5551"/>
                    </a:lnTo>
                    <a:lnTo>
                      <a:pt x="4903" y="5595"/>
                    </a:lnTo>
                    <a:lnTo>
                      <a:pt x="4844" y="5640"/>
                    </a:lnTo>
                    <a:lnTo>
                      <a:pt x="4785" y="5683"/>
                    </a:lnTo>
                    <a:lnTo>
                      <a:pt x="4663" y="5764"/>
                    </a:lnTo>
                    <a:lnTo>
                      <a:pt x="4601" y="5802"/>
                    </a:lnTo>
                    <a:lnTo>
                      <a:pt x="4537" y="5839"/>
                    </a:lnTo>
                    <a:lnTo>
                      <a:pt x="4473" y="5873"/>
                    </a:lnTo>
                    <a:lnTo>
                      <a:pt x="4408" y="5906"/>
                    </a:lnTo>
                    <a:lnTo>
                      <a:pt x="4343" y="5939"/>
                    </a:lnTo>
                    <a:lnTo>
                      <a:pt x="4276" y="5969"/>
                    </a:lnTo>
                    <a:lnTo>
                      <a:pt x="4208" y="5997"/>
                    </a:lnTo>
                    <a:lnTo>
                      <a:pt x="4139" y="6024"/>
                    </a:lnTo>
                    <a:lnTo>
                      <a:pt x="4070" y="6049"/>
                    </a:lnTo>
                    <a:lnTo>
                      <a:pt x="3999" y="6074"/>
                    </a:lnTo>
                    <a:lnTo>
                      <a:pt x="3929" y="6095"/>
                    </a:lnTo>
                    <a:lnTo>
                      <a:pt x="3858" y="6115"/>
                    </a:lnTo>
                    <a:lnTo>
                      <a:pt x="3785" y="6133"/>
                    </a:lnTo>
                    <a:lnTo>
                      <a:pt x="3713" y="6150"/>
                    </a:lnTo>
                    <a:lnTo>
                      <a:pt x="3639" y="6165"/>
                    </a:lnTo>
                    <a:lnTo>
                      <a:pt x="3565" y="6177"/>
                    </a:lnTo>
                    <a:lnTo>
                      <a:pt x="3490" y="6188"/>
                    </a:lnTo>
                    <a:lnTo>
                      <a:pt x="3414" y="6197"/>
                    </a:lnTo>
                    <a:lnTo>
                      <a:pt x="3338" y="6204"/>
                    </a:lnTo>
                    <a:lnTo>
                      <a:pt x="3262" y="6208"/>
                    </a:lnTo>
                    <a:lnTo>
                      <a:pt x="3185" y="6212"/>
                    </a:lnTo>
                    <a:lnTo>
                      <a:pt x="3108" y="6213"/>
                    </a:lnTo>
                    <a:lnTo>
                      <a:pt x="2980" y="6211"/>
                    </a:lnTo>
                    <a:lnTo>
                      <a:pt x="2852" y="6203"/>
                    </a:lnTo>
                    <a:lnTo>
                      <a:pt x="2727" y="6190"/>
                    </a:lnTo>
                    <a:lnTo>
                      <a:pt x="2603" y="6171"/>
                    </a:lnTo>
                    <a:lnTo>
                      <a:pt x="2481" y="6150"/>
                    </a:lnTo>
                    <a:lnTo>
                      <a:pt x="2361" y="6122"/>
                    </a:lnTo>
                    <a:lnTo>
                      <a:pt x="2242" y="6091"/>
                    </a:lnTo>
                    <a:lnTo>
                      <a:pt x="2125" y="6054"/>
                    </a:lnTo>
                    <a:lnTo>
                      <a:pt x="2010" y="6014"/>
                    </a:lnTo>
                    <a:lnTo>
                      <a:pt x="1898" y="5969"/>
                    </a:lnTo>
                    <a:lnTo>
                      <a:pt x="1788" y="5919"/>
                    </a:lnTo>
                    <a:lnTo>
                      <a:pt x="1680" y="5866"/>
                    </a:lnTo>
                    <a:lnTo>
                      <a:pt x="1574" y="5809"/>
                    </a:lnTo>
                    <a:lnTo>
                      <a:pt x="1471" y="5747"/>
                    </a:lnTo>
                    <a:lnTo>
                      <a:pt x="1371" y="5683"/>
                    </a:lnTo>
                    <a:lnTo>
                      <a:pt x="1273" y="5614"/>
                    </a:lnTo>
                    <a:lnTo>
                      <a:pt x="1177" y="5541"/>
                    </a:lnTo>
                    <a:lnTo>
                      <a:pt x="1085" y="5465"/>
                    </a:lnTo>
                    <a:lnTo>
                      <a:pt x="996" y="5386"/>
                    </a:lnTo>
                    <a:lnTo>
                      <a:pt x="911" y="5303"/>
                    </a:lnTo>
                    <a:lnTo>
                      <a:pt x="828" y="5216"/>
                    </a:lnTo>
                    <a:lnTo>
                      <a:pt x="749" y="5128"/>
                    </a:lnTo>
                    <a:lnTo>
                      <a:pt x="673" y="5037"/>
                    </a:lnTo>
                    <a:lnTo>
                      <a:pt x="600" y="4941"/>
                    </a:lnTo>
                    <a:lnTo>
                      <a:pt x="531" y="4843"/>
                    </a:lnTo>
                    <a:lnTo>
                      <a:pt x="467" y="4743"/>
                    </a:lnTo>
                    <a:lnTo>
                      <a:pt x="406" y="4640"/>
                    </a:lnTo>
                    <a:lnTo>
                      <a:pt x="348" y="4534"/>
                    </a:lnTo>
                    <a:lnTo>
                      <a:pt x="295" y="4426"/>
                    </a:lnTo>
                    <a:lnTo>
                      <a:pt x="245" y="4316"/>
                    </a:lnTo>
                    <a:lnTo>
                      <a:pt x="200" y="4204"/>
                    </a:lnTo>
                    <a:lnTo>
                      <a:pt x="159" y="4089"/>
                    </a:lnTo>
                    <a:lnTo>
                      <a:pt x="123" y="3972"/>
                    </a:lnTo>
                    <a:lnTo>
                      <a:pt x="91" y="3854"/>
                    </a:lnTo>
                    <a:lnTo>
                      <a:pt x="63" y="3733"/>
                    </a:lnTo>
                    <a:lnTo>
                      <a:pt x="42" y="3610"/>
                    </a:lnTo>
                    <a:lnTo>
                      <a:pt x="24" y="3487"/>
                    </a:lnTo>
                    <a:lnTo>
                      <a:pt x="10" y="3362"/>
                    </a:lnTo>
                    <a:lnTo>
                      <a:pt x="2" y="3234"/>
                    </a:lnTo>
                    <a:lnTo>
                      <a:pt x="0" y="3106"/>
                    </a:lnTo>
                    <a:lnTo>
                      <a:pt x="2" y="2978"/>
                    </a:lnTo>
                    <a:lnTo>
                      <a:pt x="10" y="2852"/>
                    </a:lnTo>
                    <a:lnTo>
                      <a:pt x="24" y="2727"/>
                    </a:lnTo>
                    <a:lnTo>
                      <a:pt x="42" y="2602"/>
                    </a:lnTo>
                    <a:lnTo>
                      <a:pt x="63" y="2480"/>
                    </a:lnTo>
                    <a:lnTo>
                      <a:pt x="91" y="2361"/>
                    </a:lnTo>
                    <a:lnTo>
                      <a:pt x="123" y="2241"/>
                    </a:lnTo>
                    <a:lnTo>
                      <a:pt x="159" y="2124"/>
                    </a:lnTo>
                    <a:lnTo>
                      <a:pt x="200" y="2009"/>
                    </a:lnTo>
                    <a:lnTo>
                      <a:pt x="245" y="1897"/>
                    </a:lnTo>
                    <a:lnTo>
                      <a:pt x="295" y="1787"/>
                    </a:lnTo>
                    <a:lnTo>
                      <a:pt x="348" y="1680"/>
                    </a:lnTo>
                    <a:lnTo>
                      <a:pt x="406" y="1574"/>
                    </a:lnTo>
                    <a:lnTo>
                      <a:pt x="467" y="1471"/>
                    </a:lnTo>
                    <a:lnTo>
                      <a:pt x="531" y="1370"/>
                    </a:lnTo>
                    <a:lnTo>
                      <a:pt x="600" y="1272"/>
                    </a:lnTo>
                    <a:lnTo>
                      <a:pt x="673" y="1177"/>
                    </a:lnTo>
                    <a:lnTo>
                      <a:pt x="749" y="1085"/>
                    </a:lnTo>
                    <a:lnTo>
                      <a:pt x="828" y="997"/>
                    </a:lnTo>
                    <a:lnTo>
                      <a:pt x="910" y="910"/>
                    </a:lnTo>
                    <a:lnTo>
                      <a:pt x="996" y="828"/>
                    </a:lnTo>
                    <a:lnTo>
                      <a:pt x="1085" y="749"/>
                    </a:lnTo>
                    <a:lnTo>
                      <a:pt x="1177" y="673"/>
                    </a:lnTo>
                    <a:lnTo>
                      <a:pt x="1273" y="600"/>
                    </a:lnTo>
                    <a:lnTo>
                      <a:pt x="1371" y="531"/>
                    </a:lnTo>
                    <a:lnTo>
                      <a:pt x="1471" y="465"/>
                    </a:lnTo>
                    <a:lnTo>
                      <a:pt x="1574" y="404"/>
                    </a:lnTo>
                    <a:lnTo>
                      <a:pt x="1680" y="347"/>
                    </a:lnTo>
                    <a:lnTo>
                      <a:pt x="1788" y="294"/>
                    </a:lnTo>
                    <a:lnTo>
                      <a:pt x="1898" y="244"/>
                    </a:lnTo>
                    <a:lnTo>
                      <a:pt x="2010" y="199"/>
                    </a:lnTo>
                    <a:lnTo>
                      <a:pt x="2125" y="159"/>
                    </a:lnTo>
                    <a:lnTo>
                      <a:pt x="2242" y="122"/>
                    </a:lnTo>
                    <a:lnTo>
                      <a:pt x="2360" y="91"/>
                    </a:lnTo>
                    <a:lnTo>
                      <a:pt x="2481" y="63"/>
                    </a:lnTo>
                    <a:lnTo>
                      <a:pt x="2603" y="42"/>
                    </a:lnTo>
                    <a:lnTo>
                      <a:pt x="2727" y="23"/>
                    </a:lnTo>
                    <a:lnTo>
                      <a:pt x="2852" y="10"/>
                    </a:lnTo>
                    <a:lnTo>
                      <a:pt x="2980" y="2"/>
                    </a:lnTo>
                    <a:lnTo>
                      <a:pt x="3108" y="0"/>
                    </a:lnTo>
                    <a:lnTo>
                      <a:pt x="3223" y="2"/>
                    </a:lnTo>
                    <a:lnTo>
                      <a:pt x="3336" y="9"/>
                    </a:lnTo>
                    <a:lnTo>
                      <a:pt x="3449" y="20"/>
                    </a:lnTo>
                    <a:lnTo>
                      <a:pt x="3561" y="36"/>
                    </a:lnTo>
                    <a:lnTo>
                      <a:pt x="3671" y="55"/>
                    </a:lnTo>
                    <a:lnTo>
                      <a:pt x="3779" y="78"/>
                    </a:lnTo>
                    <a:lnTo>
                      <a:pt x="3887" y="106"/>
                    </a:lnTo>
                    <a:lnTo>
                      <a:pt x="3993" y="138"/>
                    </a:lnTo>
                    <a:close/>
                  </a:path>
                </a:pathLst>
              </a:custGeom>
              <a:solidFill>
                <a:srgbClr val="00A2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71" name="Freeform 97"/>
              <p:cNvSpPr>
                <a:spLocks/>
              </p:cNvSpPr>
              <p:nvPr/>
            </p:nvSpPr>
            <p:spPr bwMode="auto">
              <a:xfrm>
                <a:off x="673" y="197"/>
                <a:ext cx="3053" cy="3106"/>
              </a:xfrm>
              <a:custGeom>
                <a:avLst/>
                <a:gdLst>
                  <a:gd name="T0" fmla="*/ 3457 w 6106"/>
                  <a:gd name="T1" fmla="*/ 50 h 6213"/>
                  <a:gd name="T2" fmla="*/ 3065 w 6106"/>
                  <a:gd name="T3" fmla="*/ 85 h 6213"/>
                  <a:gd name="T4" fmla="*/ 2751 w 6106"/>
                  <a:gd name="T5" fmla="*/ 204 h 6213"/>
                  <a:gd name="T6" fmla="*/ 2508 w 6106"/>
                  <a:gd name="T7" fmla="*/ 395 h 6213"/>
                  <a:gd name="T8" fmla="*/ 2332 w 6106"/>
                  <a:gd name="T9" fmla="*/ 648 h 6213"/>
                  <a:gd name="T10" fmla="*/ 2215 w 6106"/>
                  <a:gd name="T11" fmla="*/ 946 h 6213"/>
                  <a:gd name="T12" fmla="*/ 2155 w 6106"/>
                  <a:gd name="T13" fmla="*/ 1279 h 6213"/>
                  <a:gd name="T14" fmla="*/ 2146 w 6106"/>
                  <a:gd name="T15" fmla="*/ 1636 h 6213"/>
                  <a:gd name="T16" fmla="*/ 2207 w 6106"/>
                  <a:gd name="T17" fmla="*/ 2149 h 6213"/>
                  <a:gd name="T18" fmla="*/ 2423 w 6106"/>
                  <a:gd name="T19" fmla="*/ 2850 h 6213"/>
                  <a:gd name="T20" fmla="*/ 2573 w 6106"/>
                  <a:gd name="T21" fmla="*/ 3160 h 6213"/>
                  <a:gd name="T22" fmla="*/ 2732 w 6106"/>
                  <a:gd name="T23" fmla="*/ 3400 h 6213"/>
                  <a:gd name="T24" fmla="*/ 2918 w 6106"/>
                  <a:gd name="T25" fmla="*/ 3576 h 6213"/>
                  <a:gd name="T26" fmla="*/ 3155 w 6106"/>
                  <a:gd name="T27" fmla="*/ 3735 h 6213"/>
                  <a:gd name="T28" fmla="*/ 3436 w 6106"/>
                  <a:gd name="T29" fmla="*/ 3870 h 6213"/>
                  <a:gd name="T30" fmla="*/ 4013 w 6106"/>
                  <a:gd name="T31" fmla="*/ 4040 h 6213"/>
                  <a:gd name="T32" fmla="*/ 4559 w 6106"/>
                  <a:gd name="T33" fmla="*/ 4097 h 6213"/>
                  <a:gd name="T34" fmla="*/ 4896 w 6106"/>
                  <a:gd name="T35" fmla="*/ 4077 h 6213"/>
                  <a:gd name="T36" fmla="*/ 5216 w 6106"/>
                  <a:gd name="T37" fmla="*/ 4010 h 6213"/>
                  <a:gd name="T38" fmla="*/ 5507 w 6106"/>
                  <a:gd name="T39" fmla="*/ 3892 h 6213"/>
                  <a:gd name="T40" fmla="*/ 5761 w 6106"/>
                  <a:gd name="T41" fmla="*/ 3716 h 6213"/>
                  <a:gd name="T42" fmla="*/ 5963 w 6106"/>
                  <a:gd name="T43" fmla="*/ 3481 h 6213"/>
                  <a:gd name="T44" fmla="*/ 6106 w 6106"/>
                  <a:gd name="T45" fmla="*/ 3181 h 6213"/>
                  <a:gd name="T46" fmla="*/ 6074 w 6106"/>
                  <a:gd name="T47" fmla="*/ 3568 h 6213"/>
                  <a:gd name="T48" fmla="*/ 5998 w 6106"/>
                  <a:gd name="T49" fmla="*/ 3941 h 6213"/>
                  <a:gd name="T50" fmla="*/ 5879 w 6106"/>
                  <a:gd name="T51" fmla="*/ 4296 h 6213"/>
                  <a:gd name="T52" fmla="*/ 5723 w 6106"/>
                  <a:gd name="T53" fmla="*/ 4629 h 6213"/>
                  <a:gd name="T54" fmla="*/ 5488 w 6106"/>
                  <a:gd name="T55" fmla="*/ 4999 h 6213"/>
                  <a:gd name="T56" fmla="*/ 5255 w 6106"/>
                  <a:gd name="T57" fmla="*/ 5275 h 6213"/>
                  <a:gd name="T58" fmla="*/ 4937 w 6106"/>
                  <a:gd name="T59" fmla="*/ 5569 h 6213"/>
                  <a:gd name="T60" fmla="*/ 4643 w 6106"/>
                  <a:gd name="T61" fmla="*/ 5775 h 6213"/>
                  <a:gd name="T62" fmla="*/ 4260 w 6106"/>
                  <a:gd name="T63" fmla="*/ 5976 h 6213"/>
                  <a:gd name="T64" fmla="*/ 3918 w 6106"/>
                  <a:gd name="T65" fmla="*/ 6099 h 6213"/>
                  <a:gd name="T66" fmla="*/ 3558 w 6106"/>
                  <a:gd name="T67" fmla="*/ 6178 h 6213"/>
                  <a:gd name="T68" fmla="*/ 3184 w 6106"/>
                  <a:gd name="T69" fmla="*/ 6212 h 6213"/>
                  <a:gd name="T70" fmla="*/ 2603 w 6106"/>
                  <a:gd name="T71" fmla="*/ 6171 h 6213"/>
                  <a:gd name="T72" fmla="*/ 2010 w 6106"/>
                  <a:gd name="T73" fmla="*/ 6014 h 6213"/>
                  <a:gd name="T74" fmla="*/ 1471 w 6106"/>
                  <a:gd name="T75" fmla="*/ 5747 h 6213"/>
                  <a:gd name="T76" fmla="*/ 996 w 6106"/>
                  <a:gd name="T77" fmla="*/ 5386 h 6213"/>
                  <a:gd name="T78" fmla="*/ 600 w 6106"/>
                  <a:gd name="T79" fmla="*/ 4941 h 6213"/>
                  <a:gd name="T80" fmla="*/ 295 w 6106"/>
                  <a:gd name="T81" fmla="*/ 4426 h 6213"/>
                  <a:gd name="T82" fmla="*/ 91 w 6106"/>
                  <a:gd name="T83" fmla="*/ 3854 h 6213"/>
                  <a:gd name="T84" fmla="*/ 2 w 6106"/>
                  <a:gd name="T85" fmla="*/ 3234 h 6213"/>
                  <a:gd name="T86" fmla="*/ 42 w 6106"/>
                  <a:gd name="T87" fmla="*/ 2602 h 6213"/>
                  <a:gd name="T88" fmla="*/ 200 w 6106"/>
                  <a:gd name="T89" fmla="*/ 2009 h 6213"/>
                  <a:gd name="T90" fmla="*/ 467 w 6106"/>
                  <a:gd name="T91" fmla="*/ 1471 h 6213"/>
                  <a:gd name="T92" fmla="*/ 828 w 6106"/>
                  <a:gd name="T93" fmla="*/ 997 h 6213"/>
                  <a:gd name="T94" fmla="*/ 1273 w 6106"/>
                  <a:gd name="T95" fmla="*/ 600 h 6213"/>
                  <a:gd name="T96" fmla="*/ 1788 w 6106"/>
                  <a:gd name="T97" fmla="*/ 294 h 6213"/>
                  <a:gd name="T98" fmla="*/ 2360 w 6106"/>
                  <a:gd name="T99" fmla="*/ 91 h 6213"/>
                  <a:gd name="T100" fmla="*/ 2980 w 6106"/>
                  <a:gd name="T101" fmla="*/ 2 h 6213"/>
                  <a:gd name="T102" fmla="*/ 3474 w 6106"/>
                  <a:gd name="T103" fmla="*/ 23 h 6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106" h="6213">
                    <a:moveTo>
                      <a:pt x="3828" y="91"/>
                    </a:moveTo>
                    <a:lnTo>
                      <a:pt x="3730" y="75"/>
                    </a:lnTo>
                    <a:lnTo>
                      <a:pt x="3635" y="62"/>
                    </a:lnTo>
                    <a:lnTo>
                      <a:pt x="3544" y="54"/>
                    </a:lnTo>
                    <a:lnTo>
                      <a:pt x="3457" y="50"/>
                    </a:lnTo>
                    <a:lnTo>
                      <a:pt x="3372" y="50"/>
                    </a:lnTo>
                    <a:lnTo>
                      <a:pt x="3291" y="53"/>
                    </a:lnTo>
                    <a:lnTo>
                      <a:pt x="3213" y="60"/>
                    </a:lnTo>
                    <a:lnTo>
                      <a:pt x="3138" y="70"/>
                    </a:lnTo>
                    <a:lnTo>
                      <a:pt x="3065" y="85"/>
                    </a:lnTo>
                    <a:lnTo>
                      <a:pt x="2996" y="103"/>
                    </a:lnTo>
                    <a:lnTo>
                      <a:pt x="2931" y="123"/>
                    </a:lnTo>
                    <a:lnTo>
                      <a:pt x="2868" y="148"/>
                    </a:lnTo>
                    <a:lnTo>
                      <a:pt x="2808" y="174"/>
                    </a:lnTo>
                    <a:lnTo>
                      <a:pt x="2751" y="204"/>
                    </a:lnTo>
                    <a:lnTo>
                      <a:pt x="2697" y="237"/>
                    </a:lnTo>
                    <a:lnTo>
                      <a:pt x="2646" y="273"/>
                    </a:lnTo>
                    <a:lnTo>
                      <a:pt x="2596" y="311"/>
                    </a:lnTo>
                    <a:lnTo>
                      <a:pt x="2552" y="353"/>
                    </a:lnTo>
                    <a:lnTo>
                      <a:pt x="2508" y="395"/>
                    </a:lnTo>
                    <a:lnTo>
                      <a:pt x="2467" y="441"/>
                    </a:lnTo>
                    <a:lnTo>
                      <a:pt x="2429" y="490"/>
                    </a:lnTo>
                    <a:lnTo>
                      <a:pt x="2394" y="540"/>
                    </a:lnTo>
                    <a:lnTo>
                      <a:pt x="2361" y="592"/>
                    </a:lnTo>
                    <a:lnTo>
                      <a:pt x="2332" y="648"/>
                    </a:lnTo>
                    <a:lnTo>
                      <a:pt x="2303" y="703"/>
                    </a:lnTo>
                    <a:lnTo>
                      <a:pt x="2277" y="762"/>
                    </a:lnTo>
                    <a:lnTo>
                      <a:pt x="2254" y="821"/>
                    </a:lnTo>
                    <a:lnTo>
                      <a:pt x="2234" y="883"/>
                    </a:lnTo>
                    <a:lnTo>
                      <a:pt x="2215" y="946"/>
                    </a:lnTo>
                    <a:lnTo>
                      <a:pt x="2199" y="1010"/>
                    </a:lnTo>
                    <a:lnTo>
                      <a:pt x="2185" y="1076"/>
                    </a:lnTo>
                    <a:lnTo>
                      <a:pt x="2173" y="1143"/>
                    </a:lnTo>
                    <a:lnTo>
                      <a:pt x="2163" y="1211"/>
                    </a:lnTo>
                    <a:lnTo>
                      <a:pt x="2155" y="1279"/>
                    </a:lnTo>
                    <a:lnTo>
                      <a:pt x="2150" y="1349"/>
                    </a:lnTo>
                    <a:lnTo>
                      <a:pt x="2146" y="1419"/>
                    </a:lnTo>
                    <a:lnTo>
                      <a:pt x="2144" y="1491"/>
                    </a:lnTo>
                    <a:lnTo>
                      <a:pt x="2144" y="1563"/>
                    </a:lnTo>
                    <a:lnTo>
                      <a:pt x="2146" y="1636"/>
                    </a:lnTo>
                    <a:lnTo>
                      <a:pt x="2150" y="1709"/>
                    </a:lnTo>
                    <a:lnTo>
                      <a:pt x="2155" y="1782"/>
                    </a:lnTo>
                    <a:lnTo>
                      <a:pt x="2162" y="1855"/>
                    </a:lnTo>
                    <a:lnTo>
                      <a:pt x="2182" y="2002"/>
                    </a:lnTo>
                    <a:lnTo>
                      <a:pt x="2207" y="2149"/>
                    </a:lnTo>
                    <a:lnTo>
                      <a:pt x="2239" y="2295"/>
                    </a:lnTo>
                    <a:lnTo>
                      <a:pt x="2277" y="2439"/>
                    </a:lnTo>
                    <a:lnTo>
                      <a:pt x="2321" y="2579"/>
                    </a:lnTo>
                    <a:lnTo>
                      <a:pt x="2370" y="2718"/>
                    </a:lnTo>
                    <a:lnTo>
                      <a:pt x="2423" y="2850"/>
                    </a:lnTo>
                    <a:lnTo>
                      <a:pt x="2450" y="2915"/>
                    </a:lnTo>
                    <a:lnTo>
                      <a:pt x="2480" y="2978"/>
                    </a:lnTo>
                    <a:lnTo>
                      <a:pt x="2510" y="3040"/>
                    </a:lnTo>
                    <a:lnTo>
                      <a:pt x="2541" y="3101"/>
                    </a:lnTo>
                    <a:lnTo>
                      <a:pt x="2573" y="3160"/>
                    </a:lnTo>
                    <a:lnTo>
                      <a:pt x="2607" y="3217"/>
                    </a:lnTo>
                    <a:lnTo>
                      <a:pt x="2641" y="3272"/>
                    </a:lnTo>
                    <a:lnTo>
                      <a:pt x="2676" y="3325"/>
                    </a:lnTo>
                    <a:lnTo>
                      <a:pt x="2702" y="3363"/>
                    </a:lnTo>
                    <a:lnTo>
                      <a:pt x="2732" y="3400"/>
                    </a:lnTo>
                    <a:lnTo>
                      <a:pt x="2765" y="3437"/>
                    </a:lnTo>
                    <a:lnTo>
                      <a:pt x="2799" y="3472"/>
                    </a:lnTo>
                    <a:lnTo>
                      <a:pt x="2836" y="3508"/>
                    </a:lnTo>
                    <a:lnTo>
                      <a:pt x="2875" y="3543"/>
                    </a:lnTo>
                    <a:lnTo>
                      <a:pt x="2918" y="3576"/>
                    </a:lnTo>
                    <a:lnTo>
                      <a:pt x="2962" y="3609"/>
                    </a:lnTo>
                    <a:lnTo>
                      <a:pt x="3007" y="3642"/>
                    </a:lnTo>
                    <a:lnTo>
                      <a:pt x="3055" y="3674"/>
                    </a:lnTo>
                    <a:lnTo>
                      <a:pt x="3104" y="3705"/>
                    </a:lnTo>
                    <a:lnTo>
                      <a:pt x="3155" y="3735"/>
                    </a:lnTo>
                    <a:lnTo>
                      <a:pt x="3208" y="3764"/>
                    </a:lnTo>
                    <a:lnTo>
                      <a:pt x="3263" y="3791"/>
                    </a:lnTo>
                    <a:lnTo>
                      <a:pt x="3320" y="3819"/>
                    </a:lnTo>
                    <a:lnTo>
                      <a:pt x="3377" y="3844"/>
                    </a:lnTo>
                    <a:lnTo>
                      <a:pt x="3436" y="3870"/>
                    </a:lnTo>
                    <a:lnTo>
                      <a:pt x="3496" y="3894"/>
                    </a:lnTo>
                    <a:lnTo>
                      <a:pt x="3620" y="3938"/>
                    </a:lnTo>
                    <a:lnTo>
                      <a:pt x="3748" y="3977"/>
                    </a:lnTo>
                    <a:lnTo>
                      <a:pt x="3880" y="4011"/>
                    </a:lnTo>
                    <a:lnTo>
                      <a:pt x="4013" y="4040"/>
                    </a:lnTo>
                    <a:lnTo>
                      <a:pt x="4148" y="4063"/>
                    </a:lnTo>
                    <a:lnTo>
                      <a:pt x="4285" y="4081"/>
                    </a:lnTo>
                    <a:lnTo>
                      <a:pt x="4422" y="4092"/>
                    </a:lnTo>
                    <a:lnTo>
                      <a:pt x="4490" y="4094"/>
                    </a:lnTo>
                    <a:lnTo>
                      <a:pt x="4559" y="4097"/>
                    </a:lnTo>
                    <a:lnTo>
                      <a:pt x="4627" y="4095"/>
                    </a:lnTo>
                    <a:lnTo>
                      <a:pt x="4695" y="4093"/>
                    </a:lnTo>
                    <a:lnTo>
                      <a:pt x="4762" y="4090"/>
                    </a:lnTo>
                    <a:lnTo>
                      <a:pt x="4829" y="4084"/>
                    </a:lnTo>
                    <a:lnTo>
                      <a:pt x="4896" y="4077"/>
                    </a:lnTo>
                    <a:lnTo>
                      <a:pt x="4961" y="4067"/>
                    </a:lnTo>
                    <a:lnTo>
                      <a:pt x="5026" y="4056"/>
                    </a:lnTo>
                    <a:lnTo>
                      <a:pt x="5090" y="4043"/>
                    </a:lnTo>
                    <a:lnTo>
                      <a:pt x="5154" y="4028"/>
                    </a:lnTo>
                    <a:lnTo>
                      <a:pt x="5216" y="4010"/>
                    </a:lnTo>
                    <a:lnTo>
                      <a:pt x="5277" y="3991"/>
                    </a:lnTo>
                    <a:lnTo>
                      <a:pt x="5336" y="3969"/>
                    </a:lnTo>
                    <a:lnTo>
                      <a:pt x="5394" y="3946"/>
                    </a:lnTo>
                    <a:lnTo>
                      <a:pt x="5452" y="3919"/>
                    </a:lnTo>
                    <a:lnTo>
                      <a:pt x="5507" y="3892"/>
                    </a:lnTo>
                    <a:lnTo>
                      <a:pt x="5561" y="3860"/>
                    </a:lnTo>
                    <a:lnTo>
                      <a:pt x="5613" y="3828"/>
                    </a:lnTo>
                    <a:lnTo>
                      <a:pt x="5665" y="3794"/>
                    </a:lnTo>
                    <a:lnTo>
                      <a:pt x="5713" y="3757"/>
                    </a:lnTo>
                    <a:lnTo>
                      <a:pt x="5761" y="3716"/>
                    </a:lnTo>
                    <a:lnTo>
                      <a:pt x="5806" y="3675"/>
                    </a:lnTo>
                    <a:lnTo>
                      <a:pt x="5848" y="3630"/>
                    </a:lnTo>
                    <a:lnTo>
                      <a:pt x="5889" y="3583"/>
                    </a:lnTo>
                    <a:lnTo>
                      <a:pt x="5928" y="3533"/>
                    </a:lnTo>
                    <a:lnTo>
                      <a:pt x="5963" y="3481"/>
                    </a:lnTo>
                    <a:lnTo>
                      <a:pt x="5998" y="3426"/>
                    </a:lnTo>
                    <a:lnTo>
                      <a:pt x="6029" y="3369"/>
                    </a:lnTo>
                    <a:lnTo>
                      <a:pt x="6057" y="3309"/>
                    </a:lnTo>
                    <a:lnTo>
                      <a:pt x="6083" y="3246"/>
                    </a:lnTo>
                    <a:lnTo>
                      <a:pt x="6106" y="3181"/>
                    </a:lnTo>
                    <a:lnTo>
                      <a:pt x="6104" y="3259"/>
                    </a:lnTo>
                    <a:lnTo>
                      <a:pt x="6099" y="3337"/>
                    </a:lnTo>
                    <a:lnTo>
                      <a:pt x="6092" y="3415"/>
                    </a:lnTo>
                    <a:lnTo>
                      <a:pt x="6084" y="3492"/>
                    </a:lnTo>
                    <a:lnTo>
                      <a:pt x="6074" y="3568"/>
                    </a:lnTo>
                    <a:lnTo>
                      <a:pt x="6063" y="3644"/>
                    </a:lnTo>
                    <a:lnTo>
                      <a:pt x="6049" y="3720"/>
                    </a:lnTo>
                    <a:lnTo>
                      <a:pt x="6034" y="3794"/>
                    </a:lnTo>
                    <a:lnTo>
                      <a:pt x="6016" y="3867"/>
                    </a:lnTo>
                    <a:lnTo>
                      <a:pt x="5998" y="3941"/>
                    </a:lnTo>
                    <a:lnTo>
                      <a:pt x="5977" y="4014"/>
                    </a:lnTo>
                    <a:lnTo>
                      <a:pt x="5955" y="4085"/>
                    </a:lnTo>
                    <a:lnTo>
                      <a:pt x="5931" y="4157"/>
                    </a:lnTo>
                    <a:lnTo>
                      <a:pt x="5907" y="4227"/>
                    </a:lnTo>
                    <a:lnTo>
                      <a:pt x="5879" y="4296"/>
                    </a:lnTo>
                    <a:lnTo>
                      <a:pt x="5852" y="4364"/>
                    </a:lnTo>
                    <a:lnTo>
                      <a:pt x="5822" y="4432"/>
                    </a:lnTo>
                    <a:lnTo>
                      <a:pt x="5790" y="4499"/>
                    </a:lnTo>
                    <a:lnTo>
                      <a:pt x="5757" y="4564"/>
                    </a:lnTo>
                    <a:lnTo>
                      <a:pt x="5723" y="4629"/>
                    </a:lnTo>
                    <a:lnTo>
                      <a:pt x="5687" y="4693"/>
                    </a:lnTo>
                    <a:lnTo>
                      <a:pt x="5650" y="4757"/>
                    </a:lnTo>
                    <a:lnTo>
                      <a:pt x="5572" y="4879"/>
                    </a:lnTo>
                    <a:lnTo>
                      <a:pt x="5530" y="4939"/>
                    </a:lnTo>
                    <a:lnTo>
                      <a:pt x="5488" y="4999"/>
                    </a:lnTo>
                    <a:lnTo>
                      <a:pt x="5443" y="5056"/>
                    </a:lnTo>
                    <a:lnTo>
                      <a:pt x="5398" y="5113"/>
                    </a:lnTo>
                    <a:lnTo>
                      <a:pt x="5352" y="5168"/>
                    </a:lnTo>
                    <a:lnTo>
                      <a:pt x="5303" y="5222"/>
                    </a:lnTo>
                    <a:lnTo>
                      <a:pt x="5255" y="5275"/>
                    </a:lnTo>
                    <a:lnTo>
                      <a:pt x="5206" y="5328"/>
                    </a:lnTo>
                    <a:lnTo>
                      <a:pt x="5154" y="5379"/>
                    </a:lnTo>
                    <a:lnTo>
                      <a:pt x="5048" y="5476"/>
                    </a:lnTo>
                    <a:lnTo>
                      <a:pt x="4994" y="5523"/>
                    </a:lnTo>
                    <a:lnTo>
                      <a:pt x="4937" y="5569"/>
                    </a:lnTo>
                    <a:lnTo>
                      <a:pt x="4881" y="5613"/>
                    </a:lnTo>
                    <a:lnTo>
                      <a:pt x="4823" y="5655"/>
                    </a:lnTo>
                    <a:lnTo>
                      <a:pt x="4764" y="5697"/>
                    </a:lnTo>
                    <a:lnTo>
                      <a:pt x="4704" y="5737"/>
                    </a:lnTo>
                    <a:lnTo>
                      <a:pt x="4643" y="5775"/>
                    </a:lnTo>
                    <a:lnTo>
                      <a:pt x="4581" y="5813"/>
                    </a:lnTo>
                    <a:lnTo>
                      <a:pt x="4519" y="5849"/>
                    </a:lnTo>
                    <a:lnTo>
                      <a:pt x="4456" y="5882"/>
                    </a:lnTo>
                    <a:lnTo>
                      <a:pt x="4391" y="5916"/>
                    </a:lnTo>
                    <a:lnTo>
                      <a:pt x="4260" y="5976"/>
                    </a:lnTo>
                    <a:lnTo>
                      <a:pt x="4193" y="6003"/>
                    </a:lnTo>
                    <a:lnTo>
                      <a:pt x="4125" y="6030"/>
                    </a:lnTo>
                    <a:lnTo>
                      <a:pt x="4057" y="6054"/>
                    </a:lnTo>
                    <a:lnTo>
                      <a:pt x="3988" y="6077"/>
                    </a:lnTo>
                    <a:lnTo>
                      <a:pt x="3918" y="6099"/>
                    </a:lnTo>
                    <a:lnTo>
                      <a:pt x="3847" y="6118"/>
                    </a:lnTo>
                    <a:lnTo>
                      <a:pt x="3776" y="6136"/>
                    </a:lnTo>
                    <a:lnTo>
                      <a:pt x="3703" y="6152"/>
                    </a:lnTo>
                    <a:lnTo>
                      <a:pt x="3631" y="6166"/>
                    </a:lnTo>
                    <a:lnTo>
                      <a:pt x="3558" y="6178"/>
                    </a:lnTo>
                    <a:lnTo>
                      <a:pt x="3485" y="6189"/>
                    </a:lnTo>
                    <a:lnTo>
                      <a:pt x="3410" y="6197"/>
                    </a:lnTo>
                    <a:lnTo>
                      <a:pt x="3335" y="6204"/>
                    </a:lnTo>
                    <a:lnTo>
                      <a:pt x="3260" y="6209"/>
                    </a:lnTo>
                    <a:lnTo>
                      <a:pt x="3184" y="6212"/>
                    </a:lnTo>
                    <a:lnTo>
                      <a:pt x="3108" y="6213"/>
                    </a:lnTo>
                    <a:lnTo>
                      <a:pt x="2980" y="6211"/>
                    </a:lnTo>
                    <a:lnTo>
                      <a:pt x="2852" y="6203"/>
                    </a:lnTo>
                    <a:lnTo>
                      <a:pt x="2727" y="6190"/>
                    </a:lnTo>
                    <a:lnTo>
                      <a:pt x="2603" y="6171"/>
                    </a:lnTo>
                    <a:lnTo>
                      <a:pt x="2481" y="6150"/>
                    </a:lnTo>
                    <a:lnTo>
                      <a:pt x="2361" y="6122"/>
                    </a:lnTo>
                    <a:lnTo>
                      <a:pt x="2242" y="6091"/>
                    </a:lnTo>
                    <a:lnTo>
                      <a:pt x="2125" y="6054"/>
                    </a:lnTo>
                    <a:lnTo>
                      <a:pt x="2010" y="6014"/>
                    </a:lnTo>
                    <a:lnTo>
                      <a:pt x="1898" y="5969"/>
                    </a:lnTo>
                    <a:lnTo>
                      <a:pt x="1788" y="5919"/>
                    </a:lnTo>
                    <a:lnTo>
                      <a:pt x="1680" y="5866"/>
                    </a:lnTo>
                    <a:lnTo>
                      <a:pt x="1574" y="5809"/>
                    </a:lnTo>
                    <a:lnTo>
                      <a:pt x="1471" y="5747"/>
                    </a:lnTo>
                    <a:lnTo>
                      <a:pt x="1371" y="5683"/>
                    </a:lnTo>
                    <a:lnTo>
                      <a:pt x="1273" y="5614"/>
                    </a:lnTo>
                    <a:lnTo>
                      <a:pt x="1177" y="5541"/>
                    </a:lnTo>
                    <a:lnTo>
                      <a:pt x="1085" y="5465"/>
                    </a:lnTo>
                    <a:lnTo>
                      <a:pt x="996" y="5386"/>
                    </a:lnTo>
                    <a:lnTo>
                      <a:pt x="911" y="5303"/>
                    </a:lnTo>
                    <a:lnTo>
                      <a:pt x="828" y="5216"/>
                    </a:lnTo>
                    <a:lnTo>
                      <a:pt x="749" y="5128"/>
                    </a:lnTo>
                    <a:lnTo>
                      <a:pt x="673" y="5037"/>
                    </a:lnTo>
                    <a:lnTo>
                      <a:pt x="600" y="4941"/>
                    </a:lnTo>
                    <a:lnTo>
                      <a:pt x="531" y="4843"/>
                    </a:lnTo>
                    <a:lnTo>
                      <a:pt x="467" y="4743"/>
                    </a:lnTo>
                    <a:lnTo>
                      <a:pt x="406" y="4640"/>
                    </a:lnTo>
                    <a:lnTo>
                      <a:pt x="348" y="4534"/>
                    </a:lnTo>
                    <a:lnTo>
                      <a:pt x="295" y="4426"/>
                    </a:lnTo>
                    <a:lnTo>
                      <a:pt x="245" y="4316"/>
                    </a:lnTo>
                    <a:lnTo>
                      <a:pt x="200" y="4204"/>
                    </a:lnTo>
                    <a:lnTo>
                      <a:pt x="159" y="4089"/>
                    </a:lnTo>
                    <a:lnTo>
                      <a:pt x="123" y="3972"/>
                    </a:lnTo>
                    <a:lnTo>
                      <a:pt x="91" y="3854"/>
                    </a:lnTo>
                    <a:lnTo>
                      <a:pt x="63" y="3733"/>
                    </a:lnTo>
                    <a:lnTo>
                      <a:pt x="42" y="3610"/>
                    </a:lnTo>
                    <a:lnTo>
                      <a:pt x="24" y="3487"/>
                    </a:lnTo>
                    <a:lnTo>
                      <a:pt x="10" y="3362"/>
                    </a:lnTo>
                    <a:lnTo>
                      <a:pt x="2" y="3234"/>
                    </a:lnTo>
                    <a:lnTo>
                      <a:pt x="0" y="3106"/>
                    </a:lnTo>
                    <a:lnTo>
                      <a:pt x="2" y="2978"/>
                    </a:lnTo>
                    <a:lnTo>
                      <a:pt x="10" y="2852"/>
                    </a:lnTo>
                    <a:lnTo>
                      <a:pt x="24" y="2727"/>
                    </a:lnTo>
                    <a:lnTo>
                      <a:pt x="42" y="2602"/>
                    </a:lnTo>
                    <a:lnTo>
                      <a:pt x="63" y="2480"/>
                    </a:lnTo>
                    <a:lnTo>
                      <a:pt x="91" y="2361"/>
                    </a:lnTo>
                    <a:lnTo>
                      <a:pt x="123" y="2241"/>
                    </a:lnTo>
                    <a:lnTo>
                      <a:pt x="159" y="2124"/>
                    </a:lnTo>
                    <a:lnTo>
                      <a:pt x="200" y="2009"/>
                    </a:lnTo>
                    <a:lnTo>
                      <a:pt x="245" y="1897"/>
                    </a:lnTo>
                    <a:lnTo>
                      <a:pt x="295" y="1787"/>
                    </a:lnTo>
                    <a:lnTo>
                      <a:pt x="348" y="1680"/>
                    </a:lnTo>
                    <a:lnTo>
                      <a:pt x="406" y="1574"/>
                    </a:lnTo>
                    <a:lnTo>
                      <a:pt x="467" y="1471"/>
                    </a:lnTo>
                    <a:lnTo>
                      <a:pt x="531" y="1370"/>
                    </a:lnTo>
                    <a:lnTo>
                      <a:pt x="600" y="1272"/>
                    </a:lnTo>
                    <a:lnTo>
                      <a:pt x="673" y="1177"/>
                    </a:lnTo>
                    <a:lnTo>
                      <a:pt x="749" y="1085"/>
                    </a:lnTo>
                    <a:lnTo>
                      <a:pt x="828" y="997"/>
                    </a:lnTo>
                    <a:lnTo>
                      <a:pt x="910" y="910"/>
                    </a:lnTo>
                    <a:lnTo>
                      <a:pt x="996" y="828"/>
                    </a:lnTo>
                    <a:lnTo>
                      <a:pt x="1085" y="749"/>
                    </a:lnTo>
                    <a:lnTo>
                      <a:pt x="1177" y="673"/>
                    </a:lnTo>
                    <a:lnTo>
                      <a:pt x="1273" y="600"/>
                    </a:lnTo>
                    <a:lnTo>
                      <a:pt x="1371" y="531"/>
                    </a:lnTo>
                    <a:lnTo>
                      <a:pt x="1471" y="465"/>
                    </a:lnTo>
                    <a:lnTo>
                      <a:pt x="1574" y="404"/>
                    </a:lnTo>
                    <a:lnTo>
                      <a:pt x="1680" y="347"/>
                    </a:lnTo>
                    <a:lnTo>
                      <a:pt x="1788" y="294"/>
                    </a:lnTo>
                    <a:lnTo>
                      <a:pt x="1898" y="244"/>
                    </a:lnTo>
                    <a:lnTo>
                      <a:pt x="2010" y="199"/>
                    </a:lnTo>
                    <a:lnTo>
                      <a:pt x="2125" y="159"/>
                    </a:lnTo>
                    <a:lnTo>
                      <a:pt x="2242" y="122"/>
                    </a:lnTo>
                    <a:lnTo>
                      <a:pt x="2360" y="91"/>
                    </a:lnTo>
                    <a:lnTo>
                      <a:pt x="2481" y="63"/>
                    </a:lnTo>
                    <a:lnTo>
                      <a:pt x="2603" y="42"/>
                    </a:lnTo>
                    <a:lnTo>
                      <a:pt x="2727" y="23"/>
                    </a:lnTo>
                    <a:lnTo>
                      <a:pt x="2852" y="10"/>
                    </a:lnTo>
                    <a:lnTo>
                      <a:pt x="2980" y="2"/>
                    </a:lnTo>
                    <a:lnTo>
                      <a:pt x="3108" y="0"/>
                    </a:lnTo>
                    <a:lnTo>
                      <a:pt x="3200" y="1"/>
                    </a:lnTo>
                    <a:lnTo>
                      <a:pt x="3292" y="6"/>
                    </a:lnTo>
                    <a:lnTo>
                      <a:pt x="3384" y="13"/>
                    </a:lnTo>
                    <a:lnTo>
                      <a:pt x="3474" y="23"/>
                    </a:lnTo>
                    <a:lnTo>
                      <a:pt x="3564" y="36"/>
                    </a:lnTo>
                    <a:lnTo>
                      <a:pt x="3653" y="52"/>
                    </a:lnTo>
                    <a:lnTo>
                      <a:pt x="3741" y="70"/>
                    </a:lnTo>
                    <a:lnTo>
                      <a:pt x="3828" y="91"/>
                    </a:lnTo>
                    <a:close/>
                  </a:path>
                </a:pathLst>
              </a:custGeom>
              <a:solidFill>
                <a:srgbClr val="009B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72" name="Freeform 98"/>
              <p:cNvSpPr>
                <a:spLocks/>
              </p:cNvSpPr>
              <p:nvPr/>
            </p:nvSpPr>
            <p:spPr bwMode="auto">
              <a:xfrm>
                <a:off x="1583" y="1876"/>
                <a:ext cx="2139" cy="1427"/>
              </a:xfrm>
              <a:custGeom>
                <a:avLst/>
                <a:gdLst>
                  <a:gd name="T0" fmla="*/ 907 w 4278"/>
                  <a:gd name="T1" fmla="*/ 2833 h 2856"/>
                  <a:gd name="T2" fmla="*/ 422 w 4278"/>
                  <a:gd name="T3" fmla="*/ 2734 h 2856"/>
                  <a:gd name="T4" fmla="*/ 75 w 4278"/>
                  <a:gd name="T5" fmla="*/ 2609 h 2856"/>
                  <a:gd name="T6" fmla="*/ 60 w 4278"/>
                  <a:gd name="T7" fmla="*/ 2602 h 2856"/>
                  <a:gd name="T8" fmla="*/ 251 w 4278"/>
                  <a:gd name="T9" fmla="*/ 2664 h 2856"/>
                  <a:gd name="T10" fmla="*/ 430 w 4278"/>
                  <a:gd name="T11" fmla="*/ 2687 h 2856"/>
                  <a:gd name="T12" fmla="*/ 536 w 4278"/>
                  <a:gd name="T13" fmla="*/ 2668 h 2856"/>
                  <a:gd name="T14" fmla="*/ 614 w 4278"/>
                  <a:gd name="T15" fmla="*/ 2611 h 2856"/>
                  <a:gd name="T16" fmla="*/ 654 w 4278"/>
                  <a:gd name="T17" fmla="*/ 2503 h 2856"/>
                  <a:gd name="T18" fmla="*/ 642 w 4278"/>
                  <a:gd name="T19" fmla="*/ 2336 h 2856"/>
                  <a:gd name="T20" fmla="*/ 627 w 4278"/>
                  <a:gd name="T21" fmla="*/ 2261 h 2856"/>
                  <a:gd name="T22" fmla="*/ 627 w 4278"/>
                  <a:gd name="T23" fmla="*/ 2173 h 2856"/>
                  <a:gd name="T24" fmla="*/ 696 w 4278"/>
                  <a:gd name="T25" fmla="*/ 2047 h 2856"/>
                  <a:gd name="T26" fmla="*/ 839 w 4278"/>
                  <a:gd name="T27" fmla="*/ 1918 h 2856"/>
                  <a:gd name="T28" fmla="*/ 1072 w 4278"/>
                  <a:gd name="T29" fmla="*/ 1744 h 2856"/>
                  <a:gd name="T30" fmla="*/ 1173 w 4278"/>
                  <a:gd name="T31" fmla="*/ 1608 h 2856"/>
                  <a:gd name="T32" fmla="*/ 1229 w 4278"/>
                  <a:gd name="T33" fmla="*/ 1462 h 2856"/>
                  <a:gd name="T34" fmla="*/ 1274 w 4278"/>
                  <a:gd name="T35" fmla="*/ 1320 h 2856"/>
                  <a:gd name="T36" fmla="*/ 1290 w 4278"/>
                  <a:gd name="T37" fmla="*/ 1176 h 2856"/>
                  <a:gd name="T38" fmla="*/ 1298 w 4278"/>
                  <a:gd name="T39" fmla="*/ 959 h 2856"/>
                  <a:gd name="T40" fmla="*/ 1320 w 4278"/>
                  <a:gd name="T41" fmla="*/ 826 h 2856"/>
                  <a:gd name="T42" fmla="*/ 1356 w 4278"/>
                  <a:gd name="T43" fmla="*/ 766 h 2856"/>
                  <a:gd name="T44" fmla="*/ 1420 w 4278"/>
                  <a:gd name="T45" fmla="*/ 742 h 2856"/>
                  <a:gd name="T46" fmla="*/ 1544 w 4278"/>
                  <a:gd name="T47" fmla="*/ 753 h 2856"/>
                  <a:gd name="T48" fmla="*/ 1718 w 4278"/>
                  <a:gd name="T49" fmla="*/ 800 h 2856"/>
                  <a:gd name="T50" fmla="*/ 1786 w 4278"/>
                  <a:gd name="T51" fmla="*/ 812 h 2856"/>
                  <a:gd name="T52" fmla="*/ 1887 w 4278"/>
                  <a:gd name="T53" fmla="*/ 830 h 2856"/>
                  <a:gd name="T54" fmla="*/ 2132 w 4278"/>
                  <a:gd name="T55" fmla="*/ 859 h 2856"/>
                  <a:gd name="T56" fmla="*/ 2490 w 4278"/>
                  <a:gd name="T57" fmla="*/ 880 h 2856"/>
                  <a:gd name="T58" fmla="*/ 2897 w 4278"/>
                  <a:gd name="T59" fmla="*/ 864 h 2856"/>
                  <a:gd name="T60" fmla="*/ 3316 w 4278"/>
                  <a:gd name="T61" fmla="*/ 790 h 2856"/>
                  <a:gd name="T62" fmla="*/ 3616 w 4278"/>
                  <a:gd name="T63" fmla="*/ 683 h 2856"/>
                  <a:gd name="T64" fmla="*/ 3800 w 4278"/>
                  <a:gd name="T65" fmla="*/ 582 h 2856"/>
                  <a:gd name="T66" fmla="*/ 3967 w 4278"/>
                  <a:gd name="T67" fmla="*/ 455 h 2856"/>
                  <a:gd name="T68" fmla="*/ 4112 w 4278"/>
                  <a:gd name="T69" fmla="*/ 297 h 2856"/>
                  <a:gd name="T70" fmla="*/ 4230 w 4278"/>
                  <a:gd name="T71" fmla="*/ 108 h 2856"/>
                  <a:gd name="T72" fmla="*/ 4263 w 4278"/>
                  <a:gd name="T73" fmla="*/ 149 h 2856"/>
                  <a:gd name="T74" fmla="*/ 4214 w 4278"/>
                  <a:gd name="T75" fmla="*/ 440 h 2856"/>
                  <a:gd name="T76" fmla="*/ 4138 w 4278"/>
                  <a:gd name="T77" fmla="*/ 721 h 2856"/>
                  <a:gd name="T78" fmla="*/ 4039 w 4278"/>
                  <a:gd name="T79" fmla="*/ 991 h 2856"/>
                  <a:gd name="T80" fmla="*/ 3917 w 4278"/>
                  <a:gd name="T81" fmla="*/ 1248 h 2856"/>
                  <a:gd name="T82" fmla="*/ 3609 w 4278"/>
                  <a:gd name="T83" fmla="*/ 1718 h 2856"/>
                  <a:gd name="T84" fmla="*/ 3225 w 4278"/>
                  <a:gd name="T85" fmla="*/ 2121 h 2856"/>
                  <a:gd name="T86" fmla="*/ 2835 w 4278"/>
                  <a:gd name="T87" fmla="*/ 2411 h 2856"/>
                  <a:gd name="T88" fmla="*/ 2593 w 4278"/>
                  <a:gd name="T89" fmla="*/ 2547 h 2856"/>
                  <a:gd name="T90" fmla="*/ 2337 w 4278"/>
                  <a:gd name="T91" fmla="*/ 2660 h 2856"/>
                  <a:gd name="T92" fmla="*/ 2070 w 4278"/>
                  <a:gd name="T93" fmla="*/ 2749 h 2856"/>
                  <a:gd name="T94" fmla="*/ 1794 w 4278"/>
                  <a:gd name="T95" fmla="*/ 2812 h 2856"/>
                  <a:gd name="T96" fmla="*/ 1508 w 4278"/>
                  <a:gd name="T97" fmla="*/ 2848 h 28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4278" h="2856">
                    <a:moveTo>
                      <a:pt x="1288" y="2856"/>
                    </a:moveTo>
                    <a:lnTo>
                      <a:pt x="1160" y="2854"/>
                    </a:lnTo>
                    <a:lnTo>
                      <a:pt x="1032" y="2846"/>
                    </a:lnTo>
                    <a:lnTo>
                      <a:pt x="907" y="2833"/>
                    </a:lnTo>
                    <a:lnTo>
                      <a:pt x="783" y="2814"/>
                    </a:lnTo>
                    <a:lnTo>
                      <a:pt x="661" y="2793"/>
                    </a:lnTo>
                    <a:lnTo>
                      <a:pt x="541" y="2765"/>
                    </a:lnTo>
                    <a:lnTo>
                      <a:pt x="422" y="2734"/>
                    </a:lnTo>
                    <a:lnTo>
                      <a:pt x="305" y="2697"/>
                    </a:lnTo>
                    <a:lnTo>
                      <a:pt x="227" y="2670"/>
                    </a:lnTo>
                    <a:lnTo>
                      <a:pt x="151" y="2640"/>
                    </a:lnTo>
                    <a:lnTo>
                      <a:pt x="75" y="2609"/>
                    </a:lnTo>
                    <a:lnTo>
                      <a:pt x="0" y="2577"/>
                    </a:lnTo>
                    <a:lnTo>
                      <a:pt x="18" y="2585"/>
                    </a:lnTo>
                    <a:lnTo>
                      <a:pt x="38" y="2593"/>
                    </a:lnTo>
                    <a:lnTo>
                      <a:pt x="60" y="2602"/>
                    </a:lnTo>
                    <a:lnTo>
                      <a:pt x="83" y="2612"/>
                    </a:lnTo>
                    <a:lnTo>
                      <a:pt x="135" y="2630"/>
                    </a:lnTo>
                    <a:lnTo>
                      <a:pt x="191" y="2647"/>
                    </a:lnTo>
                    <a:lnTo>
                      <a:pt x="251" y="2664"/>
                    </a:lnTo>
                    <a:lnTo>
                      <a:pt x="311" y="2676"/>
                    </a:lnTo>
                    <a:lnTo>
                      <a:pt x="372" y="2684"/>
                    </a:lnTo>
                    <a:lnTo>
                      <a:pt x="401" y="2687"/>
                    </a:lnTo>
                    <a:lnTo>
                      <a:pt x="430" y="2687"/>
                    </a:lnTo>
                    <a:lnTo>
                      <a:pt x="459" y="2685"/>
                    </a:lnTo>
                    <a:lnTo>
                      <a:pt x="485" y="2682"/>
                    </a:lnTo>
                    <a:lnTo>
                      <a:pt x="512" y="2676"/>
                    </a:lnTo>
                    <a:lnTo>
                      <a:pt x="536" y="2668"/>
                    </a:lnTo>
                    <a:lnTo>
                      <a:pt x="558" y="2658"/>
                    </a:lnTo>
                    <a:lnTo>
                      <a:pt x="578" y="2645"/>
                    </a:lnTo>
                    <a:lnTo>
                      <a:pt x="598" y="2630"/>
                    </a:lnTo>
                    <a:lnTo>
                      <a:pt x="614" y="2611"/>
                    </a:lnTo>
                    <a:lnTo>
                      <a:pt x="628" y="2590"/>
                    </a:lnTo>
                    <a:lnTo>
                      <a:pt x="639" y="2564"/>
                    </a:lnTo>
                    <a:lnTo>
                      <a:pt x="649" y="2536"/>
                    </a:lnTo>
                    <a:lnTo>
                      <a:pt x="654" y="2503"/>
                    </a:lnTo>
                    <a:lnTo>
                      <a:pt x="657" y="2468"/>
                    </a:lnTo>
                    <a:lnTo>
                      <a:pt x="656" y="2429"/>
                    </a:lnTo>
                    <a:lnTo>
                      <a:pt x="650" y="2385"/>
                    </a:lnTo>
                    <a:lnTo>
                      <a:pt x="642" y="2336"/>
                    </a:lnTo>
                    <a:lnTo>
                      <a:pt x="637" y="2314"/>
                    </a:lnTo>
                    <a:lnTo>
                      <a:pt x="632" y="2295"/>
                    </a:lnTo>
                    <a:lnTo>
                      <a:pt x="629" y="2276"/>
                    </a:lnTo>
                    <a:lnTo>
                      <a:pt x="627" y="2261"/>
                    </a:lnTo>
                    <a:lnTo>
                      <a:pt x="623" y="2234"/>
                    </a:lnTo>
                    <a:lnTo>
                      <a:pt x="622" y="2212"/>
                    </a:lnTo>
                    <a:lnTo>
                      <a:pt x="623" y="2192"/>
                    </a:lnTo>
                    <a:lnTo>
                      <a:pt x="627" y="2173"/>
                    </a:lnTo>
                    <a:lnTo>
                      <a:pt x="635" y="2153"/>
                    </a:lnTo>
                    <a:lnTo>
                      <a:pt x="644" y="2130"/>
                    </a:lnTo>
                    <a:lnTo>
                      <a:pt x="668" y="2086"/>
                    </a:lnTo>
                    <a:lnTo>
                      <a:pt x="696" y="2047"/>
                    </a:lnTo>
                    <a:lnTo>
                      <a:pt x="728" y="2011"/>
                    </a:lnTo>
                    <a:lnTo>
                      <a:pt x="763" y="1978"/>
                    </a:lnTo>
                    <a:lnTo>
                      <a:pt x="799" y="1947"/>
                    </a:lnTo>
                    <a:lnTo>
                      <a:pt x="839" y="1918"/>
                    </a:lnTo>
                    <a:lnTo>
                      <a:pt x="919" y="1863"/>
                    </a:lnTo>
                    <a:lnTo>
                      <a:pt x="999" y="1806"/>
                    </a:lnTo>
                    <a:lnTo>
                      <a:pt x="1037" y="1776"/>
                    </a:lnTo>
                    <a:lnTo>
                      <a:pt x="1072" y="1744"/>
                    </a:lnTo>
                    <a:lnTo>
                      <a:pt x="1106" y="1710"/>
                    </a:lnTo>
                    <a:lnTo>
                      <a:pt x="1136" y="1673"/>
                    </a:lnTo>
                    <a:lnTo>
                      <a:pt x="1162" y="1630"/>
                    </a:lnTo>
                    <a:lnTo>
                      <a:pt x="1173" y="1608"/>
                    </a:lnTo>
                    <a:lnTo>
                      <a:pt x="1183" y="1584"/>
                    </a:lnTo>
                    <a:lnTo>
                      <a:pt x="1200" y="1539"/>
                    </a:lnTo>
                    <a:lnTo>
                      <a:pt x="1216" y="1499"/>
                    </a:lnTo>
                    <a:lnTo>
                      <a:pt x="1229" y="1462"/>
                    </a:lnTo>
                    <a:lnTo>
                      <a:pt x="1242" y="1430"/>
                    </a:lnTo>
                    <a:lnTo>
                      <a:pt x="1251" y="1400"/>
                    </a:lnTo>
                    <a:lnTo>
                      <a:pt x="1260" y="1372"/>
                    </a:lnTo>
                    <a:lnTo>
                      <a:pt x="1274" y="1320"/>
                    </a:lnTo>
                    <a:lnTo>
                      <a:pt x="1282" y="1267"/>
                    </a:lnTo>
                    <a:lnTo>
                      <a:pt x="1286" y="1240"/>
                    </a:lnTo>
                    <a:lnTo>
                      <a:pt x="1288" y="1210"/>
                    </a:lnTo>
                    <a:lnTo>
                      <a:pt x="1290" y="1176"/>
                    </a:lnTo>
                    <a:lnTo>
                      <a:pt x="1293" y="1139"/>
                    </a:lnTo>
                    <a:lnTo>
                      <a:pt x="1294" y="1099"/>
                    </a:lnTo>
                    <a:lnTo>
                      <a:pt x="1295" y="1053"/>
                    </a:lnTo>
                    <a:lnTo>
                      <a:pt x="1298" y="959"/>
                    </a:lnTo>
                    <a:lnTo>
                      <a:pt x="1303" y="911"/>
                    </a:lnTo>
                    <a:lnTo>
                      <a:pt x="1310" y="866"/>
                    </a:lnTo>
                    <a:lnTo>
                      <a:pt x="1314" y="846"/>
                    </a:lnTo>
                    <a:lnTo>
                      <a:pt x="1320" y="826"/>
                    </a:lnTo>
                    <a:lnTo>
                      <a:pt x="1327" y="809"/>
                    </a:lnTo>
                    <a:lnTo>
                      <a:pt x="1335" y="793"/>
                    </a:lnTo>
                    <a:lnTo>
                      <a:pt x="1345" y="778"/>
                    </a:lnTo>
                    <a:lnTo>
                      <a:pt x="1356" y="766"/>
                    </a:lnTo>
                    <a:lnTo>
                      <a:pt x="1369" y="757"/>
                    </a:lnTo>
                    <a:lnTo>
                      <a:pt x="1384" y="750"/>
                    </a:lnTo>
                    <a:lnTo>
                      <a:pt x="1401" y="744"/>
                    </a:lnTo>
                    <a:lnTo>
                      <a:pt x="1420" y="742"/>
                    </a:lnTo>
                    <a:lnTo>
                      <a:pt x="1439" y="741"/>
                    </a:lnTo>
                    <a:lnTo>
                      <a:pt x="1460" y="741"/>
                    </a:lnTo>
                    <a:lnTo>
                      <a:pt x="1501" y="745"/>
                    </a:lnTo>
                    <a:lnTo>
                      <a:pt x="1544" y="753"/>
                    </a:lnTo>
                    <a:lnTo>
                      <a:pt x="1628" y="777"/>
                    </a:lnTo>
                    <a:lnTo>
                      <a:pt x="1668" y="788"/>
                    </a:lnTo>
                    <a:lnTo>
                      <a:pt x="1706" y="797"/>
                    </a:lnTo>
                    <a:lnTo>
                      <a:pt x="1718" y="800"/>
                    </a:lnTo>
                    <a:lnTo>
                      <a:pt x="1731" y="802"/>
                    </a:lnTo>
                    <a:lnTo>
                      <a:pt x="1746" y="805"/>
                    </a:lnTo>
                    <a:lnTo>
                      <a:pt x="1765" y="809"/>
                    </a:lnTo>
                    <a:lnTo>
                      <a:pt x="1786" y="812"/>
                    </a:lnTo>
                    <a:lnTo>
                      <a:pt x="1807" y="817"/>
                    </a:lnTo>
                    <a:lnTo>
                      <a:pt x="1833" y="820"/>
                    </a:lnTo>
                    <a:lnTo>
                      <a:pt x="1859" y="825"/>
                    </a:lnTo>
                    <a:lnTo>
                      <a:pt x="1887" y="830"/>
                    </a:lnTo>
                    <a:lnTo>
                      <a:pt x="1918" y="834"/>
                    </a:lnTo>
                    <a:lnTo>
                      <a:pt x="1982" y="843"/>
                    </a:lnTo>
                    <a:lnTo>
                      <a:pt x="2055" y="851"/>
                    </a:lnTo>
                    <a:lnTo>
                      <a:pt x="2132" y="859"/>
                    </a:lnTo>
                    <a:lnTo>
                      <a:pt x="2216" y="868"/>
                    </a:lnTo>
                    <a:lnTo>
                      <a:pt x="2304" y="873"/>
                    </a:lnTo>
                    <a:lnTo>
                      <a:pt x="2396" y="878"/>
                    </a:lnTo>
                    <a:lnTo>
                      <a:pt x="2490" y="880"/>
                    </a:lnTo>
                    <a:lnTo>
                      <a:pt x="2590" y="880"/>
                    </a:lnTo>
                    <a:lnTo>
                      <a:pt x="2691" y="878"/>
                    </a:lnTo>
                    <a:lnTo>
                      <a:pt x="2793" y="873"/>
                    </a:lnTo>
                    <a:lnTo>
                      <a:pt x="2897" y="864"/>
                    </a:lnTo>
                    <a:lnTo>
                      <a:pt x="3002" y="853"/>
                    </a:lnTo>
                    <a:lnTo>
                      <a:pt x="3108" y="836"/>
                    </a:lnTo>
                    <a:lnTo>
                      <a:pt x="3213" y="816"/>
                    </a:lnTo>
                    <a:lnTo>
                      <a:pt x="3316" y="790"/>
                    </a:lnTo>
                    <a:lnTo>
                      <a:pt x="3418" y="760"/>
                    </a:lnTo>
                    <a:lnTo>
                      <a:pt x="3518" y="725"/>
                    </a:lnTo>
                    <a:lnTo>
                      <a:pt x="3568" y="704"/>
                    </a:lnTo>
                    <a:lnTo>
                      <a:pt x="3616" y="683"/>
                    </a:lnTo>
                    <a:lnTo>
                      <a:pt x="3663" y="660"/>
                    </a:lnTo>
                    <a:lnTo>
                      <a:pt x="3709" y="636"/>
                    </a:lnTo>
                    <a:lnTo>
                      <a:pt x="3755" y="609"/>
                    </a:lnTo>
                    <a:lnTo>
                      <a:pt x="3800" y="582"/>
                    </a:lnTo>
                    <a:lnTo>
                      <a:pt x="3844" y="553"/>
                    </a:lnTo>
                    <a:lnTo>
                      <a:pt x="3885" y="522"/>
                    </a:lnTo>
                    <a:lnTo>
                      <a:pt x="3927" y="490"/>
                    </a:lnTo>
                    <a:lnTo>
                      <a:pt x="3967" y="455"/>
                    </a:lnTo>
                    <a:lnTo>
                      <a:pt x="4005" y="418"/>
                    </a:lnTo>
                    <a:lnTo>
                      <a:pt x="4042" y="380"/>
                    </a:lnTo>
                    <a:lnTo>
                      <a:pt x="4078" y="340"/>
                    </a:lnTo>
                    <a:lnTo>
                      <a:pt x="4112" y="297"/>
                    </a:lnTo>
                    <a:lnTo>
                      <a:pt x="4145" y="253"/>
                    </a:lnTo>
                    <a:lnTo>
                      <a:pt x="4175" y="206"/>
                    </a:lnTo>
                    <a:lnTo>
                      <a:pt x="4203" y="158"/>
                    </a:lnTo>
                    <a:lnTo>
                      <a:pt x="4230" y="108"/>
                    </a:lnTo>
                    <a:lnTo>
                      <a:pt x="4255" y="55"/>
                    </a:lnTo>
                    <a:lnTo>
                      <a:pt x="4278" y="0"/>
                    </a:lnTo>
                    <a:lnTo>
                      <a:pt x="4271" y="75"/>
                    </a:lnTo>
                    <a:lnTo>
                      <a:pt x="4263" y="149"/>
                    </a:lnTo>
                    <a:lnTo>
                      <a:pt x="4253" y="222"/>
                    </a:lnTo>
                    <a:lnTo>
                      <a:pt x="4241" y="295"/>
                    </a:lnTo>
                    <a:lnTo>
                      <a:pt x="4229" y="368"/>
                    </a:lnTo>
                    <a:lnTo>
                      <a:pt x="4214" y="440"/>
                    </a:lnTo>
                    <a:lnTo>
                      <a:pt x="4196" y="510"/>
                    </a:lnTo>
                    <a:lnTo>
                      <a:pt x="4179" y="582"/>
                    </a:lnTo>
                    <a:lnTo>
                      <a:pt x="4160" y="651"/>
                    </a:lnTo>
                    <a:lnTo>
                      <a:pt x="4138" y="721"/>
                    </a:lnTo>
                    <a:lnTo>
                      <a:pt x="4116" y="789"/>
                    </a:lnTo>
                    <a:lnTo>
                      <a:pt x="4092" y="857"/>
                    </a:lnTo>
                    <a:lnTo>
                      <a:pt x="4066" y="924"/>
                    </a:lnTo>
                    <a:lnTo>
                      <a:pt x="4039" y="991"/>
                    </a:lnTo>
                    <a:lnTo>
                      <a:pt x="4010" y="1055"/>
                    </a:lnTo>
                    <a:lnTo>
                      <a:pt x="3980" y="1120"/>
                    </a:lnTo>
                    <a:lnTo>
                      <a:pt x="3949" y="1184"/>
                    </a:lnTo>
                    <a:lnTo>
                      <a:pt x="3917" y="1248"/>
                    </a:lnTo>
                    <a:lnTo>
                      <a:pt x="3847" y="1371"/>
                    </a:lnTo>
                    <a:lnTo>
                      <a:pt x="3773" y="1490"/>
                    </a:lnTo>
                    <a:lnTo>
                      <a:pt x="3693" y="1606"/>
                    </a:lnTo>
                    <a:lnTo>
                      <a:pt x="3609" y="1718"/>
                    </a:lnTo>
                    <a:lnTo>
                      <a:pt x="3519" y="1825"/>
                    </a:lnTo>
                    <a:lnTo>
                      <a:pt x="3426" y="1929"/>
                    </a:lnTo>
                    <a:lnTo>
                      <a:pt x="3328" y="2028"/>
                    </a:lnTo>
                    <a:lnTo>
                      <a:pt x="3225" y="2121"/>
                    </a:lnTo>
                    <a:lnTo>
                      <a:pt x="3118" y="2211"/>
                    </a:lnTo>
                    <a:lnTo>
                      <a:pt x="3008" y="2295"/>
                    </a:lnTo>
                    <a:lnTo>
                      <a:pt x="2894" y="2373"/>
                    </a:lnTo>
                    <a:lnTo>
                      <a:pt x="2835" y="2411"/>
                    </a:lnTo>
                    <a:lnTo>
                      <a:pt x="2776" y="2447"/>
                    </a:lnTo>
                    <a:lnTo>
                      <a:pt x="2715" y="2482"/>
                    </a:lnTo>
                    <a:lnTo>
                      <a:pt x="2654" y="2515"/>
                    </a:lnTo>
                    <a:lnTo>
                      <a:pt x="2593" y="2547"/>
                    </a:lnTo>
                    <a:lnTo>
                      <a:pt x="2530" y="2578"/>
                    </a:lnTo>
                    <a:lnTo>
                      <a:pt x="2466" y="2607"/>
                    </a:lnTo>
                    <a:lnTo>
                      <a:pt x="2402" y="2635"/>
                    </a:lnTo>
                    <a:lnTo>
                      <a:pt x="2337" y="2660"/>
                    </a:lnTo>
                    <a:lnTo>
                      <a:pt x="2272" y="2685"/>
                    </a:lnTo>
                    <a:lnTo>
                      <a:pt x="2205" y="2708"/>
                    </a:lnTo>
                    <a:lnTo>
                      <a:pt x="2138" y="2729"/>
                    </a:lnTo>
                    <a:lnTo>
                      <a:pt x="2070" y="2749"/>
                    </a:lnTo>
                    <a:lnTo>
                      <a:pt x="2002" y="2767"/>
                    </a:lnTo>
                    <a:lnTo>
                      <a:pt x="1933" y="2783"/>
                    </a:lnTo>
                    <a:lnTo>
                      <a:pt x="1864" y="2798"/>
                    </a:lnTo>
                    <a:lnTo>
                      <a:pt x="1794" y="2812"/>
                    </a:lnTo>
                    <a:lnTo>
                      <a:pt x="1722" y="2824"/>
                    </a:lnTo>
                    <a:lnTo>
                      <a:pt x="1652" y="2833"/>
                    </a:lnTo>
                    <a:lnTo>
                      <a:pt x="1579" y="2841"/>
                    </a:lnTo>
                    <a:lnTo>
                      <a:pt x="1508" y="2848"/>
                    </a:lnTo>
                    <a:lnTo>
                      <a:pt x="1434" y="2852"/>
                    </a:lnTo>
                    <a:lnTo>
                      <a:pt x="1362" y="2855"/>
                    </a:lnTo>
                    <a:lnTo>
                      <a:pt x="1288" y="2856"/>
                    </a:lnTo>
                    <a:close/>
                  </a:path>
                </a:pathLst>
              </a:custGeom>
              <a:solidFill>
                <a:srgbClr val="00936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73" name="Freeform 99"/>
              <p:cNvSpPr>
                <a:spLocks/>
              </p:cNvSpPr>
              <p:nvPr/>
            </p:nvSpPr>
            <p:spPr bwMode="auto">
              <a:xfrm>
                <a:off x="673" y="197"/>
                <a:ext cx="1832" cy="2371"/>
              </a:xfrm>
              <a:custGeom>
                <a:avLst/>
                <a:gdLst>
                  <a:gd name="T0" fmla="*/ 3410 w 3664"/>
                  <a:gd name="T1" fmla="*/ 32 h 4743"/>
                  <a:gd name="T2" fmla="*/ 3110 w 3664"/>
                  <a:gd name="T3" fmla="*/ 47 h 4743"/>
                  <a:gd name="T4" fmla="*/ 2854 w 3664"/>
                  <a:gd name="T5" fmla="*/ 107 h 4743"/>
                  <a:gd name="T6" fmla="*/ 2638 w 3664"/>
                  <a:gd name="T7" fmla="*/ 209 h 4743"/>
                  <a:gd name="T8" fmla="*/ 2459 w 3664"/>
                  <a:gd name="T9" fmla="*/ 347 h 4743"/>
                  <a:gd name="T10" fmla="*/ 2317 w 3664"/>
                  <a:gd name="T11" fmla="*/ 516 h 4743"/>
                  <a:gd name="T12" fmla="*/ 2205 w 3664"/>
                  <a:gd name="T13" fmla="*/ 712 h 4743"/>
                  <a:gd name="T14" fmla="*/ 2123 w 3664"/>
                  <a:gd name="T15" fmla="*/ 931 h 4743"/>
                  <a:gd name="T16" fmla="*/ 2069 w 3664"/>
                  <a:gd name="T17" fmla="*/ 1167 h 4743"/>
                  <a:gd name="T18" fmla="*/ 2029 w 3664"/>
                  <a:gd name="T19" fmla="*/ 1607 h 4743"/>
                  <a:gd name="T20" fmla="*/ 2056 w 3664"/>
                  <a:gd name="T21" fmla="*/ 2126 h 4743"/>
                  <a:gd name="T22" fmla="*/ 2140 w 3664"/>
                  <a:gd name="T23" fmla="*/ 2623 h 4743"/>
                  <a:gd name="T24" fmla="*/ 2246 w 3664"/>
                  <a:gd name="T25" fmla="*/ 3023 h 4743"/>
                  <a:gd name="T26" fmla="*/ 2291 w 3664"/>
                  <a:gd name="T27" fmla="*/ 3210 h 4743"/>
                  <a:gd name="T28" fmla="*/ 2292 w 3664"/>
                  <a:gd name="T29" fmla="*/ 3287 h 4743"/>
                  <a:gd name="T30" fmla="*/ 2250 w 3664"/>
                  <a:gd name="T31" fmla="*/ 3344 h 4743"/>
                  <a:gd name="T32" fmla="*/ 2113 w 3664"/>
                  <a:gd name="T33" fmla="*/ 3388 h 4743"/>
                  <a:gd name="T34" fmla="*/ 1857 w 3664"/>
                  <a:gd name="T35" fmla="*/ 3393 h 4743"/>
                  <a:gd name="T36" fmla="*/ 1637 w 3664"/>
                  <a:gd name="T37" fmla="*/ 3389 h 4743"/>
                  <a:gd name="T38" fmla="*/ 1450 w 3664"/>
                  <a:gd name="T39" fmla="*/ 3435 h 4743"/>
                  <a:gd name="T40" fmla="*/ 1278 w 3664"/>
                  <a:gd name="T41" fmla="*/ 3511 h 4743"/>
                  <a:gd name="T42" fmla="*/ 1151 w 3664"/>
                  <a:gd name="T43" fmla="*/ 3600 h 4743"/>
                  <a:gd name="T44" fmla="*/ 1060 w 3664"/>
                  <a:gd name="T45" fmla="*/ 3681 h 4743"/>
                  <a:gd name="T46" fmla="*/ 972 w 3664"/>
                  <a:gd name="T47" fmla="*/ 3798 h 4743"/>
                  <a:gd name="T48" fmla="*/ 877 w 3664"/>
                  <a:gd name="T49" fmla="*/ 3958 h 4743"/>
                  <a:gd name="T50" fmla="*/ 766 w 3664"/>
                  <a:gd name="T51" fmla="*/ 4052 h 4743"/>
                  <a:gd name="T52" fmla="*/ 665 w 3664"/>
                  <a:gd name="T53" fmla="*/ 4075 h 4743"/>
                  <a:gd name="T54" fmla="*/ 539 w 3664"/>
                  <a:gd name="T55" fmla="*/ 4078 h 4743"/>
                  <a:gd name="T56" fmla="*/ 432 w 3664"/>
                  <a:gd name="T57" fmla="*/ 4102 h 4743"/>
                  <a:gd name="T58" fmla="*/ 356 w 3664"/>
                  <a:gd name="T59" fmla="*/ 4148 h 4743"/>
                  <a:gd name="T60" fmla="*/ 310 w 3664"/>
                  <a:gd name="T61" fmla="*/ 4216 h 4743"/>
                  <a:gd name="T62" fmla="*/ 296 w 3664"/>
                  <a:gd name="T63" fmla="*/ 4306 h 4743"/>
                  <a:gd name="T64" fmla="*/ 313 w 3664"/>
                  <a:gd name="T65" fmla="*/ 4417 h 4743"/>
                  <a:gd name="T66" fmla="*/ 362 w 3664"/>
                  <a:gd name="T67" fmla="*/ 4548 h 4743"/>
                  <a:gd name="T68" fmla="*/ 441 w 3664"/>
                  <a:gd name="T69" fmla="*/ 4701 h 4743"/>
                  <a:gd name="T70" fmla="*/ 295 w 3664"/>
                  <a:gd name="T71" fmla="*/ 4426 h 4743"/>
                  <a:gd name="T72" fmla="*/ 123 w 3664"/>
                  <a:gd name="T73" fmla="*/ 3972 h 4743"/>
                  <a:gd name="T74" fmla="*/ 24 w 3664"/>
                  <a:gd name="T75" fmla="*/ 3487 h 4743"/>
                  <a:gd name="T76" fmla="*/ 2 w 3664"/>
                  <a:gd name="T77" fmla="*/ 2978 h 4743"/>
                  <a:gd name="T78" fmla="*/ 63 w 3664"/>
                  <a:gd name="T79" fmla="*/ 2480 h 4743"/>
                  <a:gd name="T80" fmla="*/ 200 w 3664"/>
                  <a:gd name="T81" fmla="*/ 2009 h 4743"/>
                  <a:gd name="T82" fmla="*/ 406 w 3664"/>
                  <a:gd name="T83" fmla="*/ 1574 h 4743"/>
                  <a:gd name="T84" fmla="*/ 673 w 3664"/>
                  <a:gd name="T85" fmla="*/ 1177 h 4743"/>
                  <a:gd name="T86" fmla="*/ 996 w 3664"/>
                  <a:gd name="T87" fmla="*/ 828 h 4743"/>
                  <a:gd name="T88" fmla="*/ 1371 w 3664"/>
                  <a:gd name="T89" fmla="*/ 531 h 4743"/>
                  <a:gd name="T90" fmla="*/ 1788 w 3664"/>
                  <a:gd name="T91" fmla="*/ 294 h 4743"/>
                  <a:gd name="T92" fmla="*/ 2242 w 3664"/>
                  <a:gd name="T93" fmla="*/ 122 h 4743"/>
                  <a:gd name="T94" fmla="*/ 2727 w 3664"/>
                  <a:gd name="T95" fmla="*/ 23 h 4743"/>
                  <a:gd name="T96" fmla="*/ 3179 w 3664"/>
                  <a:gd name="T97" fmla="*/ 1 h 4743"/>
                  <a:gd name="T98" fmla="*/ 3459 w 3664"/>
                  <a:gd name="T99" fmla="*/ 22 h 47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3664" h="4743">
                    <a:moveTo>
                      <a:pt x="3664" y="54"/>
                    </a:moveTo>
                    <a:lnTo>
                      <a:pt x="3577" y="44"/>
                    </a:lnTo>
                    <a:lnTo>
                      <a:pt x="3491" y="36"/>
                    </a:lnTo>
                    <a:lnTo>
                      <a:pt x="3410" y="32"/>
                    </a:lnTo>
                    <a:lnTo>
                      <a:pt x="3331" y="31"/>
                    </a:lnTo>
                    <a:lnTo>
                      <a:pt x="3255" y="33"/>
                    </a:lnTo>
                    <a:lnTo>
                      <a:pt x="3182" y="38"/>
                    </a:lnTo>
                    <a:lnTo>
                      <a:pt x="3110" y="47"/>
                    </a:lnTo>
                    <a:lnTo>
                      <a:pt x="3042" y="58"/>
                    </a:lnTo>
                    <a:lnTo>
                      <a:pt x="2978" y="71"/>
                    </a:lnTo>
                    <a:lnTo>
                      <a:pt x="2914" y="88"/>
                    </a:lnTo>
                    <a:lnTo>
                      <a:pt x="2854" y="107"/>
                    </a:lnTo>
                    <a:lnTo>
                      <a:pt x="2797" y="129"/>
                    </a:lnTo>
                    <a:lnTo>
                      <a:pt x="2742" y="153"/>
                    </a:lnTo>
                    <a:lnTo>
                      <a:pt x="2689" y="180"/>
                    </a:lnTo>
                    <a:lnTo>
                      <a:pt x="2638" y="209"/>
                    </a:lnTo>
                    <a:lnTo>
                      <a:pt x="2591" y="240"/>
                    </a:lnTo>
                    <a:lnTo>
                      <a:pt x="2545" y="273"/>
                    </a:lnTo>
                    <a:lnTo>
                      <a:pt x="2501" y="309"/>
                    </a:lnTo>
                    <a:lnTo>
                      <a:pt x="2459" y="347"/>
                    </a:lnTo>
                    <a:lnTo>
                      <a:pt x="2421" y="386"/>
                    </a:lnTo>
                    <a:lnTo>
                      <a:pt x="2385" y="427"/>
                    </a:lnTo>
                    <a:lnTo>
                      <a:pt x="2349" y="471"/>
                    </a:lnTo>
                    <a:lnTo>
                      <a:pt x="2317" y="516"/>
                    </a:lnTo>
                    <a:lnTo>
                      <a:pt x="2285" y="563"/>
                    </a:lnTo>
                    <a:lnTo>
                      <a:pt x="2257" y="612"/>
                    </a:lnTo>
                    <a:lnTo>
                      <a:pt x="2230" y="661"/>
                    </a:lnTo>
                    <a:lnTo>
                      <a:pt x="2205" y="712"/>
                    </a:lnTo>
                    <a:lnTo>
                      <a:pt x="2182" y="765"/>
                    </a:lnTo>
                    <a:lnTo>
                      <a:pt x="2161" y="819"/>
                    </a:lnTo>
                    <a:lnTo>
                      <a:pt x="2141" y="874"/>
                    </a:lnTo>
                    <a:lnTo>
                      <a:pt x="2123" y="931"/>
                    </a:lnTo>
                    <a:lnTo>
                      <a:pt x="2107" y="988"/>
                    </a:lnTo>
                    <a:lnTo>
                      <a:pt x="2093" y="1047"/>
                    </a:lnTo>
                    <a:lnTo>
                      <a:pt x="2079" y="1107"/>
                    </a:lnTo>
                    <a:lnTo>
                      <a:pt x="2069" y="1167"/>
                    </a:lnTo>
                    <a:lnTo>
                      <a:pt x="2059" y="1228"/>
                    </a:lnTo>
                    <a:lnTo>
                      <a:pt x="2044" y="1353"/>
                    </a:lnTo>
                    <a:lnTo>
                      <a:pt x="2033" y="1479"/>
                    </a:lnTo>
                    <a:lnTo>
                      <a:pt x="2029" y="1607"/>
                    </a:lnTo>
                    <a:lnTo>
                      <a:pt x="2030" y="1737"/>
                    </a:lnTo>
                    <a:lnTo>
                      <a:pt x="2034" y="1867"/>
                    </a:lnTo>
                    <a:lnTo>
                      <a:pt x="2044" y="1997"/>
                    </a:lnTo>
                    <a:lnTo>
                      <a:pt x="2056" y="2126"/>
                    </a:lnTo>
                    <a:lnTo>
                      <a:pt x="2073" y="2253"/>
                    </a:lnTo>
                    <a:lnTo>
                      <a:pt x="2093" y="2380"/>
                    </a:lnTo>
                    <a:lnTo>
                      <a:pt x="2115" y="2503"/>
                    </a:lnTo>
                    <a:lnTo>
                      <a:pt x="2140" y="2623"/>
                    </a:lnTo>
                    <a:lnTo>
                      <a:pt x="2168" y="2741"/>
                    </a:lnTo>
                    <a:lnTo>
                      <a:pt x="2197" y="2854"/>
                    </a:lnTo>
                    <a:lnTo>
                      <a:pt x="2228" y="2961"/>
                    </a:lnTo>
                    <a:lnTo>
                      <a:pt x="2246" y="3023"/>
                    </a:lnTo>
                    <a:lnTo>
                      <a:pt x="2262" y="3082"/>
                    </a:lnTo>
                    <a:lnTo>
                      <a:pt x="2276" y="3136"/>
                    </a:lnTo>
                    <a:lnTo>
                      <a:pt x="2288" y="3187"/>
                    </a:lnTo>
                    <a:lnTo>
                      <a:pt x="2291" y="3210"/>
                    </a:lnTo>
                    <a:lnTo>
                      <a:pt x="2294" y="3231"/>
                    </a:lnTo>
                    <a:lnTo>
                      <a:pt x="2295" y="3251"/>
                    </a:lnTo>
                    <a:lnTo>
                      <a:pt x="2295" y="3270"/>
                    </a:lnTo>
                    <a:lnTo>
                      <a:pt x="2292" y="3287"/>
                    </a:lnTo>
                    <a:lnTo>
                      <a:pt x="2283" y="3314"/>
                    </a:lnTo>
                    <a:lnTo>
                      <a:pt x="2275" y="3325"/>
                    </a:lnTo>
                    <a:lnTo>
                      <a:pt x="2264" y="3335"/>
                    </a:lnTo>
                    <a:lnTo>
                      <a:pt x="2250" y="3344"/>
                    </a:lnTo>
                    <a:lnTo>
                      <a:pt x="2216" y="3359"/>
                    </a:lnTo>
                    <a:lnTo>
                      <a:pt x="2182" y="3371"/>
                    </a:lnTo>
                    <a:lnTo>
                      <a:pt x="2150" y="3380"/>
                    </a:lnTo>
                    <a:lnTo>
                      <a:pt x="2113" y="3388"/>
                    </a:lnTo>
                    <a:lnTo>
                      <a:pt x="2077" y="3395"/>
                    </a:lnTo>
                    <a:lnTo>
                      <a:pt x="2003" y="3400"/>
                    </a:lnTo>
                    <a:lnTo>
                      <a:pt x="1931" y="3397"/>
                    </a:lnTo>
                    <a:lnTo>
                      <a:pt x="1857" y="3393"/>
                    </a:lnTo>
                    <a:lnTo>
                      <a:pt x="1783" y="3387"/>
                    </a:lnTo>
                    <a:lnTo>
                      <a:pt x="1711" y="3386"/>
                    </a:lnTo>
                    <a:lnTo>
                      <a:pt x="1674" y="3386"/>
                    </a:lnTo>
                    <a:lnTo>
                      <a:pt x="1637" y="3389"/>
                    </a:lnTo>
                    <a:lnTo>
                      <a:pt x="1601" y="3395"/>
                    </a:lnTo>
                    <a:lnTo>
                      <a:pt x="1564" y="3403"/>
                    </a:lnTo>
                    <a:lnTo>
                      <a:pt x="1507" y="3419"/>
                    </a:lnTo>
                    <a:lnTo>
                      <a:pt x="1450" y="3435"/>
                    </a:lnTo>
                    <a:lnTo>
                      <a:pt x="1393" y="3455"/>
                    </a:lnTo>
                    <a:lnTo>
                      <a:pt x="1336" y="3480"/>
                    </a:lnTo>
                    <a:lnTo>
                      <a:pt x="1306" y="3494"/>
                    </a:lnTo>
                    <a:lnTo>
                      <a:pt x="1278" y="3511"/>
                    </a:lnTo>
                    <a:lnTo>
                      <a:pt x="1246" y="3530"/>
                    </a:lnTo>
                    <a:lnTo>
                      <a:pt x="1215" y="3551"/>
                    </a:lnTo>
                    <a:lnTo>
                      <a:pt x="1184" y="3575"/>
                    </a:lnTo>
                    <a:lnTo>
                      <a:pt x="1151" y="3600"/>
                    </a:lnTo>
                    <a:lnTo>
                      <a:pt x="1117" y="3630"/>
                    </a:lnTo>
                    <a:lnTo>
                      <a:pt x="1082" y="3662"/>
                    </a:lnTo>
                    <a:lnTo>
                      <a:pt x="1071" y="3672"/>
                    </a:lnTo>
                    <a:lnTo>
                      <a:pt x="1060" y="3681"/>
                    </a:lnTo>
                    <a:lnTo>
                      <a:pt x="1034" y="3707"/>
                    </a:lnTo>
                    <a:lnTo>
                      <a:pt x="1013" y="3735"/>
                    </a:lnTo>
                    <a:lnTo>
                      <a:pt x="992" y="3766"/>
                    </a:lnTo>
                    <a:lnTo>
                      <a:pt x="972" y="3798"/>
                    </a:lnTo>
                    <a:lnTo>
                      <a:pt x="954" y="3831"/>
                    </a:lnTo>
                    <a:lnTo>
                      <a:pt x="935" y="3864"/>
                    </a:lnTo>
                    <a:lnTo>
                      <a:pt x="897" y="3928"/>
                    </a:lnTo>
                    <a:lnTo>
                      <a:pt x="877" y="3958"/>
                    </a:lnTo>
                    <a:lnTo>
                      <a:pt x="854" y="3986"/>
                    </a:lnTo>
                    <a:lnTo>
                      <a:pt x="828" y="4011"/>
                    </a:lnTo>
                    <a:lnTo>
                      <a:pt x="799" y="4033"/>
                    </a:lnTo>
                    <a:lnTo>
                      <a:pt x="766" y="4052"/>
                    </a:lnTo>
                    <a:lnTo>
                      <a:pt x="729" y="4064"/>
                    </a:lnTo>
                    <a:lnTo>
                      <a:pt x="710" y="4069"/>
                    </a:lnTo>
                    <a:lnTo>
                      <a:pt x="688" y="4072"/>
                    </a:lnTo>
                    <a:lnTo>
                      <a:pt x="665" y="4075"/>
                    </a:lnTo>
                    <a:lnTo>
                      <a:pt x="641" y="4075"/>
                    </a:lnTo>
                    <a:lnTo>
                      <a:pt x="605" y="4075"/>
                    </a:lnTo>
                    <a:lnTo>
                      <a:pt x="571" y="4076"/>
                    </a:lnTo>
                    <a:lnTo>
                      <a:pt x="539" y="4078"/>
                    </a:lnTo>
                    <a:lnTo>
                      <a:pt x="509" y="4083"/>
                    </a:lnTo>
                    <a:lnTo>
                      <a:pt x="482" y="4089"/>
                    </a:lnTo>
                    <a:lnTo>
                      <a:pt x="456" y="4094"/>
                    </a:lnTo>
                    <a:lnTo>
                      <a:pt x="432" y="4102"/>
                    </a:lnTo>
                    <a:lnTo>
                      <a:pt x="410" y="4113"/>
                    </a:lnTo>
                    <a:lnTo>
                      <a:pt x="389" y="4123"/>
                    </a:lnTo>
                    <a:lnTo>
                      <a:pt x="372" y="4136"/>
                    </a:lnTo>
                    <a:lnTo>
                      <a:pt x="356" y="4148"/>
                    </a:lnTo>
                    <a:lnTo>
                      <a:pt x="341" y="4163"/>
                    </a:lnTo>
                    <a:lnTo>
                      <a:pt x="330" y="4180"/>
                    </a:lnTo>
                    <a:lnTo>
                      <a:pt x="319" y="4198"/>
                    </a:lnTo>
                    <a:lnTo>
                      <a:pt x="310" y="4216"/>
                    </a:lnTo>
                    <a:lnTo>
                      <a:pt x="304" y="4237"/>
                    </a:lnTo>
                    <a:lnTo>
                      <a:pt x="300" y="4259"/>
                    </a:lnTo>
                    <a:lnTo>
                      <a:pt x="297" y="4281"/>
                    </a:lnTo>
                    <a:lnTo>
                      <a:pt x="296" y="4306"/>
                    </a:lnTo>
                    <a:lnTo>
                      <a:pt x="297" y="4332"/>
                    </a:lnTo>
                    <a:lnTo>
                      <a:pt x="301" y="4358"/>
                    </a:lnTo>
                    <a:lnTo>
                      <a:pt x="306" y="4387"/>
                    </a:lnTo>
                    <a:lnTo>
                      <a:pt x="313" y="4417"/>
                    </a:lnTo>
                    <a:lnTo>
                      <a:pt x="323" y="4447"/>
                    </a:lnTo>
                    <a:lnTo>
                      <a:pt x="334" y="4479"/>
                    </a:lnTo>
                    <a:lnTo>
                      <a:pt x="347" y="4514"/>
                    </a:lnTo>
                    <a:lnTo>
                      <a:pt x="362" y="4548"/>
                    </a:lnTo>
                    <a:lnTo>
                      <a:pt x="379" y="4585"/>
                    </a:lnTo>
                    <a:lnTo>
                      <a:pt x="397" y="4622"/>
                    </a:lnTo>
                    <a:lnTo>
                      <a:pt x="419" y="4661"/>
                    </a:lnTo>
                    <a:lnTo>
                      <a:pt x="441" y="4701"/>
                    </a:lnTo>
                    <a:lnTo>
                      <a:pt x="467" y="4743"/>
                    </a:lnTo>
                    <a:lnTo>
                      <a:pt x="406" y="4640"/>
                    </a:lnTo>
                    <a:lnTo>
                      <a:pt x="348" y="4534"/>
                    </a:lnTo>
                    <a:lnTo>
                      <a:pt x="295" y="4426"/>
                    </a:lnTo>
                    <a:lnTo>
                      <a:pt x="245" y="4316"/>
                    </a:lnTo>
                    <a:lnTo>
                      <a:pt x="200" y="4204"/>
                    </a:lnTo>
                    <a:lnTo>
                      <a:pt x="159" y="4089"/>
                    </a:lnTo>
                    <a:lnTo>
                      <a:pt x="123" y="3972"/>
                    </a:lnTo>
                    <a:lnTo>
                      <a:pt x="91" y="3854"/>
                    </a:lnTo>
                    <a:lnTo>
                      <a:pt x="63" y="3733"/>
                    </a:lnTo>
                    <a:lnTo>
                      <a:pt x="42" y="3610"/>
                    </a:lnTo>
                    <a:lnTo>
                      <a:pt x="24" y="3487"/>
                    </a:lnTo>
                    <a:lnTo>
                      <a:pt x="10" y="3362"/>
                    </a:lnTo>
                    <a:lnTo>
                      <a:pt x="2" y="3234"/>
                    </a:lnTo>
                    <a:lnTo>
                      <a:pt x="0" y="3106"/>
                    </a:lnTo>
                    <a:lnTo>
                      <a:pt x="2" y="2978"/>
                    </a:lnTo>
                    <a:lnTo>
                      <a:pt x="10" y="2852"/>
                    </a:lnTo>
                    <a:lnTo>
                      <a:pt x="24" y="2727"/>
                    </a:lnTo>
                    <a:lnTo>
                      <a:pt x="42" y="2602"/>
                    </a:lnTo>
                    <a:lnTo>
                      <a:pt x="63" y="2480"/>
                    </a:lnTo>
                    <a:lnTo>
                      <a:pt x="91" y="2361"/>
                    </a:lnTo>
                    <a:lnTo>
                      <a:pt x="123" y="2241"/>
                    </a:lnTo>
                    <a:lnTo>
                      <a:pt x="159" y="2124"/>
                    </a:lnTo>
                    <a:lnTo>
                      <a:pt x="200" y="2009"/>
                    </a:lnTo>
                    <a:lnTo>
                      <a:pt x="245" y="1897"/>
                    </a:lnTo>
                    <a:lnTo>
                      <a:pt x="295" y="1787"/>
                    </a:lnTo>
                    <a:lnTo>
                      <a:pt x="348" y="1680"/>
                    </a:lnTo>
                    <a:lnTo>
                      <a:pt x="406" y="1574"/>
                    </a:lnTo>
                    <a:lnTo>
                      <a:pt x="467" y="1471"/>
                    </a:lnTo>
                    <a:lnTo>
                      <a:pt x="531" y="1370"/>
                    </a:lnTo>
                    <a:lnTo>
                      <a:pt x="600" y="1272"/>
                    </a:lnTo>
                    <a:lnTo>
                      <a:pt x="673" y="1177"/>
                    </a:lnTo>
                    <a:lnTo>
                      <a:pt x="749" y="1085"/>
                    </a:lnTo>
                    <a:lnTo>
                      <a:pt x="828" y="997"/>
                    </a:lnTo>
                    <a:lnTo>
                      <a:pt x="910" y="910"/>
                    </a:lnTo>
                    <a:lnTo>
                      <a:pt x="996" y="828"/>
                    </a:lnTo>
                    <a:lnTo>
                      <a:pt x="1085" y="749"/>
                    </a:lnTo>
                    <a:lnTo>
                      <a:pt x="1177" y="673"/>
                    </a:lnTo>
                    <a:lnTo>
                      <a:pt x="1273" y="600"/>
                    </a:lnTo>
                    <a:lnTo>
                      <a:pt x="1371" y="531"/>
                    </a:lnTo>
                    <a:lnTo>
                      <a:pt x="1471" y="465"/>
                    </a:lnTo>
                    <a:lnTo>
                      <a:pt x="1574" y="404"/>
                    </a:lnTo>
                    <a:lnTo>
                      <a:pt x="1680" y="347"/>
                    </a:lnTo>
                    <a:lnTo>
                      <a:pt x="1788" y="294"/>
                    </a:lnTo>
                    <a:lnTo>
                      <a:pt x="1898" y="244"/>
                    </a:lnTo>
                    <a:lnTo>
                      <a:pt x="2010" y="199"/>
                    </a:lnTo>
                    <a:lnTo>
                      <a:pt x="2125" y="159"/>
                    </a:lnTo>
                    <a:lnTo>
                      <a:pt x="2242" y="122"/>
                    </a:lnTo>
                    <a:lnTo>
                      <a:pt x="2360" y="91"/>
                    </a:lnTo>
                    <a:lnTo>
                      <a:pt x="2481" y="63"/>
                    </a:lnTo>
                    <a:lnTo>
                      <a:pt x="2603" y="42"/>
                    </a:lnTo>
                    <a:lnTo>
                      <a:pt x="2727" y="23"/>
                    </a:lnTo>
                    <a:lnTo>
                      <a:pt x="2852" y="10"/>
                    </a:lnTo>
                    <a:lnTo>
                      <a:pt x="2980" y="2"/>
                    </a:lnTo>
                    <a:lnTo>
                      <a:pt x="3108" y="0"/>
                    </a:lnTo>
                    <a:lnTo>
                      <a:pt x="3179" y="1"/>
                    </a:lnTo>
                    <a:lnTo>
                      <a:pt x="3250" y="4"/>
                    </a:lnTo>
                    <a:lnTo>
                      <a:pt x="3320" y="8"/>
                    </a:lnTo>
                    <a:lnTo>
                      <a:pt x="3390" y="14"/>
                    </a:lnTo>
                    <a:lnTo>
                      <a:pt x="3459" y="22"/>
                    </a:lnTo>
                    <a:lnTo>
                      <a:pt x="3528" y="31"/>
                    </a:lnTo>
                    <a:lnTo>
                      <a:pt x="3596" y="42"/>
                    </a:lnTo>
                    <a:lnTo>
                      <a:pt x="3664" y="54"/>
                    </a:lnTo>
                    <a:close/>
                  </a:path>
                </a:pathLst>
              </a:custGeom>
              <a:solidFill>
                <a:srgbClr val="00936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74" name="Freeform 100"/>
              <p:cNvSpPr>
                <a:spLocks/>
              </p:cNvSpPr>
              <p:nvPr/>
            </p:nvSpPr>
            <p:spPr bwMode="auto">
              <a:xfrm>
                <a:off x="1783" y="1961"/>
                <a:ext cx="1930" cy="1342"/>
              </a:xfrm>
              <a:custGeom>
                <a:avLst/>
                <a:gdLst>
                  <a:gd name="T0" fmla="*/ 632 w 3860"/>
                  <a:gd name="T1" fmla="*/ 2674 h 2684"/>
                  <a:gd name="T2" fmla="*/ 285 w 3860"/>
                  <a:gd name="T3" fmla="*/ 2625 h 2684"/>
                  <a:gd name="T4" fmla="*/ 0 w 3860"/>
                  <a:gd name="T5" fmla="*/ 2555 h 2684"/>
                  <a:gd name="T6" fmla="*/ 143 w 3860"/>
                  <a:gd name="T7" fmla="*/ 2587 h 2684"/>
                  <a:gd name="T8" fmla="*/ 236 w 3860"/>
                  <a:gd name="T9" fmla="*/ 2598 h 2684"/>
                  <a:gd name="T10" fmla="*/ 342 w 3860"/>
                  <a:gd name="T11" fmla="*/ 2592 h 2684"/>
                  <a:gd name="T12" fmla="*/ 425 w 3860"/>
                  <a:gd name="T13" fmla="*/ 2564 h 2684"/>
                  <a:gd name="T14" fmla="*/ 469 w 3860"/>
                  <a:gd name="T15" fmla="*/ 2534 h 2684"/>
                  <a:gd name="T16" fmla="*/ 518 w 3860"/>
                  <a:gd name="T17" fmla="*/ 2475 h 2684"/>
                  <a:gd name="T18" fmla="*/ 537 w 3860"/>
                  <a:gd name="T19" fmla="*/ 2424 h 2684"/>
                  <a:gd name="T20" fmla="*/ 541 w 3860"/>
                  <a:gd name="T21" fmla="*/ 2321 h 2684"/>
                  <a:gd name="T22" fmla="*/ 516 w 3860"/>
                  <a:gd name="T23" fmla="*/ 2186 h 2684"/>
                  <a:gd name="T24" fmla="*/ 494 w 3860"/>
                  <a:gd name="T25" fmla="*/ 2050 h 2684"/>
                  <a:gd name="T26" fmla="*/ 507 w 3860"/>
                  <a:gd name="T27" fmla="*/ 1948 h 2684"/>
                  <a:gd name="T28" fmla="*/ 564 w 3860"/>
                  <a:gd name="T29" fmla="*/ 1831 h 2684"/>
                  <a:gd name="T30" fmla="*/ 674 w 3860"/>
                  <a:gd name="T31" fmla="*/ 1683 h 2684"/>
                  <a:gd name="T32" fmla="*/ 820 w 3860"/>
                  <a:gd name="T33" fmla="*/ 1503 h 2684"/>
                  <a:gd name="T34" fmla="*/ 895 w 3860"/>
                  <a:gd name="T35" fmla="*/ 1387 h 2684"/>
                  <a:gd name="T36" fmla="*/ 941 w 3860"/>
                  <a:gd name="T37" fmla="*/ 1273 h 2684"/>
                  <a:gd name="T38" fmla="*/ 974 w 3860"/>
                  <a:gd name="T39" fmla="*/ 1148 h 2684"/>
                  <a:gd name="T40" fmla="*/ 1016 w 3860"/>
                  <a:gd name="T41" fmla="*/ 1053 h 2684"/>
                  <a:gd name="T42" fmla="*/ 1066 w 3860"/>
                  <a:gd name="T43" fmla="*/ 978 h 2684"/>
                  <a:gd name="T44" fmla="*/ 1116 w 3860"/>
                  <a:gd name="T45" fmla="*/ 925 h 2684"/>
                  <a:gd name="T46" fmla="*/ 1154 w 3860"/>
                  <a:gd name="T47" fmla="*/ 894 h 2684"/>
                  <a:gd name="T48" fmla="*/ 1169 w 3860"/>
                  <a:gd name="T49" fmla="*/ 883 h 2684"/>
                  <a:gd name="T50" fmla="*/ 1306 w 3860"/>
                  <a:gd name="T51" fmla="*/ 868 h 2684"/>
                  <a:gd name="T52" fmla="*/ 1498 w 3860"/>
                  <a:gd name="T53" fmla="*/ 872 h 2684"/>
                  <a:gd name="T54" fmla="*/ 1898 w 3860"/>
                  <a:gd name="T55" fmla="*/ 872 h 2684"/>
                  <a:gd name="T56" fmla="*/ 2325 w 3860"/>
                  <a:gd name="T57" fmla="*/ 840 h 2684"/>
                  <a:gd name="T58" fmla="*/ 2571 w 3860"/>
                  <a:gd name="T59" fmla="*/ 804 h 2684"/>
                  <a:gd name="T60" fmla="*/ 2806 w 3860"/>
                  <a:gd name="T61" fmla="*/ 757 h 2684"/>
                  <a:gd name="T62" fmla="*/ 2986 w 3860"/>
                  <a:gd name="T63" fmla="*/ 711 h 2684"/>
                  <a:gd name="T64" fmla="*/ 3171 w 3860"/>
                  <a:gd name="T65" fmla="*/ 649 h 2684"/>
                  <a:gd name="T66" fmla="*/ 3373 w 3860"/>
                  <a:gd name="T67" fmla="*/ 552 h 2684"/>
                  <a:gd name="T68" fmla="*/ 3507 w 3860"/>
                  <a:gd name="T69" fmla="*/ 459 h 2684"/>
                  <a:gd name="T70" fmla="*/ 3606 w 3860"/>
                  <a:gd name="T71" fmla="*/ 372 h 2684"/>
                  <a:gd name="T72" fmla="*/ 3699 w 3860"/>
                  <a:gd name="T73" fmla="*/ 267 h 2684"/>
                  <a:gd name="T74" fmla="*/ 3784 w 3860"/>
                  <a:gd name="T75" fmla="*/ 144 h 2684"/>
                  <a:gd name="T76" fmla="*/ 3860 w 3860"/>
                  <a:gd name="T77" fmla="*/ 0 h 2684"/>
                  <a:gd name="T78" fmla="*/ 3825 w 3860"/>
                  <a:gd name="T79" fmla="*/ 211 h 2684"/>
                  <a:gd name="T80" fmla="*/ 3738 w 3860"/>
                  <a:gd name="T81" fmla="*/ 550 h 2684"/>
                  <a:gd name="T82" fmla="*/ 3587 w 3860"/>
                  <a:gd name="T83" fmla="*/ 936 h 2684"/>
                  <a:gd name="T84" fmla="*/ 3389 w 3860"/>
                  <a:gd name="T85" fmla="*/ 1295 h 2684"/>
                  <a:gd name="T86" fmla="*/ 3148 w 3860"/>
                  <a:gd name="T87" fmla="*/ 1621 h 2684"/>
                  <a:gd name="T88" fmla="*/ 2869 w 3860"/>
                  <a:gd name="T89" fmla="*/ 1911 h 2684"/>
                  <a:gd name="T90" fmla="*/ 2555 w 3860"/>
                  <a:gd name="T91" fmla="*/ 2161 h 2684"/>
                  <a:gd name="T92" fmla="*/ 2210 w 3860"/>
                  <a:gd name="T93" fmla="*/ 2367 h 2684"/>
                  <a:gd name="T94" fmla="*/ 1838 w 3860"/>
                  <a:gd name="T95" fmla="*/ 2525 h 2684"/>
                  <a:gd name="T96" fmla="*/ 1577 w 3860"/>
                  <a:gd name="T97" fmla="*/ 2601 h 2684"/>
                  <a:gd name="T98" fmla="*/ 1375 w 3860"/>
                  <a:gd name="T99" fmla="*/ 2644 h 2684"/>
                  <a:gd name="T100" fmla="*/ 1169 w 3860"/>
                  <a:gd name="T101" fmla="*/ 2670 h 2684"/>
                  <a:gd name="T102" fmla="*/ 959 w 3860"/>
                  <a:gd name="T103" fmla="*/ 2683 h 26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3860" h="2684">
                    <a:moveTo>
                      <a:pt x="888" y="2684"/>
                    </a:moveTo>
                    <a:lnTo>
                      <a:pt x="760" y="2682"/>
                    </a:lnTo>
                    <a:lnTo>
                      <a:pt x="632" y="2674"/>
                    </a:lnTo>
                    <a:lnTo>
                      <a:pt x="507" y="2661"/>
                    </a:lnTo>
                    <a:lnTo>
                      <a:pt x="383" y="2642"/>
                    </a:lnTo>
                    <a:lnTo>
                      <a:pt x="285" y="2625"/>
                    </a:lnTo>
                    <a:lnTo>
                      <a:pt x="190" y="2604"/>
                    </a:lnTo>
                    <a:lnTo>
                      <a:pt x="94" y="2581"/>
                    </a:lnTo>
                    <a:lnTo>
                      <a:pt x="0" y="2555"/>
                    </a:lnTo>
                    <a:lnTo>
                      <a:pt x="38" y="2565"/>
                    </a:lnTo>
                    <a:lnTo>
                      <a:pt x="109" y="2581"/>
                    </a:lnTo>
                    <a:lnTo>
                      <a:pt x="143" y="2587"/>
                    </a:lnTo>
                    <a:lnTo>
                      <a:pt x="175" y="2592"/>
                    </a:lnTo>
                    <a:lnTo>
                      <a:pt x="206" y="2595"/>
                    </a:lnTo>
                    <a:lnTo>
                      <a:pt x="236" y="2598"/>
                    </a:lnTo>
                    <a:lnTo>
                      <a:pt x="291" y="2598"/>
                    </a:lnTo>
                    <a:lnTo>
                      <a:pt x="318" y="2595"/>
                    </a:lnTo>
                    <a:lnTo>
                      <a:pt x="342" y="2592"/>
                    </a:lnTo>
                    <a:lnTo>
                      <a:pt x="365" y="2587"/>
                    </a:lnTo>
                    <a:lnTo>
                      <a:pt x="406" y="2573"/>
                    </a:lnTo>
                    <a:lnTo>
                      <a:pt x="425" y="2564"/>
                    </a:lnTo>
                    <a:lnTo>
                      <a:pt x="442" y="2554"/>
                    </a:lnTo>
                    <a:lnTo>
                      <a:pt x="456" y="2545"/>
                    </a:lnTo>
                    <a:lnTo>
                      <a:pt x="469" y="2534"/>
                    </a:lnTo>
                    <a:lnTo>
                      <a:pt x="487" y="2518"/>
                    </a:lnTo>
                    <a:lnTo>
                      <a:pt x="504" y="2496"/>
                    </a:lnTo>
                    <a:lnTo>
                      <a:pt x="518" y="2475"/>
                    </a:lnTo>
                    <a:lnTo>
                      <a:pt x="523" y="2466"/>
                    </a:lnTo>
                    <a:lnTo>
                      <a:pt x="526" y="2458"/>
                    </a:lnTo>
                    <a:lnTo>
                      <a:pt x="537" y="2424"/>
                    </a:lnTo>
                    <a:lnTo>
                      <a:pt x="541" y="2390"/>
                    </a:lnTo>
                    <a:lnTo>
                      <a:pt x="543" y="2356"/>
                    </a:lnTo>
                    <a:lnTo>
                      <a:pt x="541" y="2321"/>
                    </a:lnTo>
                    <a:lnTo>
                      <a:pt x="537" y="2288"/>
                    </a:lnTo>
                    <a:lnTo>
                      <a:pt x="531" y="2253"/>
                    </a:lnTo>
                    <a:lnTo>
                      <a:pt x="516" y="2186"/>
                    </a:lnTo>
                    <a:lnTo>
                      <a:pt x="502" y="2118"/>
                    </a:lnTo>
                    <a:lnTo>
                      <a:pt x="496" y="2084"/>
                    </a:lnTo>
                    <a:lnTo>
                      <a:pt x="494" y="2050"/>
                    </a:lnTo>
                    <a:lnTo>
                      <a:pt x="494" y="2016"/>
                    </a:lnTo>
                    <a:lnTo>
                      <a:pt x="497" y="1981"/>
                    </a:lnTo>
                    <a:lnTo>
                      <a:pt x="507" y="1948"/>
                    </a:lnTo>
                    <a:lnTo>
                      <a:pt x="519" y="1913"/>
                    </a:lnTo>
                    <a:lnTo>
                      <a:pt x="540" y="1872"/>
                    </a:lnTo>
                    <a:lnTo>
                      <a:pt x="564" y="1831"/>
                    </a:lnTo>
                    <a:lnTo>
                      <a:pt x="590" y="1793"/>
                    </a:lnTo>
                    <a:lnTo>
                      <a:pt x="616" y="1755"/>
                    </a:lnTo>
                    <a:lnTo>
                      <a:pt x="674" y="1683"/>
                    </a:lnTo>
                    <a:lnTo>
                      <a:pt x="734" y="1613"/>
                    </a:lnTo>
                    <a:lnTo>
                      <a:pt x="792" y="1540"/>
                    </a:lnTo>
                    <a:lnTo>
                      <a:pt x="820" y="1503"/>
                    </a:lnTo>
                    <a:lnTo>
                      <a:pt x="846" y="1466"/>
                    </a:lnTo>
                    <a:lnTo>
                      <a:pt x="872" y="1427"/>
                    </a:lnTo>
                    <a:lnTo>
                      <a:pt x="895" y="1387"/>
                    </a:lnTo>
                    <a:lnTo>
                      <a:pt x="914" y="1344"/>
                    </a:lnTo>
                    <a:lnTo>
                      <a:pt x="932" y="1300"/>
                    </a:lnTo>
                    <a:lnTo>
                      <a:pt x="941" y="1273"/>
                    </a:lnTo>
                    <a:lnTo>
                      <a:pt x="957" y="1213"/>
                    </a:lnTo>
                    <a:lnTo>
                      <a:pt x="964" y="1185"/>
                    </a:lnTo>
                    <a:lnTo>
                      <a:pt x="974" y="1148"/>
                    </a:lnTo>
                    <a:lnTo>
                      <a:pt x="986" y="1114"/>
                    </a:lnTo>
                    <a:lnTo>
                      <a:pt x="1001" y="1081"/>
                    </a:lnTo>
                    <a:lnTo>
                      <a:pt x="1016" y="1053"/>
                    </a:lnTo>
                    <a:lnTo>
                      <a:pt x="1032" y="1025"/>
                    </a:lnTo>
                    <a:lnTo>
                      <a:pt x="1049" y="1001"/>
                    </a:lnTo>
                    <a:lnTo>
                      <a:pt x="1066" y="978"/>
                    </a:lnTo>
                    <a:lnTo>
                      <a:pt x="1084" y="958"/>
                    </a:lnTo>
                    <a:lnTo>
                      <a:pt x="1100" y="941"/>
                    </a:lnTo>
                    <a:lnTo>
                      <a:pt x="1116" y="925"/>
                    </a:lnTo>
                    <a:lnTo>
                      <a:pt x="1131" y="912"/>
                    </a:lnTo>
                    <a:lnTo>
                      <a:pt x="1144" y="902"/>
                    </a:lnTo>
                    <a:lnTo>
                      <a:pt x="1154" y="894"/>
                    </a:lnTo>
                    <a:lnTo>
                      <a:pt x="1162" y="888"/>
                    </a:lnTo>
                    <a:lnTo>
                      <a:pt x="1167" y="884"/>
                    </a:lnTo>
                    <a:lnTo>
                      <a:pt x="1169" y="883"/>
                    </a:lnTo>
                    <a:lnTo>
                      <a:pt x="1212" y="875"/>
                    </a:lnTo>
                    <a:lnTo>
                      <a:pt x="1258" y="871"/>
                    </a:lnTo>
                    <a:lnTo>
                      <a:pt x="1306" y="868"/>
                    </a:lnTo>
                    <a:lnTo>
                      <a:pt x="1354" y="867"/>
                    </a:lnTo>
                    <a:lnTo>
                      <a:pt x="1452" y="869"/>
                    </a:lnTo>
                    <a:lnTo>
                      <a:pt x="1498" y="872"/>
                    </a:lnTo>
                    <a:lnTo>
                      <a:pt x="1542" y="873"/>
                    </a:lnTo>
                    <a:lnTo>
                      <a:pt x="1721" y="875"/>
                    </a:lnTo>
                    <a:lnTo>
                      <a:pt x="1898" y="872"/>
                    </a:lnTo>
                    <a:lnTo>
                      <a:pt x="2072" y="863"/>
                    </a:lnTo>
                    <a:lnTo>
                      <a:pt x="2243" y="849"/>
                    </a:lnTo>
                    <a:lnTo>
                      <a:pt x="2325" y="840"/>
                    </a:lnTo>
                    <a:lnTo>
                      <a:pt x="2408" y="829"/>
                    </a:lnTo>
                    <a:lnTo>
                      <a:pt x="2490" y="816"/>
                    </a:lnTo>
                    <a:lnTo>
                      <a:pt x="2571" y="804"/>
                    </a:lnTo>
                    <a:lnTo>
                      <a:pt x="2650" y="789"/>
                    </a:lnTo>
                    <a:lnTo>
                      <a:pt x="2729" y="774"/>
                    </a:lnTo>
                    <a:lnTo>
                      <a:pt x="2806" y="757"/>
                    </a:lnTo>
                    <a:lnTo>
                      <a:pt x="2881" y="738"/>
                    </a:lnTo>
                    <a:lnTo>
                      <a:pt x="2931" y="725"/>
                    </a:lnTo>
                    <a:lnTo>
                      <a:pt x="2986" y="711"/>
                    </a:lnTo>
                    <a:lnTo>
                      <a:pt x="3044" y="693"/>
                    </a:lnTo>
                    <a:lnTo>
                      <a:pt x="3106" y="674"/>
                    </a:lnTo>
                    <a:lnTo>
                      <a:pt x="3171" y="649"/>
                    </a:lnTo>
                    <a:lnTo>
                      <a:pt x="3237" y="622"/>
                    </a:lnTo>
                    <a:lnTo>
                      <a:pt x="3305" y="590"/>
                    </a:lnTo>
                    <a:lnTo>
                      <a:pt x="3373" y="552"/>
                    </a:lnTo>
                    <a:lnTo>
                      <a:pt x="3441" y="509"/>
                    </a:lnTo>
                    <a:lnTo>
                      <a:pt x="3474" y="485"/>
                    </a:lnTo>
                    <a:lnTo>
                      <a:pt x="3507" y="459"/>
                    </a:lnTo>
                    <a:lnTo>
                      <a:pt x="3541" y="432"/>
                    </a:lnTo>
                    <a:lnTo>
                      <a:pt x="3574" y="403"/>
                    </a:lnTo>
                    <a:lnTo>
                      <a:pt x="3606" y="372"/>
                    </a:lnTo>
                    <a:lnTo>
                      <a:pt x="3637" y="338"/>
                    </a:lnTo>
                    <a:lnTo>
                      <a:pt x="3669" y="304"/>
                    </a:lnTo>
                    <a:lnTo>
                      <a:pt x="3699" y="267"/>
                    </a:lnTo>
                    <a:lnTo>
                      <a:pt x="3728" y="228"/>
                    </a:lnTo>
                    <a:lnTo>
                      <a:pt x="3757" y="187"/>
                    </a:lnTo>
                    <a:lnTo>
                      <a:pt x="3784" y="144"/>
                    </a:lnTo>
                    <a:lnTo>
                      <a:pt x="3810" y="99"/>
                    </a:lnTo>
                    <a:lnTo>
                      <a:pt x="3836" y="50"/>
                    </a:lnTo>
                    <a:lnTo>
                      <a:pt x="3860" y="0"/>
                    </a:lnTo>
                    <a:lnTo>
                      <a:pt x="3849" y="70"/>
                    </a:lnTo>
                    <a:lnTo>
                      <a:pt x="3838" y="140"/>
                    </a:lnTo>
                    <a:lnTo>
                      <a:pt x="3825" y="211"/>
                    </a:lnTo>
                    <a:lnTo>
                      <a:pt x="3810" y="280"/>
                    </a:lnTo>
                    <a:lnTo>
                      <a:pt x="3777" y="417"/>
                    </a:lnTo>
                    <a:lnTo>
                      <a:pt x="3738" y="550"/>
                    </a:lnTo>
                    <a:lnTo>
                      <a:pt x="3693" y="682"/>
                    </a:lnTo>
                    <a:lnTo>
                      <a:pt x="3642" y="811"/>
                    </a:lnTo>
                    <a:lnTo>
                      <a:pt x="3587" y="936"/>
                    </a:lnTo>
                    <a:lnTo>
                      <a:pt x="3526" y="1058"/>
                    </a:lnTo>
                    <a:lnTo>
                      <a:pt x="3459" y="1178"/>
                    </a:lnTo>
                    <a:lnTo>
                      <a:pt x="3389" y="1295"/>
                    </a:lnTo>
                    <a:lnTo>
                      <a:pt x="3313" y="1406"/>
                    </a:lnTo>
                    <a:lnTo>
                      <a:pt x="3233" y="1516"/>
                    </a:lnTo>
                    <a:lnTo>
                      <a:pt x="3148" y="1621"/>
                    </a:lnTo>
                    <a:lnTo>
                      <a:pt x="3059" y="1721"/>
                    </a:lnTo>
                    <a:lnTo>
                      <a:pt x="2966" y="1818"/>
                    </a:lnTo>
                    <a:lnTo>
                      <a:pt x="2869" y="1911"/>
                    </a:lnTo>
                    <a:lnTo>
                      <a:pt x="2768" y="1998"/>
                    </a:lnTo>
                    <a:lnTo>
                      <a:pt x="2663" y="2081"/>
                    </a:lnTo>
                    <a:lnTo>
                      <a:pt x="2555" y="2161"/>
                    </a:lnTo>
                    <a:lnTo>
                      <a:pt x="2443" y="2235"/>
                    </a:lnTo>
                    <a:lnTo>
                      <a:pt x="2328" y="2303"/>
                    </a:lnTo>
                    <a:lnTo>
                      <a:pt x="2210" y="2367"/>
                    </a:lnTo>
                    <a:lnTo>
                      <a:pt x="2089" y="2425"/>
                    </a:lnTo>
                    <a:lnTo>
                      <a:pt x="1965" y="2478"/>
                    </a:lnTo>
                    <a:lnTo>
                      <a:pt x="1838" y="2525"/>
                    </a:lnTo>
                    <a:lnTo>
                      <a:pt x="1709" y="2566"/>
                    </a:lnTo>
                    <a:lnTo>
                      <a:pt x="1644" y="2585"/>
                    </a:lnTo>
                    <a:lnTo>
                      <a:pt x="1577" y="2601"/>
                    </a:lnTo>
                    <a:lnTo>
                      <a:pt x="1511" y="2617"/>
                    </a:lnTo>
                    <a:lnTo>
                      <a:pt x="1443" y="2631"/>
                    </a:lnTo>
                    <a:lnTo>
                      <a:pt x="1375" y="2644"/>
                    </a:lnTo>
                    <a:lnTo>
                      <a:pt x="1307" y="2654"/>
                    </a:lnTo>
                    <a:lnTo>
                      <a:pt x="1238" y="2663"/>
                    </a:lnTo>
                    <a:lnTo>
                      <a:pt x="1169" y="2670"/>
                    </a:lnTo>
                    <a:lnTo>
                      <a:pt x="1100" y="2676"/>
                    </a:lnTo>
                    <a:lnTo>
                      <a:pt x="1030" y="2680"/>
                    </a:lnTo>
                    <a:lnTo>
                      <a:pt x="959" y="2683"/>
                    </a:lnTo>
                    <a:lnTo>
                      <a:pt x="888" y="2684"/>
                    </a:lnTo>
                    <a:close/>
                  </a:path>
                </a:pathLst>
              </a:custGeom>
              <a:solidFill>
                <a:srgbClr val="008C7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75" name="Freeform 101"/>
              <p:cNvSpPr>
                <a:spLocks/>
              </p:cNvSpPr>
              <p:nvPr/>
            </p:nvSpPr>
            <p:spPr bwMode="auto">
              <a:xfrm>
                <a:off x="673" y="197"/>
                <a:ext cx="1750" cy="2183"/>
              </a:xfrm>
              <a:custGeom>
                <a:avLst/>
                <a:gdLst>
                  <a:gd name="T0" fmla="*/ 3292 w 3501"/>
                  <a:gd name="T1" fmla="*/ 16 h 4365"/>
                  <a:gd name="T2" fmla="*/ 3002 w 3501"/>
                  <a:gd name="T3" fmla="*/ 42 h 4365"/>
                  <a:gd name="T4" fmla="*/ 2739 w 3501"/>
                  <a:gd name="T5" fmla="*/ 112 h 4365"/>
                  <a:gd name="T6" fmla="*/ 2508 w 3501"/>
                  <a:gd name="T7" fmla="*/ 228 h 4365"/>
                  <a:gd name="T8" fmla="*/ 2310 w 3501"/>
                  <a:gd name="T9" fmla="*/ 388 h 4365"/>
                  <a:gd name="T10" fmla="*/ 2166 w 3501"/>
                  <a:gd name="T11" fmla="*/ 563 h 4365"/>
                  <a:gd name="T12" fmla="*/ 2103 w 3501"/>
                  <a:gd name="T13" fmla="*/ 667 h 4365"/>
                  <a:gd name="T14" fmla="*/ 2046 w 3501"/>
                  <a:gd name="T15" fmla="*/ 795 h 4365"/>
                  <a:gd name="T16" fmla="*/ 1987 w 3501"/>
                  <a:gd name="T17" fmla="*/ 978 h 4365"/>
                  <a:gd name="T18" fmla="*/ 1946 w 3501"/>
                  <a:gd name="T19" fmla="*/ 1176 h 4365"/>
                  <a:gd name="T20" fmla="*/ 1918 w 3501"/>
                  <a:gd name="T21" fmla="*/ 1387 h 4365"/>
                  <a:gd name="T22" fmla="*/ 1900 w 3501"/>
                  <a:gd name="T23" fmla="*/ 1756 h 4365"/>
                  <a:gd name="T24" fmla="*/ 1910 w 3501"/>
                  <a:gd name="T25" fmla="*/ 2203 h 4365"/>
                  <a:gd name="T26" fmla="*/ 1942 w 3501"/>
                  <a:gd name="T27" fmla="*/ 2630 h 4365"/>
                  <a:gd name="T28" fmla="*/ 1966 w 3501"/>
                  <a:gd name="T29" fmla="*/ 2888 h 4365"/>
                  <a:gd name="T30" fmla="*/ 1974 w 3501"/>
                  <a:gd name="T31" fmla="*/ 2985 h 4365"/>
                  <a:gd name="T32" fmla="*/ 1966 w 3501"/>
                  <a:gd name="T33" fmla="*/ 3091 h 4365"/>
                  <a:gd name="T34" fmla="*/ 1938 w 3501"/>
                  <a:gd name="T35" fmla="*/ 3145 h 4365"/>
                  <a:gd name="T36" fmla="*/ 1900 w 3501"/>
                  <a:gd name="T37" fmla="*/ 3180 h 4365"/>
                  <a:gd name="T38" fmla="*/ 1844 w 3501"/>
                  <a:gd name="T39" fmla="*/ 3212 h 4365"/>
                  <a:gd name="T40" fmla="*/ 1767 w 3501"/>
                  <a:gd name="T41" fmla="*/ 3245 h 4365"/>
                  <a:gd name="T42" fmla="*/ 1667 w 3501"/>
                  <a:gd name="T43" fmla="*/ 3281 h 4365"/>
                  <a:gd name="T44" fmla="*/ 1540 w 3501"/>
                  <a:gd name="T45" fmla="*/ 3322 h 4365"/>
                  <a:gd name="T46" fmla="*/ 1385 w 3501"/>
                  <a:gd name="T47" fmla="*/ 3371 h 4365"/>
                  <a:gd name="T48" fmla="*/ 1279 w 3501"/>
                  <a:gd name="T49" fmla="*/ 3418 h 4365"/>
                  <a:gd name="T50" fmla="*/ 1161 w 3501"/>
                  <a:gd name="T51" fmla="*/ 3491 h 4365"/>
                  <a:gd name="T52" fmla="*/ 971 w 3501"/>
                  <a:gd name="T53" fmla="*/ 3634 h 4365"/>
                  <a:gd name="T54" fmla="*/ 878 w 3501"/>
                  <a:gd name="T55" fmla="*/ 3711 h 4365"/>
                  <a:gd name="T56" fmla="*/ 814 w 3501"/>
                  <a:gd name="T57" fmla="*/ 3763 h 4365"/>
                  <a:gd name="T58" fmla="*/ 728 w 3501"/>
                  <a:gd name="T59" fmla="*/ 3803 h 4365"/>
                  <a:gd name="T60" fmla="*/ 615 w 3501"/>
                  <a:gd name="T61" fmla="*/ 3813 h 4365"/>
                  <a:gd name="T62" fmla="*/ 424 w 3501"/>
                  <a:gd name="T63" fmla="*/ 3809 h 4365"/>
                  <a:gd name="T64" fmla="*/ 313 w 3501"/>
                  <a:gd name="T65" fmla="*/ 3833 h 4365"/>
                  <a:gd name="T66" fmla="*/ 247 w 3501"/>
                  <a:gd name="T67" fmla="*/ 3875 h 4365"/>
                  <a:gd name="T68" fmla="*/ 227 w 3501"/>
                  <a:gd name="T69" fmla="*/ 3899 h 4365"/>
                  <a:gd name="T70" fmla="*/ 203 w 3501"/>
                  <a:gd name="T71" fmla="*/ 3948 h 4365"/>
                  <a:gd name="T72" fmla="*/ 188 w 3501"/>
                  <a:gd name="T73" fmla="*/ 4029 h 4365"/>
                  <a:gd name="T74" fmla="*/ 196 w 3501"/>
                  <a:gd name="T75" fmla="*/ 4145 h 4365"/>
                  <a:gd name="T76" fmla="*/ 221 w 3501"/>
                  <a:gd name="T77" fmla="*/ 4245 h 4365"/>
                  <a:gd name="T78" fmla="*/ 252 w 3501"/>
                  <a:gd name="T79" fmla="*/ 4333 h 4365"/>
                  <a:gd name="T80" fmla="*/ 210 w 3501"/>
                  <a:gd name="T81" fmla="*/ 4229 h 4365"/>
                  <a:gd name="T82" fmla="*/ 123 w 3501"/>
                  <a:gd name="T83" fmla="*/ 3972 h 4365"/>
                  <a:gd name="T84" fmla="*/ 42 w 3501"/>
                  <a:gd name="T85" fmla="*/ 3610 h 4365"/>
                  <a:gd name="T86" fmla="*/ 2 w 3501"/>
                  <a:gd name="T87" fmla="*/ 3234 h 4365"/>
                  <a:gd name="T88" fmla="*/ 10 w 3501"/>
                  <a:gd name="T89" fmla="*/ 2852 h 4365"/>
                  <a:gd name="T90" fmla="*/ 63 w 3501"/>
                  <a:gd name="T91" fmla="*/ 2480 h 4365"/>
                  <a:gd name="T92" fmla="*/ 159 w 3501"/>
                  <a:gd name="T93" fmla="*/ 2124 h 4365"/>
                  <a:gd name="T94" fmla="*/ 295 w 3501"/>
                  <a:gd name="T95" fmla="*/ 1787 h 4365"/>
                  <a:gd name="T96" fmla="*/ 467 w 3501"/>
                  <a:gd name="T97" fmla="*/ 1471 h 4365"/>
                  <a:gd name="T98" fmla="*/ 673 w 3501"/>
                  <a:gd name="T99" fmla="*/ 1177 h 4365"/>
                  <a:gd name="T100" fmla="*/ 910 w 3501"/>
                  <a:gd name="T101" fmla="*/ 910 h 4365"/>
                  <a:gd name="T102" fmla="*/ 1177 w 3501"/>
                  <a:gd name="T103" fmla="*/ 673 h 4365"/>
                  <a:gd name="T104" fmla="*/ 1471 w 3501"/>
                  <a:gd name="T105" fmla="*/ 465 h 4365"/>
                  <a:gd name="T106" fmla="*/ 1788 w 3501"/>
                  <a:gd name="T107" fmla="*/ 294 h 4365"/>
                  <a:gd name="T108" fmla="*/ 2125 w 3501"/>
                  <a:gd name="T109" fmla="*/ 159 h 4365"/>
                  <a:gd name="T110" fmla="*/ 2481 w 3501"/>
                  <a:gd name="T111" fmla="*/ 63 h 4365"/>
                  <a:gd name="T112" fmla="*/ 2852 w 3501"/>
                  <a:gd name="T113" fmla="*/ 10 h 4365"/>
                  <a:gd name="T114" fmla="*/ 3207 w 3501"/>
                  <a:gd name="T115" fmla="*/ 1 h 4365"/>
                  <a:gd name="T116" fmla="*/ 3501 w 3501"/>
                  <a:gd name="T117" fmla="*/ 27 h 43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3501" h="4365">
                    <a:moveTo>
                      <a:pt x="3501" y="27"/>
                    </a:moveTo>
                    <a:lnTo>
                      <a:pt x="3395" y="18"/>
                    </a:lnTo>
                    <a:lnTo>
                      <a:pt x="3292" y="16"/>
                    </a:lnTo>
                    <a:lnTo>
                      <a:pt x="3192" y="20"/>
                    </a:lnTo>
                    <a:lnTo>
                      <a:pt x="3095" y="28"/>
                    </a:lnTo>
                    <a:lnTo>
                      <a:pt x="3002" y="42"/>
                    </a:lnTo>
                    <a:lnTo>
                      <a:pt x="2911" y="60"/>
                    </a:lnTo>
                    <a:lnTo>
                      <a:pt x="2823" y="83"/>
                    </a:lnTo>
                    <a:lnTo>
                      <a:pt x="2739" y="112"/>
                    </a:lnTo>
                    <a:lnTo>
                      <a:pt x="2659" y="145"/>
                    </a:lnTo>
                    <a:lnTo>
                      <a:pt x="2581" y="184"/>
                    </a:lnTo>
                    <a:lnTo>
                      <a:pt x="2508" y="228"/>
                    </a:lnTo>
                    <a:lnTo>
                      <a:pt x="2439" y="277"/>
                    </a:lnTo>
                    <a:lnTo>
                      <a:pt x="2372" y="331"/>
                    </a:lnTo>
                    <a:lnTo>
                      <a:pt x="2310" y="388"/>
                    </a:lnTo>
                    <a:lnTo>
                      <a:pt x="2251" y="453"/>
                    </a:lnTo>
                    <a:lnTo>
                      <a:pt x="2196" y="521"/>
                    </a:lnTo>
                    <a:lnTo>
                      <a:pt x="2166" y="563"/>
                    </a:lnTo>
                    <a:lnTo>
                      <a:pt x="2138" y="607"/>
                    </a:lnTo>
                    <a:lnTo>
                      <a:pt x="2114" y="649"/>
                    </a:lnTo>
                    <a:lnTo>
                      <a:pt x="2103" y="667"/>
                    </a:lnTo>
                    <a:lnTo>
                      <a:pt x="2095" y="683"/>
                    </a:lnTo>
                    <a:lnTo>
                      <a:pt x="2070" y="737"/>
                    </a:lnTo>
                    <a:lnTo>
                      <a:pt x="2046" y="795"/>
                    </a:lnTo>
                    <a:lnTo>
                      <a:pt x="2024" y="854"/>
                    </a:lnTo>
                    <a:lnTo>
                      <a:pt x="2004" y="915"/>
                    </a:lnTo>
                    <a:lnTo>
                      <a:pt x="1987" y="978"/>
                    </a:lnTo>
                    <a:lnTo>
                      <a:pt x="1971" y="1043"/>
                    </a:lnTo>
                    <a:lnTo>
                      <a:pt x="1957" y="1109"/>
                    </a:lnTo>
                    <a:lnTo>
                      <a:pt x="1946" y="1176"/>
                    </a:lnTo>
                    <a:lnTo>
                      <a:pt x="1934" y="1245"/>
                    </a:lnTo>
                    <a:lnTo>
                      <a:pt x="1926" y="1316"/>
                    </a:lnTo>
                    <a:lnTo>
                      <a:pt x="1918" y="1387"/>
                    </a:lnTo>
                    <a:lnTo>
                      <a:pt x="1912" y="1460"/>
                    </a:lnTo>
                    <a:lnTo>
                      <a:pt x="1903" y="1607"/>
                    </a:lnTo>
                    <a:lnTo>
                      <a:pt x="1900" y="1756"/>
                    </a:lnTo>
                    <a:lnTo>
                      <a:pt x="1900" y="1906"/>
                    </a:lnTo>
                    <a:lnTo>
                      <a:pt x="1904" y="2055"/>
                    </a:lnTo>
                    <a:lnTo>
                      <a:pt x="1910" y="2203"/>
                    </a:lnTo>
                    <a:lnTo>
                      <a:pt x="1919" y="2349"/>
                    </a:lnTo>
                    <a:lnTo>
                      <a:pt x="1931" y="2492"/>
                    </a:lnTo>
                    <a:lnTo>
                      <a:pt x="1942" y="2630"/>
                    </a:lnTo>
                    <a:lnTo>
                      <a:pt x="1954" y="2763"/>
                    </a:lnTo>
                    <a:lnTo>
                      <a:pt x="1961" y="2826"/>
                    </a:lnTo>
                    <a:lnTo>
                      <a:pt x="1966" y="2888"/>
                    </a:lnTo>
                    <a:lnTo>
                      <a:pt x="1969" y="2915"/>
                    </a:lnTo>
                    <a:lnTo>
                      <a:pt x="1971" y="2940"/>
                    </a:lnTo>
                    <a:lnTo>
                      <a:pt x="1974" y="2985"/>
                    </a:lnTo>
                    <a:lnTo>
                      <a:pt x="1976" y="3025"/>
                    </a:lnTo>
                    <a:lnTo>
                      <a:pt x="1973" y="3060"/>
                    </a:lnTo>
                    <a:lnTo>
                      <a:pt x="1966" y="3091"/>
                    </a:lnTo>
                    <a:lnTo>
                      <a:pt x="1955" y="3120"/>
                    </a:lnTo>
                    <a:lnTo>
                      <a:pt x="1948" y="3132"/>
                    </a:lnTo>
                    <a:lnTo>
                      <a:pt x="1938" y="3145"/>
                    </a:lnTo>
                    <a:lnTo>
                      <a:pt x="1927" y="3157"/>
                    </a:lnTo>
                    <a:lnTo>
                      <a:pt x="1915" y="3168"/>
                    </a:lnTo>
                    <a:lnTo>
                      <a:pt x="1900" y="3180"/>
                    </a:lnTo>
                    <a:lnTo>
                      <a:pt x="1883" y="3190"/>
                    </a:lnTo>
                    <a:lnTo>
                      <a:pt x="1865" y="3202"/>
                    </a:lnTo>
                    <a:lnTo>
                      <a:pt x="1844" y="3212"/>
                    </a:lnTo>
                    <a:lnTo>
                      <a:pt x="1821" y="3222"/>
                    </a:lnTo>
                    <a:lnTo>
                      <a:pt x="1795" y="3234"/>
                    </a:lnTo>
                    <a:lnTo>
                      <a:pt x="1767" y="3245"/>
                    </a:lnTo>
                    <a:lnTo>
                      <a:pt x="1736" y="3257"/>
                    </a:lnTo>
                    <a:lnTo>
                      <a:pt x="1704" y="3268"/>
                    </a:lnTo>
                    <a:lnTo>
                      <a:pt x="1667" y="3281"/>
                    </a:lnTo>
                    <a:lnTo>
                      <a:pt x="1628" y="3294"/>
                    </a:lnTo>
                    <a:lnTo>
                      <a:pt x="1586" y="3308"/>
                    </a:lnTo>
                    <a:lnTo>
                      <a:pt x="1540" y="3322"/>
                    </a:lnTo>
                    <a:lnTo>
                      <a:pt x="1492" y="3337"/>
                    </a:lnTo>
                    <a:lnTo>
                      <a:pt x="1440" y="3354"/>
                    </a:lnTo>
                    <a:lnTo>
                      <a:pt x="1385" y="3371"/>
                    </a:lnTo>
                    <a:lnTo>
                      <a:pt x="1351" y="3382"/>
                    </a:lnTo>
                    <a:lnTo>
                      <a:pt x="1316" y="3399"/>
                    </a:lnTo>
                    <a:lnTo>
                      <a:pt x="1279" y="3418"/>
                    </a:lnTo>
                    <a:lnTo>
                      <a:pt x="1241" y="3440"/>
                    </a:lnTo>
                    <a:lnTo>
                      <a:pt x="1201" y="3464"/>
                    </a:lnTo>
                    <a:lnTo>
                      <a:pt x="1161" y="3491"/>
                    </a:lnTo>
                    <a:lnTo>
                      <a:pt x="1083" y="3547"/>
                    </a:lnTo>
                    <a:lnTo>
                      <a:pt x="1007" y="3605"/>
                    </a:lnTo>
                    <a:lnTo>
                      <a:pt x="971" y="3634"/>
                    </a:lnTo>
                    <a:lnTo>
                      <a:pt x="938" y="3661"/>
                    </a:lnTo>
                    <a:lnTo>
                      <a:pt x="905" y="3687"/>
                    </a:lnTo>
                    <a:lnTo>
                      <a:pt x="878" y="3711"/>
                    </a:lnTo>
                    <a:lnTo>
                      <a:pt x="852" y="3731"/>
                    </a:lnTo>
                    <a:lnTo>
                      <a:pt x="831" y="3750"/>
                    </a:lnTo>
                    <a:lnTo>
                      <a:pt x="814" y="3763"/>
                    </a:lnTo>
                    <a:lnTo>
                      <a:pt x="797" y="3774"/>
                    </a:lnTo>
                    <a:lnTo>
                      <a:pt x="764" y="3791"/>
                    </a:lnTo>
                    <a:lnTo>
                      <a:pt x="728" y="3803"/>
                    </a:lnTo>
                    <a:lnTo>
                      <a:pt x="691" y="3810"/>
                    </a:lnTo>
                    <a:lnTo>
                      <a:pt x="653" y="3813"/>
                    </a:lnTo>
                    <a:lnTo>
                      <a:pt x="615" y="3813"/>
                    </a:lnTo>
                    <a:lnTo>
                      <a:pt x="539" y="3811"/>
                    </a:lnTo>
                    <a:lnTo>
                      <a:pt x="462" y="3807"/>
                    </a:lnTo>
                    <a:lnTo>
                      <a:pt x="424" y="3809"/>
                    </a:lnTo>
                    <a:lnTo>
                      <a:pt x="386" y="3812"/>
                    </a:lnTo>
                    <a:lnTo>
                      <a:pt x="349" y="3820"/>
                    </a:lnTo>
                    <a:lnTo>
                      <a:pt x="313" y="3833"/>
                    </a:lnTo>
                    <a:lnTo>
                      <a:pt x="280" y="3850"/>
                    </a:lnTo>
                    <a:lnTo>
                      <a:pt x="263" y="3862"/>
                    </a:lnTo>
                    <a:lnTo>
                      <a:pt x="247" y="3875"/>
                    </a:lnTo>
                    <a:lnTo>
                      <a:pt x="241" y="3880"/>
                    </a:lnTo>
                    <a:lnTo>
                      <a:pt x="235" y="3888"/>
                    </a:lnTo>
                    <a:lnTo>
                      <a:pt x="227" y="3899"/>
                    </a:lnTo>
                    <a:lnTo>
                      <a:pt x="219" y="3912"/>
                    </a:lnTo>
                    <a:lnTo>
                      <a:pt x="210" y="3928"/>
                    </a:lnTo>
                    <a:lnTo>
                      <a:pt x="203" y="3948"/>
                    </a:lnTo>
                    <a:lnTo>
                      <a:pt x="196" y="3971"/>
                    </a:lnTo>
                    <a:lnTo>
                      <a:pt x="191" y="3998"/>
                    </a:lnTo>
                    <a:lnTo>
                      <a:pt x="188" y="4029"/>
                    </a:lnTo>
                    <a:lnTo>
                      <a:pt x="187" y="4063"/>
                    </a:lnTo>
                    <a:lnTo>
                      <a:pt x="190" y="4101"/>
                    </a:lnTo>
                    <a:lnTo>
                      <a:pt x="196" y="4145"/>
                    </a:lnTo>
                    <a:lnTo>
                      <a:pt x="206" y="4192"/>
                    </a:lnTo>
                    <a:lnTo>
                      <a:pt x="213" y="4218"/>
                    </a:lnTo>
                    <a:lnTo>
                      <a:pt x="221" y="4245"/>
                    </a:lnTo>
                    <a:lnTo>
                      <a:pt x="230" y="4273"/>
                    </a:lnTo>
                    <a:lnTo>
                      <a:pt x="241" y="4303"/>
                    </a:lnTo>
                    <a:lnTo>
                      <a:pt x="252" y="4333"/>
                    </a:lnTo>
                    <a:lnTo>
                      <a:pt x="266" y="4365"/>
                    </a:lnTo>
                    <a:lnTo>
                      <a:pt x="237" y="4297"/>
                    </a:lnTo>
                    <a:lnTo>
                      <a:pt x="210" y="4229"/>
                    </a:lnTo>
                    <a:lnTo>
                      <a:pt x="183" y="4159"/>
                    </a:lnTo>
                    <a:lnTo>
                      <a:pt x="159" y="4089"/>
                    </a:lnTo>
                    <a:lnTo>
                      <a:pt x="123" y="3972"/>
                    </a:lnTo>
                    <a:lnTo>
                      <a:pt x="91" y="3854"/>
                    </a:lnTo>
                    <a:lnTo>
                      <a:pt x="63" y="3733"/>
                    </a:lnTo>
                    <a:lnTo>
                      <a:pt x="42" y="3610"/>
                    </a:lnTo>
                    <a:lnTo>
                      <a:pt x="24" y="3487"/>
                    </a:lnTo>
                    <a:lnTo>
                      <a:pt x="10" y="3362"/>
                    </a:lnTo>
                    <a:lnTo>
                      <a:pt x="2" y="3234"/>
                    </a:lnTo>
                    <a:lnTo>
                      <a:pt x="0" y="3106"/>
                    </a:lnTo>
                    <a:lnTo>
                      <a:pt x="2" y="2978"/>
                    </a:lnTo>
                    <a:lnTo>
                      <a:pt x="10" y="2852"/>
                    </a:lnTo>
                    <a:lnTo>
                      <a:pt x="24" y="2727"/>
                    </a:lnTo>
                    <a:lnTo>
                      <a:pt x="42" y="2602"/>
                    </a:lnTo>
                    <a:lnTo>
                      <a:pt x="63" y="2480"/>
                    </a:lnTo>
                    <a:lnTo>
                      <a:pt x="91" y="2361"/>
                    </a:lnTo>
                    <a:lnTo>
                      <a:pt x="123" y="2241"/>
                    </a:lnTo>
                    <a:lnTo>
                      <a:pt x="159" y="2124"/>
                    </a:lnTo>
                    <a:lnTo>
                      <a:pt x="200" y="2009"/>
                    </a:lnTo>
                    <a:lnTo>
                      <a:pt x="245" y="1897"/>
                    </a:lnTo>
                    <a:lnTo>
                      <a:pt x="295" y="1787"/>
                    </a:lnTo>
                    <a:lnTo>
                      <a:pt x="348" y="1680"/>
                    </a:lnTo>
                    <a:lnTo>
                      <a:pt x="406" y="1574"/>
                    </a:lnTo>
                    <a:lnTo>
                      <a:pt x="467" y="1471"/>
                    </a:lnTo>
                    <a:lnTo>
                      <a:pt x="531" y="1370"/>
                    </a:lnTo>
                    <a:lnTo>
                      <a:pt x="600" y="1272"/>
                    </a:lnTo>
                    <a:lnTo>
                      <a:pt x="673" y="1177"/>
                    </a:lnTo>
                    <a:lnTo>
                      <a:pt x="749" y="1085"/>
                    </a:lnTo>
                    <a:lnTo>
                      <a:pt x="828" y="997"/>
                    </a:lnTo>
                    <a:lnTo>
                      <a:pt x="910" y="910"/>
                    </a:lnTo>
                    <a:lnTo>
                      <a:pt x="996" y="828"/>
                    </a:lnTo>
                    <a:lnTo>
                      <a:pt x="1085" y="749"/>
                    </a:lnTo>
                    <a:lnTo>
                      <a:pt x="1177" y="673"/>
                    </a:lnTo>
                    <a:lnTo>
                      <a:pt x="1273" y="600"/>
                    </a:lnTo>
                    <a:lnTo>
                      <a:pt x="1371" y="531"/>
                    </a:lnTo>
                    <a:lnTo>
                      <a:pt x="1471" y="465"/>
                    </a:lnTo>
                    <a:lnTo>
                      <a:pt x="1574" y="404"/>
                    </a:lnTo>
                    <a:lnTo>
                      <a:pt x="1680" y="347"/>
                    </a:lnTo>
                    <a:lnTo>
                      <a:pt x="1788" y="294"/>
                    </a:lnTo>
                    <a:lnTo>
                      <a:pt x="1898" y="244"/>
                    </a:lnTo>
                    <a:lnTo>
                      <a:pt x="2010" y="199"/>
                    </a:lnTo>
                    <a:lnTo>
                      <a:pt x="2125" y="159"/>
                    </a:lnTo>
                    <a:lnTo>
                      <a:pt x="2242" y="122"/>
                    </a:lnTo>
                    <a:lnTo>
                      <a:pt x="2360" y="91"/>
                    </a:lnTo>
                    <a:lnTo>
                      <a:pt x="2481" y="63"/>
                    </a:lnTo>
                    <a:lnTo>
                      <a:pt x="2603" y="42"/>
                    </a:lnTo>
                    <a:lnTo>
                      <a:pt x="2727" y="23"/>
                    </a:lnTo>
                    <a:lnTo>
                      <a:pt x="2852" y="10"/>
                    </a:lnTo>
                    <a:lnTo>
                      <a:pt x="2980" y="2"/>
                    </a:lnTo>
                    <a:lnTo>
                      <a:pt x="3108" y="0"/>
                    </a:lnTo>
                    <a:lnTo>
                      <a:pt x="3207" y="1"/>
                    </a:lnTo>
                    <a:lnTo>
                      <a:pt x="3306" y="7"/>
                    </a:lnTo>
                    <a:lnTo>
                      <a:pt x="3404" y="15"/>
                    </a:lnTo>
                    <a:lnTo>
                      <a:pt x="3501" y="27"/>
                    </a:lnTo>
                    <a:close/>
                  </a:path>
                </a:pathLst>
              </a:custGeom>
              <a:solidFill>
                <a:srgbClr val="008C7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76" name="Freeform 102"/>
              <p:cNvSpPr>
                <a:spLocks/>
              </p:cNvSpPr>
              <p:nvPr/>
            </p:nvSpPr>
            <p:spPr bwMode="auto">
              <a:xfrm>
                <a:off x="1949" y="2046"/>
                <a:ext cx="1751" cy="1257"/>
              </a:xfrm>
              <a:custGeom>
                <a:avLst/>
                <a:gdLst>
                  <a:gd name="T0" fmla="*/ 299 w 3500"/>
                  <a:gd name="T1" fmla="*/ 2505 h 2515"/>
                  <a:gd name="T2" fmla="*/ 25 w 3500"/>
                  <a:gd name="T3" fmla="*/ 2470 h 2515"/>
                  <a:gd name="T4" fmla="*/ 73 w 3500"/>
                  <a:gd name="T5" fmla="*/ 2476 h 2515"/>
                  <a:gd name="T6" fmla="*/ 168 w 3500"/>
                  <a:gd name="T7" fmla="*/ 2479 h 2515"/>
                  <a:gd name="T8" fmla="*/ 244 w 3500"/>
                  <a:gd name="T9" fmla="*/ 2472 h 2515"/>
                  <a:gd name="T10" fmla="*/ 304 w 3500"/>
                  <a:gd name="T11" fmla="*/ 2457 h 2515"/>
                  <a:gd name="T12" fmla="*/ 373 w 3500"/>
                  <a:gd name="T13" fmla="*/ 2423 h 2515"/>
                  <a:gd name="T14" fmla="*/ 441 w 3500"/>
                  <a:gd name="T15" fmla="*/ 2359 h 2515"/>
                  <a:gd name="T16" fmla="*/ 475 w 3500"/>
                  <a:gd name="T17" fmla="*/ 2285 h 2515"/>
                  <a:gd name="T18" fmla="*/ 482 w 3500"/>
                  <a:gd name="T19" fmla="*/ 2192 h 2515"/>
                  <a:gd name="T20" fmla="*/ 467 w 3500"/>
                  <a:gd name="T21" fmla="*/ 2077 h 2515"/>
                  <a:gd name="T22" fmla="*/ 436 w 3500"/>
                  <a:gd name="T23" fmla="*/ 1931 h 2515"/>
                  <a:gd name="T24" fmla="*/ 413 w 3500"/>
                  <a:gd name="T25" fmla="*/ 1824 h 2515"/>
                  <a:gd name="T26" fmla="*/ 412 w 3500"/>
                  <a:gd name="T27" fmla="*/ 1755 h 2515"/>
                  <a:gd name="T28" fmla="*/ 441 w 3500"/>
                  <a:gd name="T29" fmla="*/ 1668 h 2515"/>
                  <a:gd name="T30" fmla="*/ 472 w 3500"/>
                  <a:gd name="T31" fmla="*/ 1609 h 2515"/>
                  <a:gd name="T32" fmla="*/ 515 w 3500"/>
                  <a:gd name="T33" fmla="*/ 1536 h 2515"/>
                  <a:gd name="T34" fmla="*/ 572 w 3500"/>
                  <a:gd name="T35" fmla="*/ 1442 h 2515"/>
                  <a:gd name="T36" fmla="*/ 646 w 3500"/>
                  <a:gd name="T37" fmla="*/ 1327 h 2515"/>
                  <a:gd name="T38" fmla="*/ 738 w 3500"/>
                  <a:gd name="T39" fmla="*/ 1185 h 2515"/>
                  <a:gd name="T40" fmla="*/ 813 w 3500"/>
                  <a:gd name="T41" fmla="*/ 1076 h 2515"/>
                  <a:gd name="T42" fmla="*/ 883 w 3500"/>
                  <a:gd name="T43" fmla="*/ 1015 h 2515"/>
                  <a:gd name="T44" fmla="*/ 971 w 3500"/>
                  <a:gd name="T45" fmla="*/ 975 h 2515"/>
                  <a:gd name="T46" fmla="*/ 1086 w 3500"/>
                  <a:gd name="T47" fmla="*/ 946 h 2515"/>
                  <a:gd name="T48" fmla="*/ 1236 w 3500"/>
                  <a:gd name="T49" fmla="*/ 923 h 2515"/>
                  <a:gd name="T50" fmla="*/ 1497 w 3500"/>
                  <a:gd name="T51" fmla="*/ 891 h 2515"/>
                  <a:gd name="T52" fmla="*/ 1873 w 3500"/>
                  <a:gd name="T53" fmla="*/ 836 h 2515"/>
                  <a:gd name="T54" fmla="*/ 2195 w 3500"/>
                  <a:gd name="T55" fmla="*/ 778 h 2515"/>
                  <a:gd name="T56" fmla="*/ 2469 w 3500"/>
                  <a:gd name="T57" fmla="*/ 713 h 2515"/>
                  <a:gd name="T58" fmla="*/ 2701 w 3500"/>
                  <a:gd name="T59" fmla="*/ 643 h 2515"/>
                  <a:gd name="T60" fmla="*/ 2894 w 3500"/>
                  <a:gd name="T61" fmla="*/ 566 h 2515"/>
                  <a:gd name="T62" fmla="*/ 3056 w 3500"/>
                  <a:gd name="T63" fmla="*/ 480 h 2515"/>
                  <a:gd name="T64" fmla="*/ 3189 w 3500"/>
                  <a:gd name="T65" fmla="*/ 387 h 2515"/>
                  <a:gd name="T66" fmla="*/ 3300 w 3500"/>
                  <a:gd name="T67" fmla="*/ 283 h 2515"/>
                  <a:gd name="T68" fmla="*/ 3394 w 3500"/>
                  <a:gd name="T69" fmla="*/ 169 h 2515"/>
                  <a:gd name="T70" fmla="*/ 3500 w 3500"/>
                  <a:gd name="T71" fmla="*/ 0 h 2515"/>
                  <a:gd name="T72" fmla="*/ 3401 w 3500"/>
                  <a:gd name="T73" fmla="*/ 393 h 2515"/>
                  <a:gd name="T74" fmla="*/ 3255 w 3500"/>
                  <a:gd name="T75" fmla="*/ 764 h 2515"/>
                  <a:gd name="T76" fmla="*/ 3065 w 3500"/>
                  <a:gd name="T77" fmla="*/ 1109 h 2515"/>
                  <a:gd name="T78" fmla="*/ 2836 w 3500"/>
                  <a:gd name="T79" fmla="*/ 1425 h 2515"/>
                  <a:gd name="T80" fmla="*/ 2571 w 3500"/>
                  <a:gd name="T81" fmla="*/ 1708 h 2515"/>
                  <a:gd name="T82" fmla="*/ 2274 w 3500"/>
                  <a:gd name="T83" fmla="*/ 1955 h 2515"/>
                  <a:gd name="T84" fmla="*/ 1946 w 3500"/>
                  <a:gd name="T85" fmla="*/ 2161 h 2515"/>
                  <a:gd name="T86" fmla="*/ 1594 w 3500"/>
                  <a:gd name="T87" fmla="*/ 2324 h 2515"/>
                  <a:gd name="T88" fmla="*/ 1220 w 3500"/>
                  <a:gd name="T89" fmla="*/ 2439 h 2515"/>
                  <a:gd name="T90" fmla="*/ 826 w 3500"/>
                  <a:gd name="T91" fmla="*/ 2502 h 2515"/>
                  <a:gd name="T92" fmla="*/ 555 w 3500"/>
                  <a:gd name="T93" fmla="*/ 2515 h 25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3500" h="2515">
                    <a:moveTo>
                      <a:pt x="555" y="2515"/>
                    </a:moveTo>
                    <a:lnTo>
                      <a:pt x="427" y="2513"/>
                    </a:lnTo>
                    <a:lnTo>
                      <a:pt x="299" y="2505"/>
                    </a:lnTo>
                    <a:lnTo>
                      <a:pt x="174" y="2492"/>
                    </a:lnTo>
                    <a:lnTo>
                      <a:pt x="50" y="2473"/>
                    </a:lnTo>
                    <a:lnTo>
                      <a:pt x="25" y="2470"/>
                    </a:lnTo>
                    <a:lnTo>
                      <a:pt x="0" y="2465"/>
                    </a:lnTo>
                    <a:lnTo>
                      <a:pt x="38" y="2471"/>
                    </a:lnTo>
                    <a:lnTo>
                      <a:pt x="73" y="2476"/>
                    </a:lnTo>
                    <a:lnTo>
                      <a:pt x="107" y="2478"/>
                    </a:lnTo>
                    <a:lnTo>
                      <a:pt x="138" y="2479"/>
                    </a:lnTo>
                    <a:lnTo>
                      <a:pt x="168" y="2479"/>
                    </a:lnTo>
                    <a:lnTo>
                      <a:pt x="194" y="2478"/>
                    </a:lnTo>
                    <a:lnTo>
                      <a:pt x="220" y="2476"/>
                    </a:lnTo>
                    <a:lnTo>
                      <a:pt x="244" y="2472"/>
                    </a:lnTo>
                    <a:lnTo>
                      <a:pt x="266" y="2468"/>
                    </a:lnTo>
                    <a:lnTo>
                      <a:pt x="285" y="2463"/>
                    </a:lnTo>
                    <a:lnTo>
                      <a:pt x="304" y="2457"/>
                    </a:lnTo>
                    <a:lnTo>
                      <a:pt x="321" y="2450"/>
                    </a:lnTo>
                    <a:lnTo>
                      <a:pt x="350" y="2438"/>
                    </a:lnTo>
                    <a:lnTo>
                      <a:pt x="373" y="2423"/>
                    </a:lnTo>
                    <a:lnTo>
                      <a:pt x="399" y="2402"/>
                    </a:lnTo>
                    <a:lnTo>
                      <a:pt x="422" y="2381"/>
                    </a:lnTo>
                    <a:lnTo>
                      <a:pt x="441" y="2359"/>
                    </a:lnTo>
                    <a:lnTo>
                      <a:pt x="456" y="2336"/>
                    </a:lnTo>
                    <a:lnTo>
                      <a:pt x="467" y="2311"/>
                    </a:lnTo>
                    <a:lnTo>
                      <a:pt x="475" y="2285"/>
                    </a:lnTo>
                    <a:lnTo>
                      <a:pt x="480" y="2256"/>
                    </a:lnTo>
                    <a:lnTo>
                      <a:pt x="483" y="2226"/>
                    </a:lnTo>
                    <a:lnTo>
                      <a:pt x="482" y="2192"/>
                    </a:lnTo>
                    <a:lnTo>
                      <a:pt x="480" y="2157"/>
                    </a:lnTo>
                    <a:lnTo>
                      <a:pt x="474" y="2119"/>
                    </a:lnTo>
                    <a:lnTo>
                      <a:pt x="467" y="2077"/>
                    </a:lnTo>
                    <a:lnTo>
                      <a:pt x="459" y="2032"/>
                    </a:lnTo>
                    <a:lnTo>
                      <a:pt x="449" y="1983"/>
                    </a:lnTo>
                    <a:lnTo>
                      <a:pt x="436" y="1931"/>
                    </a:lnTo>
                    <a:lnTo>
                      <a:pt x="424" y="1874"/>
                    </a:lnTo>
                    <a:lnTo>
                      <a:pt x="418" y="1848"/>
                    </a:lnTo>
                    <a:lnTo>
                      <a:pt x="413" y="1824"/>
                    </a:lnTo>
                    <a:lnTo>
                      <a:pt x="410" y="1801"/>
                    </a:lnTo>
                    <a:lnTo>
                      <a:pt x="410" y="1778"/>
                    </a:lnTo>
                    <a:lnTo>
                      <a:pt x="412" y="1755"/>
                    </a:lnTo>
                    <a:lnTo>
                      <a:pt x="418" y="1729"/>
                    </a:lnTo>
                    <a:lnTo>
                      <a:pt x="427" y="1700"/>
                    </a:lnTo>
                    <a:lnTo>
                      <a:pt x="441" y="1668"/>
                    </a:lnTo>
                    <a:lnTo>
                      <a:pt x="450" y="1650"/>
                    </a:lnTo>
                    <a:lnTo>
                      <a:pt x="460" y="1630"/>
                    </a:lnTo>
                    <a:lnTo>
                      <a:pt x="472" y="1609"/>
                    </a:lnTo>
                    <a:lnTo>
                      <a:pt x="485" y="1586"/>
                    </a:lnTo>
                    <a:lnTo>
                      <a:pt x="498" y="1562"/>
                    </a:lnTo>
                    <a:lnTo>
                      <a:pt x="515" y="1536"/>
                    </a:lnTo>
                    <a:lnTo>
                      <a:pt x="532" y="1507"/>
                    </a:lnTo>
                    <a:lnTo>
                      <a:pt x="551" y="1476"/>
                    </a:lnTo>
                    <a:lnTo>
                      <a:pt x="572" y="1442"/>
                    </a:lnTo>
                    <a:lnTo>
                      <a:pt x="595" y="1407"/>
                    </a:lnTo>
                    <a:lnTo>
                      <a:pt x="619" y="1369"/>
                    </a:lnTo>
                    <a:lnTo>
                      <a:pt x="646" y="1327"/>
                    </a:lnTo>
                    <a:lnTo>
                      <a:pt x="675" y="1283"/>
                    </a:lnTo>
                    <a:lnTo>
                      <a:pt x="705" y="1236"/>
                    </a:lnTo>
                    <a:lnTo>
                      <a:pt x="738" y="1185"/>
                    </a:lnTo>
                    <a:lnTo>
                      <a:pt x="773" y="1131"/>
                    </a:lnTo>
                    <a:lnTo>
                      <a:pt x="792" y="1103"/>
                    </a:lnTo>
                    <a:lnTo>
                      <a:pt x="813" y="1076"/>
                    </a:lnTo>
                    <a:lnTo>
                      <a:pt x="835" y="1053"/>
                    </a:lnTo>
                    <a:lnTo>
                      <a:pt x="858" y="1033"/>
                    </a:lnTo>
                    <a:lnTo>
                      <a:pt x="883" y="1015"/>
                    </a:lnTo>
                    <a:lnTo>
                      <a:pt x="910" y="1000"/>
                    </a:lnTo>
                    <a:lnTo>
                      <a:pt x="940" y="986"/>
                    </a:lnTo>
                    <a:lnTo>
                      <a:pt x="971" y="975"/>
                    </a:lnTo>
                    <a:lnTo>
                      <a:pt x="1005" y="963"/>
                    </a:lnTo>
                    <a:lnTo>
                      <a:pt x="1043" y="954"/>
                    </a:lnTo>
                    <a:lnTo>
                      <a:pt x="1086" y="946"/>
                    </a:lnTo>
                    <a:lnTo>
                      <a:pt x="1131" y="938"/>
                    </a:lnTo>
                    <a:lnTo>
                      <a:pt x="1182" y="931"/>
                    </a:lnTo>
                    <a:lnTo>
                      <a:pt x="1236" y="923"/>
                    </a:lnTo>
                    <a:lnTo>
                      <a:pt x="1296" y="916"/>
                    </a:lnTo>
                    <a:lnTo>
                      <a:pt x="1360" y="908"/>
                    </a:lnTo>
                    <a:lnTo>
                      <a:pt x="1497" y="891"/>
                    </a:lnTo>
                    <a:lnTo>
                      <a:pt x="1628" y="873"/>
                    </a:lnTo>
                    <a:lnTo>
                      <a:pt x="1754" y="855"/>
                    </a:lnTo>
                    <a:lnTo>
                      <a:pt x="1873" y="836"/>
                    </a:lnTo>
                    <a:lnTo>
                      <a:pt x="1986" y="817"/>
                    </a:lnTo>
                    <a:lnTo>
                      <a:pt x="2093" y="797"/>
                    </a:lnTo>
                    <a:lnTo>
                      <a:pt x="2195" y="778"/>
                    </a:lnTo>
                    <a:lnTo>
                      <a:pt x="2292" y="757"/>
                    </a:lnTo>
                    <a:lnTo>
                      <a:pt x="2383" y="735"/>
                    </a:lnTo>
                    <a:lnTo>
                      <a:pt x="2469" y="713"/>
                    </a:lnTo>
                    <a:lnTo>
                      <a:pt x="2551" y="691"/>
                    </a:lnTo>
                    <a:lnTo>
                      <a:pt x="2628" y="667"/>
                    </a:lnTo>
                    <a:lnTo>
                      <a:pt x="2701" y="643"/>
                    </a:lnTo>
                    <a:lnTo>
                      <a:pt x="2769" y="619"/>
                    </a:lnTo>
                    <a:lnTo>
                      <a:pt x="2833" y="592"/>
                    </a:lnTo>
                    <a:lnTo>
                      <a:pt x="2894" y="566"/>
                    </a:lnTo>
                    <a:lnTo>
                      <a:pt x="2952" y="538"/>
                    </a:lnTo>
                    <a:lnTo>
                      <a:pt x="3005" y="510"/>
                    </a:lnTo>
                    <a:lnTo>
                      <a:pt x="3056" y="480"/>
                    </a:lnTo>
                    <a:lnTo>
                      <a:pt x="3103" y="450"/>
                    </a:lnTo>
                    <a:lnTo>
                      <a:pt x="3148" y="419"/>
                    </a:lnTo>
                    <a:lnTo>
                      <a:pt x="3189" y="387"/>
                    </a:lnTo>
                    <a:lnTo>
                      <a:pt x="3228" y="354"/>
                    </a:lnTo>
                    <a:lnTo>
                      <a:pt x="3265" y="319"/>
                    </a:lnTo>
                    <a:lnTo>
                      <a:pt x="3300" y="283"/>
                    </a:lnTo>
                    <a:lnTo>
                      <a:pt x="3333" y="247"/>
                    </a:lnTo>
                    <a:lnTo>
                      <a:pt x="3364" y="209"/>
                    </a:lnTo>
                    <a:lnTo>
                      <a:pt x="3394" y="169"/>
                    </a:lnTo>
                    <a:lnTo>
                      <a:pt x="3422" y="129"/>
                    </a:lnTo>
                    <a:lnTo>
                      <a:pt x="3450" y="88"/>
                    </a:lnTo>
                    <a:lnTo>
                      <a:pt x="3500" y="0"/>
                    </a:lnTo>
                    <a:lnTo>
                      <a:pt x="3473" y="134"/>
                    </a:lnTo>
                    <a:lnTo>
                      <a:pt x="3439" y="264"/>
                    </a:lnTo>
                    <a:lnTo>
                      <a:pt x="3401" y="393"/>
                    </a:lnTo>
                    <a:lnTo>
                      <a:pt x="3357" y="520"/>
                    </a:lnTo>
                    <a:lnTo>
                      <a:pt x="3308" y="643"/>
                    </a:lnTo>
                    <a:lnTo>
                      <a:pt x="3255" y="764"/>
                    </a:lnTo>
                    <a:lnTo>
                      <a:pt x="3196" y="883"/>
                    </a:lnTo>
                    <a:lnTo>
                      <a:pt x="3133" y="997"/>
                    </a:lnTo>
                    <a:lnTo>
                      <a:pt x="3065" y="1109"/>
                    </a:lnTo>
                    <a:lnTo>
                      <a:pt x="2993" y="1218"/>
                    </a:lnTo>
                    <a:lnTo>
                      <a:pt x="2916" y="1324"/>
                    </a:lnTo>
                    <a:lnTo>
                      <a:pt x="2836" y="1425"/>
                    </a:lnTo>
                    <a:lnTo>
                      <a:pt x="2752" y="1523"/>
                    </a:lnTo>
                    <a:lnTo>
                      <a:pt x="2663" y="1617"/>
                    </a:lnTo>
                    <a:lnTo>
                      <a:pt x="2571" y="1708"/>
                    </a:lnTo>
                    <a:lnTo>
                      <a:pt x="2475" y="1795"/>
                    </a:lnTo>
                    <a:lnTo>
                      <a:pt x="2376" y="1877"/>
                    </a:lnTo>
                    <a:lnTo>
                      <a:pt x="2274" y="1955"/>
                    </a:lnTo>
                    <a:lnTo>
                      <a:pt x="2168" y="2028"/>
                    </a:lnTo>
                    <a:lnTo>
                      <a:pt x="2058" y="2097"/>
                    </a:lnTo>
                    <a:lnTo>
                      <a:pt x="1946" y="2161"/>
                    </a:lnTo>
                    <a:lnTo>
                      <a:pt x="1831" y="2220"/>
                    </a:lnTo>
                    <a:lnTo>
                      <a:pt x="1714" y="2274"/>
                    </a:lnTo>
                    <a:lnTo>
                      <a:pt x="1594" y="2324"/>
                    </a:lnTo>
                    <a:lnTo>
                      <a:pt x="1471" y="2367"/>
                    </a:lnTo>
                    <a:lnTo>
                      <a:pt x="1346" y="2405"/>
                    </a:lnTo>
                    <a:lnTo>
                      <a:pt x="1220" y="2439"/>
                    </a:lnTo>
                    <a:lnTo>
                      <a:pt x="1089" y="2465"/>
                    </a:lnTo>
                    <a:lnTo>
                      <a:pt x="959" y="2487"/>
                    </a:lnTo>
                    <a:lnTo>
                      <a:pt x="826" y="2502"/>
                    </a:lnTo>
                    <a:lnTo>
                      <a:pt x="691" y="2511"/>
                    </a:lnTo>
                    <a:lnTo>
                      <a:pt x="623" y="2514"/>
                    </a:lnTo>
                    <a:lnTo>
                      <a:pt x="555" y="2515"/>
                    </a:lnTo>
                    <a:close/>
                  </a:path>
                </a:pathLst>
              </a:custGeom>
              <a:solidFill>
                <a:srgbClr val="0085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77" name="Freeform 103"/>
              <p:cNvSpPr>
                <a:spLocks/>
              </p:cNvSpPr>
              <p:nvPr/>
            </p:nvSpPr>
            <p:spPr bwMode="auto">
              <a:xfrm>
                <a:off x="673" y="197"/>
                <a:ext cx="1667" cy="2022"/>
              </a:xfrm>
              <a:custGeom>
                <a:avLst/>
                <a:gdLst>
                  <a:gd name="T0" fmla="*/ 3207 w 3335"/>
                  <a:gd name="T1" fmla="*/ 7 h 4045"/>
                  <a:gd name="T2" fmla="*/ 3030 w 3335"/>
                  <a:gd name="T3" fmla="*/ 16 h 4045"/>
                  <a:gd name="T4" fmla="*/ 2868 w 3335"/>
                  <a:gd name="T5" fmla="*/ 40 h 4045"/>
                  <a:gd name="T6" fmla="*/ 2724 w 3335"/>
                  <a:gd name="T7" fmla="*/ 78 h 4045"/>
                  <a:gd name="T8" fmla="*/ 2596 w 3335"/>
                  <a:gd name="T9" fmla="*/ 124 h 4045"/>
                  <a:gd name="T10" fmla="*/ 2482 w 3335"/>
                  <a:gd name="T11" fmla="*/ 180 h 4045"/>
                  <a:gd name="T12" fmla="*/ 2325 w 3335"/>
                  <a:gd name="T13" fmla="*/ 281 h 4045"/>
                  <a:gd name="T14" fmla="*/ 2184 w 3335"/>
                  <a:gd name="T15" fmla="*/ 407 h 4045"/>
                  <a:gd name="T16" fmla="*/ 2093 w 3335"/>
                  <a:gd name="T17" fmla="*/ 515 h 4045"/>
                  <a:gd name="T18" fmla="*/ 2037 w 3335"/>
                  <a:gd name="T19" fmla="*/ 598 h 4045"/>
                  <a:gd name="T20" fmla="*/ 1986 w 3335"/>
                  <a:gd name="T21" fmla="*/ 683 h 4045"/>
                  <a:gd name="T22" fmla="*/ 1923 w 3335"/>
                  <a:gd name="T23" fmla="*/ 823 h 4045"/>
                  <a:gd name="T24" fmla="*/ 1871 w 3335"/>
                  <a:gd name="T25" fmla="*/ 987 h 4045"/>
                  <a:gd name="T26" fmla="*/ 1828 w 3335"/>
                  <a:gd name="T27" fmla="*/ 1172 h 4045"/>
                  <a:gd name="T28" fmla="*/ 1777 w 3335"/>
                  <a:gd name="T29" fmla="*/ 1506 h 4045"/>
                  <a:gd name="T30" fmla="*/ 1743 w 3335"/>
                  <a:gd name="T31" fmla="*/ 1918 h 4045"/>
                  <a:gd name="T32" fmla="*/ 1728 w 3335"/>
                  <a:gd name="T33" fmla="*/ 2241 h 4045"/>
                  <a:gd name="T34" fmla="*/ 1724 w 3335"/>
                  <a:gd name="T35" fmla="*/ 2411 h 4045"/>
                  <a:gd name="T36" fmla="*/ 1721 w 3335"/>
                  <a:gd name="T37" fmla="*/ 2560 h 4045"/>
                  <a:gd name="T38" fmla="*/ 1718 w 3335"/>
                  <a:gd name="T39" fmla="*/ 2761 h 4045"/>
                  <a:gd name="T40" fmla="*/ 1706 w 3335"/>
                  <a:gd name="T41" fmla="*/ 2907 h 4045"/>
                  <a:gd name="T42" fmla="*/ 1685 w 3335"/>
                  <a:gd name="T43" fmla="*/ 2998 h 4045"/>
                  <a:gd name="T44" fmla="*/ 1650 w 3335"/>
                  <a:gd name="T45" fmla="*/ 3070 h 4045"/>
                  <a:gd name="T46" fmla="*/ 1599 w 3335"/>
                  <a:gd name="T47" fmla="*/ 3121 h 4045"/>
                  <a:gd name="T48" fmla="*/ 1536 w 3335"/>
                  <a:gd name="T49" fmla="*/ 3169 h 4045"/>
                  <a:gd name="T50" fmla="*/ 1373 w 3335"/>
                  <a:gd name="T51" fmla="*/ 3283 h 4045"/>
                  <a:gd name="T52" fmla="*/ 1173 w 3335"/>
                  <a:gd name="T53" fmla="*/ 3399 h 4045"/>
                  <a:gd name="T54" fmla="*/ 949 w 3335"/>
                  <a:gd name="T55" fmla="*/ 3492 h 4045"/>
                  <a:gd name="T56" fmla="*/ 756 w 3335"/>
                  <a:gd name="T57" fmla="*/ 3538 h 4045"/>
                  <a:gd name="T58" fmla="*/ 639 w 3335"/>
                  <a:gd name="T59" fmla="*/ 3546 h 4045"/>
                  <a:gd name="T60" fmla="*/ 529 w 3335"/>
                  <a:gd name="T61" fmla="*/ 3536 h 4045"/>
                  <a:gd name="T62" fmla="*/ 432 w 3335"/>
                  <a:gd name="T63" fmla="*/ 3532 h 4045"/>
                  <a:gd name="T64" fmla="*/ 348 w 3335"/>
                  <a:gd name="T65" fmla="*/ 3540 h 4045"/>
                  <a:gd name="T66" fmla="*/ 275 w 3335"/>
                  <a:gd name="T67" fmla="*/ 3560 h 4045"/>
                  <a:gd name="T68" fmla="*/ 217 w 3335"/>
                  <a:gd name="T69" fmla="*/ 3592 h 4045"/>
                  <a:gd name="T70" fmla="*/ 169 w 3335"/>
                  <a:gd name="T71" fmla="*/ 3635 h 4045"/>
                  <a:gd name="T72" fmla="*/ 136 w 3335"/>
                  <a:gd name="T73" fmla="*/ 3689 h 4045"/>
                  <a:gd name="T74" fmla="*/ 116 w 3335"/>
                  <a:gd name="T75" fmla="*/ 3753 h 4045"/>
                  <a:gd name="T76" fmla="*/ 108 w 3335"/>
                  <a:gd name="T77" fmla="*/ 3828 h 4045"/>
                  <a:gd name="T78" fmla="*/ 115 w 3335"/>
                  <a:gd name="T79" fmla="*/ 3915 h 4045"/>
                  <a:gd name="T80" fmla="*/ 135 w 3335"/>
                  <a:gd name="T81" fmla="*/ 4010 h 4045"/>
                  <a:gd name="T82" fmla="*/ 85 w 3335"/>
                  <a:gd name="T83" fmla="*/ 3831 h 4045"/>
                  <a:gd name="T84" fmla="*/ 24 w 3335"/>
                  <a:gd name="T85" fmla="*/ 3487 h 4045"/>
                  <a:gd name="T86" fmla="*/ 0 w 3335"/>
                  <a:gd name="T87" fmla="*/ 3106 h 4045"/>
                  <a:gd name="T88" fmla="*/ 24 w 3335"/>
                  <a:gd name="T89" fmla="*/ 2727 h 4045"/>
                  <a:gd name="T90" fmla="*/ 91 w 3335"/>
                  <a:gd name="T91" fmla="*/ 2361 h 4045"/>
                  <a:gd name="T92" fmla="*/ 200 w 3335"/>
                  <a:gd name="T93" fmla="*/ 2009 h 4045"/>
                  <a:gd name="T94" fmla="*/ 348 w 3335"/>
                  <a:gd name="T95" fmla="*/ 1680 h 4045"/>
                  <a:gd name="T96" fmla="*/ 531 w 3335"/>
                  <a:gd name="T97" fmla="*/ 1370 h 4045"/>
                  <a:gd name="T98" fmla="*/ 749 w 3335"/>
                  <a:gd name="T99" fmla="*/ 1085 h 4045"/>
                  <a:gd name="T100" fmla="*/ 996 w 3335"/>
                  <a:gd name="T101" fmla="*/ 828 h 4045"/>
                  <a:gd name="T102" fmla="*/ 1273 w 3335"/>
                  <a:gd name="T103" fmla="*/ 600 h 4045"/>
                  <a:gd name="T104" fmla="*/ 1574 w 3335"/>
                  <a:gd name="T105" fmla="*/ 404 h 4045"/>
                  <a:gd name="T106" fmla="*/ 1898 w 3335"/>
                  <a:gd name="T107" fmla="*/ 244 h 4045"/>
                  <a:gd name="T108" fmla="*/ 2242 w 3335"/>
                  <a:gd name="T109" fmla="*/ 122 h 4045"/>
                  <a:gd name="T110" fmla="*/ 2603 w 3335"/>
                  <a:gd name="T111" fmla="*/ 42 h 4045"/>
                  <a:gd name="T112" fmla="*/ 2980 w 3335"/>
                  <a:gd name="T113" fmla="*/ 2 h 4045"/>
                  <a:gd name="T114" fmla="*/ 3335 w 3335"/>
                  <a:gd name="T115" fmla="*/ 9 h 40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3335" h="4045">
                    <a:moveTo>
                      <a:pt x="3335" y="9"/>
                    </a:moveTo>
                    <a:lnTo>
                      <a:pt x="3269" y="7"/>
                    </a:lnTo>
                    <a:lnTo>
                      <a:pt x="3207" y="7"/>
                    </a:lnTo>
                    <a:lnTo>
                      <a:pt x="3146" y="8"/>
                    </a:lnTo>
                    <a:lnTo>
                      <a:pt x="3086" y="12"/>
                    </a:lnTo>
                    <a:lnTo>
                      <a:pt x="3030" y="16"/>
                    </a:lnTo>
                    <a:lnTo>
                      <a:pt x="2974" y="23"/>
                    </a:lnTo>
                    <a:lnTo>
                      <a:pt x="2920" y="31"/>
                    </a:lnTo>
                    <a:lnTo>
                      <a:pt x="2868" y="40"/>
                    </a:lnTo>
                    <a:lnTo>
                      <a:pt x="2819" y="52"/>
                    </a:lnTo>
                    <a:lnTo>
                      <a:pt x="2770" y="65"/>
                    </a:lnTo>
                    <a:lnTo>
                      <a:pt x="2724" y="78"/>
                    </a:lnTo>
                    <a:lnTo>
                      <a:pt x="2679" y="92"/>
                    </a:lnTo>
                    <a:lnTo>
                      <a:pt x="2637" y="108"/>
                    </a:lnTo>
                    <a:lnTo>
                      <a:pt x="2596" y="124"/>
                    </a:lnTo>
                    <a:lnTo>
                      <a:pt x="2556" y="143"/>
                    </a:lnTo>
                    <a:lnTo>
                      <a:pt x="2519" y="160"/>
                    </a:lnTo>
                    <a:lnTo>
                      <a:pt x="2482" y="180"/>
                    </a:lnTo>
                    <a:lnTo>
                      <a:pt x="2448" y="199"/>
                    </a:lnTo>
                    <a:lnTo>
                      <a:pt x="2383" y="240"/>
                    </a:lnTo>
                    <a:lnTo>
                      <a:pt x="2325" y="281"/>
                    </a:lnTo>
                    <a:lnTo>
                      <a:pt x="2273" y="324"/>
                    </a:lnTo>
                    <a:lnTo>
                      <a:pt x="2226" y="365"/>
                    </a:lnTo>
                    <a:lnTo>
                      <a:pt x="2184" y="407"/>
                    </a:lnTo>
                    <a:lnTo>
                      <a:pt x="2148" y="447"/>
                    </a:lnTo>
                    <a:lnTo>
                      <a:pt x="2117" y="484"/>
                    </a:lnTo>
                    <a:lnTo>
                      <a:pt x="2093" y="515"/>
                    </a:lnTo>
                    <a:lnTo>
                      <a:pt x="2071" y="545"/>
                    </a:lnTo>
                    <a:lnTo>
                      <a:pt x="2053" y="573"/>
                    </a:lnTo>
                    <a:lnTo>
                      <a:pt x="2037" y="598"/>
                    </a:lnTo>
                    <a:lnTo>
                      <a:pt x="2022" y="621"/>
                    </a:lnTo>
                    <a:lnTo>
                      <a:pt x="2009" y="643"/>
                    </a:lnTo>
                    <a:lnTo>
                      <a:pt x="1986" y="683"/>
                    </a:lnTo>
                    <a:lnTo>
                      <a:pt x="1964" y="727"/>
                    </a:lnTo>
                    <a:lnTo>
                      <a:pt x="1942" y="773"/>
                    </a:lnTo>
                    <a:lnTo>
                      <a:pt x="1923" y="823"/>
                    </a:lnTo>
                    <a:lnTo>
                      <a:pt x="1904" y="876"/>
                    </a:lnTo>
                    <a:lnTo>
                      <a:pt x="1887" y="930"/>
                    </a:lnTo>
                    <a:lnTo>
                      <a:pt x="1871" y="987"/>
                    </a:lnTo>
                    <a:lnTo>
                      <a:pt x="1856" y="1047"/>
                    </a:lnTo>
                    <a:lnTo>
                      <a:pt x="1841" y="1108"/>
                    </a:lnTo>
                    <a:lnTo>
                      <a:pt x="1828" y="1172"/>
                    </a:lnTo>
                    <a:lnTo>
                      <a:pt x="1817" y="1236"/>
                    </a:lnTo>
                    <a:lnTo>
                      <a:pt x="1796" y="1370"/>
                    </a:lnTo>
                    <a:lnTo>
                      <a:pt x="1777" y="1506"/>
                    </a:lnTo>
                    <a:lnTo>
                      <a:pt x="1764" y="1644"/>
                    </a:lnTo>
                    <a:lnTo>
                      <a:pt x="1752" y="1782"/>
                    </a:lnTo>
                    <a:lnTo>
                      <a:pt x="1743" y="1918"/>
                    </a:lnTo>
                    <a:lnTo>
                      <a:pt x="1735" y="2052"/>
                    </a:lnTo>
                    <a:lnTo>
                      <a:pt x="1730" y="2179"/>
                    </a:lnTo>
                    <a:lnTo>
                      <a:pt x="1728" y="2241"/>
                    </a:lnTo>
                    <a:lnTo>
                      <a:pt x="1727" y="2299"/>
                    </a:lnTo>
                    <a:lnTo>
                      <a:pt x="1726" y="2357"/>
                    </a:lnTo>
                    <a:lnTo>
                      <a:pt x="1724" y="2411"/>
                    </a:lnTo>
                    <a:lnTo>
                      <a:pt x="1723" y="2464"/>
                    </a:lnTo>
                    <a:lnTo>
                      <a:pt x="1722" y="2513"/>
                    </a:lnTo>
                    <a:lnTo>
                      <a:pt x="1721" y="2560"/>
                    </a:lnTo>
                    <a:lnTo>
                      <a:pt x="1721" y="2602"/>
                    </a:lnTo>
                    <a:lnTo>
                      <a:pt x="1720" y="2683"/>
                    </a:lnTo>
                    <a:lnTo>
                      <a:pt x="1718" y="2761"/>
                    </a:lnTo>
                    <a:lnTo>
                      <a:pt x="1713" y="2836"/>
                    </a:lnTo>
                    <a:lnTo>
                      <a:pt x="1709" y="2872"/>
                    </a:lnTo>
                    <a:lnTo>
                      <a:pt x="1706" y="2907"/>
                    </a:lnTo>
                    <a:lnTo>
                      <a:pt x="1700" y="2939"/>
                    </a:lnTo>
                    <a:lnTo>
                      <a:pt x="1693" y="2969"/>
                    </a:lnTo>
                    <a:lnTo>
                      <a:pt x="1685" y="2998"/>
                    </a:lnTo>
                    <a:lnTo>
                      <a:pt x="1675" y="3024"/>
                    </a:lnTo>
                    <a:lnTo>
                      <a:pt x="1663" y="3048"/>
                    </a:lnTo>
                    <a:lnTo>
                      <a:pt x="1650" y="3070"/>
                    </a:lnTo>
                    <a:lnTo>
                      <a:pt x="1635" y="3090"/>
                    </a:lnTo>
                    <a:lnTo>
                      <a:pt x="1617" y="3106"/>
                    </a:lnTo>
                    <a:lnTo>
                      <a:pt x="1599" y="3121"/>
                    </a:lnTo>
                    <a:lnTo>
                      <a:pt x="1579" y="3136"/>
                    </a:lnTo>
                    <a:lnTo>
                      <a:pt x="1559" y="3152"/>
                    </a:lnTo>
                    <a:lnTo>
                      <a:pt x="1536" y="3169"/>
                    </a:lnTo>
                    <a:lnTo>
                      <a:pt x="1487" y="3206"/>
                    </a:lnTo>
                    <a:lnTo>
                      <a:pt x="1432" y="3244"/>
                    </a:lnTo>
                    <a:lnTo>
                      <a:pt x="1373" y="3283"/>
                    </a:lnTo>
                    <a:lnTo>
                      <a:pt x="1310" y="3322"/>
                    </a:lnTo>
                    <a:lnTo>
                      <a:pt x="1243" y="3361"/>
                    </a:lnTo>
                    <a:lnTo>
                      <a:pt x="1173" y="3399"/>
                    </a:lnTo>
                    <a:lnTo>
                      <a:pt x="1100" y="3433"/>
                    </a:lnTo>
                    <a:lnTo>
                      <a:pt x="1025" y="3465"/>
                    </a:lnTo>
                    <a:lnTo>
                      <a:pt x="949" y="3492"/>
                    </a:lnTo>
                    <a:lnTo>
                      <a:pt x="872" y="3515"/>
                    </a:lnTo>
                    <a:lnTo>
                      <a:pt x="795" y="3532"/>
                    </a:lnTo>
                    <a:lnTo>
                      <a:pt x="756" y="3538"/>
                    </a:lnTo>
                    <a:lnTo>
                      <a:pt x="717" y="3543"/>
                    </a:lnTo>
                    <a:lnTo>
                      <a:pt x="679" y="3545"/>
                    </a:lnTo>
                    <a:lnTo>
                      <a:pt x="639" y="3546"/>
                    </a:lnTo>
                    <a:lnTo>
                      <a:pt x="601" y="3544"/>
                    </a:lnTo>
                    <a:lnTo>
                      <a:pt x="563" y="3540"/>
                    </a:lnTo>
                    <a:lnTo>
                      <a:pt x="529" y="3536"/>
                    </a:lnTo>
                    <a:lnTo>
                      <a:pt x="495" y="3533"/>
                    </a:lnTo>
                    <a:lnTo>
                      <a:pt x="463" y="3532"/>
                    </a:lnTo>
                    <a:lnTo>
                      <a:pt x="432" y="3532"/>
                    </a:lnTo>
                    <a:lnTo>
                      <a:pt x="402" y="3533"/>
                    </a:lnTo>
                    <a:lnTo>
                      <a:pt x="374" y="3536"/>
                    </a:lnTo>
                    <a:lnTo>
                      <a:pt x="348" y="3540"/>
                    </a:lnTo>
                    <a:lnTo>
                      <a:pt x="323" y="3546"/>
                    </a:lnTo>
                    <a:lnTo>
                      <a:pt x="298" y="3552"/>
                    </a:lnTo>
                    <a:lnTo>
                      <a:pt x="275" y="3560"/>
                    </a:lnTo>
                    <a:lnTo>
                      <a:pt x="255" y="3569"/>
                    </a:lnTo>
                    <a:lnTo>
                      <a:pt x="235" y="3579"/>
                    </a:lnTo>
                    <a:lnTo>
                      <a:pt x="217" y="3592"/>
                    </a:lnTo>
                    <a:lnTo>
                      <a:pt x="199" y="3605"/>
                    </a:lnTo>
                    <a:lnTo>
                      <a:pt x="184" y="3619"/>
                    </a:lnTo>
                    <a:lnTo>
                      <a:pt x="169" y="3635"/>
                    </a:lnTo>
                    <a:lnTo>
                      <a:pt x="157" y="3651"/>
                    </a:lnTo>
                    <a:lnTo>
                      <a:pt x="146" y="3669"/>
                    </a:lnTo>
                    <a:lnTo>
                      <a:pt x="136" y="3689"/>
                    </a:lnTo>
                    <a:lnTo>
                      <a:pt x="128" y="3708"/>
                    </a:lnTo>
                    <a:lnTo>
                      <a:pt x="121" y="3730"/>
                    </a:lnTo>
                    <a:lnTo>
                      <a:pt x="116" y="3753"/>
                    </a:lnTo>
                    <a:lnTo>
                      <a:pt x="112" y="3778"/>
                    </a:lnTo>
                    <a:lnTo>
                      <a:pt x="109" y="3803"/>
                    </a:lnTo>
                    <a:lnTo>
                      <a:pt x="108" y="3828"/>
                    </a:lnTo>
                    <a:lnTo>
                      <a:pt x="109" y="3856"/>
                    </a:lnTo>
                    <a:lnTo>
                      <a:pt x="112" y="3885"/>
                    </a:lnTo>
                    <a:lnTo>
                      <a:pt x="115" y="3915"/>
                    </a:lnTo>
                    <a:lnTo>
                      <a:pt x="120" y="3946"/>
                    </a:lnTo>
                    <a:lnTo>
                      <a:pt x="127" y="3978"/>
                    </a:lnTo>
                    <a:lnTo>
                      <a:pt x="135" y="4010"/>
                    </a:lnTo>
                    <a:lnTo>
                      <a:pt x="145" y="4045"/>
                    </a:lnTo>
                    <a:lnTo>
                      <a:pt x="113" y="3939"/>
                    </a:lnTo>
                    <a:lnTo>
                      <a:pt x="85" y="3831"/>
                    </a:lnTo>
                    <a:lnTo>
                      <a:pt x="61" y="3721"/>
                    </a:lnTo>
                    <a:lnTo>
                      <a:pt x="42" y="3610"/>
                    </a:lnTo>
                    <a:lnTo>
                      <a:pt x="24" y="3487"/>
                    </a:lnTo>
                    <a:lnTo>
                      <a:pt x="10" y="3362"/>
                    </a:lnTo>
                    <a:lnTo>
                      <a:pt x="2" y="3234"/>
                    </a:lnTo>
                    <a:lnTo>
                      <a:pt x="0" y="3106"/>
                    </a:lnTo>
                    <a:lnTo>
                      <a:pt x="2" y="2978"/>
                    </a:lnTo>
                    <a:lnTo>
                      <a:pt x="10" y="2852"/>
                    </a:lnTo>
                    <a:lnTo>
                      <a:pt x="24" y="2727"/>
                    </a:lnTo>
                    <a:lnTo>
                      <a:pt x="42" y="2602"/>
                    </a:lnTo>
                    <a:lnTo>
                      <a:pt x="63" y="2480"/>
                    </a:lnTo>
                    <a:lnTo>
                      <a:pt x="91" y="2361"/>
                    </a:lnTo>
                    <a:lnTo>
                      <a:pt x="123" y="2241"/>
                    </a:lnTo>
                    <a:lnTo>
                      <a:pt x="159" y="2124"/>
                    </a:lnTo>
                    <a:lnTo>
                      <a:pt x="200" y="2009"/>
                    </a:lnTo>
                    <a:lnTo>
                      <a:pt x="245" y="1897"/>
                    </a:lnTo>
                    <a:lnTo>
                      <a:pt x="295" y="1787"/>
                    </a:lnTo>
                    <a:lnTo>
                      <a:pt x="348" y="1680"/>
                    </a:lnTo>
                    <a:lnTo>
                      <a:pt x="406" y="1574"/>
                    </a:lnTo>
                    <a:lnTo>
                      <a:pt x="467" y="1471"/>
                    </a:lnTo>
                    <a:lnTo>
                      <a:pt x="531" y="1370"/>
                    </a:lnTo>
                    <a:lnTo>
                      <a:pt x="600" y="1272"/>
                    </a:lnTo>
                    <a:lnTo>
                      <a:pt x="673" y="1177"/>
                    </a:lnTo>
                    <a:lnTo>
                      <a:pt x="749" y="1085"/>
                    </a:lnTo>
                    <a:lnTo>
                      <a:pt x="828" y="997"/>
                    </a:lnTo>
                    <a:lnTo>
                      <a:pt x="910" y="910"/>
                    </a:lnTo>
                    <a:lnTo>
                      <a:pt x="996" y="828"/>
                    </a:lnTo>
                    <a:lnTo>
                      <a:pt x="1085" y="749"/>
                    </a:lnTo>
                    <a:lnTo>
                      <a:pt x="1177" y="673"/>
                    </a:lnTo>
                    <a:lnTo>
                      <a:pt x="1273" y="600"/>
                    </a:lnTo>
                    <a:lnTo>
                      <a:pt x="1371" y="531"/>
                    </a:lnTo>
                    <a:lnTo>
                      <a:pt x="1471" y="465"/>
                    </a:lnTo>
                    <a:lnTo>
                      <a:pt x="1574" y="404"/>
                    </a:lnTo>
                    <a:lnTo>
                      <a:pt x="1680" y="347"/>
                    </a:lnTo>
                    <a:lnTo>
                      <a:pt x="1788" y="294"/>
                    </a:lnTo>
                    <a:lnTo>
                      <a:pt x="1898" y="244"/>
                    </a:lnTo>
                    <a:lnTo>
                      <a:pt x="2010" y="199"/>
                    </a:lnTo>
                    <a:lnTo>
                      <a:pt x="2125" y="159"/>
                    </a:lnTo>
                    <a:lnTo>
                      <a:pt x="2242" y="122"/>
                    </a:lnTo>
                    <a:lnTo>
                      <a:pt x="2360" y="91"/>
                    </a:lnTo>
                    <a:lnTo>
                      <a:pt x="2481" y="63"/>
                    </a:lnTo>
                    <a:lnTo>
                      <a:pt x="2603" y="42"/>
                    </a:lnTo>
                    <a:lnTo>
                      <a:pt x="2727" y="23"/>
                    </a:lnTo>
                    <a:lnTo>
                      <a:pt x="2852" y="10"/>
                    </a:lnTo>
                    <a:lnTo>
                      <a:pt x="2980" y="2"/>
                    </a:lnTo>
                    <a:lnTo>
                      <a:pt x="3108" y="0"/>
                    </a:lnTo>
                    <a:lnTo>
                      <a:pt x="3222" y="2"/>
                    </a:lnTo>
                    <a:lnTo>
                      <a:pt x="3335" y="9"/>
                    </a:lnTo>
                    <a:close/>
                  </a:path>
                </a:pathLst>
              </a:custGeom>
              <a:solidFill>
                <a:srgbClr val="0085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78" name="Freeform 104"/>
              <p:cNvSpPr>
                <a:spLocks/>
              </p:cNvSpPr>
              <p:nvPr/>
            </p:nvSpPr>
            <p:spPr bwMode="auto">
              <a:xfrm>
                <a:off x="673" y="197"/>
                <a:ext cx="1554" cy="1875"/>
              </a:xfrm>
              <a:custGeom>
                <a:avLst/>
                <a:gdLst>
                  <a:gd name="T0" fmla="*/ 2990 w 3108"/>
                  <a:gd name="T1" fmla="*/ 7 h 3750"/>
                  <a:gd name="T2" fmla="*/ 2827 w 3108"/>
                  <a:gd name="T3" fmla="*/ 25 h 3750"/>
                  <a:gd name="T4" fmla="*/ 2678 w 3108"/>
                  <a:gd name="T5" fmla="*/ 55 h 3750"/>
                  <a:gd name="T6" fmla="*/ 2542 w 3108"/>
                  <a:gd name="T7" fmla="*/ 95 h 3750"/>
                  <a:gd name="T8" fmla="*/ 2419 w 3108"/>
                  <a:gd name="T9" fmla="*/ 144 h 3750"/>
                  <a:gd name="T10" fmla="*/ 2274 w 3108"/>
                  <a:gd name="T11" fmla="*/ 226 h 3750"/>
                  <a:gd name="T12" fmla="*/ 2091 w 3108"/>
                  <a:gd name="T13" fmla="*/ 381 h 3750"/>
                  <a:gd name="T14" fmla="*/ 1947 w 3108"/>
                  <a:gd name="T15" fmla="*/ 575 h 3750"/>
                  <a:gd name="T16" fmla="*/ 1833 w 3108"/>
                  <a:gd name="T17" fmla="*/ 804 h 3750"/>
                  <a:gd name="T18" fmla="*/ 1745 w 3108"/>
                  <a:gd name="T19" fmla="*/ 1070 h 3750"/>
                  <a:gd name="T20" fmla="*/ 1675 w 3108"/>
                  <a:gd name="T21" fmla="*/ 1370 h 3750"/>
                  <a:gd name="T22" fmla="*/ 1618 w 3108"/>
                  <a:gd name="T23" fmla="*/ 1702 h 3750"/>
                  <a:gd name="T24" fmla="*/ 1569 w 3108"/>
                  <a:gd name="T25" fmla="*/ 2066 h 3750"/>
                  <a:gd name="T26" fmla="*/ 1532 w 3108"/>
                  <a:gd name="T27" fmla="*/ 2361 h 3750"/>
                  <a:gd name="T28" fmla="*/ 1514 w 3108"/>
                  <a:gd name="T29" fmla="*/ 2487 h 3750"/>
                  <a:gd name="T30" fmla="*/ 1487 w 3108"/>
                  <a:gd name="T31" fmla="*/ 2614 h 3750"/>
                  <a:gd name="T32" fmla="*/ 1434 w 3108"/>
                  <a:gd name="T33" fmla="*/ 2797 h 3750"/>
                  <a:gd name="T34" fmla="*/ 1356 w 3108"/>
                  <a:gd name="T35" fmla="*/ 2972 h 3750"/>
                  <a:gd name="T36" fmla="*/ 1265 w 3108"/>
                  <a:gd name="T37" fmla="*/ 3104 h 3750"/>
                  <a:gd name="T38" fmla="*/ 1167 w 3108"/>
                  <a:gd name="T39" fmla="*/ 3197 h 3750"/>
                  <a:gd name="T40" fmla="*/ 1064 w 3108"/>
                  <a:gd name="T41" fmla="*/ 3260 h 3750"/>
                  <a:gd name="T42" fmla="*/ 963 w 3108"/>
                  <a:gd name="T43" fmla="*/ 3296 h 3750"/>
                  <a:gd name="T44" fmla="*/ 864 w 3108"/>
                  <a:gd name="T45" fmla="*/ 3313 h 3750"/>
                  <a:gd name="T46" fmla="*/ 746 w 3108"/>
                  <a:gd name="T47" fmla="*/ 3314 h 3750"/>
                  <a:gd name="T48" fmla="*/ 674 w 3108"/>
                  <a:gd name="T49" fmla="*/ 3306 h 3750"/>
                  <a:gd name="T50" fmla="*/ 574 w 3108"/>
                  <a:gd name="T51" fmla="*/ 3291 h 3750"/>
                  <a:gd name="T52" fmla="*/ 397 w 3108"/>
                  <a:gd name="T53" fmla="*/ 3281 h 3750"/>
                  <a:gd name="T54" fmla="*/ 266 w 3108"/>
                  <a:gd name="T55" fmla="*/ 3298 h 3750"/>
                  <a:gd name="T56" fmla="*/ 198 w 3108"/>
                  <a:gd name="T57" fmla="*/ 3324 h 3750"/>
                  <a:gd name="T58" fmla="*/ 142 w 3108"/>
                  <a:gd name="T59" fmla="*/ 3364 h 3750"/>
                  <a:gd name="T60" fmla="*/ 97 w 3108"/>
                  <a:gd name="T61" fmla="*/ 3420 h 3750"/>
                  <a:gd name="T62" fmla="*/ 68 w 3108"/>
                  <a:gd name="T63" fmla="*/ 3494 h 3750"/>
                  <a:gd name="T64" fmla="*/ 54 w 3108"/>
                  <a:gd name="T65" fmla="*/ 3589 h 3750"/>
                  <a:gd name="T66" fmla="*/ 60 w 3108"/>
                  <a:gd name="T67" fmla="*/ 3706 h 3750"/>
                  <a:gd name="T68" fmla="*/ 42 w 3108"/>
                  <a:gd name="T69" fmla="*/ 3610 h 3750"/>
                  <a:gd name="T70" fmla="*/ 2 w 3108"/>
                  <a:gd name="T71" fmla="*/ 3234 h 3750"/>
                  <a:gd name="T72" fmla="*/ 10 w 3108"/>
                  <a:gd name="T73" fmla="*/ 2852 h 3750"/>
                  <a:gd name="T74" fmla="*/ 63 w 3108"/>
                  <a:gd name="T75" fmla="*/ 2480 h 3750"/>
                  <a:gd name="T76" fmla="*/ 159 w 3108"/>
                  <a:gd name="T77" fmla="*/ 2124 h 3750"/>
                  <a:gd name="T78" fmla="*/ 295 w 3108"/>
                  <a:gd name="T79" fmla="*/ 1787 h 3750"/>
                  <a:gd name="T80" fmla="*/ 467 w 3108"/>
                  <a:gd name="T81" fmla="*/ 1471 h 3750"/>
                  <a:gd name="T82" fmla="*/ 673 w 3108"/>
                  <a:gd name="T83" fmla="*/ 1177 h 3750"/>
                  <a:gd name="T84" fmla="*/ 910 w 3108"/>
                  <a:gd name="T85" fmla="*/ 910 h 3750"/>
                  <a:gd name="T86" fmla="*/ 1177 w 3108"/>
                  <a:gd name="T87" fmla="*/ 673 h 3750"/>
                  <a:gd name="T88" fmla="*/ 1471 w 3108"/>
                  <a:gd name="T89" fmla="*/ 465 h 3750"/>
                  <a:gd name="T90" fmla="*/ 1788 w 3108"/>
                  <a:gd name="T91" fmla="*/ 294 h 3750"/>
                  <a:gd name="T92" fmla="*/ 2125 w 3108"/>
                  <a:gd name="T93" fmla="*/ 159 h 3750"/>
                  <a:gd name="T94" fmla="*/ 2481 w 3108"/>
                  <a:gd name="T95" fmla="*/ 63 h 3750"/>
                  <a:gd name="T96" fmla="*/ 2852 w 3108"/>
                  <a:gd name="T97" fmla="*/ 10 h 37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3108" h="3750">
                    <a:moveTo>
                      <a:pt x="3108" y="0"/>
                    </a:moveTo>
                    <a:lnTo>
                      <a:pt x="3048" y="2"/>
                    </a:lnTo>
                    <a:lnTo>
                      <a:pt x="2990" y="7"/>
                    </a:lnTo>
                    <a:lnTo>
                      <a:pt x="2934" y="12"/>
                    </a:lnTo>
                    <a:lnTo>
                      <a:pt x="2880" y="18"/>
                    </a:lnTo>
                    <a:lnTo>
                      <a:pt x="2827" y="25"/>
                    </a:lnTo>
                    <a:lnTo>
                      <a:pt x="2776" y="35"/>
                    </a:lnTo>
                    <a:lnTo>
                      <a:pt x="2727" y="44"/>
                    </a:lnTo>
                    <a:lnTo>
                      <a:pt x="2678" y="55"/>
                    </a:lnTo>
                    <a:lnTo>
                      <a:pt x="2631" y="67"/>
                    </a:lnTo>
                    <a:lnTo>
                      <a:pt x="2586" y="81"/>
                    </a:lnTo>
                    <a:lnTo>
                      <a:pt x="2542" y="95"/>
                    </a:lnTo>
                    <a:lnTo>
                      <a:pt x="2500" y="110"/>
                    </a:lnTo>
                    <a:lnTo>
                      <a:pt x="2458" y="127"/>
                    </a:lnTo>
                    <a:lnTo>
                      <a:pt x="2419" y="144"/>
                    </a:lnTo>
                    <a:lnTo>
                      <a:pt x="2381" y="164"/>
                    </a:lnTo>
                    <a:lnTo>
                      <a:pt x="2344" y="183"/>
                    </a:lnTo>
                    <a:lnTo>
                      <a:pt x="2274" y="226"/>
                    </a:lnTo>
                    <a:lnTo>
                      <a:pt x="2208" y="273"/>
                    </a:lnTo>
                    <a:lnTo>
                      <a:pt x="2147" y="325"/>
                    </a:lnTo>
                    <a:lnTo>
                      <a:pt x="2091" y="381"/>
                    </a:lnTo>
                    <a:lnTo>
                      <a:pt x="2039" y="441"/>
                    </a:lnTo>
                    <a:lnTo>
                      <a:pt x="1991" y="506"/>
                    </a:lnTo>
                    <a:lnTo>
                      <a:pt x="1947" y="575"/>
                    </a:lnTo>
                    <a:lnTo>
                      <a:pt x="1905" y="648"/>
                    </a:lnTo>
                    <a:lnTo>
                      <a:pt x="1867" y="724"/>
                    </a:lnTo>
                    <a:lnTo>
                      <a:pt x="1833" y="804"/>
                    </a:lnTo>
                    <a:lnTo>
                      <a:pt x="1802" y="889"/>
                    </a:lnTo>
                    <a:lnTo>
                      <a:pt x="1772" y="977"/>
                    </a:lnTo>
                    <a:lnTo>
                      <a:pt x="1745" y="1070"/>
                    </a:lnTo>
                    <a:lnTo>
                      <a:pt x="1720" y="1166"/>
                    </a:lnTo>
                    <a:lnTo>
                      <a:pt x="1697" y="1266"/>
                    </a:lnTo>
                    <a:lnTo>
                      <a:pt x="1675" y="1370"/>
                    </a:lnTo>
                    <a:lnTo>
                      <a:pt x="1655" y="1477"/>
                    </a:lnTo>
                    <a:lnTo>
                      <a:pt x="1637" y="1588"/>
                    </a:lnTo>
                    <a:lnTo>
                      <a:pt x="1618" y="1702"/>
                    </a:lnTo>
                    <a:lnTo>
                      <a:pt x="1602" y="1820"/>
                    </a:lnTo>
                    <a:lnTo>
                      <a:pt x="1585" y="1941"/>
                    </a:lnTo>
                    <a:lnTo>
                      <a:pt x="1569" y="2066"/>
                    </a:lnTo>
                    <a:lnTo>
                      <a:pt x="1553" y="2195"/>
                    </a:lnTo>
                    <a:lnTo>
                      <a:pt x="1537" y="2326"/>
                    </a:lnTo>
                    <a:lnTo>
                      <a:pt x="1532" y="2361"/>
                    </a:lnTo>
                    <a:lnTo>
                      <a:pt x="1527" y="2394"/>
                    </a:lnTo>
                    <a:lnTo>
                      <a:pt x="1521" y="2441"/>
                    </a:lnTo>
                    <a:lnTo>
                      <a:pt x="1514" y="2487"/>
                    </a:lnTo>
                    <a:lnTo>
                      <a:pt x="1506" y="2531"/>
                    </a:lnTo>
                    <a:lnTo>
                      <a:pt x="1496" y="2574"/>
                    </a:lnTo>
                    <a:lnTo>
                      <a:pt x="1487" y="2614"/>
                    </a:lnTo>
                    <a:lnTo>
                      <a:pt x="1478" y="2653"/>
                    </a:lnTo>
                    <a:lnTo>
                      <a:pt x="1457" y="2728"/>
                    </a:lnTo>
                    <a:lnTo>
                      <a:pt x="1434" y="2797"/>
                    </a:lnTo>
                    <a:lnTo>
                      <a:pt x="1409" y="2861"/>
                    </a:lnTo>
                    <a:lnTo>
                      <a:pt x="1383" y="2918"/>
                    </a:lnTo>
                    <a:lnTo>
                      <a:pt x="1356" y="2972"/>
                    </a:lnTo>
                    <a:lnTo>
                      <a:pt x="1326" y="3021"/>
                    </a:lnTo>
                    <a:lnTo>
                      <a:pt x="1296" y="3063"/>
                    </a:lnTo>
                    <a:lnTo>
                      <a:pt x="1265" y="3104"/>
                    </a:lnTo>
                    <a:lnTo>
                      <a:pt x="1233" y="3138"/>
                    </a:lnTo>
                    <a:lnTo>
                      <a:pt x="1200" y="3169"/>
                    </a:lnTo>
                    <a:lnTo>
                      <a:pt x="1167" y="3197"/>
                    </a:lnTo>
                    <a:lnTo>
                      <a:pt x="1132" y="3221"/>
                    </a:lnTo>
                    <a:lnTo>
                      <a:pt x="1099" y="3242"/>
                    </a:lnTo>
                    <a:lnTo>
                      <a:pt x="1064" y="3260"/>
                    </a:lnTo>
                    <a:lnTo>
                      <a:pt x="1030" y="3274"/>
                    </a:lnTo>
                    <a:lnTo>
                      <a:pt x="996" y="3287"/>
                    </a:lnTo>
                    <a:lnTo>
                      <a:pt x="963" y="3296"/>
                    </a:lnTo>
                    <a:lnTo>
                      <a:pt x="930" y="3304"/>
                    </a:lnTo>
                    <a:lnTo>
                      <a:pt x="896" y="3310"/>
                    </a:lnTo>
                    <a:lnTo>
                      <a:pt x="864" y="3313"/>
                    </a:lnTo>
                    <a:lnTo>
                      <a:pt x="833" y="3316"/>
                    </a:lnTo>
                    <a:lnTo>
                      <a:pt x="774" y="3316"/>
                    </a:lnTo>
                    <a:lnTo>
                      <a:pt x="746" y="3314"/>
                    </a:lnTo>
                    <a:lnTo>
                      <a:pt x="721" y="3312"/>
                    </a:lnTo>
                    <a:lnTo>
                      <a:pt x="697" y="3310"/>
                    </a:lnTo>
                    <a:lnTo>
                      <a:pt x="674" y="3306"/>
                    </a:lnTo>
                    <a:lnTo>
                      <a:pt x="653" y="3303"/>
                    </a:lnTo>
                    <a:lnTo>
                      <a:pt x="635" y="3301"/>
                    </a:lnTo>
                    <a:lnTo>
                      <a:pt x="574" y="3291"/>
                    </a:lnTo>
                    <a:lnTo>
                      <a:pt x="514" y="3286"/>
                    </a:lnTo>
                    <a:lnTo>
                      <a:pt x="454" y="3281"/>
                    </a:lnTo>
                    <a:lnTo>
                      <a:pt x="397" y="3281"/>
                    </a:lnTo>
                    <a:lnTo>
                      <a:pt x="342" y="3284"/>
                    </a:lnTo>
                    <a:lnTo>
                      <a:pt x="290" y="3293"/>
                    </a:lnTo>
                    <a:lnTo>
                      <a:pt x="266" y="3298"/>
                    </a:lnTo>
                    <a:lnTo>
                      <a:pt x="242" y="3305"/>
                    </a:lnTo>
                    <a:lnTo>
                      <a:pt x="220" y="3313"/>
                    </a:lnTo>
                    <a:lnTo>
                      <a:pt x="198" y="3324"/>
                    </a:lnTo>
                    <a:lnTo>
                      <a:pt x="179" y="3335"/>
                    </a:lnTo>
                    <a:lnTo>
                      <a:pt x="159" y="3349"/>
                    </a:lnTo>
                    <a:lnTo>
                      <a:pt x="142" y="3364"/>
                    </a:lnTo>
                    <a:lnTo>
                      <a:pt x="126" y="3381"/>
                    </a:lnTo>
                    <a:lnTo>
                      <a:pt x="111" y="3400"/>
                    </a:lnTo>
                    <a:lnTo>
                      <a:pt x="97" y="3420"/>
                    </a:lnTo>
                    <a:lnTo>
                      <a:pt x="85" y="3442"/>
                    </a:lnTo>
                    <a:lnTo>
                      <a:pt x="76" y="3468"/>
                    </a:lnTo>
                    <a:lnTo>
                      <a:pt x="68" y="3494"/>
                    </a:lnTo>
                    <a:lnTo>
                      <a:pt x="61" y="3524"/>
                    </a:lnTo>
                    <a:lnTo>
                      <a:pt x="57" y="3555"/>
                    </a:lnTo>
                    <a:lnTo>
                      <a:pt x="54" y="3589"/>
                    </a:lnTo>
                    <a:lnTo>
                      <a:pt x="54" y="3625"/>
                    </a:lnTo>
                    <a:lnTo>
                      <a:pt x="57" y="3665"/>
                    </a:lnTo>
                    <a:lnTo>
                      <a:pt x="60" y="3706"/>
                    </a:lnTo>
                    <a:lnTo>
                      <a:pt x="67" y="3750"/>
                    </a:lnTo>
                    <a:lnTo>
                      <a:pt x="53" y="3681"/>
                    </a:lnTo>
                    <a:lnTo>
                      <a:pt x="42" y="3610"/>
                    </a:lnTo>
                    <a:lnTo>
                      <a:pt x="24" y="3487"/>
                    </a:lnTo>
                    <a:lnTo>
                      <a:pt x="10" y="3362"/>
                    </a:lnTo>
                    <a:lnTo>
                      <a:pt x="2" y="3234"/>
                    </a:lnTo>
                    <a:lnTo>
                      <a:pt x="0" y="3106"/>
                    </a:lnTo>
                    <a:lnTo>
                      <a:pt x="2" y="2978"/>
                    </a:lnTo>
                    <a:lnTo>
                      <a:pt x="10" y="2852"/>
                    </a:lnTo>
                    <a:lnTo>
                      <a:pt x="24" y="2727"/>
                    </a:lnTo>
                    <a:lnTo>
                      <a:pt x="42" y="2602"/>
                    </a:lnTo>
                    <a:lnTo>
                      <a:pt x="63" y="2480"/>
                    </a:lnTo>
                    <a:lnTo>
                      <a:pt x="91" y="2361"/>
                    </a:lnTo>
                    <a:lnTo>
                      <a:pt x="123" y="2241"/>
                    </a:lnTo>
                    <a:lnTo>
                      <a:pt x="159" y="2124"/>
                    </a:lnTo>
                    <a:lnTo>
                      <a:pt x="200" y="2009"/>
                    </a:lnTo>
                    <a:lnTo>
                      <a:pt x="245" y="1897"/>
                    </a:lnTo>
                    <a:lnTo>
                      <a:pt x="295" y="1787"/>
                    </a:lnTo>
                    <a:lnTo>
                      <a:pt x="348" y="1680"/>
                    </a:lnTo>
                    <a:lnTo>
                      <a:pt x="406" y="1574"/>
                    </a:lnTo>
                    <a:lnTo>
                      <a:pt x="467" y="1471"/>
                    </a:lnTo>
                    <a:lnTo>
                      <a:pt x="531" y="1370"/>
                    </a:lnTo>
                    <a:lnTo>
                      <a:pt x="600" y="1272"/>
                    </a:lnTo>
                    <a:lnTo>
                      <a:pt x="673" y="1177"/>
                    </a:lnTo>
                    <a:lnTo>
                      <a:pt x="749" y="1085"/>
                    </a:lnTo>
                    <a:lnTo>
                      <a:pt x="828" y="997"/>
                    </a:lnTo>
                    <a:lnTo>
                      <a:pt x="910" y="910"/>
                    </a:lnTo>
                    <a:lnTo>
                      <a:pt x="996" y="828"/>
                    </a:lnTo>
                    <a:lnTo>
                      <a:pt x="1085" y="749"/>
                    </a:lnTo>
                    <a:lnTo>
                      <a:pt x="1177" y="673"/>
                    </a:lnTo>
                    <a:lnTo>
                      <a:pt x="1273" y="600"/>
                    </a:lnTo>
                    <a:lnTo>
                      <a:pt x="1371" y="531"/>
                    </a:lnTo>
                    <a:lnTo>
                      <a:pt x="1471" y="465"/>
                    </a:lnTo>
                    <a:lnTo>
                      <a:pt x="1574" y="404"/>
                    </a:lnTo>
                    <a:lnTo>
                      <a:pt x="1680" y="347"/>
                    </a:lnTo>
                    <a:lnTo>
                      <a:pt x="1788" y="294"/>
                    </a:lnTo>
                    <a:lnTo>
                      <a:pt x="1898" y="244"/>
                    </a:lnTo>
                    <a:lnTo>
                      <a:pt x="2010" y="199"/>
                    </a:lnTo>
                    <a:lnTo>
                      <a:pt x="2125" y="159"/>
                    </a:lnTo>
                    <a:lnTo>
                      <a:pt x="2242" y="122"/>
                    </a:lnTo>
                    <a:lnTo>
                      <a:pt x="2360" y="91"/>
                    </a:lnTo>
                    <a:lnTo>
                      <a:pt x="2481" y="63"/>
                    </a:lnTo>
                    <a:lnTo>
                      <a:pt x="2603" y="42"/>
                    </a:lnTo>
                    <a:lnTo>
                      <a:pt x="2727" y="23"/>
                    </a:lnTo>
                    <a:lnTo>
                      <a:pt x="2852" y="10"/>
                    </a:lnTo>
                    <a:lnTo>
                      <a:pt x="2980" y="2"/>
                    </a:lnTo>
                    <a:lnTo>
                      <a:pt x="3108" y="0"/>
                    </a:lnTo>
                    <a:close/>
                  </a:path>
                </a:pathLst>
              </a:custGeom>
              <a:solidFill>
                <a:srgbClr val="007E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79" name="Freeform 105"/>
              <p:cNvSpPr>
                <a:spLocks/>
              </p:cNvSpPr>
              <p:nvPr/>
            </p:nvSpPr>
            <p:spPr bwMode="auto">
              <a:xfrm>
                <a:off x="2103" y="2131"/>
                <a:ext cx="1578" cy="1172"/>
              </a:xfrm>
              <a:custGeom>
                <a:avLst/>
                <a:gdLst>
                  <a:gd name="T0" fmla="*/ 123 w 3157"/>
                  <a:gd name="T1" fmla="*/ 2344 h 2346"/>
                  <a:gd name="T2" fmla="*/ 48 w 3157"/>
                  <a:gd name="T3" fmla="*/ 2338 h 2346"/>
                  <a:gd name="T4" fmla="*/ 134 w 3157"/>
                  <a:gd name="T5" fmla="*/ 2334 h 2346"/>
                  <a:gd name="T6" fmla="*/ 204 w 3157"/>
                  <a:gd name="T7" fmla="*/ 2323 h 2346"/>
                  <a:gd name="T8" fmla="*/ 262 w 3157"/>
                  <a:gd name="T9" fmla="*/ 2303 h 2346"/>
                  <a:gd name="T10" fmla="*/ 308 w 3157"/>
                  <a:gd name="T11" fmla="*/ 2278 h 2346"/>
                  <a:gd name="T12" fmla="*/ 343 w 3157"/>
                  <a:gd name="T13" fmla="*/ 2248 h 2346"/>
                  <a:gd name="T14" fmla="*/ 383 w 3157"/>
                  <a:gd name="T15" fmla="*/ 2198 h 2346"/>
                  <a:gd name="T16" fmla="*/ 411 w 3157"/>
                  <a:gd name="T17" fmla="*/ 2141 h 2346"/>
                  <a:gd name="T18" fmla="*/ 427 w 3157"/>
                  <a:gd name="T19" fmla="*/ 2052 h 2346"/>
                  <a:gd name="T20" fmla="*/ 427 w 3157"/>
                  <a:gd name="T21" fmla="*/ 1965 h 2346"/>
                  <a:gd name="T22" fmla="*/ 417 w 3157"/>
                  <a:gd name="T23" fmla="*/ 1876 h 2346"/>
                  <a:gd name="T24" fmla="*/ 387 w 3157"/>
                  <a:gd name="T25" fmla="*/ 1700 h 2346"/>
                  <a:gd name="T26" fmla="*/ 379 w 3157"/>
                  <a:gd name="T27" fmla="*/ 1612 h 2346"/>
                  <a:gd name="T28" fmla="*/ 385 w 3157"/>
                  <a:gd name="T29" fmla="*/ 1523 h 2346"/>
                  <a:gd name="T30" fmla="*/ 409 w 3157"/>
                  <a:gd name="T31" fmla="*/ 1436 h 2346"/>
                  <a:gd name="T32" fmla="*/ 411 w 3157"/>
                  <a:gd name="T33" fmla="*/ 1430 h 2346"/>
                  <a:gd name="T34" fmla="*/ 424 w 3157"/>
                  <a:gd name="T35" fmla="*/ 1402 h 2346"/>
                  <a:gd name="T36" fmla="*/ 449 w 3157"/>
                  <a:gd name="T37" fmla="*/ 1356 h 2346"/>
                  <a:gd name="T38" fmla="*/ 488 w 3157"/>
                  <a:gd name="T39" fmla="*/ 1298 h 2346"/>
                  <a:gd name="T40" fmla="*/ 543 w 3157"/>
                  <a:gd name="T41" fmla="*/ 1231 h 2346"/>
                  <a:gd name="T42" fmla="*/ 611 w 3157"/>
                  <a:gd name="T43" fmla="*/ 1163 h 2346"/>
                  <a:gd name="T44" fmla="*/ 697 w 3157"/>
                  <a:gd name="T45" fmla="*/ 1098 h 2346"/>
                  <a:gd name="T46" fmla="*/ 800 w 3157"/>
                  <a:gd name="T47" fmla="*/ 1042 h 2346"/>
                  <a:gd name="T48" fmla="*/ 964 w 3157"/>
                  <a:gd name="T49" fmla="*/ 983 h 2346"/>
                  <a:gd name="T50" fmla="*/ 1180 w 3157"/>
                  <a:gd name="T51" fmla="*/ 921 h 2346"/>
                  <a:gd name="T52" fmla="*/ 1504 w 3157"/>
                  <a:gd name="T53" fmla="*/ 838 h 2346"/>
                  <a:gd name="T54" fmla="*/ 1940 w 3157"/>
                  <a:gd name="T55" fmla="*/ 730 h 2346"/>
                  <a:gd name="T56" fmla="*/ 2155 w 3157"/>
                  <a:gd name="T57" fmla="*/ 669 h 2346"/>
                  <a:gd name="T58" fmla="*/ 2367 w 3157"/>
                  <a:gd name="T59" fmla="*/ 598 h 2346"/>
                  <a:gd name="T60" fmla="*/ 2576 w 3157"/>
                  <a:gd name="T61" fmla="*/ 515 h 2346"/>
                  <a:gd name="T62" fmla="*/ 2664 w 3157"/>
                  <a:gd name="T63" fmla="*/ 472 h 2346"/>
                  <a:gd name="T64" fmla="*/ 2749 w 3157"/>
                  <a:gd name="T65" fmla="*/ 423 h 2346"/>
                  <a:gd name="T66" fmla="*/ 2828 w 3157"/>
                  <a:gd name="T67" fmla="*/ 367 h 2346"/>
                  <a:gd name="T68" fmla="*/ 2904 w 3157"/>
                  <a:gd name="T69" fmla="*/ 306 h 2346"/>
                  <a:gd name="T70" fmla="*/ 2974 w 3157"/>
                  <a:gd name="T71" fmla="*/ 239 h 2346"/>
                  <a:gd name="T72" fmla="*/ 3040 w 3157"/>
                  <a:gd name="T73" fmla="*/ 165 h 2346"/>
                  <a:gd name="T74" fmla="*/ 3101 w 3157"/>
                  <a:gd name="T75" fmla="*/ 86 h 2346"/>
                  <a:gd name="T76" fmla="*/ 3157 w 3157"/>
                  <a:gd name="T77" fmla="*/ 0 h 2346"/>
                  <a:gd name="T78" fmla="*/ 3086 w 3157"/>
                  <a:gd name="T79" fmla="*/ 249 h 2346"/>
                  <a:gd name="T80" fmla="*/ 2996 w 3157"/>
                  <a:gd name="T81" fmla="*/ 488 h 2346"/>
                  <a:gd name="T82" fmla="*/ 2888 w 3157"/>
                  <a:gd name="T83" fmla="*/ 717 h 2346"/>
                  <a:gd name="T84" fmla="*/ 2762 w 3157"/>
                  <a:gd name="T85" fmla="*/ 936 h 2346"/>
                  <a:gd name="T86" fmla="*/ 2621 w 3157"/>
                  <a:gd name="T87" fmla="*/ 1142 h 2346"/>
                  <a:gd name="T88" fmla="*/ 2463 w 3157"/>
                  <a:gd name="T89" fmla="*/ 1334 h 2346"/>
                  <a:gd name="T90" fmla="*/ 2291 w 3157"/>
                  <a:gd name="T91" fmla="*/ 1514 h 2346"/>
                  <a:gd name="T92" fmla="*/ 2107 w 3157"/>
                  <a:gd name="T93" fmla="*/ 1679 h 2346"/>
                  <a:gd name="T94" fmla="*/ 1909 w 3157"/>
                  <a:gd name="T95" fmla="*/ 1828 h 2346"/>
                  <a:gd name="T96" fmla="*/ 1699 w 3157"/>
                  <a:gd name="T97" fmla="*/ 1959 h 2346"/>
                  <a:gd name="T98" fmla="*/ 1479 w 3157"/>
                  <a:gd name="T99" fmla="*/ 2073 h 2346"/>
                  <a:gd name="T100" fmla="*/ 1249 w 3157"/>
                  <a:gd name="T101" fmla="*/ 2169 h 2346"/>
                  <a:gd name="T102" fmla="*/ 1010 w 3157"/>
                  <a:gd name="T103" fmla="*/ 2245 h 2346"/>
                  <a:gd name="T104" fmla="*/ 764 w 3157"/>
                  <a:gd name="T105" fmla="*/ 2301 h 2346"/>
                  <a:gd name="T106" fmla="*/ 509 w 3157"/>
                  <a:gd name="T107" fmla="*/ 2334 h 2346"/>
                  <a:gd name="T108" fmla="*/ 249 w 3157"/>
                  <a:gd name="T109" fmla="*/ 2346 h 23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3157" h="2346">
                    <a:moveTo>
                      <a:pt x="249" y="2346"/>
                    </a:moveTo>
                    <a:lnTo>
                      <a:pt x="123" y="2344"/>
                    </a:lnTo>
                    <a:lnTo>
                      <a:pt x="0" y="2336"/>
                    </a:lnTo>
                    <a:lnTo>
                      <a:pt x="48" y="2338"/>
                    </a:lnTo>
                    <a:lnTo>
                      <a:pt x="93" y="2338"/>
                    </a:lnTo>
                    <a:lnTo>
                      <a:pt x="134" y="2334"/>
                    </a:lnTo>
                    <a:lnTo>
                      <a:pt x="171" y="2330"/>
                    </a:lnTo>
                    <a:lnTo>
                      <a:pt x="204" y="2323"/>
                    </a:lnTo>
                    <a:lnTo>
                      <a:pt x="234" y="2314"/>
                    </a:lnTo>
                    <a:lnTo>
                      <a:pt x="262" y="2303"/>
                    </a:lnTo>
                    <a:lnTo>
                      <a:pt x="286" y="2291"/>
                    </a:lnTo>
                    <a:lnTo>
                      <a:pt x="308" y="2278"/>
                    </a:lnTo>
                    <a:lnTo>
                      <a:pt x="326" y="2263"/>
                    </a:lnTo>
                    <a:lnTo>
                      <a:pt x="343" y="2248"/>
                    </a:lnTo>
                    <a:lnTo>
                      <a:pt x="358" y="2232"/>
                    </a:lnTo>
                    <a:lnTo>
                      <a:pt x="383" y="2198"/>
                    </a:lnTo>
                    <a:lnTo>
                      <a:pt x="402" y="2165"/>
                    </a:lnTo>
                    <a:lnTo>
                      <a:pt x="411" y="2141"/>
                    </a:lnTo>
                    <a:lnTo>
                      <a:pt x="422" y="2097"/>
                    </a:lnTo>
                    <a:lnTo>
                      <a:pt x="427" y="2052"/>
                    </a:lnTo>
                    <a:lnTo>
                      <a:pt x="430" y="2008"/>
                    </a:lnTo>
                    <a:lnTo>
                      <a:pt x="427" y="1965"/>
                    </a:lnTo>
                    <a:lnTo>
                      <a:pt x="423" y="1920"/>
                    </a:lnTo>
                    <a:lnTo>
                      <a:pt x="417" y="1876"/>
                    </a:lnTo>
                    <a:lnTo>
                      <a:pt x="402" y="1788"/>
                    </a:lnTo>
                    <a:lnTo>
                      <a:pt x="387" y="1700"/>
                    </a:lnTo>
                    <a:lnTo>
                      <a:pt x="383" y="1656"/>
                    </a:lnTo>
                    <a:lnTo>
                      <a:pt x="379" y="1612"/>
                    </a:lnTo>
                    <a:lnTo>
                      <a:pt x="380" y="1568"/>
                    </a:lnTo>
                    <a:lnTo>
                      <a:pt x="385" y="1523"/>
                    </a:lnTo>
                    <a:lnTo>
                      <a:pt x="394" y="1480"/>
                    </a:lnTo>
                    <a:lnTo>
                      <a:pt x="409" y="1436"/>
                    </a:lnTo>
                    <a:lnTo>
                      <a:pt x="410" y="1434"/>
                    </a:lnTo>
                    <a:lnTo>
                      <a:pt x="411" y="1430"/>
                    </a:lnTo>
                    <a:lnTo>
                      <a:pt x="416" y="1419"/>
                    </a:lnTo>
                    <a:lnTo>
                      <a:pt x="424" y="1402"/>
                    </a:lnTo>
                    <a:lnTo>
                      <a:pt x="436" y="1382"/>
                    </a:lnTo>
                    <a:lnTo>
                      <a:pt x="449" y="1356"/>
                    </a:lnTo>
                    <a:lnTo>
                      <a:pt x="468" y="1328"/>
                    </a:lnTo>
                    <a:lnTo>
                      <a:pt x="488" y="1298"/>
                    </a:lnTo>
                    <a:lnTo>
                      <a:pt x="514" y="1265"/>
                    </a:lnTo>
                    <a:lnTo>
                      <a:pt x="543" y="1231"/>
                    </a:lnTo>
                    <a:lnTo>
                      <a:pt x="575" y="1197"/>
                    </a:lnTo>
                    <a:lnTo>
                      <a:pt x="611" y="1163"/>
                    </a:lnTo>
                    <a:lnTo>
                      <a:pt x="652" y="1129"/>
                    </a:lnTo>
                    <a:lnTo>
                      <a:pt x="697" y="1098"/>
                    </a:lnTo>
                    <a:lnTo>
                      <a:pt x="745" y="1068"/>
                    </a:lnTo>
                    <a:lnTo>
                      <a:pt x="800" y="1042"/>
                    </a:lnTo>
                    <a:lnTo>
                      <a:pt x="858" y="1019"/>
                    </a:lnTo>
                    <a:lnTo>
                      <a:pt x="964" y="983"/>
                    </a:lnTo>
                    <a:lnTo>
                      <a:pt x="1071" y="951"/>
                    </a:lnTo>
                    <a:lnTo>
                      <a:pt x="1180" y="921"/>
                    </a:lnTo>
                    <a:lnTo>
                      <a:pt x="1288" y="892"/>
                    </a:lnTo>
                    <a:lnTo>
                      <a:pt x="1504" y="838"/>
                    </a:lnTo>
                    <a:lnTo>
                      <a:pt x="1722" y="785"/>
                    </a:lnTo>
                    <a:lnTo>
                      <a:pt x="1940" y="730"/>
                    </a:lnTo>
                    <a:lnTo>
                      <a:pt x="2048" y="701"/>
                    </a:lnTo>
                    <a:lnTo>
                      <a:pt x="2155" y="669"/>
                    </a:lnTo>
                    <a:lnTo>
                      <a:pt x="2261" y="635"/>
                    </a:lnTo>
                    <a:lnTo>
                      <a:pt x="2367" y="598"/>
                    </a:lnTo>
                    <a:lnTo>
                      <a:pt x="2472" y="559"/>
                    </a:lnTo>
                    <a:lnTo>
                      <a:pt x="2576" y="515"/>
                    </a:lnTo>
                    <a:lnTo>
                      <a:pt x="2621" y="495"/>
                    </a:lnTo>
                    <a:lnTo>
                      <a:pt x="2664" y="472"/>
                    </a:lnTo>
                    <a:lnTo>
                      <a:pt x="2707" y="449"/>
                    </a:lnTo>
                    <a:lnTo>
                      <a:pt x="2749" y="423"/>
                    </a:lnTo>
                    <a:lnTo>
                      <a:pt x="2789" y="396"/>
                    </a:lnTo>
                    <a:lnTo>
                      <a:pt x="2828" y="367"/>
                    </a:lnTo>
                    <a:lnTo>
                      <a:pt x="2867" y="337"/>
                    </a:lnTo>
                    <a:lnTo>
                      <a:pt x="2904" y="306"/>
                    </a:lnTo>
                    <a:lnTo>
                      <a:pt x="2940" y="272"/>
                    </a:lnTo>
                    <a:lnTo>
                      <a:pt x="2974" y="239"/>
                    </a:lnTo>
                    <a:lnTo>
                      <a:pt x="3008" y="202"/>
                    </a:lnTo>
                    <a:lnTo>
                      <a:pt x="3040" y="165"/>
                    </a:lnTo>
                    <a:lnTo>
                      <a:pt x="3071" y="126"/>
                    </a:lnTo>
                    <a:lnTo>
                      <a:pt x="3101" y="86"/>
                    </a:lnTo>
                    <a:lnTo>
                      <a:pt x="3130" y="44"/>
                    </a:lnTo>
                    <a:lnTo>
                      <a:pt x="3157" y="0"/>
                    </a:lnTo>
                    <a:lnTo>
                      <a:pt x="3124" y="126"/>
                    </a:lnTo>
                    <a:lnTo>
                      <a:pt x="3086" y="249"/>
                    </a:lnTo>
                    <a:lnTo>
                      <a:pt x="3043" y="370"/>
                    </a:lnTo>
                    <a:lnTo>
                      <a:pt x="2996" y="488"/>
                    </a:lnTo>
                    <a:lnTo>
                      <a:pt x="2944" y="604"/>
                    </a:lnTo>
                    <a:lnTo>
                      <a:pt x="2888" y="717"/>
                    </a:lnTo>
                    <a:lnTo>
                      <a:pt x="2827" y="828"/>
                    </a:lnTo>
                    <a:lnTo>
                      <a:pt x="2762" y="936"/>
                    </a:lnTo>
                    <a:lnTo>
                      <a:pt x="2693" y="1041"/>
                    </a:lnTo>
                    <a:lnTo>
                      <a:pt x="2621" y="1142"/>
                    </a:lnTo>
                    <a:lnTo>
                      <a:pt x="2543" y="1240"/>
                    </a:lnTo>
                    <a:lnTo>
                      <a:pt x="2463" y="1334"/>
                    </a:lnTo>
                    <a:lnTo>
                      <a:pt x="2379" y="1427"/>
                    </a:lnTo>
                    <a:lnTo>
                      <a:pt x="2291" y="1514"/>
                    </a:lnTo>
                    <a:lnTo>
                      <a:pt x="2201" y="1598"/>
                    </a:lnTo>
                    <a:lnTo>
                      <a:pt x="2107" y="1679"/>
                    </a:lnTo>
                    <a:lnTo>
                      <a:pt x="2009" y="1755"/>
                    </a:lnTo>
                    <a:lnTo>
                      <a:pt x="1909" y="1828"/>
                    </a:lnTo>
                    <a:lnTo>
                      <a:pt x="1805" y="1895"/>
                    </a:lnTo>
                    <a:lnTo>
                      <a:pt x="1699" y="1959"/>
                    </a:lnTo>
                    <a:lnTo>
                      <a:pt x="1591" y="2019"/>
                    </a:lnTo>
                    <a:lnTo>
                      <a:pt x="1479" y="2073"/>
                    </a:lnTo>
                    <a:lnTo>
                      <a:pt x="1365" y="2124"/>
                    </a:lnTo>
                    <a:lnTo>
                      <a:pt x="1249" y="2169"/>
                    </a:lnTo>
                    <a:lnTo>
                      <a:pt x="1131" y="2210"/>
                    </a:lnTo>
                    <a:lnTo>
                      <a:pt x="1010" y="2245"/>
                    </a:lnTo>
                    <a:lnTo>
                      <a:pt x="888" y="2276"/>
                    </a:lnTo>
                    <a:lnTo>
                      <a:pt x="764" y="2301"/>
                    </a:lnTo>
                    <a:lnTo>
                      <a:pt x="637" y="2321"/>
                    </a:lnTo>
                    <a:lnTo>
                      <a:pt x="509" y="2334"/>
                    </a:lnTo>
                    <a:lnTo>
                      <a:pt x="380" y="2342"/>
                    </a:lnTo>
                    <a:lnTo>
                      <a:pt x="249" y="2346"/>
                    </a:lnTo>
                    <a:close/>
                  </a:path>
                </a:pathLst>
              </a:custGeom>
              <a:solidFill>
                <a:srgbClr val="007E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80" name="Freeform 106"/>
              <p:cNvSpPr>
                <a:spLocks/>
              </p:cNvSpPr>
              <p:nvPr/>
            </p:nvSpPr>
            <p:spPr bwMode="auto">
              <a:xfrm>
                <a:off x="673" y="199"/>
                <a:ext cx="1474" cy="1730"/>
              </a:xfrm>
              <a:custGeom>
                <a:avLst/>
                <a:gdLst>
                  <a:gd name="T0" fmla="*/ 1333 w 2948"/>
                  <a:gd name="T1" fmla="*/ 2326 h 3458"/>
                  <a:gd name="T2" fmla="*/ 1265 w 2948"/>
                  <a:gd name="T3" fmla="*/ 2556 h 3458"/>
                  <a:gd name="T4" fmla="*/ 1215 w 2948"/>
                  <a:gd name="T5" fmla="*/ 2677 h 3458"/>
                  <a:gd name="T6" fmla="*/ 1157 w 2948"/>
                  <a:gd name="T7" fmla="*/ 2782 h 3458"/>
                  <a:gd name="T8" fmla="*/ 1087 w 2948"/>
                  <a:gd name="T9" fmla="*/ 2872 h 3458"/>
                  <a:gd name="T10" fmla="*/ 1005 w 2948"/>
                  <a:gd name="T11" fmla="*/ 2943 h 3458"/>
                  <a:gd name="T12" fmla="*/ 908 w 2948"/>
                  <a:gd name="T13" fmla="*/ 2995 h 3458"/>
                  <a:gd name="T14" fmla="*/ 793 w 2948"/>
                  <a:gd name="T15" fmla="*/ 3026 h 3458"/>
                  <a:gd name="T16" fmla="*/ 658 w 2948"/>
                  <a:gd name="T17" fmla="*/ 3035 h 3458"/>
                  <a:gd name="T18" fmla="*/ 512 w 2948"/>
                  <a:gd name="T19" fmla="*/ 3024 h 3458"/>
                  <a:gd name="T20" fmla="*/ 389 w 2948"/>
                  <a:gd name="T21" fmla="*/ 3020 h 3458"/>
                  <a:gd name="T22" fmla="*/ 289 w 2948"/>
                  <a:gd name="T23" fmla="*/ 3032 h 3458"/>
                  <a:gd name="T24" fmla="*/ 209 w 2948"/>
                  <a:gd name="T25" fmla="*/ 3056 h 3458"/>
                  <a:gd name="T26" fmla="*/ 145 w 2948"/>
                  <a:gd name="T27" fmla="*/ 3091 h 3458"/>
                  <a:gd name="T28" fmla="*/ 97 w 2948"/>
                  <a:gd name="T29" fmla="*/ 3135 h 3458"/>
                  <a:gd name="T30" fmla="*/ 53 w 2948"/>
                  <a:gd name="T31" fmla="*/ 3206 h 3458"/>
                  <a:gd name="T32" fmla="*/ 23 w 2948"/>
                  <a:gd name="T33" fmla="*/ 3328 h 3458"/>
                  <a:gd name="T34" fmla="*/ 21 w 2948"/>
                  <a:gd name="T35" fmla="*/ 3458 h 3458"/>
                  <a:gd name="T36" fmla="*/ 1 w 2948"/>
                  <a:gd name="T37" fmla="*/ 3192 h 3458"/>
                  <a:gd name="T38" fmla="*/ 10 w 2948"/>
                  <a:gd name="T39" fmla="*/ 2847 h 3458"/>
                  <a:gd name="T40" fmla="*/ 63 w 2948"/>
                  <a:gd name="T41" fmla="*/ 2475 h 3458"/>
                  <a:gd name="T42" fmla="*/ 159 w 2948"/>
                  <a:gd name="T43" fmla="*/ 2119 h 3458"/>
                  <a:gd name="T44" fmla="*/ 295 w 2948"/>
                  <a:gd name="T45" fmla="*/ 1782 h 3458"/>
                  <a:gd name="T46" fmla="*/ 467 w 2948"/>
                  <a:gd name="T47" fmla="*/ 1466 h 3458"/>
                  <a:gd name="T48" fmla="*/ 673 w 2948"/>
                  <a:gd name="T49" fmla="*/ 1172 h 3458"/>
                  <a:gd name="T50" fmla="*/ 910 w 2948"/>
                  <a:gd name="T51" fmla="*/ 905 h 3458"/>
                  <a:gd name="T52" fmla="*/ 1177 w 2948"/>
                  <a:gd name="T53" fmla="*/ 668 h 3458"/>
                  <a:gd name="T54" fmla="*/ 1471 w 2948"/>
                  <a:gd name="T55" fmla="*/ 460 h 3458"/>
                  <a:gd name="T56" fmla="*/ 1788 w 2948"/>
                  <a:gd name="T57" fmla="*/ 289 h 3458"/>
                  <a:gd name="T58" fmla="*/ 2125 w 2948"/>
                  <a:gd name="T59" fmla="*/ 154 h 3458"/>
                  <a:gd name="T60" fmla="*/ 2481 w 2948"/>
                  <a:gd name="T61" fmla="*/ 58 h 3458"/>
                  <a:gd name="T62" fmla="*/ 2774 w 2948"/>
                  <a:gd name="T63" fmla="*/ 13 h 3458"/>
                  <a:gd name="T64" fmla="*/ 2896 w 2948"/>
                  <a:gd name="T65" fmla="*/ 3 h 3458"/>
                  <a:gd name="T66" fmla="*/ 2658 w 2948"/>
                  <a:gd name="T67" fmla="*/ 32 h 3458"/>
                  <a:gd name="T68" fmla="*/ 2414 w 2948"/>
                  <a:gd name="T69" fmla="*/ 94 h 3458"/>
                  <a:gd name="T70" fmla="*/ 2211 w 2948"/>
                  <a:gd name="T71" fmla="*/ 189 h 3458"/>
                  <a:gd name="T72" fmla="*/ 2042 w 2948"/>
                  <a:gd name="T73" fmla="*/ 315 h 3458"/>
                  <a:gd name="T74" fmla="*/ 1903 w 2948"/>
                  <a:gd name="T75" fmla="*/ 477 h 3458"/>
                  <a:gd name="T76" fmla="*/ 1788 w 2948"/>
                  <a:gd name="T77" fmla="*/ 675 h 3458"/>
                  <a:gd name="T78" fmla="*/ 1689 w 2948"/>
                  <a:gd name="T79" fmla="*/ 910 h 3458"/>
                  <a:gd name="T80" fmla="*/ 1601 w 2948"/>
                  <a:gd name="T81" fmla="*/ 1184 h 3458"/>
                  <a:gd name="T82" fmla="*/ 1521 w 2948"/>
                  <a:gd name="T83" fmla="*/ 1500 h 3458"/>
                  <a:gd name="T84" fmla="*/ 1439 w 2948"/>
                  <a:gd name="T85" fmla="*/ 1857 h 34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948" h="3458">
                    <a:moveTo>
                      <a:pt x="1381" y="2119"/>
                    </a:moveTo>
                    <a:lnTo>
                      <a:pt x="1358" y="2225"/>
                    </a:lnTo>
                    <a:lnTo>
                      <a:pt x="1333" y="2326"/>
                    </a:lnTo>
                    <a:lnTo>
                      <a:pt x="1307" y="2422"/>
                    </a:lnTo>
                    <a:lnTo>
                      <a:pt x="1280" y="2512"/>
                    </a:lnTo>
                    <a:lnTo>
                      <a:pt x="1265" y="2556"/>
                    </a:lnTo>
                    <a:lnTo>
                      <a:pt x="1249" y="2597"/>
                    </a:lnTo>
                    <a:lnTo>
                      <a:pt x="1233" y="2638"/>
                    </a:lnTo>
                    <a:lnTo>
                      <a:pt x="1215" y="2677"/>
                    </a:lnTo>
                    <a:lnTo>
                      <a:pt x="1197" y="2714"/>
                    </a:lnTo>
                    <a:lnTo>
                      <a:pt x="1177" y="2748"/>
                    </a:lnTo>
                    <a:lnTo>
                      <a:pt x="1157" y="2782"/>
                    </a:lnTo>
                    <a:lnTo>
                      <a:pt x="1135" y="2814"/>
                    </a:lnTo>
                    <a:lnTo>
                      <a:pt x="1112" y="2843"/>
                    </a:lnTo>
                    <a:lnTo>
                      <a:pt x="1087" y="2872"/>
                    </a:lnTo>
                    <a:lnTo>
                      <a:pt x="1062" y="2897"/>
                    </a:lnTo>
                    <a:lnTo>
                      <a:pt x="1034" y="2921"/>
                    </a:lnTo>
                    <a:lnTo>
                      <a:pt x="1005" y="2943"/>
                    </a:lnTo>
                    <a:lnTo>
                      <a:pt x="975" y="2963"/>
                    </a:lnTo>
                    <a:lnTo>
                      <a:pt x="942" y="2980"/>
                    </a:lnTo>
                    <a:lnTo>
                      <a:pt x="908" y="2995"/>
                    </a:lnTo>
                    <a:lnTo>
                      <a:pt x="871" y="3008"/>
                    </a:lnTo>
                    <a:lnTo>
                      <a:pt x="833" y="3018"/>
                    </a:lnTo>
                    <a:lnTo>
                      <a:pt x="793" y="3026"/>
                    </a:lnTo>
                    <a:lnTo>
                      <a:pt x="750" y="3032"/>
                    </a:lnTo>
                    <a:lnTo>
                      <a:pt x="705" y="3035"/>
                    </a:lnTo>
                    <a:lnTo>
                      <a:pt x="658" y="3035"/>
                    </a:lnTo>
                    <a:lnTo>
                      <a:pt x="608" y="3033"/>
                    </a:lnTo>
                    <a:lnTo>
                      <a:pt x="556" y="3028"/>
                    </a:lnTo>
                    <a:lnTo>
                      <a:pt x="512" y="3024"/>
                    </a:lnTo>
                    <a:lnTo>
                      <a:pt x="468" y="3021"/>
                    </a:lnTo>
                    <a:lnTo>
                      <a:pt x="427" y="3020"/>
                    </a:lnTo>
                    <a:lnTo>
                      <a:pt x="389" y="3020"/>
                    </a:lnTo>
                    <a:lnTo>
                      <a:pt x="354" y="3023"/>
                    </a:lnTo>
                    <a:lnTo>
                      <a:pt x="320" y="3027"/>
                    </a:lnTo>
                    <a:lnTo>
                      <a:pt x="289" y="3032"/>
                    </a:lnTo>
                    <a:lnTo>
                      <a:pt x="260" y="3039"/>
                    </a:lnTo>
                    <a:lnTo>
                      <a:pt x="234" y="3047"/>
                    </a:lnTo>
                    <a:lnTo>
                      <a:pt x="209" y="3056"/>
                    </a:lnTo>
                    <a:lnTo>
                      <a:pt x="186" y="3066"/>
                    </a:lnTo>
                    <a:lnTo>
                      <a:pt x="165" y="3078"/>
                    </a:lnTo>
                    <a:lnTo>
                      <a:pt x="145" y="3091"/>
                    </a:lnTo>
                    <a:lnTo>
                      <a:pt x="127" y="3104"/>
                    </a:lnTo>
                    <a:lnTo>
                      <a:pt x="112" y="3119"/>
                    </a:lnTo>
                    <a:lnTo>
                      <a:pt x="97" y="3135"/>
                    </a:lnTo>
                    <a:lnTo>
                      <a:pt x="84" y="3152"/>
                    </a:lnTo>
                    <a:lnTo>
                      <a:pt x="73" y="3169"/>
                    </a:lnTo>
                    <a:lnTo>
                      <a:pt x="53" y="3206"/>
                    </a:lnTo>
                    <a:lnTo>
                      <a:pt x="39" y="3245"/>
                    </a:lnTo>
                    <a:lnTo>
                      <a:pt x="29" y="3285"/>
                    </a:lnTo>
                    <a:lnTo>
                      <a:pt x="23" y="3328"/>
                    </a:lnTo>
                    <a:lnTo>
                      <a:pt x="20" y="3372"/>
                    </a:lnTo>
                    <a:lnTo>
                      <a:pt x="20" y="3414"/>
                    </a:lnTo>
                    <a:lnTo>
                      <a:pt x="21" y="3458"/>
                    </a:lnTo>
                    <a:lnTo>
                      <a:pt x="13" y="3370"/>
                    </a:lnTo>
                    <a:lnTo>
                      <a:pt x="6" y="3282"/>
                    </a:lnTo>
                    <a:lnTo>
                      <a:pt x="1" y="3192"/>
                    </a:lnTo>
                    <a:lnTo>
                      <a:pt x="0" y="3101"/>
                    </a:lnTo>
                    <a:lnTo>
                      <a:pt x="2" y="2973"/>
                    </a:lnTo>
                    <a:lnTo>
                      <a:pt x="10" y="2847"/>
                    </a:lnTo>
                    <a:lnTo>
                      <a:pt x="24" y="2722"/>
                    </a:lnTo>
                    <a:lnTo>
                      <a:pt x="42" y="2597"/>
                    </a:lnTo>
                    <a:lnTo>
                      <a:pt x="63" y="2475"/>
                    </a:lnTo>
                    <a:lnTo>
                      <a:pt x="91" y="2356"/>
                    </a:lnTo>
                    <a:lnTo>
                      <a:pt x="123" y="2236"/>
                    </a:lnTo>
                    <a:lnTo>
                      <a:pt x="159" y="2119"/>
                    </a:lnTo>
                    <a:lnTo>
                      <a:pt x="200" y="2004"/>
                    </a:lnTo>
                    <a:lnTo>
                      <a:pt x="245" y="1892"/>
                    </a:lnTo>
                    <a:lnTo>
                      <a:pt x="295" y="1782"/>
                    </a:lnTo>
                    <a:lnTo>
                      <a:pt x="348" y="1675"/>
                    </a:lnTo>
                    <a:lnTo>
                      <a:pt x="406" y="1569"/>
                    </a:lnTo>
                    <a:lnTo>
                      <a:pt x="467" y="1466"/>
                    </a:lnTo>
                    <a:lnTo>
                      <a:pt x="531" y="1365"/>
                    </a:lnTo>
                    <a:lnTo>
                      <a:pt x="600" y="1267"/>
                    </a:lnTo>
                    <a:lnTo>
                      <a:pt x="673" y="1172"/>
                    </a:lnTo>
                    <a:lnTo>
                      <a:pt x="749" y="1080"/>
                    </a:lnTo>
                    <a:lnTo>
                      <a:pt x="828" y="992"/>
                    </a:lnTo>
                    <a:lnTo>
                      <a:pt x="910" y="905"/>
                    </a:lnTo>
                    <a:lnTo>
                      <a:pt x="996" y="823"/>
                    </a:lnTo>
                    <a:lnTo>
                      <a:pt x="1085" y="744"/>
                    </a:lnTo>
                    <a:lnTo>
                      <a:pt x="1177" y="668"/>
                    </a:lnTo>
                    <a:lnTo>
                      <a:pt x="1273" y="595"/>
                    </a:lnTo>
                    <a:lnTo>
                      <a:pt x="1371" y="526"/>
                    </a:lnTo>
                    <a:lnTo>
                      <a:pt x="1471" y="460"/>
                    </a:lnTo>
                    <a:lnTo>
                      <a:pt x="1574" y="399"/>
                    </a:lnTo>
                    <a:lnTo>
                      <a:pt x="1680" y="342"/>
                    </a:lnTo>
                    <a:lnTo>
                      <a:pt x="1788" y="289"/>
                    </a:lnTo>
                    <a:lnTo>
                      <a:pt x="1898" y="239"/>
                    </a:lnTo>
                    <a:lnTo>
                      <a:pt x="2010" y="194"/>
                    </a:lnTo>
                    <a:lnTo>
                      <a:pt x="2125" y="154"/>
                    </a:lnTo>
                    <a:lnTo>
                      <a:pt x="2242" y="117"/>
                    </a:lnTo>
                    <a:lnTo>
                      <a:pt x="2360" y="86"/>
                    </a:lnTo>
                    <a:lnTo>
                      <a:pt x="2481" y="58"/>
                    </a:lnTo>
                    <a:lnTo>
                      <a:pt x="2603" y="37"/>
                    </a:lnTo>
                    <a:lnTo>
                      <a:pt x="2689" y="24"/>
                    </a:lnTo>
                    <a:lnTo>
                      <a:pt x="2774" y="13"/>
                    </a:lnTo>
                    <a:lnTo>
                      <a:pt x="2860" y="5"/>
                    </a:lnTo>
                    <a:lnTo>
                      <a:pt x="2948" y="0"/>
                    </a:lnTo>
                    <a:lnTo>
                      <a:pt x="2896" y="3"/>
                    </a:lnTo>
                    <a:lnTo>
                      <a:pt x="2845" y="8"/>
                    </a:lnTo>
                    <a:lnTo>
                      <a:pt x="2749" y="18"/>
                    </a:lnTo>
                    <a:lnTo>
                      <a:pt x="2658" y="32"/>
                    </a:lnTo>
                    <a:lnTo>
                      <a:pt x="2571" y="49"/>
                    </a:lnTo>
                    <a:lnTo>
                      <a:pt x="2490" y="70"/>
                    </a:lnTo>
                    <a:lnTo>
                      <a:pt x="2414" y="94"/>
                    </a:lnTo>
                    <a:lnTo>
                      <a:pt x="2342" y="123"/>
                    </a:lnTo>
                    <a:lnTo>
                      <a:pt x="2275" y="154"/>
                    </a:lnTo>
                    <a:lnTo>
                      <a:pt x="2211" y="189"/>
                    </a:lnTo>
                    <a:lnTo>
                      <a:pt x="2152" y="227"/>
                    </a:lnTo>
                    <a:lnTo>
                      <a:pt x="2095" y="269"/>
                    </a:lnTo>
                    <a:lnTo>
                      <a:pt x="2042" y="315"/>
                    </a:lnTo>
                    <a:lnTo>
                      <a:pt x="1994" y="365"/>
                    </a:lnTo>
                    <a:lnTo>
                      <a:pt x="1947" y="419"/>
                    </a:lnTo>
                    <a:lnTo>
                      <a:pt x="1903" y="477"/>
                    </a:lnTo>
                    <a:lnTo>
                      <a:pt x="1863" y="539"/>
                    </a:lnTo>
                    <a:lnTo>
                      <a:pt x="1824" y="604"/>
                    </a:lnTo>
                    <a:lnTo>
                      <a:pt x="1788" y="675"/>
                    </a:lnTo>
                    <a:lnTo>
                      <a:pt x="1753" y="748"/>
                    </a:lnTo>
                    <a:lnTo>
                      <a:pt x="1720" y="827"/>
                    </a:lnTo>
                    <a:lnTo>
                      <a:pt x="1689" y="910"/>
                    </a:lnTo>
                    <a:lnTo>
                      <a:pt x="1659" y="996"/>
                    </a:lnTo>
                    <a:lnTo>
                      <a:pt x="1630" y="1088"/>
                    </a:lnTo>
                    <a:lnTo>
                      <a:pt x="1601" y="1184"/>
                    </a:lnTo>
                    <a:lnTo>
                      <a:pt x="1574" y="1284"/>
                    </a:lnTo>
                    <a:lnTo>
                      <a:pt x="1547" y="1389"/>
                    </a:lnTo>
                    <a:lnTo>
                      <a:pt x="1521" y="1500"/>
                    </a:lnTo>
                    <a:lnTo>
                      <a:pt x="1493" y="1614"/>
                    </a:lnTo>
                    <a:lnTo>
                      <a:pt x="1466" y="1732"/>
                    </a:lnTo>
                    <a:lnTo>
                      <a:pt x="1439" y="1857"/>
                    </a:lnTo>
                    <a:lnTo>
                      <a:pt x="1410" y="1986"/>
                    </a:lnTo>
                    <a:lnTo>
                      <a:pt x="1381" y="2119"/>
                    </a:lnTo>
                    <a:close/>
                  </a:path>
                </a:pathLst>
              </a:custGeom>
              <a:solidFill>
                <a:srgbClr val="00778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81" name="Freeform 107"/>
              <p:cNvSpPr>
                <a:spLocks/>
              </p:cNvSpPr>
              <p:nvPr/>
            </p:nvSpPr>
            <p:spPr bwMode="auto">
              <a:xfrm>
                <a:off x="673" y="210"/>
                <a:ext cx="1355" cy="1576"/>
              </a:xfrm>
              <a:custGeom>
                <a:avLst/>
                <a:gdLst>
                  <a:gd name="T0" fmla="*/ 1220 w 2709"/>
                  <a:gd name="T1" fmla="*/ 2003 h 3152"/>
                  <a:gd name="T2" fmla="*/ 1159 w 2709"/>
                  <a:gd name="T3" fmla="*/ 2182 h 3152"/>
                  <a:gd name="T4" fmla="*/ 1092 w 2709"/>
                  <a:gd name="T5" fmla="*/ 2339 h 3152"/>
                  <a:gd name="T6" fmla="*/ 1038 w 2709"/>
                  <a:gd name="T7" fmla="*/ 2440 h 3152"/>
                  <a:gd name="T8" fmla="*/ 998 w 2709"/>
                  <a:gd name="T9" fmla="*/ 2501 h 3152"/>
                  <a:gd name="T10" fmla="*/ 934 w 2709"/>
                  <a:gd name="T11" fmla="*/ 2580 h 3152"/>
                  <a:gd name="T12" fmla="*/ 888 w 2709"/>
                  <a:gd name="T13" fmla="*/ 2624 h 3152"/>
                  <a:gd name="T14" fmla="*/ 837 w 2709"/>
                  <a:gd name="T15" fmla="*/ 2662 h 3152"/>
                  <a:gd name="T16" fmla="*/ 785 w 2709"/>
                  <a:gd name="T17" fmla="*/ 2693 h 3152"/>
                  <a:gd name="T18" fmla="*/ 727 w 2709"/>
                  <a:gd name="T19" fmla="*/ 2717 h 3152"/>
                  <a:gd name="T20" fmla="*/ 665 w 2709"/>
                  <a:gd name="T21" fmla="*/ 2734 h 3152"/>
                  <a:gd name="T22" fmla="*/ 598 w 2709"/>
                  <a:gd name="T23" fmla="*/ 2745 h 3152"/>
                  <a:gd name="T24" fmla="*/ 526 w 2709"/>
                  <a:gd name="T25" fmla="*/ 2747 h 3152"/>
                  <a:gd name="T26" fmla="*/ 412 w 2709"/>
                  <a:gd name="T27" fmla="*/ 2749 h 3152"/>
                  <a:gd name="T28" fmla="*/ 310 w 2709"/>
                  <a:gd name="T29" fmla="*/ 2759 h 3152"/>
                  <a:gd name="T30" fmla="*/ 222 w 2709"/>
                  <a:gd name="T31" fmla="*/ 2783 h 3152"/>
                  <a:gd name="T32" fmla="*/ 149 w 2709"/>
                  <a:gd name="T33" fmla="*/ 2818 h 3152"/>
                  <a:gd name="T34" fmla="*/ 89 w 2709"/>
                  <a:gd name="T35" fmla="*/ 2871 h 3152"/>
                  <a:gd name="T36" fmla="*/ 44 w 2709"/>
                  <a:gd name="T37" fmla="*/ 2943 h 3152"/>
                  <a:gd name="T38" fmla="*/ 28 w 2709"/>
                  <a:gd name="T39" fmla="*/ 2986 h 3152"/>
                  <a:gd name="T40" fmla="*/ 15 w 2709"/>
                  <a:gd name="T41" fmla="*/ 3036 h 3152"/>
                  <a:gd name="T42" fmla="*/ 6 w 2709"/>
                  <a:gd name="T43" fmla="*/ 3091 h 3152"/>
                  <a:gd name="T44" fmla="*/ 1 w 2709"/>
                  <a:gd name="T45" fmla="*/ 3152 h 3152"/>
                  <a:gd name="T46" fmla="*/ 0 w 2709"/>
                  <a:gd name="T47" fmla="*/ 3081 h 3152"/>
                  <a:gd name="T48" fmla="*/ 10 w 2709"/>
                  <a:gd name="T49" fmla="*/ 2827 h 3152"/>
                  <a:gd name="T50" fmla="*/ 42 w 2709"/>
                  <a:gd name="T51" fmla="*/ 2577 h 3152"/>
                  <a:gd name="T52" fmla="*/ 91 w 2709"/>
                  <a:gd name="T53" fmla="*/ 2336 h 3152"/>
                  <a:gd name="T54" fmla="*/ 159 w 2709"/>
                  <a:gd name="T55" fmla="*/ 2099 h 3152"/>
                  <a:gd name="T56" fmla="*/ 245 w 2709"/>
                  <a:gd name="T57" fmla="*/ 1872 h 3152"/>
                  <a:gd name="T58" fmla="*/ 348 w 2709"/>
                  <a:gd name="T59" fmla="*/ 1655 h 3152"/>
                  <a:gd name="T60" fmla="*/ 467 w 2709"/>
                  <a:gd name="T61" fmla="*/ 1446 h 3152"/>
                  <a:gd name="T62" fmla="*/ 600 w 2709"/>
                  <a:gd name="T63" fmla="*/ 1247 h 3152"/>
                  <a:gd name="T64" fmla="*/ 749 w 2709"/>
                  <a:gd name="T65" fmla="*/ 1060 h 3152"/>
                  <a:gd name="T66" fmla="*/ 910 w 2709"/>
                  <a:gd name="T67" fmla="*/ 885 h 3152"/>
                  <a:gd name="T68" fmla="*/ 1085 w 2709"/>
                  <a:gd name="T69" fmla="*/ 724 h 3152"/>
                  <a:gd name="T70" fmla="*/ 1273 w 2709"/>
                  <a:gd name="T71" fmla="*/ 575 h 3152"/>
                  <a:gd name="T72" fmla="*/ 1471 w 2709"/>
                  <a:gd name="T73" fmla="*/ 440 h 3152"/>
                  <a:gd name="T74" fmla="*/ 1680 w 2709"/>
                  <a:gd name="T75" fmla="*/ 322 h 3152"/>
                  <a:gd name="T76" fmla="*/ 1898 w 2709"/>
                  <a:gd name="T77" fmla="*/ 219 h 3152"/>
                  <a:gd name="T78" fmla="*/ 2125 w 2709"/>
                  <a:gd name="T79" fmla="*/ 134 h 3152"/>
                  <a:gd name="T80" fmla="*/ 2360 w 2709"/>
                  <a:gd name="T81" fmla="*/ 66 h 3152"/>
                  <a:gd name="T82" fmla="*/ 2603 w 2709"/>
                  <a:gd name="T83" fmla="*/ 17 h 3152"/>
                  <a:gd name="T84" fmla="*/ 2624 w 2709"/>
                  <a:gd name="T85" fmla="*/ 13 h 3152"/>
                  <a:gd name="T86" fmla="*/ 2467 w 2709"/>
                  <a:gd name="T87" fmla="*/ 44 h 3152"/>
                  <a:gd name="T88" fmla="*/ 2327 w 2709"/>
                  <a:gd name="T89" fmla="*/ 83 h 3152"/>
                  <a:gd name="T90" fmla="*/ 2201 w 2709"/>
                  <a:gd name="T91" fmla="*/ 131 h 3152"/>
                  <a:gd name="T92" fmla="*/ 2090 w 2709"/>
                  <a:gd name="T93" fmla="*/ 189 h 3152"/>
                  <a:gd name="T94" fmla="*/ 1989 w 2709"/>
                  <a:gd name="T95" fmla="*/ 258 h 3152"/>
                  <a:gd name="T96" fmla="*/ 1900 w 2709"/>
                  <a:gd name="T97" fmla="*/ 340 h 3152"/>
                  <a:gd name="T98" fmla="*/ 1819 w 2709"/>
                  <a:gd name="T99" fmla="*/ 435 h 3152"/>
                  <a:gd name="T100" fmla="*/ 1744 w 2709"/>
                  <a:gd name="T101" fmla="*/ 543 h 3152"/>
                  <a:gd name="T102" fmla="*/ 1676 w 2709"/>
                  <a:gd name="T103" fmla="*/ 667 h 3152"/>
                  <a:gd name="T104" fmla="*/ 1610 w 2709"/>
                  <a:gd name="T105" fmla="*/ 807 h 3152"/>
                  <a:gd name="T106" fmla="*/ 1548 w 2709"/>
                  <a:gd name="T107" fmla="*/ 963 h 3152"/>
                  <a:gd name="T108" fmla="*/ 1486 w 2709"/>
                  <a:gd name="T109" fmla="*/ 1137 h 3152"/>
                  <a:gd name="T110" fmla="*/ 1423 w 2709"/>
                  <a:gd name="T111" fmla="*/ 1331 h 3152"/>
                  <a:gd name="T112" fmla="*/ 1357 w 2709"/>
                  <a:gd name="T113" fmla="*/ 1545 h 3152"/>
                  <a:gd name="T114" fmla="*/ 1287 w 2709"/>
                  <a:gd name="T115" fmla="*/ 1779 h 3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709" h="3152">
                    <a:moveTo>
                      <a:pt x="1250" y="1905"/>
                    </a:moveTo>
                    <a:lnTo>
                      <a:pt x="1220" y="2003"/>
                    </a:lnTo>
                    <a:lnTo>
                      <a:pt x="1190" y="2095"/>
                    </a:lnTo>
                    <a:lnTo>
                      <a:pt x="1159" y="2182"/>
                    </a:lnTo>
                    <a:lnTo>
                      <a:pt x="1125" y="2263"/>
                    </a:lnTo>
                    <a:lnTo>
                      <a:pt x="1092" y="2339"/>
                    </a:lnTo>
                    <a:lnTo>
                      <a:pt x="1056" y="2408"/>
                    </a:lnTo>
                    <a:lnTo>
                      <a:pt x="1038" y="2440"/>
                    </a:lnTo>
                    <a:lnTo>
                      <a:pt x="1018" y="2471"/>
                    </a:lnTo>
                    <a:lnTo>
                      <a:pt x="998" y="2501"/>
                    </a:lnTo>
                    <a:lnTo>
                      <a:pt x="978" y="2529"/>
                    </a:lnTo>
                    <a:lnTo>
                      <a:pt x="934" y="2580"/>
                    </a:lnTo>
                    <a:lnTo>
                      <a:pt x="911" y="2603"/>
                    </a:lnTo>
                    <a:lnTo>
                      <a:pt x="888" y="2624"/>
                    </a:lnTo>
                    <a:lnTo>
                      <a:pt x="864" y="2643"/>
                    </a:lnTo>
                    <a:lnTo>
                      <a:pt x="837" y="2662"/>
                    </a:lnTo>
                    <a:lnTo>
                      <a:pt x="812" y="2678"/>
                    </a:lnTo>
                    <a:lnTo>
                      <a:pt x="785" y="2693"/>
                    </a:lnTo>
                    <a:lnTo>
                      <a:pt x="756" y="2705"/>
                    </a:lnTo>
                    <a:lnTo>
                      <a:pt x="727" y="2717"/>
                    </a:lnTo>
                    <a:lnTo>
                      <a:pt x="697" y="2726"/>
                    </a:lnTo>
                    <a:lnTo>
                      <a:pt x="665" y="2734"/>
                    </a:lnTo>
                    <a:lnTo>
                      <a:pt x="632" y="2740"/>
                    </a:lnTo>
                    <a:lnTo>
                      <a:pt x="598" y="2745"/>
                    </a:lnTo>
                    <a:lnTo>
                      <a:pt x="563" y="2747"/>
                    </a:lnTo>
                    <a:lnTo>
                      <a:pt x="526" y="2747"/>
                    </a:lnTo>
                    <a:lnTo>
                      <a:pt x="468" y="2747"/>
                    </a:lnTo>
                    <a:lnTo>
                      <a:pt x="412" y="2749"/>
                    </a:lnTo>
                    <a:lnTo>
                      <a:pt x="359" y="2753"/>
                    </a:lnTo>
                    <a:lnTo>
                      <a:pt x="310" y="2759"/>
                    </a:lnTo>
                    <a:lnTo>
                      <a:pt x="265" y="2770"/>
                    </a:lnTo>
                    <a:lnTo>
                      <a:pt x="222" y="2783"/>
                    </a:lnTo>
                    <a:lnTo>
                      <a:pt x="183" y="2799"/>
                    </a:lnTo>
                    <a:lnTo>
                      <a:pt x="149" y="2818"/>
                    </a:lnTo>
                    <a:lnTo>
                      <a:pt x="116" y="2842"/>
                    </a:lnTo>
                    <a:lnTo>
                      <a:pt x="89" y="2871"/>
                    </a:lnTo>
                    <a:lnTo>
                      <a:pt x="65" y="2905"/>
                    </a:lnTo>
                    <a:lnTo>
                      <a:pt x="44" y="2943"/>
                    </a:lnTo>
                    <a:lnTo>
                      <a:pt x="35" y="2965"/>
                    </a:lnTo>
                    <a:lnTo>
                      <a:pt x="28" y="2986"/>
                    </a:lnTo>
                    <a:lnTo>
                      <a:pt x="21" y="3011"/>
                    </a:lnTo>
                    <a:lnTo>
                      <a:pt x="15" y="3036"/>
                    </a:lnTo>
                    <a:lnTo>
                      <a:pt x="9" y="3062"/>
                    </a:lnTo>
                    <a:lnTo>
                      <a:pt x="6" y="3091"/>
                    </a:lnTo>
                    <a:lnTo>
                      <a:pt x="4" y="3121"/>
                    </a:lnTo>
                    <a:lnTo>
                      <a:pt x="1" y="3152"/>
                    </a:lnTo>
                    <a:lnTo>
                      <a:pt x="1" y="3117"/>
                    </a:lnTo>
                    <a:lnTo>
                      <a:pt x="0" y="3081"/>
                    </a:lnTo>
                    <a:lnTo>
                      <a:pt x="2" y="2953"/>
                    </a:lnTo>
                    <a:lnTo>
                      <a:pt x="10" y="2827"/>
                    </a:lnTo>
                    <a:lnTo>
                      <a:pt x="24" y="2702"/>
                    </a:lnTo>
                    <a:lnTo>
                      <a:pt x="42" y="2577"/>
                    </a:lnTo>
                    <a:lnTo>
                      <a:pt x="63" y="2455"/>
                    </a:lnTo>
                    <a:lnTo>
                      <a:pt x="91" y="2336"/>
                    </a:lnTo>
                    <a:lnTo>
                      <a:pt x="123" y="2216"/>
                    </a:lnTo>
                    <a:lnTo>
                      <a:pt x="159" y="2099"/>
                    </a:lnTo>
                    <a:lnTo>
                      <a:pt x="200" y="1984"/>
                    </a:lnTo>
                    <a:lnTo>
                      <a:pt x="245" y="1872"/>
                    </a:lnTo>
                    <a:lnTo>
                      <a:pt x="295" y="1762"/>
                    </a:lnTo>
                    <a:lnTo>
                      <a:pt x="348" y="1655"/>
                    </a:lnTo>
                    <a:lnTo>
                      <a:pt x="406" y="1549"/>
                    </a:lnTo>
                    <a:lnTo>
                      <a:pt x="467" y="1446"/>
                    </a:lnTo>
                    <a:lnTo>
                      <a:pt x="531" y="1345"/>
                    </a:lnTo>
                    <a:lnTo>
                      <a:pt x="600" y="1247"/>
                    </a:lnTo>
                    <a:lnTo>
                      <a:pt x="673" y="1152"/>
                    </a:lnTo>
                    <a:lnTo>
                      <a:pt x="749" y="1060"/>
                    </a:lnTo>
                    <a:lnTo>
                      <a:pt x="828" y="972"/>
                    </a:lnTo>
                    <a:lnTo>
                      <a:pt x="910" y="885"/>
                    </a:lnTo>
                    <a:lnTo>
                      <a:pt x="996" y="803"/>
                    </a:lnTo>
                    <a:lnTo>
                      <a:pt x="1085" y="724"/>
                    </a:lnTo>
                    <a:lnTo>
                      <a:pt x="1177" y="648"/>
                    </a:lnTo>
                    <a:lnTo>
                      <a:pt x="1273" y="575"/>
                    </a:lnTo>
                    <a:lnTo>
                      <a:pt x="1371" y="506"/>
                    </a:lnTo>
                    <a:lnTo>
                      <a:pt x="1471" y="440"/>
                    </a:lnTo>
                    <a:lnTo>
                      <a:pt x="1574" y="379"/>
                    </a:lnTo>
                    <a:lnTo>
                      <a:pt x="1680" y="322"/>
                    </a:lnTo>
                    <a:lnTo>
                      <a:pt x="1788" y="269"/>
                    </a:lnTo>
                    <a:lnTo>
                      <a:pt x="1898" y="219"/>
                    </a:lnTo>
                    <a:lnTo>
                      <a:pt x="2010" y="174"/>
                    </a:lnTo>
                    <a:lnTo>
                      <a:pt x="2125" y="134"/>
                    </a:lnTo>
                    <a:lnTo>
                      <a:pt x="2242" y="97"/>
                    </a:lnTo>
                    <a:lnTo>
                      <a:pt x="2360" y="66"/>
                    </a:lnTo>
                    <a:lnTo>
                      <a:pt x="2481" y="38"/>
                    </a:lnTo>
                    <a:lnTo>
                      <a:pt x="2603" y="17"/>
                    </a:lnTo>
                    <a:lnTo>
                      <a:pt x="2709" y="0"/>
                    </a:lnTo>
                    <a:lnTo>
                      <a:pt x="2624" y="13"/>
                    </a:lnTo>
                    <a:lnTo>
                      <a:pt x="2543" y="27"/>
                    </a:lnTo>
                    <a:lnTo>
                      <a:pt x="2467" y="44"/>
                    </a:lnTo>
                    <a:lnTo>
                      <a:pt x="2395" y="63"/>
                    </a:lnTo>
                    <a:lnTo>
                      <a:pt x="2327" y="83"/>
                    </a:lnTo>
                    <a:lnTo>
                      <a:pt x="2262" y="105"/>
                    </a:lnTo>
                    <a:lnTo>
                      <a:pt x="2201" y="131"/>
                    </a:lnTo>
                    <a:lnTo>
                      <a:pt x="2144" y="158"/>
                    </a:lnTo>
                    <a:lnTo>
                      <a:pt x="2090" y="189"/>
                    </a:lnTo>
                    <a:lnTo>
                      <a:pt x="2038" y="223"/>
                    </a:lnTo>
                    <a:lnTo>
                      <a:pt x="1989" y="258"/>
                    </a:lnTo>
                    <a:lnTo>
                      <a:pt x="1943" y="298"/>
                    </a:lnTo>
                    <a:lnTo>
                      <a:pt x="1900" y="340"/>
                    </a:lnTo>
                    <a:lnTo>
                      <a:pt x="1858" y="386"/>
                    </a:lnTo>
                    <a:lnTo>
                      <a:pt x="1819" y="435"/>
                    </a:lnTo>
                    <a:lnTo>
                      <a:pt x="1781" y="488"/>
                    </a:lnTo>
                    <a:lnTo>
                      <a:pt x="1744" y="543"/>
                    </a:lnTo>
                    <a:lnTo>
                      <a:pt x="1709" y="603"/>
                    </a:lnTo>
                    <a:lnTo>
                      <a:pt x="1676" y="667"/>
                    </a:lnTo>
                    <a:lnTo>
                      <a:pt x="1643" y="735"/>
                    </a:lnTo>
                    <a:lnTo>
                      <a:pt x="1610" y="807"/>
                    </a:lnTo>
                    <a:lnTo>
                      <a:pt x="1579" y="883"/>
                    </a:lnTo>
                    <a:lnTo>
                      <a:pt x="1548" y="963"/>
                    </a:lnTo>
                    <a:lnTo>
                      <a:pt x="1517" y="1049"/>
                    </a:lnTo>
                    <a:lnTo>
                      <a:pt x="1486" y="1137"/>
                    </a:lnTo>
                    <a:lnTo>
                      <a:pt x="1455" y="1232"/>
                    </a:lnTo>
                    <a:lnTo>
                      <a:pt x="1423" y="1331"/>
                    </a:lnTo>
                    <a:lnTo>
                      <a:pt x="1390" y="1436"/>
                    </a:lnTo>
                    <a:lnTo>
                      <a:pt x="1357" y="1545"/>
                    </a:lnTo>
                    <a:lnTo>
                      <a:pt x="1322" y="1659"/>
                    </a:lnTo>
                    <a:lnTo>
                      <a:pt x="1287" y="1779"/>
                    </a:lnTo>
                    <a:lnTo>
                      <a:pt x="1250" y="1905"/>
                    </a:lnTo>
                    <a:close/>
                  </a:path>
                </a:pathLst>
              </a:custGeom>
              <a:solidFill>
                <a:srgbClr val="00708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82" name="Freeform 108"/>
              <p:cNvSpPr>
                <a:spLocks/>
              </p:cNvSpPr>
              <p:nvPr/>
            </p:nvSpPr>
            <p:spPr bwMode="auto">
              <a:xfrm>
                <a:off x="677" y="230"/>
                <a:ext cx="1230" cy="1408"/>
              </a:xfrm>
              <a:custGeom>
                <a:avLst/>
                <a:gdLst>
                  <a:gd name="T0" fmla="*/ 1109 w 2459"/>
                  <a:gd name="T1" fmla="*/ 1730 h 2815"/>
                  <a:gd name="T2" fmla="*/ 1068 w 2459"/>
                  <a:gd name="T3" fmla="*/ 1834 h 2815"/>
                  <a:gd name="T4" fmla="*/ 1026 w 2459"/>
                  <a:gd name="T5" fmla="*/ 1928 h 2815"/>
                  <a:gd name="T6" fmla="*/ 986 w 2459"/>
                  <a:gd name="T7" fmla="*/ 2011 h 2815"/>
                  <a:gd name="T8" fmla="*/ 947 w 2459"/>
                  <a:gd name="T9" fmla="*/ 2086 h 2815"/>
                  <a:gd name="T10" fmla="*/ 907 w 2459"/>
                  <a:gd name="T11" fmla="*/ 2152 h 2815"/>
                  <a:gd name="T12" fmla="*/ 866 w 2459"/>
                  <a:gd name="T13" fmla="*/ 2208 h 2815"/>
                  <a:gd name="T14" fmla="*/ 826 w 2459"/>
                  <a:gd name="T15" fmla="*/ 2258 h 2815"/>
                  <a:gd name="T16" fmla="*/ 764 w 2459"/>
                  <a:gd name="T17" fmla="*/ 2319 h 2815"/>
                  <a:gd name="T18" fmla="*/ 680 w 2459"/>
                  <a:gd name="T19" fmla="*/ 2379 h 2815"/>
                  <a:gd name="T20" fmla="*/ 591 w 2459"/>
                  <a:gd name="T21" fmla="*/ 2417 h 2815"/>
                  <a:gd name="T22" fmla="*/ 497 w 2459"/>
                  <a:gd name="T23" fmla="*/ 2439 h 2815"/>
                  <a:gd name="T24" fmla="*/ 400 w 2459"/>
                  <a:gd name="T25" fmla="*/ 2449 h 2815"/>
                  <a:gd name="T26" fmla="*/ 312 w 2459"/>
                  <a:gd name="T27" fmla="*/ 2464 h 2815"/>
                  <a:gd name="T28" fmla="*/ 236 w 2459"/>
                  <a:gd name="T29" fmla="*/ 2485 h 2815"/>
                  <a:gd name="T30" fmla="*/ 169 w 2459"/>
                  <a:gd name="T31" fmla="*/ 2515 h 2815"/>
                  <a:gd name="T32" fmla="*/ 114 w 2459"/>
                  <a:gd name="T33" fmla="*/ 2556 h 2815"/>
                  <a:gd name="T34" fmla="*/ 69 w 2459"/>
                  <a:gd name="T35" fmla="*/ 2610 h 2815"/>
                  <a:gd name="T36" fmla="*/ 34 w 2459"/>
                  <a:gd name="T37" fmla="*/ 2679 h 2815"/>
                  <a:gd name="T38" fmla="*/ 8 w 2459"/>
                  <a:gd name="T39" fmla="*/ 2766 h 2815"/>
                  <a:gd name="T40" fmla="*/ 6 w 2459"/>
                  <a:gd name="T41" fmla="*/ 2745 h 2815"/>
                  <a:gd name="T42" fmla="*/ 34 w 2459"/>
                  <a:gd name="T43" fmla="*/ 2535 h 2815"/>
                  <a:gd name="T44" fmla="*/ 83 w 2459"/>
                  <a:gd name="T45" fmla="*/ 2294 h 2815"/>
                  <a:gd name="T46" fmla="*/ 151 w 2459"/>
                  <a:gd name="T47" fmla="*/ 2057 h 2815"/>
                  <a:gd name="T48" fmla="*/ 237 w 2459"/>
                  <a:gd name="T49" fmla="*/ 1830 h 2815"/>
                  <a:gd name="T50" fmla="*/ 340 w 2459"/>
                  <a:gd name="T51" fmla="*/ 1613 h 2815"/>
                  <a:gd name="T52" fmla="*/ 459 w 2459"/>
                  <a:gd name="T53" fmla="*/ 1404 h 2815"/>
                  <a:gd name="T54" fmla="*/ 592 w 2459"/>
                  <a:gd name="T55" fmla="*/ 1205 h 2815"/>
                  <a:gd name="T56" fmla="*/ 741 w 2459"/>
                  <a:gd name="T57" fmla="*/ 1018 h 2815"/>
                  <a:gd name="T58" fmla="*/ 902 w 2459"/>
                  <a:gd name="T59" fmla="*/ 843 h 2815"/>
                  <a:gd name="T60" fmla="*/ 1077 w 2459"/>
                  <a:gd name="T61" fmla="*/ 682 h 2815"/>
                  <a:gd name="T62" fmla="*/ 1265 w 2459"/>
                  <a:gd name="T63" fmla="*/ 533 h 2815"/>
                  <a:gd name="T64" fmla="*/ 1463 w 2459"/>
                  <a:gd name="T65" fmla="*/ 398 h 2815"/>
                  <a:gd name="T66" fmla="*/ 1672 w 2459"/>
                  <a:gd name="T67" fmla="*/ 280 h 2815"/>
                  <a:gd name="T68" fmla="*/ 1890 w 2459"/>
                  <a:gd name="T69" fmla="*/ 177 h 2815"/>
                  <a:gd name="T70" fmla="*/ 2117 w 2459"/>
                  <a:gd name="T71" fmla="*/ 92 h 2815"/>
                  <a:gd name="T72" fmla="*/ 2287 w 2459"/>
                  <a:gd name="T73" fmla="*/ 41 h 2815"/>
                  <a:gd name="T74" fmla="*/ 2459 w 2459"/>
                  <a:gd name="T75" fmla="*/ 0 h 2815"/>
                  <a:gd name="T76" fmla="*/ 2321 w 2459"/>
                  <a:gd name="T77" fmla="*/ 33 h 2815"/>
                  <a:gd name="T78" fmla="*/ 2197 w 2459"/>
                  <a:gd name="T79" fmla="*/ 71 h 2815"/>
                  <a:gd name="T80" fmla="*/ 2085 w 2459"/>
                  <a:gd name="T81" fmla="*/ 114 h 2815"/>
                  <a:gd name="T82" fmla="*/ 1985 w 2459"/>
                  <a:gd name="T83" fmla="*/ 163 h 2815"/>
                  <a:gd name="T84" fmla="*/ 1895 w 2459"/>
                  <a:gd name="T85" fmla="*/ 220 h 2815"/>
                  <a:gd name="T86" fmla="*/ 1813 w 2459"/>
                  <a:gd name="T87" fmla="*/ 284 h 2815"/>
                  <a:gd name="T88" fmla="*/ 1738 w 2459"/>
                  <a:gd name="T89" fmla="*/ 359 h 2815"/>
                  <a:gd name="T90" fmla="*/ 1669 w 2459"/>
                  <a:gd name="T91" fmla="*/ 446 h 2815"/>
                  <a:gd name="T92" fmla="*/ 1604 w 2459"/>
                  <a:gd name="T93" fmla="*/ 544 h 2815"/>
                  <a:gd name="T94" fmla="*/ 1540 w 2459"/>
                  <a:gd name="T95" fmla="*/ 655 h 2815"/>
                  <a:gd name="T96" fmla="*/ 1478 w 2459"/>
                  <a:gd name="T97" fmla="*/ 782 h 2815"/>
                  <a:gd name="T98" fmla="*/ 1416 w 2459"/>
                  <a:gd name="T99" fmla="*/ 924 h 2815"/>
                  <a:gd name="T100" fmla="*/ 1350 w 2459"/>
                  <a:gd name="T101" fmla="*/ 1083 h 2815"/>
                  <a:gd name="T102" fmla="*/ 1282 w 2459"/>
                  <a:gd name="T103" fmla="*/ 1260 h 2815"/>
                  <a:gd name="T104" fmla="*/ 1210 w 2459"/>
                  <a:gd name="T105" fmla="*/ 1457 h 2815"/>
                  <a:gd name="T106" fmla="*/ 1130 w 2459"/>
                  <a:gd name="T107" fmla="*/ 1674 h 28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459" h="2815">
                    <a:moveTo>
                      <a:pt x="1130" y="1674"/>
                    </a:moveTo>
                    <a:lnTo>
                      <a:pt x="1109" y="1730"/>
                    </a:lnTo>
                    <a:lnTo>
                      <a:pt x="1089" y="1783"/>
                    </a:lnTo>
                    <a:lnTo>
                      <a:pt x="1068" y="1834"/>
                    </a:lnTo>
                    <a:lnTo>
                      <a:pt x="1047" y="1882"/>
                    </a:lnTo>
                    <a:lnTo>
                      <a:pt x="1026" y="1928"/>
                    </a:lnTo>
                    <a:lnTo>
                      <a:pt x="1007" y="1971"/>
                    </a:lnTo>
                    <a:lnTo>
                      <a:pt x="986" y="2011"/>
                    </a:lnTo>
                    <a:lnTo>
                      <a:pt x="967" y="2050"/>
                    </a:lnTo>
                    <a:lnTo>
                      <a:pt x="947" y="2086"/>
                    </a:lnTo>
                    <a:lnTo>
                      <a:pt x="926" y="2120"/>
                    </a:lnTo>
                    <a:lnTo>
                      <a:pt x="907" y="2152"/>
                    </a:lnTo>
                    <a:lnTo>
                      <a:pt x="886" y="2182"/>
                    </a:lnTo>
                    <a:lnTo>
                      <a:pt x="866" y="2208"/>
                    </a:lnTo>
                    <a:lnTo>
                      <a:pt x="846" y="2235"/>
                    </a:lnTo>
                    <a:lnTo>
                      <a:pt x="826" y="2258"/>
                    </a:lnTo>
                    <a:lnTo>
                      <a:pt x="805" y="2281"/>
                    </a:lnTo>
                    <a:lnTo>
                      <a:pt x="764" y="2319"/>
                    </a:lnTo>
                    <a:lnTo>
                      <a:pt x="722" y="2351"/>
                    </a:lnTo>
                    <a:lnTo>
                      <a:pt x="680" y="2379"/>
                    </a:lnTo>
                    <a:lnTo>
                      <a:pt x="636" y="2400"/>
                    </a:lnTo>
                    <a:lnTo>
                      <a:pt x="591" y="2417"/>
                    </a:lnTo>
                    <a:lnTo>
                      <a:pt x="545" y="2429"/>
                    </a:lnTo>
                    <a:lnTo>
                      <a:pt x="497" y="2439"/>
                    </a:lnTo>
                    <a:lnTo>
                      <a:pt x="447" y="2444"/>
                    </a:lnTo>
                    <a:lnTo>
                      <a:pt x="400" y="2449"/>
                    </a:lnTo>
                    <a:lnTo>
                      <a:pt x="355" y="2456"/>
                    </a:lnTo>
                    <a:lnTo>
                      <a:pt x="312" y="2464"/>
                    </a:lnTo>
                    <a:lnTo>
                      <a:pt x="273" y="2473"/>
                    </a:lnTo>
                    <a:lnTo>
                      <a:pt x="236" y="2485"/>
                    </a:lnTo>
                    <a:lnTo>
                      <a:pt x="202" y="2499"/>
                    </a:lnTo>
                    <a:lnTo>
                      <a:pt x="169" y="2515"/>
                    </a:lnTo>
                    <a:lnTo>
                      <a:pt x="141" y="2534"/>
                    </a:lnTo>
                    <a:lnTo>
                      <a:pt x="114" y="2556"/>
                    </a:lnTo>
                    <a:lnTo>
                      <a:pt x="90" y="2582"/>
                    </a:lnTo>
                    <a:lnTo>
                      <a:pt x="69" y="2610"/>
                    </a:lnTo>
                    <a:lnTo>
                      <a:pt x="50" y="2643"/>
                    </a:lnTo>
                    <a:lnTo>
                      <a:pt x="34" y="2679"/>
                    </a:lnTo>
                    <a:lnTo>
                      <a:pt x="20" y="2720"/>
                    </a:lnTo>
                    <a:lnTo>
                      <a:pt x="8" y="2766"/>
                    </a:lnTo>
                    <a:lnTo>
                      <a:pt x="0" y="2815"/>
                    </a:lnTo>
                    <a:lnTo>
                      <a:pt x="6" y="2745"/>
                    </a:lnTo>
                    <a:lnTo>
                      <a:pt x="14" y="2675"/>
                    </a:lnTo>
                    <a:lnTo>
                      <a:pt x="34" y="2535"/>
                    </a:lnTo>
                    <a:lnTo>
                      <a:pt x="55" y="2413"/>
                    </a:lnTo>
                    <a:lnTo>
                      <a:pt x="83" y="2294"/>
                    </a:lnTo>
                    <a:lnTo>
                      <a:pt x="115" y="2174"/>
                    </a:lnTo>
                    <a:lnTo>
                      <a:pt x="151" y="2057"/>
                    </a:lnTo>
                    <a:lnTo>
                      <a:pt x="192" y="1942"/>
                    </a:lnTo>
                    <a:lnTo>
                      <a:pt x="237" y="1830"/>
                    </a:lnTo>
                    <a:lnTo>
                      <a:pt x="287" y="1720"/>
                    </a:lnTo>
                    <a:lnTo>
                      <a:pt x="340" y="1613"/>
                    </a:lnTo>
                    <a:lnTo>
                      <a:pt x="398" y="1507"/>
                    </a:lnTo>
                    <a:lnTo>
                      <a:pt x="459" y="1404"/>
                    </a:lnTo>
                    <a:lnTo>
                      <a:pt x="523" y="1303"/>
                    </a:lnTo>
                    <a:lnTo>
                      <a:pt x="592" y="1205"/>
                    </a:lnTo>
                    <a:lnTo>
                      <a:pt x="665" y="1110"/>
                    </a:lnTo>
                    <a:lnTo>
                      <a:pt x="741" y="1018"/>
                    </a:lnTo>
                    <a:lnTo>
                      <a:pt x="820" y="930"/>
                    </a:lnTo>
                    <a:lnTo>
                      <a:pt x="902" y="843"/>
                    </a:lnTo>
                    <a:lnTo>
                      <a:pt x="988" y="761"/>
                    </a:lnTo>
                    <a:lnTo>
                      <a:pt x="1077" y="682"/>
                    </a:lnTo>
                    <a:lnTo>
                      <a:pt x="1169" y="606"/>
                    </a:lnTo>
                    <a:lnTo>
                      <a:pt x="1265" y="533"/>
                    </a:lnTo>
                    <a:lnTo>
                      <a:pt x="1363" y="464"/>
                    </a:lnTo>
                    <a:lnTo>
                      <a:pt x="1463" y="398"/>
                    </a:lnTo>
                    <a:lnTo>
                      <a:pt x="1566" y="337"/>
                    </a:lnTo>
                    <a:lnTo>
                      <a:pt x="1672" y="280"/>
                    </a:lnTo>
                    <a:lnTo>
                      <a:pt x="1780" y="227"/>
                    </a:lnTo>
                    <a:lnTo>
                      <a:pt x="1890" y="177"/>
                    </a:lnTo>
                    <a:lnTo>
                      <a:pt x="2002" y="132"/>
                    </a:lnTo>
                    <a:lnTo>
                      <a:pt x="2117" y="92"/>
                    </a:lnTo>
                    <a:lnTo>
                      <a:pt x="2201" y="66"/>
                    </a:lnTo>
                    <a:lnTo>
                      <a:pt x="2287" y="41"/>
                    </a:lnTo>
                    <a:lnTo>
                      <a:pt x="2373" y="19"/>
                    </a:lnTo>
                    <a:lnTo>
                      <a:pt x="2459" y="0"/>
                    </a:lnTo>
                    <a:lnTo>
                      <a:pt x="2388" y="16"/>
                    </a:lnTo>
                    <a:lnTo>
                      <a:pt x="2321" y="33"/>
                    </a:lnTo>
                    <a:lnTo>
                      <a:pt x="2257" y="52"/>
                    </a:lnTo>
                    <a:lnTo>
                      <a:pt x="2197" y="71"/>
                    </a:lnTo>
                    <a:lnTo>
                      <a:pt x="2139" y="92"/>
                    </a:lnTo>
                    <a:lnTo>
                      <a:pt x="2085" y="114"/>
                    </a:lnTo>
                    <a:lnTo>
                      <a:pt x="2034" y="138"/>
                    </a:lnTo>
                    <a:lnTo>
                      <a:pt x="1985" y="163"/>
                    </a:lnTo>
                    <a:lnTo>
                      <a:pt x="1939" y="190"/>
                    </a:lnTo>
                    <a:lnTo>
                      <a:pt x="1895" y="220"/>
                    </a:lnTo>
                    <a:lnTo>
                      <a:pt x="1854" y="251"/>
                    </a:lnTo>
                    <a:lnTo>
                      <a:pt x="1813" y="284"/>
                    </a:lnTo>
                    <a:lnTo>
                      <a:pt x="1775" y="321"/>
                    </a:lnTo>
                    <a:lnTo>
                      <a:pt x="1738" y="359"/>
                    </a:lnTo>
                    <a:lnTo>
                      <a:pt x="1703" y="402"/>
                    </a:lnTo>
                    <a:lnTo>
                      <a:pt x="1669" y="446"/>
                    </a:lnTo>
                    <a:lnTo>
                      <a:pt x="1636" y="493"/>
                    </a:lnTo>
                    <a:lnTo>
                      <a:pt x="1604" y="544"/>
                    </a:lnTo>
                    <a:lnTo>
                      <a:pt x="1571" y="598"/>
                    </a:lnTo>
                    <a:lnTo>
                      <a:pt x="1540" y="655"/>
                    </a:lnTo>
                    <a:lnTo>
                      <a:pt x="1509" y="718"/>
                    </a:lnTo>
                    <a:lnTo>
                      <a:pt x="1478" y="782"/>
                    </a:lnTo>
                    <a:lnTo>
                      <a:pt x="1447" y="851"/>
                    </a:lnTo>
                    <a:lnTo>
                      <a:pt x="1416" y="924"/>
                    </a:lnTo>
                    <a:lnTo>
                      <a:pt x="1384" y="1001"/>
                    </a:lnTo>
                    <a:lnTo>
                      <a:pt x="1350" y="1083"/>
                    </a:lnTo>
                    <a:lnTo>
                      <a:pt x="1317" y="1169"/>
                    </a:lnTo>
                    <a:lnTo>
                      <a:pt x="1282" y="1260"/>
                    </a:lnTo>
                    <a:lnTo>
                      <a:pt x="1246" y="1356"/>
                    </a:lnTo>
                    <a:lnTo>
                      <a:pt x="1210" y="1457"/>
                    </a:lnTo>
                    <a:lnTo>
                      <a:pt x="1170" y="1563"/>
                    </a:lnTo>
                    <a:lnTo>
                      <a:pt x="1130" y="1674"/>
                    </a:lnTo>
                    <a:close/>
                  </a:path>
                </a:pathLst>
              </a:custGeom>
              <a:solidFill>
                <a:srgbClr val="0069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83" name="Freeform 109"/>
              <p:cNvSpPr>
                <a:spLocks/>
              </p:cNvSpPr>
              <p:nvPr/>
            </p:nvSpPr>
            <p:spPr bwMode="auto">
              <a:xfrm>
                <a:off x="695" y="263"/>
                <a:ext cx="1083" cy="1224"/>
              </a:xfrm>
              <a:custGeom>
                <a:avLst/>
                <a:gdLst>
                  <a:gd name="T0" fmla="*/ 943 w 2166"/>
                  <a:gd name="T1" fmla="*/ 1538 h 2448"/>
                  <a:gd name="T2" fmla="*/ 897 w 2166"/>
                  <a:gd name="T3" fmla="*/ 1633 h 2448"/>
                  <a:gd name="T4" fmla="*/ 852 w 2166"/>
                  <a:gd name="T5" fmla="*/ 1715 h 2448"/>
                  <a:gd name="T6" fmla="*/ 809 w 2166"/>
                  <a:gd name="T7" fmla="*/ 1787 h 2448"/>
                  <a:gd name="T8" fmla="*/ 766 w 2166"/>
                  <a:gd name="T9" fmla="*/ 1849 h 2448"/>
                  <a:gd name="T10" fmla="*/ 726 w 2166"/>
                  <a:gd name="T11" fmla="*/ 1902 h 2448"/>
                  <a:gd name="T12" fmla="*/ 685 w 2166"/>
                  <a:gd name="T13" fmla="*/ 1948 h 2448"/>
                  <a:gd name="T14" fmla="*/ 627 w 2166"/>
                  <a:gd name="T15" fmla="*/ 2004 h 2448"/>
                  <a:gd name="T16" fmla="*/ 552 w 2166"/>
                  <a:gd name="T17" fmla="*/ 2056 h 2448"/>
                  <a:gd name="T18" fmla="*/ 478 w 2166"/>
                  <a:gd name="T19" fmla="*/ 2090 h 2448"/>
                  <a:gd name="T20" fmla="*/ 405 w 2166"/>
                  <a:gd name="T21" fmla="*/ 2111 h 2448"/>
                  <a:gd name="T22" fmla="*/ 289 w 2166"/>
                  <a:gd name="T23" fmla="*/ 2137 h 2448"/>
                  <a:gd name="T24" fmla="*/ 214 w 2166"/>
                  <a:gd name="T25" fmla="*/ 2164 h 2448"/>
                  <a:gd name="T26" fmla="*/ 154 w 2166"/>
                  <a:gd name="T27" fmla="*/ 2197 h 2448"/>
                  <a:gd name="T28" fmla="*/ 106 w 2166"/>
                  <a:gd name="T29" fmla="*/ 2236 h 2448"/>
                  <a:gd name="T30" fmla="*/ 69 w 2166"/>
                  <a:gd name="T31" fmla="*/ 2279 h 2448"/>
                  <a:gd name="T32" fmla="*/ 41 w 2166"/>
                  <a:gd name="T33" fmla="*/ 2325 h 2448"/>
                  <a:gd name="T34" fmla="*/ 13 w 2166"/>
                  <a:gd name="T35" fmla="*/ 2399 h 2448"/>
                  <a:gd name="T36" fmla="*/ 22 w 2166"/>
                  <a:gd name="T37" fmla="*/ 2332 h 2448"/>
                  <a:gd name="T38" fmla="*/ 79 w 2166"/>
                  <a:gd name="T39" fmla="*/ 2105 h 2448"/>
                  <a:gd name="T40" fmla="*/ 155 w 2166"/>
                  <a:gd name="T41" fmla="*/ 1878 h 2448"/>
                  <a:gd name="T42" fmla="*/ 250 w 2166"/>
                  <a:gd name="T43" fmla="*/ 1656 h 2448"/>
                  <a:gd name="T44" fmla="*/ 361 w 2166"/>
                  <a:gd name="T45" fmla="*/ 1443 h 2448"/>
                  <a:gd name="T46" fmla="*/ 486 w 2166"/>
                  <a:gd name="T47" fmla="*/ 1239 h 2448"/>
                  <a:gd name="T48" fmla="*/ 628 w 2166"/>
                  <a:gd name="T49" fmla="*/ 1046 h 2448"/>
                  <a:gd name="T50" fmla="*/ 783 w 2166"/>
                  <a:gd name="T51" fmla="*/ 866 h 2448"/>
                  <a:gd name="T52" fmla="*/ 951 w 2166"/>
                  <a:gd name="T53" fmla="*/ 697 h 2448"/>
                  <a:gd name="T54" fmla="*/ 1132 w 2166"/>
                  <a:gd name="T55" fmla="*/ 542 h 2448"/>
                  <a:gd name="T56" fmla="*/ 1326 w 2166"/>
                  <a:gd name="T57" fmla="*/ 400 h 2448"/>
                  <a:gd name="T58" fmla="*/ 1529 w 2166"/>
                  <a:gd name="T59" fmla="*/ 273 h 2448"/>
                  <a:gd name="T60" fmla="*/ 1743 w 2166"/>
                  <a:gd name="T61" fmla="*/ 163 h 2448"/>
                  <a:gd name="T62" fmla="*/ 1965 w 2166"/>
                  <a:gd name="T63" fmla="*/ 68 h 2448"/>
                  <a:gd name="T64" fmla="*/ 2166 w 2166"/>
                  <a:gd name="T65" fmla="*/ 0 h 2448"/>
                  <a:gd name="T66" fmla="*/ 2058 w 2166"/>
                  <a:gd name="T67" fmla="*/ 37 h 2448"/>
                  <a:gd name="T68" fmla="*/ 1956 w 2166"/>
                  <a:gd name="T69" fmla="*/ 81 h 2448"/>
                  <a:gd name="T70" fmla="*/ 1860 w 2166"/>
                  <a:gd name="T71" fmla="*/ 129 h 2448"/>
                  <a:gd name="T72" fmla="*/ 1769 w 2166"/>
                  <a:gd name="T73" fmla="*/ 185 h 2448"/>
                  <a:gd name="T74" fmla="*/ 1684 w 2166"/>
                  <a:gd name="T75" fmla="*/ 246 h 2448"/>
                  <a:gd name="T76" fmla="*/ 1603 w 2166"/>
                  <a:gd name="T77" fmla="*/ 314 h 2448"/>
                  <a:gd name="T78" fmla="*/ 1529 w 2166"/>
                  <a:gd name="T79" fmla="*/ 389 h 2448"/>
                  <a:gd name="T80" fmla="*/ 1458 w 2166"/>
                  <a:gd name="T81" fmla="*/ 469 h 2448"/>
                  <a:gd name="T82" fmla="*/ 1427 w 2166"/>
                  <a:gd name="T83" fmla="*/ 511 h 2448"/>
                  <a:gd name="T84" fmla="*/ 1403 w 2166"/>
                  <a:gd name="T85" fmla="*/ 550 h 2448"/>
                  <a:gd name="T86" fmla="*/ 1389 w 2166"/>
                  <a:gd name="T87" fmla="*/ 578 h 2448"/>
                  <a:gd name="T88" fmla="*/ 1371 w 2166"/>
                  <a:gd name="T89" fmla="*/ 611 h 2448"/>
                  <a:gd name="T90" fmla="*/ 1350 w 2166"/>
                  <a:gd name="T91" fmla="*/ 655 h 2448"/>
                  <a:gd name="T92" fmla="*/ 1325 w 2166"/>
                  <a:gd name="T93" fmla="*/ 708 h 2448"/>
                  <a:gd name="T94" fmla="*/ 1295 w 2166"/>
                  <a:gd name="T95" fmla="*/ 772 h 2448"/>
                  <a:gd name="T96" fmla="*/ 1259 w 2166"/>
                  <a:gd name="T97" fmla="*/ 849 h 2448"/>
                  <a:gd name="T98" fmla="*/ 1216 w 2166"/>
                  <a:gd name="T99" fmla="*/ 943 h 2448"/>
                  <a:gd name="T100" fmla="*/ 1167 w 2166"/>
                  <a:gd name="T101" fmla="*/ 1051 h 2448"/>
                  <a:gd name="T102" fmla="*/ 1109 w 2166"/>
                  <a:gd name="T103" fmla="*/ 1177 h 2448"/>
                  <a:gd name="T104" fmla="*/ 1042 w 2166"/>
                  <a:gd name="T105" fmla="*/ 1322 h 2448"/>
                  <a:gd name="T106" fmla="*/ 968 w 2166"/>
                  <a:gd name="T107" fmla="*/ 1488 h 24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166" h="2448">
                    <a:moveTo>
                      <a:pt x="968" y="1488"/>
                    </a:moveTo>
                    <a:lnTo>
                      <a:pt x="943" y="1538"/>
                    </a:lnTo>
                    <a:lnTo>
                      <a:pt x="920" y="1587"/>
                    </a:lnTo>
                    <a:lnTo>
                      <a:pt x="897" y="1633"/>
                    </a:lnTo>
                    <a:lnTo>
                      <a:pt x="874" y="1675"/>
                    </a:lnTo>
                    <a:lnTo>
                      <a:pt x="852" y="1715"/>
                    </a:lnTo>
                    <a:lnTo>
                      <a:pt x="831" y="1753"/>
                    </a:lnTo>
                    <a:lnTo>
                      <a:pt x="809" y="1787"/>
                    </a:lnTo>
                    <a:lnTo>
                      <a:pt x="788" y="1819"/>
                    </a:lnTo>
                    <a:lnTo>
                      <a:pt x="766" y="1849"/>
                    </a:lnTo>
                    <a:lnTo>
                      <a:pt x="745" y="1877"/>
                    </a:lnTo>
                    <a:lnTo>
                      <a:pt x="726" y="1902"/>
                    </a:lnTo>
                    <a:lnTo>
                      <a:pt x="705" y="1927"/>
                    </a:lnTo>
                    <a:lnTo>
                      <a:pt x="685" y="1948"/>
                    </a:lnTo>
                    <a:lnTo>
                      <a:pt x="666" y="1968"/>
                    </a:lnTo>
                    <a:lnTo>
                      <a:pt x="627" y="2004"/>
                    </a:lnTo>
                    <a:lnTo>
                      <a:pt x="589" y="2033"/>
                    </a:lnTo>
                    <a:lnTo>
                      <a:pt x="552" y="2056"/>
                    </a:lnTo>
                    <a:lnTo>
                      <a:pt x="515" y="2075"/>
                    </a:lnTo>
                    <a:lnTo>
                      <a:pt x="478" y="2090"/>
                    </a:lnTo>
                    <a:lnTo>
                      <a:pt x="441" y="2102"/>
                    </a:lnTo>
                    <a:lnTo>
                      <a:pt x="405" y="2111"/>
                    </a:lnTo>
                    <a:lnTo>
                      <a:pt x="333" y="2127"/>
                    </a:lnTo>
                    <a:lnTo>
                      <a:pt x="289" y="2137"/>
                    </a:lnTo>
                    <a:lnTo>
                      <a:pt x="250" y="2150"/>
                    </a:lnTo>
                    <a:lnTo>
                      <a:pt x="214" y="2164"/>
                    </a:lnTo>
                    <a:lnTo>
                      <a:pt x="183" y="2180"/>
                    </a:lnTo>
                    <a:lnTo>
                      <a:pt x="154" y="2197"/>
                    </a:lnTo>
                    <a:lnTo>
                      <a:pt x="129" y="2216"/>
                    </a:lnTo>
                    <a:lnTo>
                      <a:pt x="106" y="2236"/>
                    </a:lnTo>
                    <a:lnTo>
                      <a:pt x="86" y="2257"/>
                    </a:lnTo>
                    <a:lnTo>
                      <a:pt x="69" y="2279"/>
                    </a:lnTo>
                    <a:lnTo>
                      <a:pt x="54" y="2302"/>
                    </a:lnTo>
                    <a:lnTo>
                      <a:pt x="41" y="2325"/>
                    </a:lnTo>
                    <a:lnTo>
                      <a:pt x="30" y="2349"/>
                    </a:lnTo>
                    <a:lnTo>
                      <a:pt x="13" y="2399"/>
                    </a:lnTo>
                    <a:lnTo>
                      <a:pt x="0" y="2448"/>
                    </a:lnTo>
                    <a:lnTo>
                      <a:pt x="22" y="2332"/>
                    </a:lnTo>
                    <a:lnTo>
                      <a:pt x="48" y="2218"/>
                    </a:lnTo>
                    <a:lnTo>
                      <a:pt x="79" y="2105"/>
                    </a:lnTo>
                    <a:lnTo>
                      <a:pt x="114" y="1993"/>
                    </a:lnTo>
                    <a:lnTo>
                      <a:pt x="155" y="1878"/>
                    </a:lnTo>
                    <a:lnTo>
                      <a:pt x="200" y="1766"/>
                    </a:lnTo>
                    <a:lnTo>
                      <a:pt x="250" y="1656"/>
                    </a:lnTo>
                    <a:lnTo>
                      <a:pt x="303" y="1549"/>
                    </a:lnTo>
                    <a:lnTo>
                      <a:pt x="361" y="1443"/>
                    </a:lnTo>
                    <a:lnTo>
                      <a:pt x="422" y="1340"/>
                    </a:lnTo>
                    <a:lnTo>
                      <a:pt x="486" y="1239"/>
                    </a:lnTo>
                    <a:lnTo>
                      <a:pt x="555" y="1141"/>
                    </a:lnTo>
                    <a:lnTo>
                      <a:pt x="628" y="1046"/>
                    </a:lnTo>
                    <a:lnTo>
                      <a:pt x="704" y="954"/>
                    </a:lnTo>
                    <a:lnTo>
                      <a:pt x="783" y="866"/>
                    </a:lnTo>
                    <a:lnTo>
                      <a:pt x="865" y="779"/>
                    </a:lnTo>
                    <a:lnTo>
                      <a:pt x="951" y="697"/>
                    </a:lnTo>
                    <a:lnTo>
                      <a:pt x="1040" y="618"/>
                    </a:lnTo>
                    <a:lnTo>
                      <a:pt x="1132" y="542"/>
                    </a:lnTo>
                    <a:lnTo>
                      <a:pt x="1228" y="469"/>
                    </a:lnTo>
                    <a:lnTo>
                      <a:pt x="1326" y="400"/>
                    </a:lnTo>
                    <a:lnTo>
                      <a:pt x="1426" y="334"/>
                    </a:lnTo>
                    <a:lnTo>
                      <a:pt x="1529" y="273"/>
                    </a:lnTo>
                    <a:lnTo>
                      <a:pt x="1635" y="216"/>
                    </a:lnTo>
                    <a:lnTo>
                      <a:pt x="1743" y="163"/>
                    </a:lnTo>
                    <a:lnTo>
                      <a:pt x="1853" y="113"/>
                    </a:lnTo>
                    <a:lnTo>
                      <a:pt x="1965" y="68"/>
                    </a:lnTo>
                    <a:lnTo>
                      <a:pt x="2080" y="28"/>
                    </a:lnTo>
                    <a:lnTo>
                      <a:pt x="2166" y="0"/>
                    </a:lnTo>
                    <a:lnTo>
                      <a:pt x="2111" y="18"/>
                    </a:lnTo>
                    <a:lnTo>
                      <a:pt x="2058" y="37"/>
                    </a:lnTo>
                    <a:lnTo>
                      <a:pt x="2007" y="58"/>
                    </a:lnTo>
                    <a:lnTo>
                      <a:pt x="1956" y="81"/>
                    </a:lnTo>
                    <a:lnTo>
                      <a:pt x="1908" y="104"/>
                    </a:lnTo>
                    <a:lnTo>
                      <a:pt x="1860" y="129"/>
                    </a:lnTo>
                    <a:lnTo>
                      <a:pt x="1814" y="156"/>
                    </a:lnTo>
                    <a:lnTo>
                      <a:pt x="1769" y="185"/>
                    </a:lnTo>
                    <a:lnTo>
                      <a:pt x="1726" y="215"/>
                    </a:lnTo>
                    <a:lnTo>
                      <a:pt x="1684" y="246"/>
                    </a:lnTo>
                    <a:lnTo>
                      <a:pt x="1643" y="279"/>
                    </a:lnTo>
                    <a:lnTo>
                      <a:pt x="1603" y="314"/>
                    </a:lnTo>
                    <a:lnTo>
                      <a:pt x="1565" y="351"/>
                    </a:lnTo>
                    <a:lnTo>
                      <a:pt x="1529" y="389"/>
                    </a:lnTo>
                    <a:lnTo>
                      <a:pt x="1493" y="428"/>
                    </a:lnTo>
                    <a:lnTo>
                      <a:pt x="1458" y="469"/>
                    </a:lnTo>
                    <a:lnTo>
                      <a:pt x="1436" y="497"/>
                    </a:lnTo>
                    <a:lnTo>
                      <a:pt x="1427" y="511"/>
                    </a:lnTo>
                    <a:lnTo>
                      <a:pt x="1416" y="529"/>
                    </a:lnTo>
                    <a:lnTo>
                      <a:pt x="1403" y="550"/>
                    </a:lnTo>
                    <a:lnTo>
                      <a:pt x="1396" y="563"/>
                    </a:lnTo>
                    <a:lnTo>
                      <a:pt x="1389" y="578"/>
                    </a:lnTo>
                    <a:lnTo>
                      <a:pt x="1380" y="594"/>
                    </a:lnTo>
                    <a:lnTo>
                      <a:pt x="1371" y="611"/>
                    </a:lnTo>
                    <a:lnTo>
                      <a:pt x="1362" y="632"/>
                    </a:lnTo>
                    <a:lnTo>
                      <a:pt x="1350" y="655"/>
                    </a:lnTo>
                    <a:lnTo>
                      <a:pt x="1338" y="680"/>
                    </a:lnTo>
                    <a:lnTo>
                      <a:pt x="1325" y="708"/>
                    </a:lnTo>
                    <a:lnTo>
                      <a:pt x="1311" y="739"/>
                    </a:lnTo>
                    <a:lnTo>
                      <a:pt x="1295" y="772"/>
                    </a:lnTo>
                    <a:lnTo>
                      <a:pt x="1277" y="809"/>
                    </a:lnTo>
                    <a:lnTo>
                      <a:pt x="1259" y="849"/>
                    </a:lnTo>
                    <a:lnTo>
                      <a:pt x="1238" y="894"/>
                    </a:lnTo>
                    <a:lnTo>
                      <a:pt x="1216" y="943"/>
                    </a:lnTo>
                    <a:lnTo>
                      <a:pt x="1192" y="995"/>
                    </a:lnTo>
                    <a:lnTo>
                      <a:pt x="1167" y="1051"/>
                    </a:lnTo>
                    <a:lnTo>
                      <a:pt x="1139" y="1111"/>
                    </a:lnTo>
                    <a:lnTo>
                      <a:pt x="1109" y="1177"/>
                    </a:lnTo>
                    <a:lnTo>
                      <a:pt x="1077" y="1247"/>
                    </a:lnTo>
                    <a:lnTo>
                      <a:pt x="1042" y="1322"/>
                    </a:lnTo>
                    <a:lnTo>
                      <a:pt x="1007" y="1402"/>
                    </a:lnTo>
                    <a:lnTo>
                      <a:pt x="968" y="1488"/>
                    </a:lnTo>
                    <a:close/>
                  </a:path>
                </a:pathLst>
              </a:custGeom>
              <a:solidFill>
                <a:srgbClr val="0061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84" name="Freeform 110"/>
              <p:cNvSpPr>
                <a:spLocks/>
              </p:cNvSpPr>
              <p:nvPr/>
            </p:nvSpPr>
            <p:spPr bwMode="auto">
              <a:xfrm>
                <a:off x="733" y="313"/>
                <a:ext cx="905" cy="1009"/>
              </a:xfrm>
              <a:custGeom>
                <a:avLst/>
                <a:gdLst>
                  <a:gd name="T0" fmla="*/ 752 w 1811"/>
                  <a:gd name="T1" fmla="*/ 1303 h 2018"/>
                  <a:gd name="T2" fmla="*/ 714 w 1811"/>
                  <a:gd name="T3" fmla="*/ 1367 h 2018"/>
                  <a:gd name="T4" fmla="*/ 677 w 1811"/>
                  <a:gd name="T5" fmla="*/ 1425 h 2018"/>
                  <a:gd name="T6" fmla="*/ 624 w 1811"/>
                  <a:gd name="T7" fmla="*/ 1498 h 2018"/>
                  <a:gd name="T8" fmla="*/ 560 w 1811"/>
                  <a:gd name="T9" fmla="*/ 1576 h 2018"/>
                  <a:gd name="T10" fmla="*/ 501 w 1811"/>
                  <a:gd name="T11" fmla="*/ 1633 h 2018"/>
                  <a:gd name="T12" fmla="*/ 446 w 1811"/>
                  <a:gd name="T13" fmla="*/ 1674 h 2018"/>
                  <a:gd name="T14" fmla="*/ 396 w 1811"/>
                  <a:gd name="T15" fmla="*/ 1702 h 2018"/>
                  <a:gd name="T16" fmla="*/ 349 w 1811"/>
                  <a:gd name="T17" fmla="*/ 1723 h 2018"/>
                  <a:gd name="T18" fmla="*/ 250 w 1811"/>
                  <a:gd name="T19" fmla="*/ 1758 h 2018"/>
                  <a:gd name="T20" fmla="*/ 157 w 1811"/>
                  <a:gd name="T21" fmla="*/ 1803 h 2018"/>
                  <a:gd name="T22" fmla="*/ 119 w 1811"/>
                  <a:gd name="T23" fmla="*/ 1830 h 2018"/>
                  <a:gd name="T24" fmla="*/ 84 w 1811"/>
                  <a:gd name="T25" fmla="*/ 1865 h 2018"/>
                  <a:gd name="T26" fmla="*/ 53 w 1811"/>
                  <a:gd name="T27" fmla="*/ 1905 h 2018"/>
                  <a:gd name="T28" fmla="*/ 25 w 1811"/>
                  <a:gd name="T29" fmla="*/ 1956 h 2018"/>
                  <a:gd name="T30" fmla="*/ 0 w 1811"/>
                  <a:gd name="T31" fmla="*/ 2018 h 2018"/>
                  <a:gd name="T32" fmla="*/ 80 w 1811"/>
                  <a:gd name="T33" fmla="*/ 1777 h 2018"/>
                  <a:gd name="T34" fmla="*/ 175 w 1811"/>
                  <a:gd name="T35" fmla="*/ 1555 h 2018"/>
                  <a:gd name="T36" fmla="*/ 286 w 1811"/>
                  <a:gd name="T37" fmla="*/ 1342 h 2018"/>
                  <a:gd name="T38" fmla="*/ 411 w 1811"/>
                  <a:gd name="T39" fmla="*/ 1138 h 2018"/>
                  <a:gd name="T40" fmla="*/ 553 w 1811"/>
                  <a:gd name="T41" fmla="*/ 945 h 2018"/>
                  <a:gd name="T42" fmla="*/ 708 w 1811"/>
                  <a:gd name="T43" fmla="*/ 765 h 2018"/>
                  <a:gd name="T44" fmla="*/ 876 w 1811"/>
                  <a:gd name="T45" fmla="*/ 596 h 2018"/>
                  <a:gd name="T46" fmla="*/ 1057 w 1811"/>
                  <a:gd name="T47" fmla="*/ 441 h 2018"/>
                  <a:gd name="T48" fmla="*/ 1251 w 1811"/>
                  <a:gd name="T49" fmla="*/ 299 h 2018"/>
                  <a:gd name="T50" fmla="*/ 1454 w 1811"/>
                  <a:gd name="T51" fmla="*/ 172 h 2018"/>
                  <a:gd name="T52" fmla="*/ 1684 w 1811"/>
                  <a:gd name="T53" fmla="*/ 55 h 2018"/>
                  <a:gd name="T54" fmla="*/ 1811 w 1811"/>
                  <a:gd name="T55" fmla="*/ 0 h 2018"/>
                  <a:gd name="T56" fmla="*/ 1767 w 1811"/>
                  <a:gd name="T57" fmla="*/ 18 h 2018"/>
                  <a:gd name="T58" fmla="*/ 1712 w 1811"/>
                  <a:gd name="T59" fmla="*/ 45 h 2018"/>
                  <a:gd name="T60" fmla="*/ 1645 w 1811"/>
                  <a:gd name="T61" fmla="*/ 80 h 2018"/>
                  <a:gd name="T62" fmla="*/ 1571 w 1811"/>
                  <a:gd name="T63" fmla="*/ 124 h 2018"/>
                  <a:gd name="T64" fmla="*/ 1492 w 1811"/>
                  <a:gd name="T65" fmla="*/ 178 h 2018"/>
                  <a:gd name="T66" fmla="*/ 1410 w 1811"/>
                  <a:gd name="T67" fmla="*/ 243 h 2018"/>
                  <a:gd name="T68" fmla="*/ 1327 w 1811"/>
                  <a:gd name="T69" fmla="*/ 319 h 2018"/>
                  <a:gd name="T70" fmla="*/ 1246 w 1811"/>
                  <a:gd name="T71" fmla="*/ 409 h 2018"/>
                  <a:gd name="T72" fmla="*/ 1171 w 1811"/>
                  <a:gd name="T73" fmla="*/ 508 h 2018"/>
                  <a:gd name="T74" fmla="*/ 1106 w 1811"/>
                  <a:gd name="T75" fmla="*/ 611 h 2018"/>
                  <a:gd name="T76" fmla="*/ 989 w 1811"/>
                  <a:gd name="T77" fmla="*/ 828 h 2018"/>
                  <a:gd name="T78" fmla="*/ 829 w 1811"/>
                  <a:gd name="T79" fmla="*/ 1160 h 20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1811" h="2018">
                    <a:moveTo>
                      <a:pt x="772" y="1268"/>
                    </a:moveTo>
                    <a:lnTo>
                      <a:pt x="752" y="1303"/>
                    </a:lnTo>
                    <a:lnTo>
                      <a:pt x="732" y="1336"/>
                    </a:lnTo>
                    <a:lnTo>
                      <a:pt x="714" y="1367"/>
                    </a:lnTo>
                    <a:lnTo>
                      <a:pt x="696" y="1397"/>
                    </a:lnTo>
                    <a:lnTo>
                      <a:pt x="677" y="1425"/>
                    </a:lnTo>
                    <a:lnTo>
                      <a:pt x="659" y="1451"/>
                    </a:lnTo>
                    <a:lnTo>
                      <a:pt x="624" y="1498"/>
                    </a:lnTo>
                    <a:lnTo>
                      <a:pt x="592" y="1540"/>
                    </a:lnTo>
                    <a:lnTo>
                      <a:pt x="560" y="1576"/>
                    </a:lnTo>
                    <a:lnTo>
                      <a:pt x="530" y="1607"/>
                    </a:lnTo>
                    <a:lnTo>
                      <a:pt x="501" y="1633"/>
                    </a:lnTo>
                    <a:lnTo>
                      <a:pt x="473" y="1655"/>
                    </a:lnTo>
                    <a:lnTo>
                      <a:pt x="446" y="1674"/>
                    </a:lnTo>
                    <a:lnTo>
                      <a:pt x="420" y="1690"/>
                    </a:lnTo>
                    <a:lnTo>
                      <a:pt x="396" y="1702"/>
                    </a:lnTo>
                    <a:lnTo>
                      <a:pt x="372" y="1714"/>
                    </a:lnTo>
                    <a:lnTo>
                      <a:pt x="349" y="1723"/>
                    </a:lnTo>
                    <a:lnTo>
                      <a:pt x="305" y="1738"/>
                    </a:lnTo>
                    <a:lnTo>
                      <a:pt x="250" y="1758"/>
                    </a:lnTo>
                    <a:lnTo>
                      <a:pt x="200" y="1779"/>
                    </a:lnTo>
                    <a:lnTo>
                      <a:pt x="157" y="1803"/>
                    </a:lnTo>
                    <a:lnTo>
                      <a:pt x="137" y="1816"/>
                    </a:lnTo>
                    <a:lnTo>
                      <a:pt x="119" y="1830"/>
                    </a:lnTo>
                    <a:lnTo>
                      <a:pt x="100" y="1846"/>
                    </a:lnTo>
                    <a:lnTo>
                      <a:pt x="84" y="1865"/>
                    </a:lnTo>
                    <a:lnTo>
                      <a:pt x="68" y="1884"/>
                    </a:lnTo>
                    <a:lnTo>
                      <a:pt x="53" y="1905"/>
                    </a:lnTo>
                    <a:lnTo>
                      <a:pt x="39" y="1929"/>
                    </a:lnTo>
                    <a:lnTo>
                      <a:pt x="25" y="1956"/>
                    </a:lnTo>
                    <a:lnTo>
                      <a:pt x="13" y="1986"/>
                    </a:lnTo>
                    <a:lnTo>
                      <a:pt x="0" y="2018"/>
                    </a:lnTo>
                    <a:lnTo>
                      <a:pt x="39" y="1892"/>
                    </a:lnTo>
                    <a:lnTo>
                      <a:pt x="80" y="1777"/>
                    </a:lnTo>
                    <a:lnTo>
                      <a:pt x="125" y="1665"/>
                    </a:lnTo>
                    <a:lnTo>
                      <a:pt x="175" y="1555"/>
                    </a:lnTo>
                    <a:lnTo>
                      <a:pt x="228" y="1448"/>
                    </a:lnTo>
                    <a:lnTo>
                      <a:pt x="286" y="1342"/>
                    </a:lnTo>
                    <a:lnTo>
                      <a:pt x="347" y="1239"/>
                    </a:lnTo>
                    <a:lnTo>
                      <a:pt x="411" y="1138"/>
                    </a:lnTo>
                    <a:lnTo>
                      <a:pt x="480" y="1040"/>
                    </a:lnTo>
                    <a:lnTo>
                      <a:pt x="553" y="945"/>
                    </a:lnTo>
                    <a:lnTo>
                      <a:pt x="629" y="853"/>
                    </a:lnTo>
                    <a:lnTo>
                      <a:pt x="708" y="765"/>
                    </a:lnTo>
                    <a:lnTo>
                      <a:pt x="790" y="678"/>
                    </a:lnTo>
                    <a:lnTo>
                      <a:pt x="876" y="596"/>
                    </a:lnTo>
                    <a:lnTo>
                      <a:pt x="965" y="517"/>
                    </a:lnTo>
                    <a:lnTo>
                      <a:pt x="1057" y="441"/>
                    </a:lnTo>
                    <a:lnTo>
                      <a:pt x="1153" y="368"/>
                    </a:lnTo>
                    <a:lnTo>
                      <a:pt x="1251" y="299"/>
                    </a:lnTo>
                    <a:lnTo>
                      <a:pt x="1351" y="233"/>
                    </a:lnTo>
                    <a:lnTo>
                      <a:pt x="1454" y="172"/>
                    </a:lnTo>
                    <a:lnTo>
                      <a:pt x="1560" y="115"/>
                    </a:lnTo>
                    <a:lnTo>
                      <a:pt x="1684" y="55"/>
                    </a:lnTo>
                    <a:lnTo>
                      <a:pt x="1746" y="26"/>
                    </a:lnTo>
                    <a:lnTo>
                      <a:pt x="1811" y="0"/>
                    </a:lnTo>
                    <a:lnTo>
                      <a:pt x="1791" y="8"/>
                    </a:lnTo>
                    <a:lnTo>
                      <a:pt x="1767" y="18"/>
                    </a:lnTo>
                    <a:lnTo>
                      <a:pt x="1740" y="31"/>
                    </a:lnTo>
                    <a:lnTo>
                      <a:pt x="1712" y="45"/>
                    </a:lnTo>
                    <a:lnTo>
                      <a:pt x="1679" y="62"/>
                    </a:lnTo>
                    <a:lnTo>
                      <a:pt x="1645" y="80"/>
                    </a:lnTo>
                    <a:lnTo>
                      <a:pt x="1609" y="101"/>
                    </a:lnTo>
                    <a:lnTo>
                      <a:pt x="1571" y="124"/>
                    </a:lnTo>
                    <a:lnTo>
                      <a:pt x="1532" y="149"/>
                    </a:lnTo>
                    <a:lnTo>
                      <a:pt x="1492" y="178"/>
                    </a:lnTo>
                    <a:lnTo>
                      <a:pt x="1450" y="209"/>
                    </a:lnTo>
                    <a:lnTo>
                      <a:pt x="1410" y="243"/>
                    </a:lnTo>
                    <a:lnTo>
                      <a:pt x="1368" y="280"/>
                    </a:lnTo>
                    <a:lnTo>
                      <a:pt x="1327" y="319"/>
                    </a:lnTo>
                    <a:lnTo>
                      <a:pt x="1287" y="363"/>
                    </a:lnTo>
                    <a:lnTo>
                      <a:pt x="1246" y="409"/>
                    </a:lnTo>
                    <a:lnTo>
                      <a:pt x="1208" y="458"/>
                    </a:lnTo>
                    <a:lnTo>
                      <a:pt x="1171" y="508"/>
                    </a:lnTo>
                    <a:lnTo>
                      <a:pt x="1138" y="560"/>
                    </a:lnTo>
                    <a:lnTo>
                      <a:pt x="1106" y="611"/>
                    </a:lnTo>
                    <a:lnTo>
                      <a:pt x="1045" y="718"/>
                    </a:lnTo>
                    <a:lnTo>
                      <a:pt x="989" y="828"/>
                    </a:lnTo>
                    <a:lnTo>
                      <a:pt x="935" y="939"/>
                    </a:lnTo>
                    <a:lnTo>
                      <a:pt x="829" y="1160"/>
                    </a:lnTo>
                    <a:lnTo>
                      <a:pt x="772" y="1268"/>
                    </a:lnTo>
                    <a:close/>
                  </a:path>
                </a:pathLst>
              </a:custGeom>
              <a:solidFill>
                <a:srgbClr val="005A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85" name="Freeform 111"/>
              <p:cNvSpPr>
                <a:spLocks/>
              </p:cNvSpPr>
              <p:nvPr/>
            </p:nvSpPr>
            <p:spPr bwMode="auto">
              <a:xfrm>
                <a:off x="804" y="394"/>
                <a:ext cx="666" cy="732"/>
              </a:xfrm>
              <a:custGeom>
                <a:avLst/>
                <a:gdLst>
                  <a:gd name="T0" fmla="*/ 541 w 1331"/>
                  <a:gd name="T1" fmla="*/ 933 h 1464"/>
                  <a:gd name="T2" fmla="*/ 511 w 1331"/>
                  <a:gd name="T3" fmla="*/ 977 h 1464"/>
                  <a:gd name="T4" fmla="*/ 483 w 1331"/>
                  <a:gd name="T5" fmla="*/ 1015 h 1464"/>
                  <a:gd name="T6" fmla="*/ 457 w 1331"/>
                  <a:gd name="T7" fmla="*/ 1050 h 1464"/>
                  <a:gd name="T8" fmla="*/ 433 w 1331"/>
                  <a:gd name="T9" fmla="*/ 1081 h 1464"/>
                  <a:gd name="T10" fmla="*/ 410 w 1331"/>
                  <a:gd name="T11" fmla="*/ 1108 h 1464"/>
                  <a:gd name="T12" fmla="*/ 387 w 1331"/>
                  <a:gd name="T13" fmla="*/ 1132 h 1464"/>
                  <a:gd name="T14" fmla="*/ 366 w 1331"/>
                  <a:gd name="T15" fmla="*/ 1153 h 1464"/>
                  <a:gd name="T16" fmla="*/ 345 w 1331"/>
                  <a:gd name="T17" fmla="*/ 1172 h 1464"/>
                  <a:gd name="T18" fmla="*/ 324 w 1331"/>
                  <a:gd name="T19" fmla="*/ 1189 h 1464"/>
                  <a:gd name="T20" fmla="*/ 305 w 1331"/>
                  <a:gd name="T21" fmla="*/ 1204 h 1464"/>
                  <a:gd name="T22" fmla="*/ 264 w 1331"/>
                  <a:gd name="T23" fmla="*/ 1229 h 1464"/>
                  <a:gd name="T24" fmla="*/ 223 w 1331"/>
                  <a:gd name="T25" fmla="*/ 1252 h 1464"/>
                  <a:gd name="T26" fmla="*/ 177 w 1331"/>
                  <a:gd name="T27" fmla="*/ 1275 h 1464"/>
                  <a:gd name="T28" fmla="*/ 140 w 1331"/>
                  <a:gd name="T29" fmla="*/ 1296 h 1464"/>
                  <a:gd name="T30" fmla="*/ 108 w 1331"/>
                  <a:gd name="T31" fmla="*/ 1319 h 1464"/>
                  <a:gd name="T32" fmla="*/ 81 w 1331"/>
                  <a:gd name="T33" fmla="*/ 1344 h 1464"/>
                  <a:gd name="T34" fmla="*/ 58 w 1331"/>
                  <a:gd name="T35" fmla="*/ 1370 h 1464"/>
                  <a:gd name="T36" fmla="*/ 40 w 1331"/>
                  <a:gd name="T37" fmla="*/ 1395 h 1464"/>
                  <a:gd name="T38" fmla="*/ 24 w 1331"/>
                  <a:gd name="T39" fmla="*/ 1420 h 1464"/>
                  <a:gd name="T40" fmla="*/ 10 w 1331"/>
                  <a:gd name="T41" fmla="*/ 1444 h 1464"/>
                  <a:gd name="T42" fmla="*/ 0 w 1331"/>
                  <a:gd name="T43" fmla="*/ 1464 h 1464"/>
                  <a:gd name="T44" fmla="*/ 41 w 1331"/>
                  <a:gd name="T45" fmla="*/ 1373 h 1464"/>
                  <a:gd name="T46" fmla="*/ 86 w 1331"/>
                  <a:gd name="T47" fmla="*/ 1286 h 1464"/>
                  <a:gd name="T48" fmla="*/ 144 w 1331"/>
                  <a:gd name="T49" fmla="*/ 1180 h 1464"/>
                  <a:gd name="T50" fmla="*/ 205 w 1331"/>
                  <a:gd name="T51" fmla="*/ 1077 h 1464"/>
                  <a:gd name="T52" fmla="*/ 269 w 1331"/>
                  <a:gd name="T53" fmla="*/ 976 h 1464"/>
                  <a:gd name="T54" fmla="*/ 338 w 1331"/>
                  <a:gd name="T55" fmla="*/ 878 h 1464"/>
                  <a:gd name="T56" fmla="*/ 411 w 1331"/>
                  <a:gd name="T57" fmla="*/ 783 h 1464"/>
                  <a:gd name="T58" fmla="*/ 487 w 1331"/>
                  <a:gd name="T59" fmla="*/ 691 h 1464"/>
                  <a:gd name="T60" fmla="*/ 566 w 1331"/>
                  <a:gd name="T61" fmla="*/ 603 h 1464"/>
                  <a:gd name="T62" fmla="*/ 648 w 1331"/>
                  <a:gd name="T63" fmla="*/ 516 h 1464"/>
                  <a:gd name="T64" fmla="*/ 734 w 1331"/>
                  <a:gd name="T65" fmla="*/ 434 h 1464"/>
                  <a:gd name="T66" fmla="*/ 823 w 1331"/>
                  <a:gd name="T67" fmla="*/ 355 h 1464"/>
                  <a:gd name="T68" fmla="*/ 915 w 1331"/>
                  <a:gd name="T69" fmla="*/ 279 h 1464"/>
                  <a:gd name="T70" fmla="*/ 1011 w 1331"/>
                  <a:gd name="T71" fmla="*/ 206 h 1464"/>
                  <a:gd name="T72" fmla="*/ 1088 w 1331"/>
                  <a:gd name="T73" fmla="*/ 151 h 1464"/>
                  <a:gd name="T74" fmla="*/ 1168 w 1331"/>
                  <a:gd name="T75" fmla="*/ 98 h 1464"/>
                  <a:gd name="T76" fmla="*/ 1248 w 1331"/>
                  <a:gd name="T77" fmla="*/ 48 h 1464"/>
                  <a:gd name="T78" fmla="*/ 1331 w 1331"/>
                  <a:gd name="T79" fmla="*/ 0 h 1464"/>
                  <a:gd name="T80" fmla="*/ 1317 w 1331"/>
                  <a:gd name="T81" fmla="*/ 8 h 1464"/>
                  <a:gd name="T82" fmla="*/ 1301 w 1331"/>
                  <a:gd name="T83" fmla="*/ 17 h 1464"/>
                  <a:gd name="T84" fmla="*/ 1284 w 1331"/>
                  <a:gd name="T85" fmla="*/ 28 h 1464"/>
                  <a:gd name="T86" fmla="*/ 1263 w 1331"/>
                  <a:gd name="T87" fmla="*/ 40 h 1464"/>
                  <a:gd name="T88" fmla="*/ 1241 w 1331"/>
                  <a:gd name="T89" fmla="*/ 55 h 1464"/>
                  <a:gd name="T90" fmla="*/ 1218 w 1331"/>
                  <a:gd name="T91" fmla="*/ 70 h 1464"/>
                  <a:gd name="T92" fmla="*/ 1193 w 1331"/>
                  <a:gd name="T93" fmla="*/ 89 h 1464"/>
                  <a:gd name="T94" fmla="*/ 1166 w 1331"/>
                  <a:gd name="T95" fmla="*/ 107 h 1464"/>
                  <a:gd name="T96" fmla="*/ 1139 w 1331"/>
                  <a:gd name="T97" fmla="*/ 129 h 1464"/>
                  <a:gd name="T98" fmla="*/ 1110 w 1331"/>
                  <a:gd name="T99" fmla="*/ 152 h 1464"/>
                  <a:gd name="T100" fmla="*/ 1080 w 1331"/>
                  <a:gd name="T101" fmla="*/ 176 h 1464"/>
                  <a:gd name="T102" fmla="*/ 1050 w 1331"/>
                  <a:gd name="T103" fmla="*/ 204 h 1464"/>
                  <a:gd name="T104" fmla="*/ 1020 w 1331"/>
                  <a:gd name="T105" fmla="*/ 233 h 1464"/>
                  <a:gd name="T106" fmla="*/ 989 w 1331"/>
                  <a:gd name="T107" fmla="*/ 264 h 1464"/>
                  <a:gd name="T108" fmla="*/ 958 w 1331"/>
                  <a:gd name="T109" fmla="*/ 296 h 1464"/>
                  <a:gd name="T110" fmla="*/ 927 w 1331"/>
                  <a:gd name="T111" fmla="*/ 332 h 1464"/>
                  <a:gd name="T112" fmla="*/ 872 w 1331"/>
                  <a:gd name="T113" fmla="*/ 402 h 1464"/>
                  <a:gd name="T114" fmla="*/ 820 w 1331"/>
                  <a:gd name="T115" fmla="*/ 476 h 1464"/>
                  <a:gd name="T116" fmla="*/ 771 w 1331"/>
                  <a:gd name="T117" fmla="*/ 551 h 1464"/>
                  <a:gd name="T118" fmla="*/ 725 w 1331"/>
                  <a:gd name="T119" fmla="*/ 628 h 1464"/>
                  <a:gd name="T120" fmla="*/ 635 w 1331"/>
                  <a:gd name="T121" fmla="*/ 782 h 1464"/>
                  <a:gd name="T122" fmla="*/ 589 w 1331"/>
                  <a:gd name="T123" fmla="*/ 858 h 1464"/>
                  <a:gd name="T124" fmla="*/ 541 w 1331"/>
                  <a:gd name="T125" fmla="*/ 933 h 14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331" h="1464">
                    <a:moveTo>
                      <a:pt x="541" y="933"/>
                    </a:moveTo>
                    <a:lnTo>
                      <a:pt x="511" y="977"/>
                    </a:lnTo>
                    <a:lnTo>
                      <a:pt x="483" y="1015"/>
                    </a:lnTo>
                    <a:lnTo>
                      <a:pt x="457" y="1050"/>
                    </a:lnTo>
                    <a:lnTo>
                      <a:pt x="433" y="1081"/>
                    </a:lnTo>
                    <a:lnTo>
                      <a:pt x="410" y="1108"/>
                    </a:lnTo>
                    <a:lnTo>
                      <a:pt x="387" y="1132"/>
                    </a:lnTo>
                    <a:lnTo>
                      <a:pt x="366" y="1153"/>
                    </a:lnTo>
                    <a:lnTo>
                      <a:pt x="345" y="1172"/>
                    </a:lnTo>
                    <a:lnTo>
                      <a:pt x="324" y="1189"/>
                    </a:lnTo>
                    <a:lnTo>
                      <a:pt x="305" y="1204"/>
                    </a:lnTo>
                    <a:lnTo>
                      <a:pt x="264" y="1229"/>
                    </a:lnTo>
                    <a:lnTo>
                      <a:pt x="223" y="1252"/>
                    </a:lnTo>
                    <a:lnTo>
                      <a:pt x="177" y="1275"/>
                    </a:lnTo>
                    <a:lnTo>
                      <a:pt x="140" y="1296"/>
                    </a:lnTo>
                    <a:lnTo>
                      <a:pt x="108" y="1319"/>
                    </a:lnTo>
                    <a:lnTo>
                      <a:pt x="81" y="1344"/>
                    </a:lnTo>
                    <a:lnTo>
                      <a:pt x="58" y="1370"/>
                    </a:lnTo>
                    <a:lnTo>
                      <a:pt x="40" y="1395"/>
                    </a:lnTo>
                    <a:lnTo>
                      <a:pt x="24" y="1420"/>
                    </a:lnTo>
                    <a:lnTo>
                      <a:pt x="10" y="1444"/>
                    </a:lnTo>
                    <a:lnTo>
                      <a:pt x="0" y="1464"/>
                    </a:lnTo>
                    <a:lnTo>
                      <a:pt x="41" y="1373"/>
                    </a:lnTo>
                    <a:lnTo>
                      <a:pt x="86" y="1286"/>
                    </a:lnTo>
                    <a:lnTo>
                      <a:pt x="144" y="1180"/>
                    </a:lnTo>
                    <a:lnTo>
                      <a:pt x="205" y="1077"/>
                    </a:lnTo>
                    <a:lnTo>
                      <a:pt x="269" y="976"/>
                    </a:lnTo>
                    <a:lnTo>
                      <a:pt x="338" y="878"/>
                    </a:lnTo>
                    <a:lnTo>
                      <a:pt x="411" y="783"/>
                    </a:lnTo>
                    <a:lnTo>
                      <a:pt x="487" y="691"/>
                    </a:lnTo>
                    <a:lnTo>
                      <a:pt x="566" y="603"/>
                    </a:lnTo>
                    <a:lnTo>
                      <a:pt x="648" y="516"/>
                    </a:lnTo>
                    <a:lnTo>
                      <a:pt x="734" y="434"/>
                    </a:lnTo>
                    <a:lnTo>
                      <a:pt x="823" y="355"/>
                    </a:lnTo>
                    <a:lnTo>
                      <a:pt x="915" y="279"/>
                    </a:lnTo>
                    <a:lnTo>
                      <a:pt x="1011" y="206"/>
                    </a:lnTo>
                    <a:lnTo>
                      <a:pt x="1088" y="151"/>
                    </a:lnTo>
                    <a:lnTo>
                      <a:pt x="1168" y="98"/>
                    </a:lnTo>
                    <a:lnTo>
                      <a:pt x="1248" y="48"/>
                    </a:lnTo>
                    <a:lnTo>
                      <a:pt x="1331" y="0"/>
                    </a:lnTo>
                    <a:lnTo>
                      <a:pt x="1317" y="8"/>
                    </a:lnTo>
                    <a:lnTo>
                      <a:pt x="1301" y="17"/>
                    </a:lnTo>
                    <a:lnTo>
                      <a:pt x="1284" y="28"/>
                    </a:lnTo>
                    <a:lnTo>
                      <a:pt x="1263" y="40"/>
                    </a:lnTo>
                    <a:lnTo>
                      <a:pt x="1241" y="55"/>
                    </a:lnTo>
                    <a:lnTo>
                      <a:pt x="1218" y="70"/>
                    </a:lnTo>
                    <a:lnTo>
                      <a:pt x="1193" y="89"/>
                    </a:lnTo>
                    <a:lnTo>
                      <a:pt x="1166" y="107"/>
                    </a:lnTo>
                    <a:lnTo>
                      <a:pt x="1139" y="129"/>
                    </a:lnTo>
                    <a:lnTo>
                      <a:pt x="1110" y="152"/>
                    </a:lnTo>
                    <a:lnTo>
                      <a:pt x="1080" y="176"/>
                    </a:lnTo>
                    <a:lnTo>
                      <a:pt x="1050" y="204"/>
                    </a:lnTo>
                    <a:lnTo>
                      <a:pt x="1020" y="233"/>
                    </a:lnTo>
                    <a:lnTo>
                      <a:pt x="989" y="264"/>
                    </a:lnTo>
                    <a:lnTo>
                      <a:pt x="958" y="296"/>
                    </a:lnTo>
                    <a:lnTo>
                      <a:pt x="927" y="332"/>
                    </a:lnTo>
                    <a:lnTo>
                      <a:pt x="872" y="402"/>
                    </a:lnTo>
                    <a:lnTo>
                      <a:pt x="820" y="476"/>
                    </a:lnTo>
                    <a:lnTo>
                      <a:pt x="771" y="551"/>
                    </a:lnTo>
                    <a:lnTo>
                      <a:pt x="725" y="628"/>
                    </a:lnTo>
                    <a:lnTo>
                      <a:pt x="635" y="782"/>
                    </a:lnTo>
                    <a:lnTo>
                      <a:pt x="589" y="858"/>
                    </a:lnTo>
                    <a:lnTo>
                      <a:pt x="541" y="933"/>
                    </a:lnTo>
                    <a:close/>
                  </a:path>
                </a:pathLst>
              </a:custGeom>
              <a:solidFill>
                <a:srgbClr val="0053A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86" name="Freeform 112"/>
              <p:cNvSpPr>
                <a:spLocks/>
              </p:cNvSpPr>
              <p:nvPr/>
            </p:nvSpPr>
            <p:spPr bwMode="auto">
              <a:xfrm>
                <a:off x="2192" y="400"/>
                <a:ext cx="1383" cy="1377"/>
              </a:xfrm>
              <a:custGeom>
                <a:avLst/>
                <a:gdLst>
                  <a:gd name="T0" fmla="*/ 2555 w 2766"/>
                  <a:gd name="T1" fmla="*/ 1031 h 2754"/>
                  <a:gd name="T2" fmla="*/ 2636 w 2766"/>
                  <a:gd name="T3" fmla="*/ 1191 h 2754"/>
                  <a:gd name="T4" fmla="*/ 2696 w 2766"/>
                  <a:gd name="T5" fmla="*/ 1347 h 2754"/>
                  <a:gd name="T6" fmla="*/ 2737 w 2766"/>
                  <a:gd name="T7" fmla="*/ 1498 h 2754"/>
                  <a:gd name="T8" fmla="*/ 2761 w 2766"/>
                  <a:gd name="T9" fmla="*/ 1644 h 2754"/>
                  <a:gd name="T10" fmla="*/ 2766 w 2766"/>
                  <a:gd name="T11" fmla="*/ 1779 h 2754"/>
                  <a:gd name="T12" fmla="*/ 2758 w 2766"/>
                  <a:gd name="T13" fmla="*/ 1907 h 2754"/>
                  <a:gd name="T14" fmla="*/ 2737 w 2766"/>
                  <a:gd name="T15" fmla="*/ 2025 h 2754"/>
                  <a:gd name="T16" fmla="*/ 2702 w 2766"/>
                  <a:gd name="T17" fmla="*/ 2131 h 2754"/>
                  <a:gd name="T18" fmla="*/ 2656 w 2766"/>
                  <a:gd name="T19" fmla="*/ 2225 h 2754"/>
                  <a:gd name="T20" fmla="*/ 2601 w 2766"/>
                  <a:gd name="T21" fmla="*/ 2305 h 2754"/>
                  <a:gd name="T22" fmla="*/ 2489 w 2766"/>
                  <a:gd name="T23" fmla="*/ 2411 h 2754"/>
                  <a:gd name="T24" fmla="*/ 2347 w 2766"/>
                  <a:gd name="T25" fmla="*/ 2499 h 2754"/>
                  <a:gd name="T26" fmla="*/ 2182 w 2766"/>
                  <a:gd name="T27" fmla="*/ 2573 h 2754"/>
                  <a:gd name="T28" fmla="*/ 2003 w 2766"/>
                  <a:gd name="T29" fmla="*/ 2633 h 2754"/>
                  <a:gd name="T30" fmla="*/ 1630 w 2766"/>
                  <a:gd name="T31" fmla="*/ 2715 h 2754"/>
                  <a:gd name="T32" fmla="*/ 1395 w 2766"/>
                  <a:gd name="T33" fmla="*/ 2743 h 2754"/>
                  <a:gd name="T34" fmla="*/ 1238 w 2766"/>
                  <a:gd name="T35" fmla="*/ 2753 h 2754"/>
                  <a:gd name="T36" fmla="*/ 1072 w 2766"/>
                  <a:gd name="T37" fmla="*/ 2753 h 2754"/>
                  <a:gd name="T38" fmla="*/ 989 w 2766"/>
                  <a:gd name="T39" fmla="*/ 2744 h 2754"/>
                  <a:gd name="T40" fmla="*/ 807 w 2766"/>
                  <a:gd name="T41" fmla="*/ 2694 h 2754"/>
                  <a:gd name="T42" fmla="*/ 647 w 2766"/>
                  <a:gd name="T43" fmla="*/ 2625 h 2754"/>
                  <a:gd name="T44" fmla="*/ 506 w 2766"/>
                  <a:gd name="T45" fmla="*/ 2540 h 2754"/>
                  <a:gd name="T46" fmla="*/ 387 w 2766"/>
                  <a:gd name="T47" fmla="*/ 2443 h 2754"/>
                  <a:gd name="T48" fmla="*/ 286 w 2766"/>
                  <a:gd name="T49" fmla="*/ 2340 h 2754"/>
                  <a:gd name="T50" fmla="*/ 202 w 2766"/>
                  <a:gd name="T51" fmla="*/ 2236 h 2754"/>
                  <a:gd name="T52" fmla="*/ 136 w 2766"/>
                  <a:gd name="T53" fmla="*/ 2133 h 2754"/>
                  <a:gd name="T54" fmla="*/ 84 w 2766"/>
                  <a:gd name="T55" fmla="*/ 2038 h 2754"/>
                  <a:gd name="T56" fmla="*/ 48 w 2766"/>
                  <a:gd name="T57" fmla="*/ 1953 h 2754"/>
                  <a:gd name="T58" fmla="*/ 24 w 2766"/>
                  <a:gd name="T59" fmla="*/ 1887 h 2754"/>
                  <a:gd name="T60" fmla="*/ 10 w 2766"/>
                  <a:gd name="T61" fmla="*/ 1815 h 2754"/>
                  <a:gd name="T62" fmla="*/ 0 w 2766"/>
                  <a:gd name="T63" fmla="*/ 1684 h 2754"/>
                  <a:gd name="T64" fmla="*/ 3 w 2766"/>
                  <a:gd name="T65" fmla="*/ 1525 h 2754"/>
                  <a:gd name="T66" fmla="*/ 18 w 2766"/>
                  <a:gd name="T67" fmla="*/ 1347 h 2754"/>
                  <a:gd name="T68" fmla="*/ 57 w 2766"/>
                  <a:gd name="T69" fmla="*/ 1093 h 2754"/>
                  <a:gd name="T70" fmla="*/ 154 w 2766"/>
                  <a:gd name="T71" fmla="*/ 710 h 2754"/>
                  <a:gd name="T72" fmla="*/ 218 w 2766"/>
                  <a:gd name="T73" fmla="*/ 534 h 2754"/>
                  <a:gd name="T74" fmla="*/ 295 w 2766"/>
                  <a:gd name="T75" fmla="*/ 377 h 2754"/>
                  <a:gd name="T76" fmla="*/ 381 w 2766"/>
                  <a:gd name="T77" fmla="*/ 248 h 2754"/>
                  <a:gd name="T78" fmla="*/ 477 w 2766"/>
                  <a:gd name="T79" fmla="*/ 154 h 2754"/>
                  <a:gd name="T80" fmla="*/ 635 w 2766"/>
                  <a:gd name="T81" fmla="*/ 64 h 2754"/>
                  <a:gd name="T82" fmla="*/ 814 w 2766"/>
                  <a:gd name="T83" fmla="*/ 13 h 2754"/>
                  <a:gd name="T84" fmla="*/ 1008 w 2766"/>
                  <a:gd name="T85" fmla="*/ 0 h 2754"/>
                  <a:gd name="T86" fmla="*/ 1210 w 2766"/>
                  <a:gd name="T87" fmla="*/ 20 h 2754"/>
                  <a:gd name="T88" fmla="*/ 1420 w 2766"/>
                  <a:gd name="T89" fmla="*/ 73 h 2754"/>
                  <a:gd name="T90" fmla="*/ 1630 w 2766"/>
                  <a:gd name="T91" fmla="*/ 159 h 2754"/>
                  <a:gd name="T92" fmla="*/ 1836 w 2766"/>
                  <a:gd name="T93" fmla="*/ 274 h 2754"/>
                  <a:gd name="T94" fmla="*/ 2034 w 2766"/>
                  <a:gd name="T95" fmla="*/ 417 h 2754"/>
                  <a:gd name="T96" fmla="*/ 2219 w 2766"/>
                  <a:gd name="T97" fmla="*/ 586 h 2754"/>
                  <a:gd name="T98" fmla="*/ 2389 w 2766"/>
                  <a:gd name="T99" fmla="*/ 779 h 27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2766" h="2754">
                    <a:moveTo>
                      <a:pt x="2489" y="921"/>
                    </a:moveTo>
                    <a:lnTo>
                      <a:pt x="2523" y="975"/>
                    </a:lnTo>
                    <a:lnTo>
                      <a:pt x="2555" y="1031"/>
                    </a:lnTo>
                    <a:lnTo>
                      <a:pt x="2584" y="1084"/>
                    </a:lnTo>
                    <a:lnTo>
                      <a:pt x="2611" y="1138"/>
                    </a:lnTo>
                    <a:lnTo>
                      <a:pt x="2636" y="1191"/>
                    </a:lnTo>
                    <a:lnTo>
                      <a:pt x="2658" y="1244"/>
                    </a:lnTo>
                    <a:lnTo>
                      <a:pt x="2678" y="1296"/>
                    </a:lnTo>
                    <a:lnTo>
                      <a:pt x="2696" y="1347"/>
                    </a:lnTo>
                    <a:lnTo>
                      <a:pt x="2711" y="1398"/>
                    </a:lnTo>
                    <a:lnTo>
                      <a:pt x="2725" y="1449"/>
                    </a:lnTo>
                    <a:lnTo>
                      <a:pt x="2737" y="1498"/>
                    </a:lnTo>
                    <a:lnTo>
                      <a:pt x="2747" y="1548"/>
                    </a:lnTo>
                    <a:lnTo>
                      <a:pt x="2754" y="1596"/>
                    </a:lnTo>
                    <a:lnTo>
                      <a:pt x="2761" y="1644"/>
                    </a:lnTo>
                    <a:lnTo>
                      <a:pt x="2764" y="1690"/>
                    </a:lnTo>
                    <a:lnTo>
                      <a:pt x="2766" y="1736"/>
                    </a:lnTo>
                    <a:lnTo>
                      <a:pt x="2766" y="1779"/>
                    </a:lnTo>
                    <a:lnTo>
                      <a:pt x="2765" y="1823"/>
                    </a:lnTo>
                    <a:lnTo>
                      <a:pt x="2763" y="1866"/>
                    </a:lnTo>
                    <a:lnTo>
                      <a:pt x="2758" y="1907"/>
                    </a:lnTo>
                    <a:lnTo>
                      <a:pt x="2753" y="1948"/>
                    </a:lnTo>
                    <a:lnTo>
                      <a:pt x="2745" y="1987"/>
                    </a:lnTo>
                    <a:lnTo>
                      <a:pt x="2737" y="2025"/>
                    </a:lnTo>
                    <a:lnTo>
                      <a:pt x="2726" y="2062"/>
                    </a:lnTo>
                    <a:lnTo>
                      <a:pt x="2715" y="2097"/>
                    </a:lnTo>
                    <a:lnTo>
                      <a:pt x="2702" y="2131"/>
                    </a:lnTo>
                    <a:lnTo>
                      <a:pt x="2687" y="2164"/>
                    </a:lnTo>
                    <a:lnTo>
                      <a:pt x="2672" y="2195"/>
                    </a:lnTo>
                    <a:lnTo>
                      <a:pt x="2656" y="2225"/>
                    </a:lnTo>
                    <a:lnTo>
                      <a:pt x="2639" y="2253"/>
                    </a:lnTo>
                    <a:lnTo>
                      <a:pt x="2620" y="2279"/>
                    </a:lnTo>
                    <a:lnTo>
                      <a:pt x="2601" y="2305"/>
                    </a:lnTo>
                    <a:lnTo>
                      <a:pt x="2567" y="2342"/>
                    </a:lnTo>
                    <a:lnTo>
                      <a:pt x="2530" y="2377"/>
                    </a:lnTo>
                    <a:lnTo>
                      <a:pt x="2489" y="2411"/>
                    </a:lnTo>
                    <a:lnTo>
                      <a:pt x="2445" y="2442"/>
                    </a:lnTo>
                    <a:lnTo>
                      <a:pt x="2397" y="2472"/>
                    </a:lnTo>
                    <a:lnTo>
                      <a:pt x="2347" y="2499"/>
                    </a:lnTo>
                    <a:lnTo>
                      <a:pt x="2294" y="2526"/>
                    </a:lnTo>
                    <a:lnTo>
                      <a:pt x="2239" y="2550"/>
                    </a:lnTo>
                    <a:lnTo>
                      <a:pt x="2182" y="2573"/>
                    </a:lnTo>
                    <a:lnTo>
                      <a:pt x="2124" y="2595"/>
                    </a:lnTo>
                    <a:lnTo>
                      <a:pt x="2064" y="2615"/>
                    </a:lnTo>
                    <a:lnTo>
                      <a:pt x="2003" y="2633"/>
                    </a:lnTo>
                    <a:lnTo>
                      <a:pt x="1878" y="2665"/>
                    </a:lnTo>
                    <a:lnTo>
                      <a:pt x="1753" y="2693"/>
                    </a:lnTo>
                    <a:lnTo>
                      <a:pt x="1630" y="2715"/>
                    </a:lnTo>
                    <a:lnTo>
                      <a:pt x="1509" y="2731"/>
                    </a:lnTo>
                    <a:lnTo>
                      <a:pt x="1451" y="2738"/>
                    </a:lnTo>
                    <a:lnTo>
                      <a:pt x="1395" y="2743"/>
                    </a:lnTo>
                    <a:lnTo>
                      <a:pt x="1339" y="2747"/>
                    </a:lnTo>
                    <a:lnTo>
                      <a:pt x="1287" y="2751"/>
                    </a:lnTo>
                    <a:lnTo>
                      <a:pt x="1238" y="2753"/>
                    </a:lnTo>
                    <a:lnTo>
                      <a:pt x="1192" y="2754"/>
                    </a:lnTo>
                    <a:lnTo>
                      <a:pt x="1109" y="2754"/>
                    </a:lnTo>
                    <a:lnTo>
                      <a:pt x="1072" y="2753"/>
                    </a:lnTo>
                    <a:lnTo>
                      <a:pt x="1040" y="2751"/>
                    </a:lnTo>
                    <a:lnTo>
                      <a:pt x="1012" y="2747"/>
                    </a:lnTo>
                    <a:lnTo>
                      <a:pt x="989" y="2744"/>
                    </a:lnTo>
                    <a:lnTo>
                      <a:pt x="926" y="2730"/>
                    </a:lnTo>
                    <a:lnTo>
                      <a:pt x="865" y="2714"/>
                    </a:lnTo>
                    <a:lnTo>
                      <a:pt x="807" y="2694"/>
                    </a:lnTo>
                    <a:lnTo>
                      <a:pt x="751" y="2673"/>
                    </a:lnTo>
                    <a:lnTo>
                      <a:pt x="698" y="2650"/>
                    </a:lnTo>
                    <a:lnTo>
                      <a:pt x="647" y="2625"/>
                    </a:lnTo>
                    <a:lnTo>
                      <a:pt x="597" y="2599"/>
                    </a:lnTo>
                    <a:lnTo>
                      <a:pt x="551" y="2570"/>
                    </a:lnTo>
                    <a:lnTo>
                      <a:pt x="506" y="2540"/>
                    </a:lnTo>
                    <a:lnTo>
                      <a:pt x="465" y="2509"/>
                    </a:lnTo>
                    <a:lnTo>
                      <a:pt x="425" y="2476"/>
                    </a:lnTo>
                    <a:lnTo>
                      <a:pt x="387" y="2443"/>
                    </a:lnTo>
                    <a:lnTo>
                      <a:pt x="351" y="2410"/>
                    </a:lnTo>
                    <a:lnTo>
                      <a:pt x="318" y="2375"/>
                    </a:lnTo>
                    <a:lnTo>
                      <a:pt x="286" y="2340"/>
                    </a:lnTo>
                    <a:lnTo>
                      <a:pt x="257" y="2306"/>
                    </a:lnTo>
                    <a:lnTo>
                      <a:pt x="229" y="2270"/>
                    </a:lnTo>
                    <a:lnTo>
                      <a:pt x="202" y="2236"/>
                    </a:lnTo>
                    <a:lnTo>
                      <a:pt x="178" y="2201"/>
                    </a:lnTo>
                    <a:lnTo>
                      <a:pt x="156" y="2167"/>
                    </a:lnTo>
                    <a:lnTo>
                      <a:pt x="136" y="2133"/>
                    </a:lnTo>
                    <a:lnTo>
                      <a:pt x="117" y="2101"/>
                    </a:lnTo>
                    <a:lnTo>
                      <a:pt x="100" y="2069"/>
                    </a:lnTo>
                    <a:lnTo>
                      <a:pt x="84" y="2038"/>
                    </a:lnTo>
                    <a:lnTo>
                      <a:pt x="70" y="2009"/>
                    </a:lnTo>
                    <a:lnTo>
                      <a:pt x="58" y="1980"/>
                    </a:lnTo>
                    <a:lnTo>
                      <a:pt x="48" y="1953"/>
                    </a:lnTo>
                    <a:lnTo>
                      <a:pt x="39" y="1929"/>
                    </a:lnTo>
                    <a:lnTo>
                      <a:pt x="31" y="1906"/>
                    </a:lnTo>
                    <a:lnTo>
                      <a:pt x="24" y="1887"/>
                    </a:lnTo>
                    <a:lnTo>
                      <a:pt x="19" y="1868"/>
                    </a:lnTo>
                    <a:lnTo>
                      <a:pt x="16" y="1852"/>
                    </a:lnTo>
                    <a:lnTo>
                      <a:pt x="10" y="1815"/>
                    </a:lnTo>
                    <a:lnTo>
                      <a:pt x="5" y="1775"/>
                    </a:lnTo>
                    <a:lnTo>
                      <a:pt x="2" y="1731"/>
                    </a:lnTo>
                    <a:lnTo>
                      <a:pt x="0" y="1684"/>
                    </a:lnTo>
                    <a:lnTo>
                      <a:pt x="0" y="1633"/>
                    </a:lnTo>
                    <a:lnTo>
                      <a:pt x="1" y="1580"/>
                    </a:lnTo>
                    <a:lnTo>
                      <a:pt x="3" y="1525"/>
                    </a:lnTo>
                    <a:lnTo>
                      <a:pt x="7" y="1468"/>
                    </a:lnTo>
                    <a:lnTo>
                      <a:pt x="11" y="1408"/>
                    </a:lnTo>
                    <a:lnTo>
                      <a:pt x="18" y="1347"/>
                    </a:lnTo>
                    <a:lnTo>
                      <a:pt x="26" y="1285"/>
                    </a:lnTo>
                    <a:lnTo>
                      <a:pt x="35" y="1222"/>
                    </a:lnTo>
                    <a:lnTo>
                      <a:pt x="57" y="1093"/>
                    </a:lnTo>
                    <a:lnTo>
                      <a:pt x="84" y="964"/>
                    </a:lnTo>
                    <a:lnTo>
                      <a:pt x="116" y="835"/>
                    </a:lnTo>
                    <a:lnTo>
                      <a:pt x="154" y="710"/>
                    </a:lnTo>
                    <a:lnTo>
                      <a:pt x="174" y="649"/>
                    </a:lnTo>
                    <a:lnTo>
                      <a:pt x="195" y="591"/>
                    </a:lnTo>
                    <a:lnTo>
                      <a:pt x="218" y="534"/>
                    </a:lnTo>
                    <a:lnTo>
                      <a:pt x="243" y="479"/>
                    </a:lnTo>
                    <a:lnTo>
                      <a:pt x="268" y="427"/>
                    </a:lnTo>
                    <a:lnTo>
                      <a:pt x="295" y="377"/>
                    </a:lnTo>
                    <a:lnTo>
                      <a:pt x="322" y="331"/>
                    </a:lnTo>
                    <a:lnTo>
                      <a:pt x="351" y="288"/>
                    </a:lnTo>
                    <a:lnTo>
                      <a:pt x="381" y="248"/>
                    </a:lnTo>
                    <a:lnTo>
                      <a:pt x="411" y="213"/>
                    </a:lnTo>
                    <a:lnTo>
                      <a:pt x="443" y="182"/>
                    </a:lnTo>
                    <a:lnTo>
                      <a:pt x="477" y="154"/>
                    </a:lnTo>
                    <a:lnTo>
                      <a:pt x="527" y="119"/>
                    </a:lnTo>
                    <a:lnTo>
                      <a:pt x="580" y="89"/>
                    </a:lnTo>
                    <a:lnTo>
                      <a:pt x="635" y="64"/>
                    </a:lnTo>
                    <a:lnTo>
                      <a:pt x="693" y="43"/>
                    </a:lnTo>
                    <a:lnTo>
                      <a:pt x="753" y="26"/>
                    </a:lnTo>
                    <a:lnTo>
                      <a:pt x="814" y="13"/>
                    </a:lnTo>
                    <a:lnTo>
                      <a:pt x="877" y="5"/>
                    </a:lnTo>
                    <a:lnTo>
                      <a:pt x="942" y="0"/>
                    </a:lnTo>
                    <a:lnTo>
                      <a:pt x="1008" y="0"/>
                    </a:lnTo>
                    <a:lnTo>
                      <a:pt x="1074" y="2"/>
                    </a:lnTo>
                    <a:lnTo>
                      <a:pt x="1142" y="9"/>
                    </a:lnTo>
                    <a:lnTo>
                      <a:pt x="1210" y="20"/>
                    </a:lnTo>
                    <a:lnTo>
                      <a:pt x="1279" y="34"/>
                    </a:lnTo>
                    <a:lnTo>
                      <a:pt x="1350" y="53"/>
                    </a:lnTo>
                    <a:lnTo>
                      <a:pt x="1420" y="73"/>
                    </a:lnTo>
                    <a:lnTo>
                      <a:pt x="1490" y="99"/>
                    </a:lnTo>
                    <a:lnTo>
                      <a:pt x="1559" y="127"/>
                    </a:lnTo>
                    <a:lnTo>
                      <a:pt x="1630" y="159"/>
                    </a:lnTo>
                    <a:lnTo>
                      <a:pt x="1699" y="194"/>
                    </a:lnTo>
                    <a:lnTo>
                      <a:pt x="1768" y="232"/>
                    </a:lnTo>
                    <a:lnTo>
                      <a:pt x="1836" y="274"/>
                    </a:lnTo>
                    <a:lnTo>
                      <a:pt x="1903" y="319"/>
                    </a:lnTo>
                    <a:lnTo>
                      <a:pt x="1969" y="366"/>
                    </a:lnTo>
                    <a:lnTo>
                      <a:pt x="2034" y="417"/>
                    </a:lnTo>
                    <a:lnTo>
                      <a:pt x="2097" y="471"/>
                    </a:lnTo>
                    <a:lnTo>
                      <a:pt x="2159" y="527"/>
                    </a:lnTo>
                    <a:lnTo>
                      <a:pt x="2219" y="586"/>
                    </a:lnTo>
                    <a:lnTo>
                      <a:pt x="2278" y="648"/>
                    </a:lnTo>
                    <a:lnTo>
                      <a:pt x="2335" y="713"/>
                    </a:lnTo>
                    <a:lnTo>
                      <a:pt x="2389" y="779"/>
                    </a:lnTo>
                    <a:lnTo>
                      <a:pt x="2439" y="849"/>
                    </a:lnTo>
                    <a:lnTo>
                      <a:pt x="2489" y="921"/>
                    </a:lnTo>
                    <a:close/>
                  </a:path>
                </a:pathLst>
              </a:custGeom>
              <a:solidFill>
                <a:srgbClr val="00D4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87" name="Freeform 113"/>
              <p:cNvSpPr>
                <a:spLocks/>
              </p:cNvSpPr>
              <p:nvPr/>
            </p:nvSpPr>
            <p:spPr bwMode="auto">
              <a:xfrm>
                <a:off x="905" y="1925"/>
                <a:ext cx="1271" cy="1230"/>
              </a:xfrm>
              <a:custGeom>
                <a:avLst/>
                <a:gdLst>
                  <a:gd name="T0" fmla="*/ 2531 w 2543"/>
                  <a:gd name="T1" fmla="*/ 1302 h 2461"/>
                  <a:gd name="T2" fmla="*/ 2506 w 2543"/>
                  <a:gd name="T3" fmla="*/ 1410 h 2461"/>
                  <a:gd name="T4" fmla="*/ 2475 w 2543"/>
                  <a:gd name="T5" fmla="*/ 1486 h 2461"/>
                  <a:gd name="T6" fmla="*/ 2447 w 2543"/>
                  <a:gd name="T7" fmla="*/ 1532 h 2461"/>
                  <a:gd name="T8" fmla="*/ 2343 w 2543"/>
                  <a:gd name="T9" fmla="*/ 1657 h 2461"/>
                  <a:gd name="T10" fmla="*/ 2225 w 2543"/>
                  <a:gd name="T11" fmla="*/ 1758 h 2461"/>
                  <a:gd name="T12" fmla="*/ 2096 w 2543"/>
                  <a:gd name="T13" fmla="*/ 1831 h 2461"/>
                  <a:gd name="T14" fmla="*/ 1918 w 2543"/>
                  <a:gd name="T15" fmla="*/ 1891 h 2461"/>
                  <a:gd name="T16" fmla="*/ 1736 w 2543"/>
                  <a:gd name="T17" fmla="*/ 1959 h 2461"/>
                  <a:gd name="T18" fmla="*/ 1669 w 2543"/>
                  <a:gd name="T19" fmla="*/ 2009 h 2461"/>
                  <a:gd name="T20" fmla="*/ 1637 w 2543"/>
                  <a:gd name="T21" fmla="*/ 2085 h 2461"/>
                  <a:gd name="T22" fmla="*/ 1673 w 2543"/>
                  <a:gd name="T23" fmla="*/ 2251 h 2461"/>
                  <a:gd name="T24" fmla="*/ 1677 w 2543"/>
                  <a:gd name="T25" fmla="*/ 2359 h 2461"/>
                  <a:gd name="T26" fmla="*/ 1646 w 2543"/>
                  <a:gd name="T27" fmla="*/ 2410 h 2461"/>
                  <a:gd name="T28" fmla="*/ 1574 w 2543"/>
                  <a:gd name="T29" fmla="*/ 2453 h 2461"/>
                  <a:gd name="T30" fmla="*/ 1454 w 2543"/>
                  <a:gd name="T31" fmla="*/ 2460 h 2461"/>
                  <a:gd name="T32" fmla="*/ 1313 w 2543"/>
                  <a:gd name="T33" fmla="*/ 2429 h 2461"/>
                  <a:gd name="T34" fmla="*/ 1158 w 2543"/>
                  <a:gd name="T35" fmla="*/ 2366 h 2461"/>
                  <a:gd name="T36" fmla="*/ 823 w 2543"/>
                  <a:gd name="T37" fmla="*/ 2165 h 2461"/>
                  <a:gd name="T38" fmla="*/ 498 w 2543"/>
                  <a:gd name="T39" fmla="*/ 1895 h 2461"/>
                  <a:gd name="T40" fmla="*/ 292 w 2543"/>
                  <a:gd name="T41" fmla="*/ 1676 h 2461"/>
                  <a:gd name="T42" fmla="*/ 113 w 2543"/>
                  <a:gd name="T43" fmla="*/ 1429 h 2461"/>
                  <a:gd name="T44" fmla="*/ 29 w 2543"/>
                  <a:gd name="T45" fmla="*/ 1251 h 2461"/>
                  <a:gd name="T46" fmla="*/ 0 w 2543"/>
                  <a:gd name="T47" fmla="*/ 1078 h 2461"/>
                  <a:gd name="T48" fmla="*/ 14 w 2543"/>
                  <a:gd name="T49" fmla="*/ 1020 h 2461"/>
                  <a:gd name="T50" fmla="*/ 69 w 2543"/>
                  <a:gd name="T51" fmla="*/ 974 h 2461"/>
                  <a:gd name="T52" fmla="*/ 182 w 2543"/>
                  <a:gd name="T53" fmla="*/ 959 h 2461"/>
                  <a:gd name="T54" fmla="*/ 333 w 2543"/>
                  <a:gd name="T55" fmla="*/ 942 h 2461"/>
                  <a:gd name="T56" fmla="*/ 384 w 2543"/>
                  <a:gd name="T57" fmla="*/ 913 h 2461"/>
                  <a:gd name="T58" fmla="*/ 402 w 2543"/>
                  <a:gd name="T59" fmla="*/ 886 h 2461"/>
                  <a:gd name="T60" fmla="*/ 428 w 2543"/>
                  <a:gd name="T61" fmla="*/ 833 h 2461"/>
                  <a:gd name="T62" fmla="*/ 452 w 2543"/>
                  <a:gd name="T63" fmla="*/ 726 h 2461"/>
                  <a:gd name="T64" fmla="*/ 456 w 2543"/>
                  <a:gd name="T65" fmla="*/ 665 h 2461"/>
                  <a:gd name="T66" fmla="*/ 483 w 2543"/>
                  <a:gd name="T67" fmla="*/ 551 h 2461"/>
                  <a:gd name="T68" fmla="*/ 560 w 2543"/>
                  <a:gd name="T69" fmla="*/ 387 h 2461"/>
                  <a:gd name="T70" fmla="*/ 713 w 2543"/>
                  <a:gd name="T71" fmla="*/ 201 h 2461"/>
                  <a:gd name="T72" fmla="*/ 863 w 2543"/>
                  <a:gd name="T73" fmla="*/ 90 h 2461"/>
                  <a:gd name="T74" fmla="*/ 1070 w 2543"/>
                  <a:gd name="T75" fmla="*/ 17 h 2461"/>
                  <a:gd name="T76" fmla="*/ 1316 w 2543"/>
                  <a:gd name="T77" fmla="*/ 0 h 2461"/>
                  <a:gd name="T78" fmla="*/ 1461 w 2543"/>
                  <a:gd name="T79" fmla="*/ 13 h 2461"/>
                  <a:gd name="T80" fmla="*/ 1538 w 2543"/>
                  <a:gd name="T81" fmla="*/ 24 h 2461"/>
                  <a:gd name="T82" fmla="*/ 1665 w 2543"/>
                  <a:gd name="T83" fmla="*/ 53 h 2461"/>
                  <a:gd name="T84" fmla="*/ 1834 w 2543"/>
                  <a:gd name="T85" fmla="*/ 111 h 2461"/>
                  <a:gd name="T86" fmla="*/ 2024 w 2543"/>
                  <a:gd name="T87" fmla="*/ 204 h 2461"/>
                  <a:gd name="T88" fmla="*/ 2213 w 2543"/>
                  <a:gd name="T89" fmla="*/ 342 h 2461"/>
                  <a:gd name="T90" fmla="*/ 2377 w 2543"/>
                  <a:gd name="T91" fmla="*/ 532 h 2461"/>
                  <a:gd name="T92" fmla="*/ 2494 w 2543"/>
                  <a:gd name="T93" fmla="*/ 785 h 2461"/>
                  <a:gd name="T94" fmla="*/ 2538 w 2543"/>
                  <a:gd name="T95" fmla="*/ 1019 h 2461"/>
                  <a:gd name="T96" fmla="*/ 2541 w 2543"/>
                  <a:gd name="T97" fmla="*/ 1198 h 24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543" h="2461">
                    <a:moveTo>
                      <a:pt x="2541" y="1198"/>
                    </a:moveTo>
                    <a:lnTo>
                      <a:pt x="2539" y="1235"/>
                    </a:lnTo>
                    <a:lnTo>
                      <a:pt x="2536" y="1270"/>
                    </a:lnTo>
                    <a:lnTo>
                      <a:pt x="2531" y="1302"/>
                    </a:lnTo>
                    <a:lnTo>
                      <a:pt x="2525" y="1332"/>
                    </a:lnTo>
                    <a:lnTo>
                      <a:pt x="2519" y="1361"/>
                    </a:lnTo>
                    <a:lnTo>
                      <a:pt x="2513" y="1386"/>
                    </a:lnTo>
                    <a:lnTo>
                      <a:pt x="2506" y="1410"/>
                    </a:lnTo>
                    <a:lnTo>
                      <a:pt x="2498" y="1432"/>
                    </a:lnTo>
                    <a:lnTo>
                      <a:pt x="2490" y="1452"/>
                    </a:lnTo>
                    <a:lnTo>
                      <a:pt x="2483" y="1470"/>
                    </a:lnTo>
                    <a:lnTo>
                      <a:pt x="2475" y="1486"/>
                    </a:lnTo>
                    <a:lnTo>
                      <a:pt x="2467" y="1500"/>
                    </a:lnTo>
                    <a:lnTo>
                      <a:pt x="2460" y="1513"/>
                    </a:lnTo>
                    <a:lnTo>
                      <a:pt x="2453" y="1523"/>
                    </a:lnTo>
                    <a:lnTo>
                      <a:pt x="2447" y="1532"/>
                    </a:lnTo>
                    <a:lnTo>
                      <a:pt x="2441" y="1539"/>
                    </a:lnTo>
                    <a:lnTo>
                      <a:pt x="2412" y="1576"/>
                    </a:lnTo>
                    <a:lnTo>
                      <a:pt x="2380" y="1615"/>
                    </a:lnTo>
                    <a:lnTo>
                      <a:pt x="2343" y="1657"/>
                    </a:lnTo>
                    <a:lnTo>
                      <a:pt x="2301" y="1697"/>
                    </a:lnTo>
                    <a:lnTo>
                      <a:pt x="2276" y="1718"/>
                    </a:lnTo>
                    <a:lnTo>
                      <a:pt x="2251" y="1739"/>
                    </a:lnTo>
                    <a:lnTo>
                      <a:pt x="2225" y="1758"/>
                    </a:lnTo>
                    <a:lnTo>
                      <a:pt x="2196" y="1777"/>
                    </a:lnTo>
                    <a:lnTo>
                      <a:pt x="2165" y="1796"/>
                    </a:lnTo>
                    <a:lnTo>
                      <a:pt x="2131" y="1813"/>
                    </a:lnTo>
                    <a:lnTo>
                      <a:pt x="2096" y="1831"/>
                    </a:lnTo>
                    <a:lnTo>
                      <a:pt x="2058" y="1847"/>
                    </a:lnTo>
                    <a:lnTo>
                      <a:pt x="2012" y="1863"/>
                    </a:lnTo>
                    <a:lnTo>
                      <a:pt x="1965" y="1877"/>
                    </a:lnTo>
                    <a:lnTo>
                      <a:pt x="1918" y="1891"/>
                    </a:lnTo>
                    <a:lnTo>
                      <a:pt x="1871" y="1903"/>
                    </a:lnTo>
                    <a:lnTo>
                      <a:pt x="1825" y="1918"/>
                    </a:lnTo>
                    <a:lnTo>
                      <a:pt x="1780" y="1937"/>
                    </a:lnTo>
                    <a:lnTo>
                      <a:pt x="1736" y="1959"/>
                    </a:lnTo>
                    <a:lnTo>
                      <a:pt x="1715" y="1971"/>
                    </a:lnTo>
                    <a:lnTo>
                      <a:pt x="1695" y="1986"/>
                    </a:lnTo>
                    <a:lnTo>
                      <a:pt x="1681" y="1998"/>
                    </a:lnTo>
                    <a:lnTo>
                      <a:pt x="1669" y="2009"/>
                    </a:lnTo>
                    <a:lnTo>
                      <a:pt x="1660" y="2022"/>
                    </a:lnTo>
                    <a:lnTo>
                      <a:pt x="1652" y="2035"/>
                    </a:lnTo>
                    <a:lnTo>
                      <a:pt x="1642" y="2060"/>
                    </a:lnTo>
                    <a:lnTo>
                      <a:pt x="1637" y="2085"/>
                    </a:lnTo>
                    <a:lnTo>
                      <a:pt x="1637" y="2113"/>
                    </a:lnTo>
                    <a:lnTo>
                      <a:pt x="1642" y="2139"/>
                    </a:lnTo>
                    <a:lnTo>
                      <a:pt x="1657" y="2196"/>
                    </a:lnTo>
                    <a:lnTo>
                      <a:pt x="1673" y="2251"/>
                    </a:lnTo>
                    <a:lnTo>
                      <a:pt x="1680" y="2279"/>
                    </a:lnTo>
                    <a:lnTo>
                      <a:pt x="1683" y="2306"/>
                    </a:lnTo>
                    <a:lnTo>
                      <a:pt x="1682" y="2334"/>
                    </a:lnTo>
                    <a:lnTo>
                      <a:pt x="1677" y="2359"/>
                    </a:lnTo>
                    <a:lnTo>
                      <a:pt x="1672" y="2373"/>
                    </a:lnTo>
                    <a:lnTo>
                      <a:pt x="1665" y="2386"/>
                    </a:lnTo>
                    <a:lnTo>
                      <a:pt x="1657" y="2397"/>
                    </a:lnTo>
                    <a:lnTo>
                      <a:pt x="1646" y="2410"/>
                    </a:lnTo>
                    <a:lnTo>
                      <a:pt x="1631" y="2424"/>
                    </a:lnTo>
                    <a:lnTo>
                      <a:pt x="1613" y="2437"/>
                    </a:lnTo>
                    <a:lnTo>
                      <a:pt x="1593" y="2446"/>
                    </a:lnTo>
                    <a:lnTo>
                      <a:pt x="1574" y="2453"/>
                    </a:lnTo>
                    <a:lnTo>
                      <a:pt x="1546" y="2459"/>
                    </a:lnTo>
                    <a:lnTo>
                      <a:pt x="1517" y="2461"/>
                    </a:lnTo>
                    <a:lnTo>
                      <a:pt x="1486" y="2461"/>
                    </a:lnTo>
                    <a:lnTo>
                      <a:pt x="1454" y="2460"/>
                    </a:lnTo>
                    <a:lnTo>
                      <a:pt x="1421" y="2455"/>
                    </a:lnTo>
                    <a:lnTo>
                      <a:pt x="1386" y="2448"/>
                    </a:lnTo>
                    <a:lnTo>
                      <a:pt x="1350" y="2440"/>
                    </a:lnTo>
                    <a:lnTo>
                      <a:pt x="1313" y="2429"/>
                    </a:lnTo>
                    <a:lnTo>
                      <a:pt x="1275" y="2416"/>
                    </a:lnTo>
                    <a:lnTo>
                      <a:pt x="1237" y="2401"/>
                    </a:lnTo>
                    <a:lnTo>
                      <a:pt x="1198" y="2385"/>
                    </a:lnTo>
                    <a:lnTo>
                      <a:pt x="1158" y="2366"/>
                    </a:lnTo>
                    <a:lnTo>
                      <a:pt x="1075" y="2325"/>
                    </a:lnTo>
                    <a:lnTo>
                      <a:pt x="992" y="2277"/>
                    </a:lnTo>
                    <a:lnTo>
                      <a:pt x="908" y="2224"/>
                    </a:lnTo>
                    <a:lnTo>
                      <a:pt x="823" y="2165"/>
                    </a:lnTo>
                    <a:lnTo>
                      <a:pt x="739" y="2103"/>
                    </a:lnTo>
                    <a:lnTo>
                      <a:pt x="656" y="2036"/>
                    </a:lnTo>
                    <a:lnTo>
                      <a:pt x="575" y="1967"/>
                    </a:lnTo>
                    <a:lnTo>
                      <a:pt x="498" y="1895"/>
                    </a:lnTo>
                    <a:lnTo>
                      <a:pt x="424" y="1823"/>
                    </a:lnTo>
                    <a:lnTo>
                      <a:pt x="354" y="1748"/>
                    </a:lnTo>
                    <a:lnTo>
                      <a:pt x="323" y="1713"/>
                    </a:lnTo>
                    <a:lnTo>
                      <a:pt x="292" y="1676"/>
                    </a:lnTo>
                    <a:lnTo>
                      <a:pt x="228" y="1598"/>
                    </a:lnTo>
                    <a:lnTo>
                      <a:pt x="167" y="1515"/>
                    </a:lnTo>
                    <a:lnTo>
                      <a:pt x="140" y="1471"/>
                    </a:lnTo>
                    <a:lnTo>
                      <a:pt x="113" y="1429"/>
                    </a:lnTo>
                    <a:lnTo>
                      <a:pt x="88" y="1384"/>
                    </a:lnTo>
                    <a:lnTo>
                      <a:pt x="66" y="1340"/>
                    </a:lnTo>
                    <a:lnTo>
                      <a:pt x="46" y="1295"/>
                    </a:lnTo>
                    <a:lnTo>
                      <a:pt x="29" y="1251"/>
                    </a:lnTo>
                    <a:lnTo>
                      <a:pt x="16" y="1207"/>
                    </a:lnTo>
                    <a:lnTo>
                      <a:pt x="7" y="1164"/>
                    </a:lnTo>
                    <a:lnTo>
                      <a:pt x="1" y="1121"/>
                    </a:lnTo>
                    <a:lnTo>
                      <a:pt x="0" y="1078"/>
                    </a:lnTo>
                    <a:lnTo>
                      <a:pt x="1" y="1061"/>
                    </a:lnTo>
                    <a:lnTo>
                      <a:pt x="5" y="1045"/>
                    </a:lnTo>
                    <a:lnTo>
                      <a:pt x="8" y="1031"/>
                    </a:lnTo>
                    <a:lnTo>
                      <a:pt x="14" y="1020"/>
                    </a:lnTo>
                    <a:lnTo>
                      <a:pt x="21" y="1008"/>
                    </a:lnTo>
                    <a:lnTo>
                      <a:pt x="29" y="999"/>
                    </a:lnTo>
                    <a:lnTo>
                      <a:pt x="48" y="984"/>
                    </a:lnTo>
                    <a:lnTo>
                      <a:pt x="69" y="974"/>
                    </a:lnTo>
                    <a:lnTo>
                      <a:pt x="95" y="967"/>
                    </a:lnTo>
                    <a:lnTo>
                      <a:pt x="122" y="962"/>
                    </a:lnTo>
                    <a:lnTo>
                      <a:pt x="152" y="960"/>
                    </a:lnTo>
                    <a:lnTo>
                      <a:pt x="182" y="959"/>
                    </a:lnTo>
                    <a:lnTo>
                      <a:pt x="213" y="957"/>
                    </a:lnTo>
                    <a:lnTo>
                      <a:pt x="276" y="954"/>
                    </a:lnTo>
                    <a:lnTo>
                      <a:pt x="306" y="949"/>
                    </a:lnTo>
                    <a:lnTo>
                      <a:pt x="333" y="942"/>
                    </a:lnTo>
                    <a:lnTo>
                      <a:pt x="359" y="931"/>
                    </a:lnTo>
                    <a:lnTo>
                      <a:pt x="380" y="916"/>
                    </a:lnTo>
                    <a:lnTo>
                      <a:pt x="382" y="915"/>
                    </a:lnTo>
                    <a:lnTo>
                      <a:pt x="384" y="913"/>
                    </a:lnTo>
                    <a:lnTo>
                      <a:pt x="386" y="908"/>
                    </a:lnTo>
                    <a:lnTo>
                      <a:pt x="391" y="902"/>
                    </a:lnTo>
                    <a:lnTo>
                      <a:pt x="397" y="895"/>
                    </a:lnTo>
                    <a:lnTo>
                      <a:pt x="402" y="886"/>
                    </a:lnTo>
                    <a:lnTo>
                      <a:pt x="408" y="876"/>
                    </a:lnTo>
                    <a:lnTo>
                      <a:pt x="415" y="863"/>
                    </a:lnTo>
                    <a:lnTo>
                      <a:pt x="422" y="849"/>
                    </a:lnTo>
                    <a:lnTo>
                      <a:pt x="428" y="833"/>
                    </a:lnTo>
                    <a:lnTo>
                      <a:pt x="435" y="815"/>
                    </a:lnTo>
                    <a:lnTo>
                      <a:pt x="439" y="795"/>
                    </a:lnTo>
                    <a:lnTo>
                      <a:pt x="445" y="774"/>
                    </a:lnTo>
                    <a:lnTo>
                      <a:pt x="452" y="726"/>
                    </a:lnTo>
                    <a:lnTo>
                      <a:pt x="453" y="698"/>
                    </a:lnTo>
                    <a:lnTo>
                      <a:pt x="453" y="692"/>
                    </a:lnTo>
                    <a:lnTo>
                      <a:pt x="454" y="681"/>
                    </a:lnTo>
                    <a:lnTo>
                      <a:pt x="456" y="665"/>
                    </a:lnTo>
                    <a:lnTo>
                      <a:pt x="460" y="643"/>
                    </a:lnTo>
                    <a:lnTo>
                      <a:pt x="464" y="616"/>
                    </a:lnTo>
                    <a:lnTo>
                      <a:pt x="473" y="585"/>
                    </a:lnTo>
                    <a:lnTo>
                      <a:pt x="483" y="551"/>
                    </a:lnTo>
                    <a:lnTo>
                      <a:pt x="497" y="514"/>
                    </a:lnTo>
                    <a:lnTo>
                      <a:pt x="514" y="474"/>
                    </a:lnTo>
                    <a:lnTo>
                      <a:pt x="535" y="431"/>
                    </a:lnTo>
                    <a:lnTo>
                      <a:pt x="560" y="387"/>
                    </a:lnTo>
                    <a:lnTo>
                      <a:pt x="590" y="341"/>
                    </a:lnTo>
                    <a:lnTo>
                      <a:pt x="626" y="295"/>
                    </a:lnTo>
                    <a:lnTo>
                      <a:pt x="666" y="248"/>
                    </a:lnTo>
                    <a:lnTo>
                      <a:pt x="713" y="201"/>
                    </a:lnTo>
                    <a:lnTo>
                      <a:pt x="739" y="178"/>
                    </a:lnTo>
                    <a:lnTo>
                      <a:pt x="766" y="154"/>
                    </a:lnTo>
                    <a:lnTo>
                      <a:pt x="814" y="120"/>
                    </a:lnTo>
                    <a:lnTo>
                      <a:pt x="863" y="90"/>
                    </a:lnTo>
                    <a:lnTo>
                      <a:pt x="914" y="66"/>
                    </a:lnTo>
                    <a:lnTo>
                      <a:pt x="966" y="45"/>
                    </a:lnTo>
                    <a:lnTo>
                      <a:pt x="1019" y="30"/>
                    </a:lnTo>
                    <a:lnTo>
                      <a:pt x="1070" y="17"/>
                    </a:lnTo>
                    <a:lnTo>
                      <a:pt x="1122" y="9"/>
                    </a:lnTo>
                    <a:lnTo>
                      <a:pt x="1174" y="4"/>
                    </a:lnTo>
                    <a:lnTo>
                      <a:pt x="1224" y="0"/>
                    </a:lnTo>
                    <a:lnTo>
                      <a:pt x="1316" y="0"/>
                    </a:lnTo>
                    <a:lnTo>
                      <a:pt x="1357" y="2"/>
                    </a:lnTo>
                    <a:lnTo>
                      <a:pt x="1396" y="6"/>
                    </a:lnTo>
                    <a:lnTo>
                      <a:pt x="1431" y="9"/>
                    </a:lnTo>
                    <a:lnTo>
                      <a:pt x="1461" y="13"/>
                    </a:lnTo>
                    <a:lnTo>
                      <a:pt x="1485" y="16"/>
                    </a:lnTo>
                    <a:lnTo>
                      <a:pt x="1498" y="19"/>
                    </a:lnTo>
                    <a:lnTo>
                      <a:pt x="1516" y="21"/>
                    </a:lnTo>
                    <a:lnTo>
                      <a:pt x="1538" y="24"/>
                    </a:lnTo>
                    <a:lnTo>
                      <a:pt x="1565" y="30"/>
                    </a:lnTo>
                    <a:lnTo>
                      <a:pt x="1595" y="36"/>
                    </a:lnTo>
                    <a:lnTo>
                      <a:pt x="1628" y="44"/>
                    </a:lnTo>
                    <a:lnTo>
                      <a:pt x="1665" y="53"/>
                    </a:lnTo>
                    <a:lnTo>
                      <a:pt x="1704" y="65"/>
                    </a:lnTo>
                    <a:lnTo>
                      <a:pt x="1745" y="78"/>
                    </a:lnTo>
                    <a:lnTo>
                      <a:pt x="1789" y="93"/>
                    </a:lnTo>
                    <a:lnTo>
                      <a:pt x="1834" y="111"/>
                    </a:lnTo>
                    <a:lnTo>
                      <a:pt x="1880" y="130"/>
                    </a:lnTo>
                    <a:lnTo>
                      <a:pt x="1929" y="152"/>
                    </a:lnTo>
                    <a:lnTo>
                      <a:pt x="1976" y="176"/>
                    </a:lnTo>
                    <a:lnTo>
                      <a:pt x="2024" y="204"/>
                    </a:lnTo>
                    <a:lnTo>
                      <a:pt x="2073" y="234"/>
                    </a:lnTo>
                    <a:lnTo>
                      <a:pt x="2120" y="267"/>
                    </a:lnTo>
                    <a:lnTo>
                      <a:pt x="2167" y="303"/>
                    </a:lnTo>
                    <a:lnTo>
                      <a:pt x="2213" y="342"/>
                    </a:lnTo>
                    <a:lnTo>
                      <a:pt x="2257" y="385"/>
                    </a:lnTo>
                    <a:lnTo>
                      <a:pt x="2299" y="430"/>
                    </a:lnTo>
                    <a:lnTo>
                      <a:pt x="2339" y="479"/>
                    </a:lnTo>
                    <a:lnTo>
                      <a:pt x="2377" y="532"/>
                    </a:lnTo>
                    <a:lnTo>
                      <a:pt x="2411" y="590"/>
                    </a:lnTo>
                    <a:lnTo>
                      <a:pt x="2442" y="651"/>
                    </a:lnTo>
                    <a:lnTo>
                      <a:pt x="2470" y="716"/>
                    </a:lnTo>
                    <a:lnTo>
                      <a:pt x="2494" y="785"/>
                    </a:lnTo>
                    <a:lnTo>
                      <a:pt x="2514" y="858"/>
                    </a:lnTo>
                    <a:lnTo>
                      <a:pt x="2529" y="937"/>
                    </a:lnTo>
                    <a:lnTo>
                      <a:pt x="2534" y="977"/>
                    </a:lnTo>
                    <a:lnTo>
                      <a:pt x="2538" y="1019"/>
                    </a:lnTo>
                    <a:lnTo>
                      <a:pt x="2541" y="1062"/>
                    </a:lnTo>
                    <a:lnTo>
                      <a:pt x="2543" y="1106"/>
                    </a:lnTo>
                    <a:lnTo>
                      <a:pt x="2543" y="1151"/>
                    </a:lnTo>
                    <a:lnTo>
                      <a:pt x="2541" y="1198"/>
                    </a:lnTo>
                    <a:close/>
                  </a:path>
                </a:pathLst>
              </a:custGeom>
              <a:solidFill>
                <a:srgbClr val="009B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88" name="Freeform 114"/>
              <p:cNvSpPr>
                <a:spLocks/>
              </p:cNvSpPr>
              <p:nvPr/>
            </p:nvSpPr>
            <p:spPr bwMode="auto">
              <a:xfrm>
                <a:off x="2235" y="2216"/>
                <a:ext cx="1423" cy="1087"/>
              </a:xfrm>
              <a:custGeom>
                <a:avLst/>
                <a:gdLst>
                  <a:gd name="T0" fmla="*/ 44 w 2846"/>
                  <a:gd name="T1" fmla="*/ 2174 h 2175"/>
                  <a:gd name="T2" fmla="*/ 126 w 2846"/>
                  <a:gd name="T3" fmla="*/ 2166 h 2175"/>
                  <a:gd name="T4" fmla="*/ 199 w 2846"/>
                  <a:gd name="T5" fmla="*/ 2148 h 2175"/>
                  <a:gd name="T6" fmla="*/ 268 w 2846"/>
                  <a:gd name="T7" fmla="*/ 2116 h 2175"/>
                  <a:gd name="T8" fmla="*/ 312 w 2846"/>
                  <a:gd name="T9" fmla="*/ 2084 h 2175"/>
                  <a:gd name="T10" fmla="*/ 335 w 2846"/>
                  <a:gd name="T11" fmla="*/ 2062 h 2175"/>
                  <a:gd name="T12" fmla="*/ 358 w 2846"/>
                  <a:gd name="T13" fmla="*/ 2031 h 2175"/>
                  <a:gd name="T14" fmla="*/ 379 w 2846"/>
                  <a:gd name="T15" fmla="*/ 1993 h 2175"/>
                  <a:gd name="T16" fmla="*/ 396 w 2846"/>
                  <a:gd name="T17" fmla="*/ 1945 h 2175"/>
                  <a:gd name="T18" fmla="*/ 409 w 2846"/>
                  <a:gd name="T19" fmla="*/ 1887 h 2175"/>
                  <a:gd name="T20" fmla="*/ 414 w 2846"/>
                  <a:gd name="T21" fmla="*/ 1818 h 2175"/>
                  <a:gd name="T22" fmla="*/ 409 w 2846"/>
                  <a:gd name="T23" fmla="*/ 1736 h 2175"/>
                  <a:gd name="T24" fmla="*/ 396 w 2846"/>
                  <a:gd name="T25" fmla="*/ 1651 h 2175"/>
                  <a:gd name="T26" fmla="*/ 391 w 2846"/>
                  <a:gd name="T27" fmla="*/ 1568 h 2175"/>
                  <a:gd name="T28" fmla="*/ 397 w 2846"/>
                  <a:gd name="T29" fmla="*/ 1483 h 2175"/>
                  <a:gd name="T30" fmla="*/ 419 w 2846"/>
                  <a:gd name="T31" fmla="*/ 1396 h 2175"/>
                  <a:gd name="T32" fmla="*/ 463 w 2846"/>
                  <a:gd name="T33" fmla="*/ 1309 h 2175"/>
                  <a:gd name="T34" fmla="*/ 510 w 2846"/>
                  <a:gd name="T35" fmla="*/ 1244 h 2175"/>
                  <a:gd name="T36" fmla="*/ 552 w 2846"/>
                  <a:gd name="T37" fmla="*/ 1200 h 2175"/>
                  <a:gd name="T38" fmla="*/ 600 w 2846"/>
                  <a:gd name="T39" fmla="*/ 1158 h 2175"/>
                  <a:gd name="T40" fmla="*/ 657 w 2846"/>
                  <a:gd name="T41" fmla="*/ 1115 h 2175"/>
                  <a:gd name="T42" fmla="*/ 721 w 2846"/>
                  <a:gd name="T43" fmla="*/ 1074 h 2175"/>
                  <a:gd name="T44" fmla="*/ 796 w 2846"/>
                  <a:gd name="T45" fmla="*/ 1032 h 2175"/>
                  <a:gd name="T46" fmla="*/ 928 w 2846"/>
                  <a:gd name="T47" fmla="*/ 969 h 2175"/>
                  <a:gd name="T48" fmla="*/ 1116 w 2846"/>
                  <a:gd name="T49" fmla="*/ 890 h 2175"/>
                  <a:gd name="T50" fmla="*/ 1402 w 2846"/>
                  <a:gd name="T51" fmla="*/ 789 h 2175"/>
                  <a:gd name="T52" fmla="*/ 1788 w 2846"/>
                  <a:gd name="T53" fmla="*/ 661 h 2175"/>
                  <a:gd name="T54" fmla="*/ 2073 w 2846"/>
                  <a:gd name="T55" fmla="*/ 557 h 2175"/>
                  <a:gd name="T56" fmla="*/ 2260 w 2846"/>
                  <a:gd name="T57" fmla="*/ 478 h 2175"/>
                  <a:gd name="T58" fmla="*/ 2403 w 2846"/>
                  <a:gd name="T59" fmla="*/ 407 h 2175"/>
                  <a:gd name="T60" fmla="*/ 2497 w 2846"/>
                  <a:gd name="T61" fmla="*/ 349 h 2175"/>
                  <a:gd name="T62" fmla="*/ 2580 w 2846"/>
                  <a:gd name="T63" fmla="*/ 289 h 2175"/>
                  <a:gd name="T64" fmla="*/ 2651 w 2846"/>
                  <a:gd name="T65" fmla="*/ 228 h 2175"/>
                  <a:gd name="T66" fmla="*/ 2709 w 2846"/>
                  <a:gd name="T67" fmla="*/ 169 h 2175"/>
                  <a:gd name="T68" fmla="*/ 2759 w 2846"/>
                  <a:gd name="T69" fmla="*/ 114 h 2175"/>
                  <a:gd name="T70" fmla="*/ 2800 w 2846"/>
                  <a:gd name="T71" fmla="*/ 63 h 2175"/>
                  <a:gd name="T72" fmla="*/ 2833 w 2846"/>
                  <a:gd name="T73" fmla="*/ 18 h 2175"/>
                  <a:gd name="T74" fmla="*/ 2808 w 2846"/>
                  <a:gd name="T75" fmla="*/ 116 h 2175"/>
                  <a:gd name="T76" fmla="*/ 2720 w 2846"/>
                  <a:gd name="T77" fmla="*/ 343 h 2175"/>
                  <a:gd name="T78" fmla="*/ 2615 w 2846"/>
                  <a:gd name="T79" fmla="*/ 561 h 2175"/>
                  <a:gd name="T80" fmla="*/ 2495 w 2846"/>
                  <a:gd name="T81" fmla="*/ 768 h 2175"/>
                  <a:gd name="T82" fmla="*/ 2360 w 2846"/>
                  <a:gd name="T83" fmla="*/ 965 h 2175"/>
                  <a:gd name="T84" fmla="*/ 2211 w 2846"/>
                  <a:gd name="T85" fmla="*/ 1150 h 2175"/>
                  <a:gd name="T86" fmla="*/ 2048 w 2846"/>
                  <a:gd name="T87" fmla="*/ 1322 h 2175"/>
                  <a:gd name="T88" fmla="*/ 1873 w 2846"/>
                  <a:gd name="T89" fmla="*/ 1481 h 2175"/>
                  <a:gd name="T90" fmla="*/ 1688 w 2846"/>
                  <a:gd name="T91" fmla="*/ 1625 h 2175"/>
                  <a:gd name="T92" fmla="*/ 1489 w 2846"/>
                  <a:gd name="T93" fmla="*/ 1756 h 2175"/>
                  <a:gd name="T94" fmla="*/ 1283 w 2846"/>
                  <a:gd name="T95" fmla="*/ 1870 h 2175"/>
                  <a:gd name="T96" fmla="*/ 1067 w 2846"/>
                  <a:gd name="T97" fmla="*/ 1966 h 2175"/>
                  <a:gd name="T98" fmla="*/ 842 w 2846"/>
                  <a:gd name="T99" fmla="*/ 2046 h 2175"/>
                  <a:gd name="T100" fmla="*/ 609 w 2846"/>
                  <a:gd name="T101" fmla="*/ 2107 h 2175"/>
                  <a:gd name="T102" fmla="*/ 370 w 2846"/>
                  <a:gd name="T103" fmla="*/ 2150 h 2175"/>
                  <a:gd name="T104" fmla="*/ 124 w 2846"/>
                  <a:gd name="T105" fmla="*/ 2171 h 2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2846" h="2175">
                    <a:moveTo>
                      <a:pt x="0" y="2175"/>
                    </a:moveTo>
                    <a:lnTo>
                      <a:pt x="44" y="2174"/>
                    </a:lnTo>
                    <a:lnTo>
                      <a:pt x="85" y="2171"/>
                    </a:lnTo>
                    <a:lnTo>
                      <a:pt x="126" y="2166"/>
                    </a:lnTo>
                    <a:lnTo>
                      <a:pt x="164" y="2159"/>
                    </a:lnTo>
                    <a:lnTo>
                      <a:pt x="199" y="2148"/>
                    </a:lnTo>
                    <a:lnTo>
                      <a:pt x="234" y="2133"/>
                    </a:lnTo>
                    <a:lnTo>
                      <a:pt x="268" y="2116"/>
                    </a:lnTo>
                    <a:lnTo>
                      <a:pt x="302" y="2093"/>
                    </a:lnTo>
                    <a:lnTo>
                      <a:pt x="312" y="2084"/>
                    </a:lnTo>
                    <a:lnTo>
                      <a:pt x="324" y="2074"/>
                    </a:lnTo>
                    <a:lnTo>
                      <a:pt x="335" y="2062"/>
                    </a:lnTo>
                    <a:lnTo>
                      <a:pt x="347" y="2047"/>
                    </a:lnTo>
                    <a:lnTo>
                      <a:pt x="358" y="2031"/>
                    </a:lnTo>
                    <a:lnTo>
                      <a:pt x="369" y="2014"/>
                    </a:lnTo>
                    <a:lnTo>
                      <a:pt x="379" y="1993"/>
                    </a:lnTo>
                    <a:lnTo>
                      <a:pt x="388" y="1970"/>
                    </a:lnTo>
                    <a:lnTo>
                      <a:pt x="396" y="1945"/>
                    </a:lnTo>
                    <a:lnTo>
                      <a:pt x="403" y="1917"/>
                    </a:lnTo>
                    <a:lnTo>
                      <a:pt x="409" y="1887"/>
                    </a:lnTo>
                    <a:lnTo>
                      <a:pt x="412" y="1854"/>
                    </a:lnTo>
                    <a:lnTo>
                      <a:pt x="414" y="1818"/>
                    </a:lnTo>
                    <a:lnTo>
                      <a:pt x="412" y="1779"/>
                    </a:lnTo>
                    <a:lnTo>
                      <a:pt x="409" y="1736"/>
                    </a:lnTo>
                    <a:lnTo>
                      <a:pt x="402" y="1691"/>
                    </a:lnTo>
                    <a:lnTo>
                      <a:pt x="396" y="1651"/>
                    </a:lnTo>
                    <a:lnTo>
                      <a:pt x="392" y="1609"/>
                    </a:lnTo>
                    <a:lnTo>
                      <a:pt x="391" y="1568"/>
                    </a:lnTo>
                    <a:lnTo>
                      <a:pt x="392" y="1525"/>
                    </a:lnTo>
                    <a:lnTo>
                      <a:pt x="397" y="1483"/>
                    </a:lnTo>
                    <a:lnTo>
                      <a:pt x="405" y="1439"/>
                    </a:lnTo>
                    <a:lnTo>
                      <a:pt x="419" y="1396"/>
                    </a:lnTo>
                    <a:lnTo>
                      <a:pt x="438" y="1352"/>
                    </a:lnTo>
                    <a:lnTo>
                      <a:pt x="463" y="1309"/>
                    </a:lnTo>
                    <a:lnTo>
                      <a:pt x="493" y="1266"/>
                    </a:lnTo>
                    <a:lnTo>
                      <a:pt x="510" y="1244"/>
                    </a:lnTo>
                    <a:lnTo>
                      <a:pt x="530" y="1222"/>
                    </a:lnTo>
                    <a:lnTo>
                      <a:pt x="552" y="1200"/>
                    </a:lnTo>
                    <a:lnTo>
                      <a:pt x="575" y="1180"/>
                    </a:lnTo>
                    <a:lnTo>
                      <a:pt x="600" y="1158"/>
                    </a:lnTo>
                    <a:lnTo>
                      <a:pt x="627" y="1137"/>
                    </a:lnTo>
                    <a:lnTo>
                      <a:pt x="657" y="1115"/>
                    </a:lnTo>
                    <a:lnTo>
                      <a:pt x="688" y="1094"/>
                    </a:lnTo>
                    <a:lnTo>
                      <a:pt x="721" y="1074"/>
                    </a:lnTo>
                    <a:lnTo>
                      <a:pt x="757" y="1053"/>
                    </a:lnTo>
                    <a:lnTo>
                      <a:pt x="796" y="1032"/>
                    </a:lnTo>
                    <a:lnTo>
                      <a:pt x="836" y="1011"/>
                    </a:lnTo>
                    <a:lnTo>
                      <a:pt x="928" y="969"/>
                    </a:lnTo>
                    <a:lnTo>
                      <a:pt x="1022" y="928"/>
                    </a:lnTo>
                    <a:lnTo>
                      <a:pt x="1116" y="890"/>
                    </a:lnTo>
                    <a:lnTo>
                      <a:pt x="1211" y="856"/>
                    </a:lnTo>
                    <a:lnTo>
                      <a:pt x="1402" y="789"/>
                    </a:lnTo>
                    <a:lnTo>
                      <a:pt x="1595" y="726"/>
                    </a:lnTo>
                    <a:lnTo>
                      <a:pt x="1788" y="661"/>
                    </a:lnTo>
                    <a:lnTo>
                      <a:pt x="1979" y="594"/>
                    </a:lnTo>
                    <a:lnTo>
                      <a:pt x="2073" y="557"/>
                    </a:lnTo>
                    <a:lnTo>
                      <a:pt x="2167" y="519"/>
                    </a:lnTo>
                    <a:lnTo>
                      <a:pt x="2260" y="478"/>
                    </a:lnTo>
                    <a:lnTo>
                      <a:pt x="2351" y="434"/>
                    </a:lnTo>
                    <a:lnTo>
                      <a:pt x="2403" y="407"/>
                    </a:lnTo>
                    <a:lnTo>
                      <a:pt x="2452" y="378"/>
                    </a:lnTo>
                    <a:lnTo>
                      <a:pt x="2497" y="349"/>
                    </a:lnTo>
                    <a:lnTo>
                      <a:pt x="2540" y="319"/>
                    </a:lnTo>
                    <a:lnTo>
                      <a:pt x="2580" y="289"/>
                    </a:lnTo>
                    <a:lnTo>
                      <a:pt x="2616" y="258"/>
                    </a:lnTo>
                    <a:lnTo>
                      <a:pt x="2651" y="228"/>
                    </a:lnTo>
                    <a:lnTo>
                      <a:pt x="2682" y="198"/>
                    </a:lnTo>
                    <a:lnTo>
                      <a:pt x="2709" y="169"/>
                    </a:lnTo>
                    <a:lnTo>
                      <a:pt x="2736" y="140"/>
                    </a:lnTo>
                    <a:lnTo>
                      <a:pt x="2759" y="114"/>
                    </a:lnTo>
                    <a:lnTo>
                      <a:pt x="2781" y="87"/>
                    </a:lnTo>
                    <a:lnTo>
                      <a:pt x="2800" y="63"/>
                    </a:lnTo>
                    <a:lnTo>
                      <a:pt x="2818" y="40"/>
                    </a:lnTo>
                    <a:lnTo>
                      <a:pt x="2833" y="18"/>
                    </a:lnTo>
                    <a:lnTo>
                      <a:pt x="2846" y="0"/>
                    </a:lnTo>
                    <a:lnTo>
                      <a:pt x="2808" y="116"/>
                    </a:lnTo>
                    <a:lnTo>
                      <a:pt x="2767" y="231"/>
                    </a:lnTo>
                    <a:lnTo>
                      <a:pt x="2720" y="343"/>
                    </a:lnTo>
                    <a:lnTo>
                      <a:pt x="2670" y="454"/>
                    </a:lnTo>
                    <a:lnTo>
                      <a:pt x="2615" y="561"/>
                    </a:lnTo>
                    <a:lnTo>
                      <a:pt x="2557" y="666"/>
                    </a:lnTo>
                    <a:lnTo>
                      <a:pt x="2495" y="768"/>
                    </a:lnTo>
                    <a:lnTo>
                      <a:pt x="2429" y="869"/>
                    </a:lnTo>
                    <a:lnTo>
                      <a:pt x="2360" y="965"/>
                    </a:lnTo>
                    <a:lnTo>
                      <a:pt x="2287" y="1059"/>
                    </a:lnTo>
                    <a:lnTo>
                      <a:pt x="2211" y="1150"/>
                    </a:lnTo>
                    <a:lnTo>
                      <a:pt x="2131" y="1238"/>
                    </a:lnTo>
                    <a:lnTo>
                      <a:pt x="2048" y="1322"/>
                    </a:lnTo>
                    <a:lnTo>
                      <a:pt x="1963" y="1403"/>
                    </a:lnTo>
                    <a:lnTo>
                      <a:pt x="1873" y="1481"/>
                    </a:lnTo>
                    <a:lnTo>
                      <a:pt x="1782" y="1555"/>
                    </a:lnTo>
                    <a:lnTo>
                      <a:pt x="1688" y="1625"/>
                    </a:lnTo>
                    <a:lnTo>
                      <a:pt x="1590" y="1692"/>
                    </a:lnTo>
                    <a:lnTo>
                      <a:pt x="1489" y="1756"/>
                    </a:lnTo>
                    <a:lnTo>
                      <a:pt x="1388" y="1814"/>
                    </a:lnTo>
                    <a:lnTo>
                      <a:pt x="1283" y="1870"/>
                    </a:lnTo>
                    <a:lnTo>
                      <a:pt x="1176" y="1920"/>
                    </a:lnTo>
                    <a:lnTo>
                      <a:pt x="1067" y="1966"/>
                    </a:lnTo>
                    <a:lnTo>
                      <a:pt x="955" y="2008"/>
                    </a:lnTo>
                    <a:lnTo>
                      <a:pt x="842" y="2046"/>
                    </a:lnTo>
                    <a:lnTo>
                      <a:pt x="727" y="2079"/>
                    </a:lnTo>
                    <a:lnTo>
                      <a:pt x="609" y="2107"/>
                    </a:lnTo>
                    <a:lnTo>
                      <a:pt x="491" y="2131"/>
                    </a:lnTo>
                    <a:lnTo>
                      <a:pt x="370" y="2150"/>
                    </a:lnTo>
                    <a:lnTo>
                      <a:pt x="248" y="2163"/>
                    </a:lnTo>
                    <a:lnTo>
                      <a:pt x="124" y="2171"/>
                    </a:lnTo>
                    <a:lnTo>
                      <a:pt x="0" y="2175"/>
                    </a:lnTo>
                    <a:close/>
                  </a:path>
                </a:pathLst>
              </a:custGeom>
              <a:solidFill>
                <a:srgbClr val="00778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89" name="Freeform 115"/>
              <p:cNvSpPr>
                <a:spLocks/>
              </p:cNvSpPr>
              <p:nvPr/>
            </p:nvSpPr>
            <p:spPr bwMode="auto">
              <a:xfrm>
                <a:off x="2207" y="436"/>
                <a:ext cx="1331" cy="1318"/>
              </a:xfrm>
              <a:custGeom>
                <a:avLst/>
                <a:gdLst>
                  <a:gd name="T0" fmla="*/ 2533 w 2661"/>
                  <a:gd name="T1" fmla="*/ 1078 h 2636"/>
                  <a:gd name="T2" fmla="*/ 2623 w 2661"/>
                  <a:gd name="T3" fmla="*/ 1335 h 2636"/>
                  <a:gd name="T4" fmla="*/ 2659 w 2661"/>
                  <a:gd name="T5" fmla="*/ 1582 h 2636"/>
                  <a:gd name="T6" fmla="*/ 2658 w 2661"/>
                  <a:gd name="T7" fmla="*/ 1698 h 2636"/>
                  <a:gd name="T8" fmla="*/ 2642 w 2661"/>
                  <a:gd name="T9" fmla="*/ 1809 h 2636"/>
                  <a:gd name="T10" fmla="*/ 2612 w 2661"/>
                  <a:gd name="T11" fmla="*/ 1914 h 2636"/>
                  <a:gd name="T12" fmla="*/ 2570 w 2661"/>
                  <a:gd name="T13" fmla="*/ 2010 h 2636"/>
                  <a:gd name="T14" fmla="*/ 2512 w 2661"/>
                  <a:gd name="T15" fmla="*/ 2098 h 2636"/>
                  <a:gd name="T16" fmla="*/ 2445 w 2661"/>
                  <a:gd name="T17" fmla="*/ 2169 h 2636"/>
                  <a:gd name="T18" fmla="*/ 2352 w 2661"/>
                  <a:gd name="T19" fmla="*/ 2240 h 2636"/>
                  <a:gd name="T20" fmla="*/ 2232 w 2661"/>
                  <a:gd name="T21" fmla="*/ 2312 h 2636"/>
                  <a:gd name="T22" fmla="*/ 2090 w 2661"/>
                  <a:gd name="T23" fmla="*/ 2384 h 2636"/>
                  <a:gd name="T24" fmla="*/ 1823 w 2661"/>
                  <a:gd name="T25" fmla="*/ 2492 h 2636"/>
                  <a:gd name="T26" fmla="*/ 1479 w 2661"/>
                  <a:gd name="T27" fmla="*/ 2591 h 2636"/>
                  <a:gd name="T28" fmla="*/ 1309 w 2661"/>
                  <a:gd name="T29" fmla="*/ 2621 h 2636"/>
                  <a:gd name="T30" fmla="*/ 1149 w 2661"/>
                  <a:gd name="T31" fmla="*/ 2636 h 2636"/>
                  <a:gd name="T32" fmla="*/ 1003 w 2661"/>
                  <a:gd name="T33" fmla="*/ 2630 h 2636"/>
                  <a:gd name="T34" fmla="*/ 845 w 2661"/>
                  <a:gd name="T35" fmla="*/ 2599 h 2636"/>
                  <a:gd name="T36" fmla="*/ 691 w 2661"/>
                  <a:gd name="T37" fmla="*/ 2544 h 2636"/>
                  <a:gd name="T38" fmla="*/ 553 w 2661"/>
                  <a:gd name="T39" fmla="*/ 2471 h 2636"/>
                  <a:gd name="T40" fmla="*/ 432 w 2661"/>
                  <a:gd name="T41" fmla="*/ 2385 h 2636"/>
                  <a:gd name="T42" fmla="*/ 327 w 2661"/>
                  <a:gd name="T43" fmla="*/ 2288 h 2636"/>
                  <a:gd name="T44" fmla="*/ 211 w 2661"/>
                  <a:gd name="T45" fmla="*/ 2150 h 2636"/>
                  <a:gd name="T46" fmla="*/ 122 w 2661"/>
                  <a:gd name="T47" fmla="*/ 2010 h 2636"/>
                  <a:gd name="T48" fmla="*/ 73 w 2661"/>
                  <a:gd name="T49" fmla="*/ 1909 h 2636"/>
                  <a:gd name="T50" fmla="*/ 38 w 2661"/>
                  <a:gd name="T51" fmla="*/ 1817 h 2636"/>
                  <a:gd name="T52" fmla="*/ 12 w 2661"/>
                  <a:gd name="T53" fmla="*/ 1713 h 2636"/>
                  <a:gd name="T54" fmla="*/ 1 w 2661"/>
                  <a:gd name="T55" fmla="*/ 1583 h 2636"/>
                  <a:gd name="T56" fmla="*/ 2 w 2661"/>
                  <a:gd name="T57" fmla="*/ 1468 h 2636"/>
                  <a:gd name="T58" fmla="*/ 14 w 2661"/>
                  <a:gd name="T59" fmla="*/ 1368 h 2636"/>
                  <a:gd name="T60" fmla="*/ 30 w 2661"/>
                  <a:gd name="T61" fmla="*/ 1284 h 2636"/>
                  <a:gd name="T62" fmla="*/ 49 w 2661"/>
                  <a:gd name="T63" fmla="*/ 1219 h 2636"/>
                  <a:gd name="T64" fmla="*/ 115 w 2661"/>
                  <a:gd name="T65" fmla="*/ 1037 h 2636"/>
                  <a:gd name="T66" fmla="*/ 192 w 2661"/>
                  <a:gd name="T67" fmla="*/ 827 h 2636"/>
                  <a:gd name="T68" fmla="*/ 257 w 2661"/>
                  <a:gd name="T69" fmla="*/ 658 h 2636"/>
                  <a:gd name="T70" fmla="*/ 310 w 2661"/>
                  <a:gd name="T71" fmla="*/ 523 h 2636"/>
                  <a:gd name="T72" fmla="*/ 355 w 2661"/>
                  <a:gd name="T73" fmla="*/ 418 h 2636"/>
                  <a:gd name="T74" fmla="*/ 394 w 2661"/>
                  <a:gd name="T75" fmla="*/ 339 h 2636"/>
                  <a:gd name="T76" fmla="*/ 429 w 2661"/>
                  <a:gd name="T77" fmla="*/ 279 h 2636"/>
                  <a:gd name="T78" fmla="*/ 501 w 2661"/>
                  <a:gd name="T79" fmla="*/ 198 h 2636"/>
                  <a:gd name="T80" fmla="*/ 586 w 2661"/>
                  <a:gd name="T81" fmla="*/ 134 h 2636"/>
                  <a:gd name="T82" fmla="*/ 738 w 2661"/>
                  <a:gd name="T83" fmla="*/ 53 h 2636"/>
                  <a:gd name="T84" fmla="*/ 906 w 2661"/>
                  <a:gd name="T85" fmla="*/ 11 h 2636"/>
                  <a:gd name="T86" fmla="*/ 1088 w 2661"/>
                  <a:gd name="T87" fmla="*/ 1 h 2636"/>
                  <a:gd name="T88" fmla="*/ 1277 w 2661"/>
                  <a:gd name="T89" fmla="*/ 25 h 2636"/>
                  <a:gd name="T90" fmla="*/ 1471 w 2661"/>
                  <a:gd name="T91" fmla="*/ 82 h 2636"/>
                  <a:gd name="T92" fmla="*/ 1664 w 2661"/>
                  <a:gd name="T93" fmla="*/ 167 h 2636"/>
                  <a:gd name="T94" fmla="*/ 1853 w 2661"/>
                  <a:gd name="T95" fmla="*/ 280 h 2636"/>
                  <a:gd name="T96" fmla="*/ 2034 w 2661"/>
                  <a:gd name="T97" fmla="*/ 419 h 2636"/>
                  <a:gd name="T98" fmla="*/ 2202 w 2661"/>
                  <a:gd name="T99" fmla="*/ 584 h 2636"/>
                  <a:gd name="T100" fmla="*/ 2353 w 2661"/>
                  <a:gd name="T101" fmla="*/ 771 h 26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2661" h="2636">
                    <a:moveTo>
                      <a:pt x="2442" y="907"/>
                    </a:moveTo>
                    <a:lnTo>
                      <a:pt x="2490" y="993"/>
                    </a:lnTo>
                    <a:lnTo>
                      <a:pt x="2533" y="1078"/>
                    </a:lnTo>
                    <a:lnTo>
                      <a:pt x="2568" y="1165"/>
                    </a:lnTo>
                    <a:lnTo>
                      <a:pt x="2598" y="1250"/>
                    </a:lnTo>
                    <a:lnTo>
                      <a:pt x="2623" y="1335"/>
                    </a:lnTo>
                    <a:lnTo>
                      <a:pt x="2641" y="1418"/>
                    </a:lnTo>
                    <a:lnTo>
                      <a:pt x="2654" y="1501"/>
                    </a:lnTo>
                    <a:lnTo>
                      <a:pt x="2659" y="1582"/>
                    </a:lnTo>
                    <a:lnTo>
                      <a:pt x="2661" y="1621"/>
                    </a:lnTo>
                    <a:lnTo>
                      <a:pt x="2661" y="1660"/>
                    </a:lnTo>
                    <a:lnTo>
                      <a:pt x="2658" y="1698"/>
                    </a:lnTo>
                    <a:lnTo>
                      <a:pt x="2654" y="1736"/>
                    </a:lnTo>
                    <a:lnTo>
                      <a:pt x="2649" y="1773"/>
                    </a:lnTo>
                    <a:lnTo>
                      <a:pt x="2642" y="1809"/>
                    </a:lnTo>
                    <a:lnTo>
                      <a:pt x="2634" y="1845"/>
                    </a:lnTo>
                    <a:lnTo>
                      <a:pt x="2624" y="1879"/>
                    </a:lnTo>
                    <a:lnTo>
                      <a:pt x="2612" y="1914"/>
                    </a:lnTo>
                    <a:lnTo>
                      <a:pt x="2600" y="1946"/>
                    </a:lnTo>
                    <a:lnTo>
                      <a:pt x="2586" y="1978"/>
                    </a:lnTo>
                    <a:lnTo>
                      <a:pt x="2570" y="2010"/>
                    </a:lnTo>
                    <a:lnTo>
                      <a:pt x="2552" y="2040"/>
                    </a:lnTo>
                    <a:lnTo>
                      <a:pt x="2533" y="2069"/>
                    </a:lnTo>
                    <a:lnTo>
                      <a:pt x="2512" y="2098"/>
                    </a:lnTo>
                    <a:lnTo>
                      <a:pt x="2490" y="2124"/>
                    </a:lnTo>
                    <a:lnTo>
                      <a:pt x="2469" y="2146"/>
                    </a:lnTo>
                    <a:lnTo>
                      <a:pt x="2445" y="2169"/>
                    </a:lnTo>
                    <a:lnTo>
                      <a:pt x="2418" y="2192"/>
                    </a:lnTo>
                    <a:lnTo>
                      <a:pt x="2385" y="2217"/>
                    </a:lnTo>
                    <a:lnTo>
                      <a:pt x="2352" y="2240"/>
                    </a:lnTo>
                    <a:lnTo>
                      <a:pt x="2314" y="2264"/>
                    </a:lnTo>
                    <a:lnTo>
                      <a:pt x="2275" y="2288"/>
                    </a:lnTo>
                    <a:lnTo>
                      <a:pt x="2232" y="2312"/>
                    </a:lnTo>
                    <a:lnTo>
                      <a:pt x="2187" y="2336"/>
                    </a:lnTo>
                    <a:lnTo>
                      <a:pt x="2140" y="2359"/>
                    </a:lnTo>
                    <a:lnTo>
                      <a:pt x="2090" y="2384"/>
                    </a:lnTo>
                    <a:lnTo>
                      <a:pt x="2040" y="2407"/>
                    </a:lnTo>
                    <a:lnTo>
                      <a:pt x="1934" y="2451"/>
                    </a:lnTo>
                    <a:lnTo>
                      <a:pt x="1823" y="2492"/>
                    </a:lnTo>
                    <a:lnTo>
                      <a:pt x="1710" y="2530"/>
                    </a:lnTo>
                    <a:lnTo>
                      <a:pt x="1594" y="2563"/>
                    </a:lnTo>
                    <a:lnTo>
                      <a:pt x="1479" y="2591"/>
                    </a:lnTo>
                    <a:lnTo>
                      <a:pt x="1422" y="2603"/>
                    </a:lnTo>
                    <a:lnTo>
                      <a:pt x="1366" y="2613"/>
                    </a:lnTo>
                    <a:lnTo>
                      <a:pt x="1309" y="2621"/>
                    </a:lnTo>
                    <a:lnTo>
                      <a:pt x="1255" y="2628"/>
                    </a:lnTo>
                    <a:lnTo>
                      <a:pt x="1201" y="2633"/>
                    </a:lnTo>
                    <a:lnTo>
                      <a:pt x="1149" y="2636"/>
                    </a:lnTo>
                    <a:lnTo>
                      <a:pt x="1099" y="2636"/>
                    </a:lnTo>
                    <a:lnTo>
                      <a:pt x="1050" y="2635"/>
                    </a:lnTo>
                    <a:lnTo>
                      <a:pt x="1003" y="2630"/>
                    </a:lnTo>
                    <a:lnTo>
                      <a:pt x="958" y="2624"/>
                    </a:lnTo>
                    <a:lnTo>
                      <a:pt x="901" y="2613"/>
                    </a:lnTo>
                    <a:lnTo>
                      <a:pt x="845" y="2599"/>
                    </a:lnTo>
                    <a:lnTo>
                      <a:pt x="792" y="2583"/>
                    </a:lnTo>
                    <a:lnTo>
                      <a:pt x="740" y="2565"/>
                    </a:lnTo>
                    <a:lnTo>
                      <a:pt x="691" y="2544"/>
                    </a:lnTo>
                    <a:lnTo>
                      <a:pt x="642" y="2522"/>
                    </a:lnTo>
                    <a:lnTo>
                      <a:pt x="598" y="2498"/>
                    </a:lnTo>
                    <a:lnTo>
                      <a:pt x="553" y="2471"/>
                    </a:lnTo>
                    <a:lnTo>
                      <a:pt x="511" y="2444"/>
                    </a:lnTo>
                    <a:lnTo>
                      <a:pt x="471" y="2415"/>
                    </a:lnTo>
                    <a:lnTo>
                      <a:pt x="432" y="2385"/>
                    </a:lnTo>
                    <a:lnTo>
                      <a:pt x="395" y="2353"/>
                    </a:lnTo>
                    <a:lnTo>
                      <a:pt x="360" y="2320"/>
                    </a:lnTo>
                    <a:lnTo>
                      <a:pt x="327" y="2288"/>
                    </a:lnTo>
                    <a:lnTo>
                      <a:pt x="295" y="2254"/>
                    </a:lnTo>
                    <a:lnTo>
                      <a:pt x="237" y="2184"/>
                    </a:lnTo>
                    <a:lnTo>
                      <a:pt x="211" y="2150"/>
                    </a:lnTo>
                    <a:lnTo>
                      <a:pt x="163" y="2080"/>
                    </a:lnTo>
                    <a:lnTo>
                      <a:pt x="141" y="2045"/>
                    </a:lnTo>
                    <a:lnTo>
                      <a:pt x="122" y="2010"/>
                    </a:lnTo>
                    <a:lnTo>
                      <a:pt x="105" y="1976"/>
                    </a:lnTo>
                    <a:lnTo>
                      <a:pt x="87" y="1942"/>
                    </a:lnTo>
                    <a:lnTo>
                      <a:pt x="73" y="1909"/>
                    </a:lnTo>
                    <a:lnTo>
                      <a:pt x="60" y="1878"/>
                    </a:lnTo>
                    <a:lnTo>
                      <a:pt x="48" y="1847"/>
                    </a:lnTo>
                    <a:lnTo>
                      <a:pt x="38" y="1817"/>
                    </a:lnTo>
                    <a:lnTo>
                      <a:pt x="22" y="1762"/>
                    </a:lnTo>
                    <a:lnTo>
                      <a:pt x="17" y="1736"/>
                    </a:lnTo>
                    <a:lnTo>
                      <a:pt x="12" y="1713"/>
                    </a:lnTo>
                    <a:lnTo>
                      <a:pt x="7" y="1668"/>
                    </a:lnTo>
                    <a:lnTo>
                      <a:pt x="3" y="1625"/>
                    </a:lnTo>
                    <a:lnTo>
                      <a:pt x="1" y="1583"/>
                    </a:lnTo>
                    <a:lnTo>
                      <a:pt x="0" y="1543"/>
                    </a:lnTo>
                    <a:lnTo>
                      <a:pt x="0" y="1505"/>
                    </a:lnTo>
                    <a:lnTo>
                      <a:pt x="2" y="1468"/>
                    </a:lnTo>
                    <a:lnTo>
                      <a:pt x="4" y="1432"/>
                    </a:lnTo>
                    <a:lnTo>
                      <a:pt x="9" y="1399"/>
                    </a:lnTo>
                    <a:lnTo>
                      <a:pt x="14" y="1368"/>
                    </a:lnTo>
                    <a:lnTo>
                      <a:pt x="18" y="1338"/>
                    </a:lnTo>
                    <a:lnTo>
                      <a:pt x="24" y="1310"/>
                    </a:lnTo>
                    <a:lnTo>
                      <a:pt x="30" y="1284"/>
                    </a:lnTo>
                    <a:lnTo>
                      <a:pt x="37" y="1260"/>
                    </a:lnTo>
                    <a:lnTo>
                      <a:pt x="42" y="1239"/>
                    </a:lnTo>
                    <a:lnTo>
                      <a:pt x="49" y="1219"/>
                    </a:lnTo>
                    <a:lnTo>
                      <a:pt x="55" y="1202"/>
                    </a:lnTo>
                    <a:lnTo>
                      <a:pt x="86" y="1116"/>
                    </a:lnTo>
                    <a:lnTo>
                      <a:pt x="115" y="1037"/>
                    </a:lnTo>
                    <a:lnTo>
                      <a:pt x="143" y="962"/>
                    </a:lnTo>
                    <a:lnTo>
                      <a:pt x="168" y="892"/>
                    </a:lnTo>
                    <a:lnTo>
                      <a:pt x="192" y="827"/>
                    </a:lnTo>
                    <a:lnTo>
                      <a:pt x="215" y="766"/>
                    </a:lnTo>
                    <a:lnTo>
                      <a:pt x="236" y="710"/>
                    </a:lnTo>
                    <a:lnTo>
                      <a:pt x="257" y="658"/>
                    </a:lnTo>
                    <a:lnTo>
                      <a:pt x="275" y="610"/>
                    </a:lnTo>
                    <a:lnTo>
                      <a:pt x="293" y="565"/>
                    </a:lnTo>
                    <a:lnTo>
                      <a:pt x="310" y="523"/>
                    </a:lnTo>
                    <a:lnTo>
                      <a:pt x="326" y="485"/>
                    </a:lnTo>
                    <a:lnTo>
                      <a:pt x="341" y="451"/>
                    </a:lnTo>
                    <a:lnTo>
                      <a:pt x="355" y="418"/>
                    </a:lnTo>
                    <a:lnTo>
                      <a:pt x="368" y="390"/>
                    </a:lnTo>
                    <a:lnTo>
                      <a:pt x="381" y="363"/>
                    </a:lnTo>
                    <a:lnTo>
                      <a:pt x="394" y="339"/>
                    </a:lnTo>
                    <a:lnTo>
                      <a:pt x="406" y="317"/>
                    </a:lnTo>
                    <a:lnTo>
                      <a:pt x="418" y="297"/>
                    </a:lnTo>
                    <a:lnTo>
                      <a:pt x="429" y="279"/>
                    </a:lnTo>
                    <a:lnTo>
                      <a:pt x="452" y="248"/>
                    </a:lnTo>
                    <a:lnTo>
                      <a:pt x="475" y="221"/>
                    </a:lnTo>
                    <a:lnTo>
                      <a:pt x="501" y="198"/>
                    </a:lnTo>
                    <a:lnTo>
                      <a:pt x="526" y="176"/>
                    </a:lnTo>
                    <a:lnTo>
                      <a:pt x="555" y="156"/>
                    </a:lnTo>
                    <a:lnTo>
                      <a:pt x="586" y="134"/>
                    </a:lnTo>
                    <a:lnTo>
                      <a:pt x="634" y="103"/>
                    </a:lnTo>
                    <a:lnTo>
                      <a:pt x="685" y="76"/>
                    </a:lnTo>
                    <a:lnTo>
                      <a:pt x="738" y="53"/>
                    </a:lnTo>
                    <a:lnTo>
                      <a:pt x="792" y="35"/>
                    </a:lnTo>
                    <a:lnTo>
                      <a:pt x="849" y="21"/>
                    </a:lnTo>
                    <a:lnTo>
                      <a:pt x="906" y="11"/>
                    </a:lnTo>
                    <a:lnTo>
                      <a:pt x="966" y="4"/>
                    </a:lnTo>
                    <a:lnTo>
                      <a:pt x="1026" y="0"/>
                    </a:lnTo>
                    <a:lnTo>
                      <a:pt x="1088" y="1"/>
                    </a:lnTo>
                    <a:lnTo>
                      <a:pt x="1150" y="6"/>
                    </a:lnTo>
                    <a:lnTo>
                      <a:pt x="1214" y="14"/>
                    </a:lnTo>
                    <a:lnTo>
                      <a:pt x="1277" y="25"/>
                    </a:lnTo>
                    <a:lnTo>
                      <a:pt x="1342" y="40"/>
                    </a:lnTo>
                    <a:lnTo>
                      <a:pt x="1406" y="60"/>
                    </a:lnTo>
                    <a:lnTo>
                      <a:pt x="1471" y="82"/>
                    </a:lnTo>
                    <a:lnTo>
                      <a:pt x="1535" y="107"/>
                    </a:lnTo>
                    <a:lnTo>
                      <a:pt x="1600" y="135"/>
                    </a:lnTo>
                    <a:lnTo>
                      <a:pt x="1664" y="167"/>
                    </a:lnTo>
                    <a:lnTo>
                      <a:pt x="1728" y="202"/>
                    </a:lnTo>
                    <a:lnTo>
                      <a:pt x="1791" y="240"/>
                    </a:lnTo>
                    <a:lnTo>
                      <a:pt x="1853" y="280"/>
                    </a:lnTo>
                    <a:lnTo>
                      <a:pt x="1914" y="324"/>
                    </a:lnTo>
                    <a:lnTo>
                      <a:pt x="1975" y="371"/>
                    </a:lnTo>
                    <a:lnTo>
                      <a:pt x="2034" y="419"/>
                    </a:lnTo>
                    <a:lnTo>
                      <a:pt x="2092" y="472"/>
                    </a:lnTo>
                    <a:lnTo>
                      <a:pt x="2147" y="527"/>
                    </a:lnTo>
                    <a:lnTo>
                      <a:pt x="2202" y="584"/>
                    </a:lnTo>
                    <a:lnTo>
                      <a:pt x="2254" y="644"/>
                    </a:lnTo>
                    <a:lnTo>
                      <a:pt x="2305" y="706"/>
                    </a:lnTo>
                    <a:lnTo>
                      <a:pt x="2353" y="771"/>
                    </a:lnTo>
                    <a:lnTo>
                      <a:pt x="2398" y="838"/>
                    </a:lnTo>
                    <a:lnTo>
                      <a:pt x="2442" y="907"/>
                    </a:lnTo>
                    <a:close/>
                  </a:path>
                </a:pathLst>
              </a:custGeom>
              <a:solidFill>
                <a:srgbClr val="00DB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90" name="Freeform 116"/>
              <p:cNvSpPr>
                <a:spLocks/>
              </p:cNvSpPr>
              <p:nvPr/>
            </p:nvSpPr>
            <p:spPr bwMode="auto">
              <a:xfrm>
                <a:off x="2228" y="483"/>
                <a:ext cx="1264" cy="1253"/>
              </a:xfrm>
              <a:custGeom>
                <a:avLst/>
                <a:gdLst>
                  <a:gd name="T0" fmla="*/ 2419 w 2527"/>
                  <a:gd name="T1" fmla="*/ 972 h 2504"/>
                  <a:gd name="T2" fmla="*/ 2476 w 2527"/>
                  <a:gd name="T3" fmla="*/ 1118 h 2504"/>
                  <a:gd name="T4" fmla="*/ 2510 w 2527"/>
                  <a:gd name="T5" fmla="*/ 1254 h 2504"/>
                  <a:gd name="T6" fmla="*/ 2526 w 2527"/>
                  <a:gd name="T7" fmla="*/ 1380 h 2504"/>
                  <a:gd name="T8" fmla="*/ 2526 w 2527"/>
                  <a:gd name="T9" fmla="*/ 1493 h 2504"/>
                  <a:gd name="T10" fmla="*/ 2515 w 2527"/>
                  <a:gd name="T11" fmla="*/ 1594 h 2504"/>
                  <a:gd name="T12" fmla="*/ 2494 w 2527"/>
                  <a:gd name="T13" fmla="*/ 1684 h 2504"/>
                  <a:gd name="T14" fmla="*/ 2456 w 2527"/>
                  <a:gd name="T15" fmla="*/ 1782 h 2504"/>
                  <a:gd name="T16" fmla="*/ 2403 w 2527"/>
                  <a:gd name="T17" fmla="*/ 1868 h 2504"/>
                  <a:gd name="T18" fmla="*/ 2374 w 2527"/>
                  <a:gd name="T19" fmla="*/ 1902 h 2504"/>
                  <a:gd name="T20" fmla="*/ 2295 w 2527"/>
                  <a:gd name="T21" fmla="*/ 1967 h 2504"/>
                  <a:gd name="T22" fmla="*/ 2195 w 2527"/>
                  <a:gd name="T23" fmla="*/ 2036 h 2504"/>
                  <a:gd name="T24" fmla="*/ 1956 w 2527"/>
                  <a:gd name="T25" fmla="*/ 2177 h 2504"/>
                  <a:gd name="T26" fmla="*/ 1710 w 2527"/>
                  <a:gd name="T27" fmla="*/ 2305 h 2504"/>
                  <a:gd name="T28" fmla="*/ 1598 w 2527"/>
                  <a:gd name="T29" fmla="*/ 2359 h 2504"/>
                  <a:gd name="T30" fmla="*/ 1502 w 2527"/>
                  <a:gd name="T31" fmla="*/ 2404 h 2504"/>
                  <a:gd name="T32" fmla="*/ 1430 w 2527"/>
                  <a:gd name="T33" fmla="*/ 2437 h 2504"/>
                  <a:gd name="T34" fmla="*/ 1386 w 2527"/>
                  <a:gd name="T35" fmla="*/ 2456 h 2504"/>
                  <a:gd name="T36" fmla="*/ 1349 w 2527"/>
                  <a:gd name="T37" fmla="*/ 2468 h 2504"/>
                  <a:gd name="T38" fmla="*/ 1253 w 2527"/>
                  <a:gd name="T39" fmla="*/ 2490 h 2504"/>
                  <a:gd name="T40" fmla="*/ 1141 w 2527"/>
                  <a:gd name="T41" fmla="*/ 2503 h 2504"/>
                  <a:gd name="T42" fmla="*/ 1013 w 2527"/>
                  <a:gd name="T43" fmla="*/ 2502 h 2504"/>
                  <a:gd name="T44" fmla="*/ 871 w 2527"/>
                  <a:gd name="T45" fmla="*/ 2481 h 2504"/>
                  <a:gd name="T46" fmla="*/ 717 w 2527"/>
                  <a:gd name="T47" fmla="*/ 2436 h 2504"/>
                  <a:gd name="T48" fmla="*/ 513 w 2527"/>
                  <a:gd name="T49" fmla="*/ 2337 h 2504"/>
                  <a:gd name="T50" fmla="*/ 325 w 2527"/>
                  <a:gd name="T51" fmla="*/ 2192 h 2504"/>
                  <a:gd name="T52" fmla="*/ 167 w 2527"/>
                  <a:gd name="T53" fmla="*/ 2005 h 2504"/>
                  <a:gd name="T54" fmla="*/ 104 w 2527"/>
                  <a:gd name="T55" fmla="*/ 1897 h 2504"/>
                  <a:gd name="T56" fmla="*/ 54 w 2527"/>
                  <a:gd name="T57" fmla="*/ 1778 h 2504"/>
                  <a:gd name="T58" fmla="*/ 20 w 2527"/>
                  <a:gd name="T59" fmla="*/ 1652 h 2504"/>
                  <a:gd name="T60" fmla="*/ 1 w 2527"/>
                  <a:gd name="T61" fmla="*/ 1516 h 2504"/>
                  <a:gd name="T62" fmla="*/ 0 w 2527"/>
                  <a:gd name="T63" fmla="*/ 1412 h 2504"/>
                  <a:gd name="T64" fmla="*/ 4 w 2527"/>
                  <a:gd name="T65" fmla="*/ 1377 h 2504"/>
                  <a:gd name="T66" fmla="*/ 12 w 2527"/>
                  <a:gd name="T67" fmla="*/ 1322 h 2504"/>
                  <a:gd name="T68" fmla="*/ 28 w 2527"/>
                  <a:gd name="T69" fmla="*/ 1251 h 2504"/>
                  <a:gd name="T70" fmla="*/ 54 w 2527"/>
                  <a:gd name="T71" fmla="*/ 1167 h 2504"/>
                  <a:gd name="T72" fmla="*/ 105 w 2527"/>
                  <a:gd name="T73" fmla="*/ 1046 h 2504"/>
                  <a:gd name="T74" fmla="*/ 504 w 2527"/>
                  <a:gd name="T75" fmla="*/ 297 h 2504"/>
                  <a:gd name="T76" fmla="*/ 529 w 2527"/>
                  <a:gd name="T77" fmla="*/ 260 h 2504"/>
                  <a:gd name="T78" fmla="*/ 568 w 2527"/>
                  <a:gd name="T79" fmla="*/ 210 h 2504"/>
                  <a:gd name="T80" fmla="*/ 623 w 2527"/>
                  <a:gd name="T81" fmla="*/ 155 h 2504"/>
                  <a:gd name="T82" fmla="*/ 695 w 2527"/>
                  <a:gd name="T83" fmla="*/ 102 h 2504"/>
                  <a:gd name="T84" fmla="*/ 783 w 2527"/>
                  <a:gd name="T85" fmla="*/ 56 h 2504"/>
                  <a:gd name="T86" fmla="*/ 930 w 2527"/>
                  <a:gd name="T87" fmla="*/ 13 h 2504"/>
                  <a:gd name="T88" fmla="*/ 1085 w 2527"/>
                  <a:gd name="T89" fmla="*/ 0 h 2504"/>
                  <a:gd name="T90" fmla="*/ 1248 w 2527"/>
                  <a:gd name="T91" fmla="*/ 13 h 2504"/>
                  <a:gd name="T92" fmla="*/ 1414 w 2527"/>
                  <a:gd name="T93" fmla="*/ 53 h 2504"/>
                  <a:gd name="T94" fmla="*/ 1579 w 2527"/>
                  <a:gd name="T95" fmla="*/ 117 h 2504"/>
                  <a:gd name="T96" fmla="*/ 1742 w 2527"/>
                  <a:gd name="T97" fmla="*/ 205 h 2504"/>
                  <a:gd name="T98" fmla="*/ 1899 w 2527"/>
                  <a:gd name="T99" fmla="*/ 314 h 2504"/>
                  <a:gd name="T100" fmla="*/ 2045 w 2527"/>
                  <a:gd name="T101" fmla="*/ 442 h 2504"/>
                  <a:gd name="T102" fmla="*/ 2180 w 2527"/>
                  <a:gd name="T103" fmla="*/ 588 h 2504"/>
                  <a:gd name="T104" fmla="*/ 2299 w 2527"/>
                  <a:gd name="T105" fmla="*/ 751 h 25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2527" h="2504">
                    <a:moveTo>
                      <a:pt x="2369" y="868"/>
                    </a:moveTo>
                    <a:lnTo>
                      <a:pt x="2395" y="920"/>
                    </a:lnTo>
                    <a:lnTo>
                      <a:pt x="2419" y="972"/>
                    </a:lnTo>
                    <a:lnTo>
                      <a:pt x="2441" y="1021"/>
                    </a:lnTo>
                    <a:lnTo>
                      <a:pt x="2460" y="1070"/>
                    </a:lnTo>
                    <a:lnTo>
                      <a:pt x="2476" y="1118"/>
                    </a:lnTo>
                    <a:lnTo>
                      <a:pt x="2489" y="1164"/>
                    </a:lnTo>
                    <a:lnTo>
                      <a:pt x="2501" y="1210"/>
                    </a:lnTo>
                    <a:lnTo>
                      <a:pt x="2510" y="1254"/>
                    </a:lnTo>
                    <a:lnTo>
                      <a:pt x="2517" y="1297"/>
                    </a:lnTo>
                    <a:lnTo>
                      <a:pt x="2523" y="1339"/>
                    </a:lnTo>
                    <a:lnTo>
                      <a:pt x="2526" y="1380"/>
                    </a:lnTo>
                    <a:lnTo>
                      <a:pt x="2527" y="1419"/>
                    </a:lnTo>
                    <a:lnTo>
                      <a:pt x="2527" y="1457"/>
                    </a:lnTo>
                    <a:lnTo>
                      <a:pt x="2526" y="1493"/>
                    </a:lnTo>
                    <a:lnTo>
                      <a:pt x="2524" y="1528"/>
                    </a:lnTo>
                    <a:lnTo>
                      <a:pt x="2521" y="1562"/>
                    </a:lnTo>
                    <a:lnTo>
                      <a:pt x="2515" y="1594"/>
                    </a:lnTo>
                    <a:lnTo>
                      <a:pt x="2509" y="1625"/>
                    </a:lnTo>
                    <a:lnTo>
                      <a:pt x="2501" y="1655"/>
                    </a:lnTo>
                    <a:lnTo>
                      <a:pt x="2494" y="1684"/>
                    </a:lnTo>
                    <a:lnTo>
                      <a:pt x="2485" y="1710"/>
                    </a:lnTo>
                    <a:lnTo>
                      <a:pt x="2476" y="1736"/>
                    </a:lnTo>
                    <a:lnTo>
                      <a:pt x="2456" y="1782"/>
                    </a:lnTo>
                    <a:lnTo>
                      <a:pt x="2434" y="1821"/>
                    </a:lnTo>
                    <a:lnTo>
                      <a:pt x="2413" y="1854"/>
                    </a:lnTo>
                    <a:lnTo>
                      <a:pt x="2403" y="1868"/>
                    </a:lnTo>
                    <a:lnTo>
                      <a:pt x="2393" y="1881"/>
                    </a:lnTo>
                    <a:lnTo>
                      <a:pt x="2383" y="1892"/>
                    </a:lnTo>
                    <a:lnTo>
                      <a:pt x="2374" y="1902"/>
                    </a:lnTo>
                    <a:lnTo>
                      <a:pt x="2350" y="1923"/>
                    </a:lnTo>
                    <a:lnTo>
                      <a:pt x="2325" y="1945"/>
                    </a:lnTo>
                    <a:lnTo>
                      <a:pt x="2295" y="1967"/>
                    </a:lnTo>
                    <a:lnTo>
                      <a:pt x="2264" y="1990"/>
                    </a:lnTo>
                    <a:lnTo>
                      <a:pt x="2230" y="2013"/>
                    </a:lnTo>
                    <a:lnTo>
                      <a:pt x="2195" y="2036"/>
                    </a:lnTo>
                    <a:lnTo>
                      <a:pt x="2120" y="2084"/>
                    </a:lnTo>
                    <a:lnTo>
                      <a:pt x="2040" y="2130"/>
                    </a:lnTo>
                    <a:lnTo>
                      <a:pt x="1956" y="2177"/>
                    </a:lnTo>
                    <a:lnTo>
                      <a:pt x="1873" y="2222"/>
                    </a:lnTo>
                    <a:lnTo>
                      <a:pt x="1789" y="2264"/>
                    </a:lnTo>
                    <a:lnTo>
                      <a:pt x="1710" y="2305"/>
                    </a:lnTo>
                    <a:lnTo>
                      <a:pt x="1670" y="2323"/>
                    </a:lnTo>
                    <a:lnTo>
                      <a:pt x="1634" y="2342"/>
                    </a:lnTo>
                    <a:lnTo>
                      <a:pt x="1598" y="2359"/>
                    </a:lnTo>
                    <a:lnTo>
                      <a:pt x="1563" y="2375"/>
                    </a:lnTo>
                    <a:lnTo>
                      <a:pt x="1532" y="2390"/>
                    </a:lnTo>
                    <a:lnTo>
                      <a:pt x="1502" y="2404"/>
                    </a:lnTo>
                    <a:lnTo>
                      <a:pt x="1476" y="2417"/>
                    </a:lnTo>
                    <a:lnTo>
                      <a:pt x="1452" y="2427"/>
                    </a:lnTo>
                    <a:lnTo>
                      <a:pt x="1430" y="2437"/>
                    </a:lnTo>
                    <a:lnTo>
                      <a:pt x="1412" y="2445"/>
                    </a:lnTo>
                    <a:lnTo>
                      <a:pt x="1397" y="2451"/>
                    </a:lnTo>
                    <a:lnTo>
                      <a:pt x="1386" y="2456"/>
                    </a:lnTo>
                    <a:lnTo>
                      <a:pt x="1379" y="2459"/>
                    </a:lnTo>
                    <a:lnTo>
                      <a:pt x="1377" y="2460"/>
                    </a:lnTo>
                    <a:lnTo>
                      <a:pt x="1349" y="2468"/>
                    </a:lnTo>
                    <a:lnTo>
                      <a:pt x="1319" y="2476"/>
                    </a:lnTo>
                    <a:lnTo>
                      <a:pt x="1287" y="2485"/>
                    </a:lnTo>
                    <a:lnTo>
                      <a:pt x="1253" y="2490"/>
                    </a:lnTo>
                    <a:lnTo>
                      <a:pt x="1218" y="2496"/>
                    </a:lnTo>
                    <a:lnTo>
                      <a:pt x="1180" y="2501"/>
                    </a:lnTo>
                    <a:lnTo>
                      <a:pt x="1141" y="2503"/>
                    </a:lnTo>
                    <a:lnTo>
                      <a:pt x="1100" y="2504"/>
                    </a:lnTo>
                    <a:lnTo>
                      <a:pt x="1058" y="2504"/>
                    </a:lnTo>
                    <a:lnTo>
                      <a:pt x="1013" y="2502"/>
                    </a:lnTo>
                    <a:lnTo>
                      <a:pt x="968" y="2497"/>
                    </a:lnTo>
                    <a:lnTo>
                      <a:pt x="921" y="2490"/>
                    </a:lnTo>
                    <a:lnTo>
                      <a:pt x="871" y="2481"/>
                    </a:lnTo>
                    <a:lnTo>
                      <a:pt x="822" y="2468"/>
                    </a:lnTo>
                    <a:lnTo>
                      <a:pt x="770" y="2455"/>
                    </a:lnTo>
                    <a:lnTo>
                      <a:pt x="717" y="2436"/>
                    </a:lnTo>
                    <a:lnTo>
                      <a:pt x="648" y="2408"/>
                    </a:lnTo>
                    <a:lnTo>
                      <a:pt x="580" y="2375"/>
                    </a:lnTo>
                    <a:lnTo>
                      <a:pt x="513" y="2337"/>
                    </a:lnTo>
                    <a:lnTo>
                      <a:pt x="448" y="2293"/>
                    </a:lnTo>
                    <a:lnTo>
                      <a:pt x="385" y="2245"/>
                    </a:lnTo>
                    <a:lnTo>
                      <a:pt x="325" y="2192"/>
                    </a:lnTo>
                    <a:lnTo>
                      <a:pt x="269" y="2134"/>
                    </a:lnTo>
                    <a:lnTo>
                      <a:pt x="216" y="2072"/>
                    </a:lnTo>
                    <a:lnTo>
                      <a:pt x="167" y="2005"/>
                    </a:lnTo>
                    <a:lnTo>
                      <a:pt x="144" y="1970"/>
                    </a:lnTo>
                    <a:lnTo>
                      <a:pt x="123" y="1934"/>
                    </a:lnTo>
                    <a:lnTo>
                      <a:pt x="104" y="1897"/>
                    </a:lnTo>
                    <a:lnTo>
                      <a:pt x="85" y="1858"/>
                    </a:lnTo>
                    <a:lnTo>
                      <a:pt x="69" y="1819"/>
                    </a:lnTo>
                    <a:lnTo>
                      <a:pt x="54" y="1778"/>
                    </a:lnTo>
                    <a:lnTo>
                      <a:pt x="41" y="1737"/>
                    </a:lnTo>
                    <a:lnTo>
                      <a:pt x="29" y="1695"/>
                    </a:lnTo>
                    <a:lnTo>
                      <a:pt x="20" y="1652"/>
                    </a:lnTo>
                    <a:lnTo>
                      <a:pt x="12" y="1608"/>
                    </a:lnTo>
                    <a:lnTo>
                      <a:pt x="6" y="1562"/>
                    </a:lnTo>
                    <a:lnTo>
                      <a:pt x="1" y="1516"/>
                    </a:lnTo>
                    <a:lnTo>
                      <a:pt x="0" y="1470"/>
                    </a:lnTo>
                    <a:lnTo>
                      <a:pt x="0" y="1421"/>
                    </a:lnTo>
                    <a:lnTo>
                      <a:pt x="0" y="1412"/>
                    </a:lnTo>
                    <a:lnTo>
                      <a:pt x="1" y="1404"/>
                    </a:lnTo>
                    <a:lnTo>
                      <a:pt x="3" y="1392"/>
                    </a:lnTo>
                    <a:lnTo>
                      <a:pt x="4" y="1377"/>
                    </a:lnTo>
                    <a:lnTo>
                      <a:pt x="6" y="1361"/>
                    </a:lnTo>
                    <a:lnTo>
                      <a:pt x="8" y="1343"/>
                    </a:lnTo>
                    <a:lnTo>
                      <a:pt x="12" y="1322"/>
                    </a:lnTo>
                    <a:lnTo>
                      <a:pt x="16" y="1300"/>
                    </a:lnTo>
                    <a:lnTo>
                      <a:pt x="21" y="1276"/>
                    </a:lnTo>
                    <a:lnTo>
                      <a:pt x="28" y="1251"/>
                    </a:lnTo>
                    <a:lnTo>
                      <a:pt x="35" y="1223"/>
                    </a:lnTo>
                    <a:lnTo>
                      <a:pt x="44" y="1195"/>
                    </a:lnTo>
                    <a:lnTo>
                      <a:pt x="54" y="1167"/>
                    </a:lnTo>
                    <a:lnTo>
                      <a:pt x="66" y="1137"/>
                    </a:lnTo>
                    <a:lnTo>
                      <a:pt x="79" y="1107"/>
                    </a:lnTo>
                    <a:lnTo>
                      <a:pt x="105" y="1046"/>
                    </a:lnTo>
                    <a:lnTo>
                      <a:pt x="133" y="986"/>
                    </a:lnTo>
                    <a:lnTo>
                      <a:pt x="499" y="306"/>
                    </a:lnTo>
                    <a:lnTo>
                      <a:pt x="504" y="297"/>
                    </a:lnTo>
                    <a:lnTo>
                      <a:pt x="510" y="286"/>
                    </a:lnTo>
                    <a:lnTo>
                      <a:pt x="519" y="274"/>
                    </a:lnTo>
                    <a:lnTo>
                      <a:pt x="529" y="260"/>
                    </a:lnTo>
                    <a:lnTo>
                      <a:pt x="540" y="244"/>
                    </a:lnTo>
                    <a:lnTo>
                      <a:pt x="553" y="228"/>
                    </a:lnTo>
                    <a:lnTo>
                      <a:pt x="568" y="210"/>
                    </a:lnTo>
                    <a:lnTo>
                      <a:pt x="585" y="192"/>
                    </a:lnTo>
                    <a:lnTo>
                      <a:pt x="604" y="174"/>
                    </a:lnTo>
                    <a:lnTo>
                      <a:pt x="623" y="155"/>
                    </a:lnTo>
                    <a:lnTo>
                      <a:pt x="645" y="138"/>
                    </a:lnTo>
                    <a:lnTo>
                      <a:pt x="669" y="119"/>
                    </a:lnTo>
                    <a:lnTo>
                      <a:pt x="695" y="102"/>
                    </a:lnTo>
                    <a:lnTo>
                      <a:pt x="722" y="86"/>
                    </a:lnTo>
                    <a:lnTo>
                      <a:pt x="752" y="70"/>
                    </a:lnTo>
                    <a:lnTo>
                      <a:pt x="783" y="56"/>
                    </a:lnTo>
                    <a:lnTo>
                      <a:pt x="831" y="39"/>
                    </a:lnTo>
                    <a:lnTo>
                      <a:pt x="880" y="24"/>
                    </a:lnTo>
                    <a:lnTo>
                      <a:pt x="930" y="13"/>
                    </a:lnTo>
                    <a:lnTo>
                      <a:pt x="980" y="5"/>
                    </a:lnTo>
                    <a:lnTo>
                      <a:pt x="1033" y="1"/>
                    </a:lnTo>
                    <a:lnTo>
                      <a:pt x="1085" y="0"/>
                    </a:lnTo>
                    <a:lnTo>
                      <a:pt x="1139" y="1"/>
                    </a:lnTo>
                    <a:lnTo>
                      <a:pt x="1194" y="5"/>
                    </a:lnTo>
                    <a:lnTo>
                      <a:pt x="1248" y="13"/>
                    </a:lnTo>
                    <a:lnTo>
                      <a:pt x="1303" y="24"/>
                    </a:lnTo>
                    <a:lnTo>
                      <a:pt x="1358" y="36"/>
                    </a:lnTo>
                    <a:lnTo>
                      <a:pt x="1414" y="53"/>
                    </a:lnTo>
                    <a:lnTo>
                      <a:pt x="1469" y="72"/>
                    </a:lnTo>
                    <a:lnTo>
                      <a:pt x="1524" y="93"/>
                    </a:lnTo>
                    <a:lnTo>
                      <a:pt x="1579" y="117"/>
                    </a:lnTo>
                    <a:lnTo>
                      <a:pt x="1634" y="145"/>
                    </a:lnTo>
                    <a:lnTo>
                      <a:pt x="1688" y="174"/>
                    </a:lnTo>
                    <a:lnTo>
                      <a:pt x="1742" y="205"/>
                    </a:lnTo>
                    <a:lnTo>
                      <a:pt x="1795" y="239"/>
                    </a:lnTo>
                    <a:lnTo>
                      <a:pt x="1847" y="275"/>
                    </a:lnTo>
                    <a:lnTo>
                      <a:pt x="1899" y="314"/>
                    </a:lnTo>
                    <a:lnTo>
                      <a:pt x="1948" y="354"/>
                    </a:lnTo>
                    <a:lnTo>
                      <a:pt x="1998" y="397"/>
                    </a:lnTo>
                    <a:lnTo>
                      <a:pt x="2045" y="442"/>
                    </a:lnTo>
                    <a:lnTo>
                      <a:pt x="2092" y="489"/>
                    </a:lnTo>
                    <a:lnTo>
                      <a:pt x="2137" y="538"/>
                    </a:lnTo>
                    <a:lnTo>
                      <a:pt x="2180" y="588"/>
                    </a:lnTo>
                    <a:lnTo>
                      <a:pt x="2222" y="641"/>
                    </a:lnTo>
                    <a:lnTo>
                      <a:pt x="2261" y="695"/>
                    </a:lnTo>
                    <a:lnTo>
                      <a:pt x="2299" y="751"/>
                    </a:lnTo>
                    <a:lnTo>
                      <a:pt x="2335" y="809"/>
                    </a:lnTo>
                    <a:lnTo>
                      <a:pt x="2369" y="868"/>
                    </a:lnTo>
                    <a:close/>
                  </a:path>
                </a:pathLst>
              </a:custGeom>
              <a:solidFill>
                <a:srgbClr val="00E21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91" name="Freeform 117"/>
              <p:cNvSpPr>
                <a:spLocks/>
              </p:cNvSpPr>
              <p:nvPr/>
            </p:nvSpPr>
            <p:spPr bwMode="auto">
              <a:xfrm>
                <a:off x="2418" y="2304"/>
                <a:ext cx="1211" cy="987"/>
              </a:xfrm>
              <a:custGeom>
                <a:avLst/>
                <a:gdLst>
                  <a:gd name="T0" fmla="*/ 13 w 2422"/>
                  <a:gd name="T1" fmla="*/ 1972 h 1975"/>
                  <a:gd name="T2" fmla="*/ 50 w 2422"/>
                  <a:gd name="T3" fmla="*/ 1962 h 1975"/>
                  <a:gd name="T4" fmla="*/ 97 w 2422"/>
                  <a:gd name="T5" fmla="*/ 1945 h 1975"/>
                  <a:gd name="T6" fmla="*/ 148 w 2422"/>
                  <a:gd name="T7" fmla="*/ 1918 h 1975"/>
                  <a:gd name="T8" fmla="*/ 193 w 2422"/>
                  <a:gd name="T9" fmla="*/ 1882 h 1975"/>
                  <a:gd name="T10" fmla="*/ 227 w 2422"/>
                  <a:gd name="T11" fmla="*/ 1842 h 1975"/>
                  <a:gd name="T12" fmla="*/ 254 w 2422"/>
                  <a:gd name="T13" fmla="*/ 1799 h 1975"/>
                  <a:gd name="T14" fmla="*/ 279 w 2422"/>
                  <a:gd name="T15" fmla="*/ 1731 h 1975"/>
                  <a:gd name="T16" fmla="*/ 293 w 2422"/>
                  <a:gd name="T17" fmla="*/ 1639 h 1975"/>
                  <a:gd name="T18" fmla="*/ 293 w 2422"/>
                  <a:gd name="T19" fmla="*/ 1552 h 1975"/>
                  <a:gd name="T20" fmla="*/ 292 w 2422"/>
                  <a:gd name="T21" fmla="*/ 1484 h 1975"/>
                  <a:gd name="T22" fmla="*/ 299 w 2422"/>
                  <a:gd name="T23" fmla="*/ 1426 h 1975"/>
                  <a:gd name="T24" fmla="*/ 316 w 2422"/>
                  <a:gd name="T25" fmla="*/ 1359 h 1975"/>
                  <a:gd name="T26" fmla="*/ 348 w 2422"/>
                  <a:gd name="T27" fmla="*/ 1286 h 1975"/>
                  <a:gd name="T28" fmla="*/ 401 w 2422"/>
                  <a:gd name="T29" fmla="*/ 1205 h 1975"/>
                  <a:gd name="T30" fmla="*/ 456 w 2422"/>
                  <a:gd name="T31" fmla="*/ 1143 h 1975"/>
                  <a:gd name="T32" fmla="*/ 503 w 2422"/>
                  <a:gd name="T33" fmla="*/ 1100 h 1975"/>
                  <a:gd name="T34" fmla="*/ 556 w 2422"/>
                  <a:gd name="T35" fmla="*/ 1056 h 1975"/>
                  <a:gd name="T36" fmla="*/ 617 w 2422"/>
                  <a:gd name="T37" fmla="*/ 1013 h 1975"/>
                  <a:gd name="T38" fmla="*/ 705 w 2422"/>
                  <a:gd name="T39" fmla="*/ 958 h 1975"/>
                  <a:gd name="T40" fmla="*/ 873 w 2422"/>
                  <a:gd name="T41" fmla="*/ 869 h 1975"/>
                  <a:gd name="T42" fmla="*/ 1106 w 2422"/>
                  <a:gd name="T43" fmla="*/ 766 h 1975"/>
                  <a:gd name="T44" fmla="*/ 1583 w 2422"/>
                  <a:gd name="T45" fmla="*/ 578 h 1975"/>
                  <a:gd name="T46" fmla="*/ 1815 w 2422"/>
                  <a:gd name="T47" fmla="*/ 473 h 1975"/>
                  <a:gd name="T48" fmla="*/ 1927 w 2422"/>
                  <a:gd name="T49" fmla="*/ 415 h 1975"/>
                  <a:gd name="T50" fmla="*/ 2036 w 2422"/>
                  <a:gd name="T51" fmla="*/ 349 h 1975"/>
                  <a:gd name="T52" fmla="*/ 2141 w 2422"/>
                  <a:gd name="T53" fmla="*/ 275 h 1975"/>
                  <a:gd name="T54" fmla="*/ 2240 w 2422"/>
                  <a:gd name="T55" fmla="*/ 195 h 1975"/>
                  <a:gd name="T56" fmla="*/ 2334 w 2422"/>
                  <a:gd name="T57" fmla="*/ 103 h 1975"/>
                  <a:gd name="T58" fmla="*/ 2422 w 2422"/>
                  <a:gd name="T59" fmla="*/ 0 h 1975"/>
                  <a:gd name="T60" fmla="*/ 2343 w 2422"/>
                  <a:gd name="T61" fmla="*/ 194 h 1975"/>
                  <a:gd name="T62" fmla="*/ 2252 w 2422"/>
                  <a:gd name="T63" fmla="*/ 380 h 1975"/>
                  <a:gd name="T64" fmla="*/ 2150 w 2422"/>
                  <a:gd name="T65" fmla="*/ 560 h 1975"/>
                  <a:gd name="T66" fmla="*/ 2037 w 2422"/>
                  <a:gd name="T67" fmla="*/ 732 h 1975"/>
                  <a:gd name="T68" fmla="*/ 1912 w 2422"/>
                  <a:gd name="T69" fmla="*/ 894 h 1975"/>
                  <a:gd name="T70" fmla="*/ 1779 w 2422"/>
                  <a:gd name="T71" fmla="*/ 1048 h 1975"/>
                  <a:gd name="T72" fmla="*/ 1635 w 2422"/>
                  <a:gd name="T73" fmla="*/ 1192 h 1975"/>
                  <a:gd name="T74" fmla="*/ 1483 w 2422"/>
                  <a:gd name="T75" fmla="*/ 1326 h 1975"/>
                  <a:gd name="T76" fmla="*/ 1322 w 2422"/>
                  <a:gd name="T77" fmla="*/ 1450 h 1975"/>
                  <a:gd name="T78" fmla="*/ 1153 w 2422"/>
                  <a:gd name="T79" fmla="*/ 1562 h 1975"/>
                  <a:gd name="T80" fmla="*/ 976 w 2422"/>
                  <a:gd name="T81" fmla="*/ 1664 h 1975"/>
                  <a:gd name="T82" fmla="*/ 793 w 2422"/>
                  <a:gd name="T83" fmla="*/ 1752 h 1975"/>
                  <a:gd name="T84" fmla="*/ 604 w 2422"/>
                  <a:gd name="T85" fmla="*/ 1828 h 1975"/>
                  <a:gd name="T86" fmla="*/ 408 w 2422"/>
                  <a:gd name="T87" fmla="*/ 1890 h 1975"/>
                  <a:gd name="T88" fmla="*/ 207 w 2422"/>
                  <a:gd name="T89" fmla="*/ 1940 h 1975"/>
                  <a:gd name="T90" fmla="*/ 0 w 2422"/>
                  <a:gd name="T91" fmla="*/ 1975 h 19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2422" h="1975">
                    <a:moveTo>
                      <a:pt x="0" y="1975"/>
                    </a:moveTo>
                    <a:lnTo>
                      <a:pt x="13" y="1972"/>
                    </a:lnTo>
                    <a:lnTo>
                      <a:pt x="30" y="1968"/>
                    </a:lnTo>
                    <a:lnTo>
                      <a:pt x="50" y="1962"/>
                    </a:lnTo>
                    <a:lnTo>
                      <a:pt x="73" y="1955"/>
                    </a:lnTo>
                    <a:lnTo>
                      <a:pt x="97" y="1945"/>
                    </a:lnTo>
                    <a:lnTo>
                      <a:pt x="122" y="1933"/>
                    </a:lnTo>
                    <a:lnTo>
                      <a:pt x="148" y="1918"/>
                    </a:lnTo>
                    <a:lnTo>
                      <a:pt x="172" y="1901"/>
                    </a:lnTo>
                    <a:lnTo>
                      <a:pt x="193" y="1882"/>
                    </a:lnTo>
                    <a:lnTo>
                      <a:pt x="211" y="1863"/>
                    </a:lnTo>
                    <a:lnTo>
                      <a:pt x="227" y="1842"/>
                    </a:lnTo>
                    <a:lnTo>
                      <a:pt x="242" y="1821"/>
                    </a:lnTo>
                    <a:lnTo>
                      <a:pt x="254" y="1799"/>
                    </a:lnTo>
                    <a:lnTo>
                      <a:pt x="264" y="1778"/>
                    </a:lnTo>
                    <a:lnTo>
                      <a:pt x="279" y="1731"/>
                    </a:lnTo>
                    <a:lnTo>
                      <a:pt x="288" y="1685"/>
                    </a:lnTo>
                    <a:lnTo>
                      <a:pt x="293" y="1639"/>
                    </a:lnTo>
                    <a:lnTo>
                      <a:pt x="294" y="1594"/>
                    </a:lnTo>
                    <a:lnTo>
                      <a:pt x="293" y="1552"/>
                    </a:lnTo>
                    <a:lnTo>
                      <a:pt x="292" y="1532"/>
                    </a:lnTo>
                    <a:lnTo>
                      <a:pt x="292" y="1484"/>
                    </a:lnTo>
                    <a:lnTo>
                      <a:pt x="294" y="1456"/>
                    </a:lnTo>
                    <a:lnTo>
                      <a:pt x="299" y="1426"/>
                    </a:lnTo>
                    <a:lnTo>
                      <a:pt x="306" y="1394"/>
                    </a:lnTo>
                    <a:lnTo>
                      <a:pt x="316" y="1359"/>
                    </a:lnTo>
                    <a:lnTo>
                      <a:pt x="330" y="1324"/>
                    </a:lnTo>
                    <a:lnTo>
                      <a:pt x="348" y="1286"/>
                    </a:lnTo>
                    <a:lnTo>
                      <a:pt x="371" y="1246"/>
                    </a:lnTo>
                    <a:lnTo>
                      <a:pt x="401" y="1205"/>
                    </a:lnTo>
                    <a:lnTo>
                      <a:pt x="436" y="1164"/>
                    </a:lnTo>
                    <a:lnTo>
                      <a:pt x="456" y="1143"/>
                    </a:lnTo>
                    <a:lnTo>
                      <a:pt x="478" y="1121"/>
                    </a:lnTo>
                    <a:lnTo>
                      <a:pt x="503" y="1100"/>
                    </a:lnTo>
                    <a:lnTo>
                      <a:pt x="528" y="1078"/>
                    </a:lnTo>
                    <a:lnTo>
                      <a:pt x="556" y="1056"/>
                    </a:lnTo>
                    <a:lnTo>
                      <a:pt x="585" y="1035"/>
                    </a:lnTo>
                    <a:lnTo>
                      <a:pt x="617" y="1013"/>
                    </a:lnTo>
                    <a:lnTo>
                      <a:pt x="651" y="991"/>
                    </a:lnTo>
                    <a:lnTo>
                      <a:pt x="705" y="958"/>
                    </a:lnTo>
                    <a:lnTo>
                      <a:pt x="761" y="927"/>
                    </a:lnTo>
                    <a:lnTo>
                      <a:pt x="873" y="869"/>
                    </a:lnTo>
                    <a:lnTo>
                      <a:pt x="989" y="816"/>
                    </a:lnTo>
                    <a:lnTo>
                      <a:pt x="1106" y="766"/>
                    </a:lnTo>
                    <a:lnTo>
                      <a:pt x="1345" y="673"/>
                    </a:lnTo>
                    <a:lnTo>
                      <a:pt x="1583" y="578"/>
                    </a:lnTo>
                    <a:lnTo>
                      <a:pt x="1699" y="528"/>
                    </a:lnTo>
                    <a:lnTo>
                      <a:pt x="1815" y="473"/>
                    </a:lnTo>
                    <a:lnTo>
                      <a:pt x="1871" y="445"/>
                    </a:lnTo>
                    <a:lnTo>
                      <a:pt x="1927" y="415"/>
                    </a:lnTo>
                    <a:lnTo>
                      <a:pt x="1982" y="382"/>
                    </a:lnTo>
                    <a:lnTo>
                      <a:pt x="2036" y="349"/>
                    </a:lnTo>
                    <a:lnTo>
                      <a:pt x="2089" y="313"/>
                    </a:lnTo>
                    <a:lnTo>
                      <a:pt x="2141" y="275"/>
                    </a:lnTo>
                    <a:lnTo>
                      <a:pt x="2190" y="236"/>
                    </a:lnTo>
                    <a:lnTo>
                      <a:pt x="2240" y="195"/>
                    </a:lnTo>
                    <a:lnTo>
                      <a:pt x="2288" y="150"/>
                    </a:lnTo>
                    <a:lnTo>
                      <a:pt x="2334" y="103"/>
                    </a:lnTo>
                    <a:lnTo>
                      <a:pt x="2379" y="53"/>
                    </a:lnTo>
                    <a:lnTo>
                      <a:pt x="2422" y="0"/>
                    </a:lnTo>
                    <a:lnTo>
                      <a:pt x="2384" y="98"/>
                    </a:lnTo>
                    <a:lnTo>
                      <a:pt x="2343" y="194"/>
                    </a:lnTo>
                    <a:lnTo>
                      <a:pt x="2298" y="288"/>
                    </a:lnTo>
                    <a:lnTo>
                      <a:pt x="2252" y="380"/>
                    </a:lnTo>
                    <a:lnTo>
                      <a:pt x="2203" y="471"/>
                    </a:lnTo>
                    <a:lnTo>
                      <a:pt x="2150" y="560"/>
                    </a:lnTo>
                    <a:lnTo>
                      <a:pt x="2094" y="646"/>
                    </a:lnTo>
                    <a:lnTo>
                      <a:pt x="2037" y="732"/>
                    </a:lnTo>
                    <a:lnTo>
                      <a:pt x="1976" y="813"/>
                    </a:lnTo>
                    <a:lnTo>
                      <a:pt x="1912" y="894"/>
                    </a:lnTo>
                    <a:lnTo>
                      <a:pt x="1847" y="972"/>
                    </a:lnTo>
                    <a:lnTo>
                      <a:pt x="1779" y="1048"/>
                    </a:lnTo>
                    <a:lnTo>
                      <a:pt x="1707" y="1121"/>
                    </a:lnTo>
                    <a:lnTo>
                      <a:pt x="1635" y="1192"/>
                    </a:lnTo>
                    <a:lnTo>
                      <a:pt x="1560" y="1260"/>
                    </a:lnTo>
                    <a:lnTo>
                      <a:pt x="1483" y="1326"/>
                    </a:lnTo>
                    <a:lnTo>
                      <a:pt x="1403" y="1389"/>
                    </a:lnTo>
                    <a:lnTo>
                      <a:pt x="1322" y="1450"/>
                    </a:lnTo>
                    <a:lnTo>
                      <a:pt x="1239" y="1508"/>
                    </a:lnTo>
                    <a:lnTo>
                      <a:pt x="1153" y="1562"/>
                    </a:lnTo>
                    <a:lnTo>
                      <a:pt x="1066" y="1614"/>
                    </a:lnTo>
                    <a:lnTo>
                      <a:pt x="976" y="1664"/>
                    </a:lnTo>
                    <a:lnTo>
                      <a:pt x="886" y="1710"/>
                    </a:lnTo>
                    <a:lnTo>
                      <a:pt x="793" y="1752"/>
                    </a:lnTo>
                    <a:lnTo>
                      <a:pt x="700" y="1791"/>
                    </a:lnTo>
                    <a:lnTo>
                      <a:pt x="604" y="1828"/>
                    </a:lnTo>
                    <a:lnTo>
                      <a:pt x="506" y="1862"/>
                    </a:lnTo>
                    <a:lnTo>
                      <a:pt x="408" y="1890"/>
                    </a:lnTo>
                    <a:lnTo>
                      <a:pt x="308" y="1917"/>
                    </a:lnTo>
                    <a:lnTo>
                      <a:pt x="207" y="1940"/>
                    </a:lnTo>
                    <a:lnTo>
                      <a:pt x="104" y="1958"/>
                    </a:lnTo>
                    <a:lnTo>
                      <a:pt x="0" y="1975"/>
                    </a:lnTo>
                    <a:close/>
                  </a:path>
                </a:pathLst>
              </a:custGeom>
              <a:solidFill>
                <a:srgbClr val="00708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92" name="Freeform 118"/>
              <p:cNvSpPr>
                <a:spLocks/>
              </p:cNvSpPr>
              <p:nvPr/>
            </p:nvSpPr>
            <p:spPr bwMode="auto">
              <a:xfrm>
                <a:off x="2248" y="538"/>
                <a:ext cx="1190" cy="1177"/>
              </a:xfrm>
              <a:custGeom>
                <a:avLst/>
                <a:gdLst>
                  <a:gd name="T0" fmla="*/ 2283 w 2378"/>
                  <a:gd name="T1" fmla="*/ 838 h 2355"/>
                  <a:gd name="T2" fmla="*/ 2339 w 2378"/>
                  <a:gd name="T3" fmla="*/ 991 h 2355"/>
                  <a:gd name="T4" fmla="*/ 2375 w 2378"/>
                  <a:gd name="T5" fmla="*/ 1176 h 2355"/>
                  <a:gd name="T6" fmla="*/ 2367 w 2378"/>
                  <a:gd name="T7" fmla="*/ 1377 h 2355"/>
                  <a:gd name="T8" fmla="*/ 2338 w 2378"/>
                  <a:gd name="T9" fmla="*/ 1479 h 2355"/>
                  <a:gd name="T10" fmla="*/ 2288 w 2378"/>
                  <a:gd name="T11" fmla="*/ 1578 h 2355"/>
                  <a:gd name="T12" fmla="*/ 2217 w 2378"/>
                  <a:gd name="T13" fmla="*/ 1674 h 2355"/>
                  <a:gd name="T14" fmla="*/ 1509 w 2378"/>
                  <a:gd name="T15" fmla="*/ 2227 h 2355"/>
                  <a:gd name="T16" fmla="*/ 1396 w 2378"/>
                  <a:gd name="T17" fmla="*/ 2279 h 2355"/>
                  <a:gd name="T18" fmla="*/ 1202 w 2378"/>
                  <a:gd name="T19" fmla="*/ 2336 h 2355"/>
                  <a:gd name="T20" fmla="*/ 1034 w 2378"/>
                  <a:gd name="T21" fmla="*/ 2355 h 2355"/>
                  <a:gd name="T22" fmla="*/ 893 w 2378"/>
                  <a:gd name="T23" fmla="*/ 2348 h 2355"/>
                  <a:gd name="T24" fmla="*/ 782 w 2378"/>
                  <a:gd name="T25" fmla="*/ 2325 h 2355"/>
                  <a:gd name="T26" fmla="*/ 698 w 2378"/>
                  <a:gd name="T27" fmla="*/ 2298 h 2355"/>
                  <a:gd name="T28" fmla="*/ 590 w 2378"/>
                  <a:gd name="T29" fmla="*/ 2255 h 2355"/>
                  <a:gd name="T30" fmla="*/ 473 w 2378"/>
                  <a:gd name="T31" fmla="*/ 2190 h 2355"/>
                  <a:gd name="T32" fmla="*/ 368 w 2378"/>
                  <a:gd name="T33" fmla="*/ 2114 h 2355"/>
                  <a:gd name="T34" fmla="*/ 249 w 2378"/>
                  <a:gd name="T35" fmla="*/ 1999 h 2355"/>
                  <a:gd name="T36" fmla="*/ 154 w 2378"/>
                  <a:gd name="T37" fmla="*/ 1870 h 2355"/>
                  <a:gd name="T38" fmla="*/ 54 w 2378"/>
                  <a:gd name="T39" fmla="*/ 1661 h 2355"/>
                  <a:gd name="T40" fmla="*/ 4 w 2378"/>
                  <a:gd name="T41" fmla="*/ 1449 h 2355"/>
                  <a:gd name="T42" fmla="*/ 1 w 2378"/>
                  <a:gd name="T43" fmla="*/ 1309 h 2355"/>
                  <a:gd name="T44" fmla="*/ 6 w 2378"/>
                  <a:gd name="T45" fmla="*/ 1273 h 2355"/>
                  <a:gd name="T46" fmla="*/ 21 w 2378"/>
                  <a:gd name="T47" fmla="*/ 1202 h 2355"/>
                  <a:gd name="T48" fmla="*/ 49 w 2378"/>
                  <a:gd name="T49" fmla="*/ 1106 h 2355"/>
                  <a:gd name="T50" fmla="*/ 94 w 2378"/>
                  <a:gd name="T51" fmla="*/ 994 h 2355"/>
                  <a:gd name="T52" fmla="*/ 160 w 2378"/>
                  <a:gd name="T53" fmla="*/ 877 h 2355"/>
                  <a:gd name="T54" fmla="*/ 206 w 2378"/>
                  <a:gd name="T55" fmla="*/ 815 h 2355"/>
                  <a:gd name="T56" fmla="*/ 254 w 2378"/>
                  <a:gd name="T57" fmla="*/ 755 h 2355"/>
                  <a:gd name="T58" fmla="*/ 397 w 2378"/>
                  <a:gd name="T59" fmla="*/ 604 h 2355"/>
                  <a:gd name="T60" fmla="*/ 495 w 2378"/>
                  <a:gd name="T61" fmla="*/ 482 h 2355"/>
                  <a:gd name="T62" fmla="*/ 634 w 2378"/>
                  <a:gd name="T63" fmla="*/ 254 h 2355"/>
                  <a:gd name="T64" fmla="*/ 706 w 2378"/>
                  <a:gd name="T65" fmla="*/ 160 h 2355"/>
                  <a:gd name="T66" fmla="*/ 766 w 2378"/>
                  <a:gd name="T67" fmla="*/ 110 h 2355"/>
                  <a:gd name="T68" fmla="*/ 807 w 2378"/>
                  <a:gd name="T69" fmla="*/ 81 h 2355"/>
                  <a:gd name="T70" fmla="*/ 851 w 2378"/>
                  <a:gd name="T71" fmla="*/ 58 h 2355"/>
                  <a:gd name="T72" fmla="*/ 981 w 2378"/>
                  <a:gd name="T73" fmla="*/ 15 h 2355"/>
                  <a:gd name="T74" fmla="*/ 1121 w 2378"/>
                  <a:gd name="T75" fmla="*/ 0 h 2355"/>
                  <a:gd name="T76" fmla="*/ 1269 w 2378"/>
                  <a:gd name="T77" fmla="*/ 12 h 2355"/>
                  <a:gd name="T78" fmla="*/ 1419 w 2378"/>
                  <a:gd name="T79" fmla="*/ 48 h 2355"/>
                  <a:gd name="T80" fmla="*/ 1570 w 2378"/>
                  <a:gd name="T81" fmla="*/ 108 h 2355"/>
                  <a:gd name="T82" fmla="*/ 1718 w 2378"/>
                  <a:gd name="T83" fmla="*/ 190 h 2355"/>
                  <a:gd name="T84" fmla="*/ 1859 w 2378"/>
                  <a:gd name="T85" fmla="*/ 293 h 2355"/>
                  <a:gd name="T86" fmla="*/ 1991 w 2378"/>
                  <a:gd name="T87" fmla="*/ 414 h 2355"/>
                  <a:gd name="T88" fmla="*/ 2111 w 2378"/>
                  <a:gd name="T89" fmla="*/ 551 h 2355"/>
                  <a:gd name="T90" fmla="*/ 2215 w 2378"/>
                  <a:gd name="T91" fmla="*/ 705 h 23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2378" h="2355">
                    <a:moveTo>
                      <a:pt x="2245" y="759"/>
                    </a:moveTo>
                    <a:lnTo>
                      <a:pt x="2263" y="795"/>
                    </a:lnTo>
                    <a:lnTo>
                      <a:pt x="2283" y="838"/>
                    </a:lnTo>
                    <a:lnTo>
                      <a:pt x="2302" y="884"/>
                    </a:lnTo>
                    <a:lnTo>
                      <a:pt x="2322" y="936"/>
                    </a:lnTo>
                    <a:lnTo>
                      <a:pt x="2339" y="991"/>
                    </a:lnTo>
                    <a:lnTo>
                      <a:pt x="2355" y="1051"/>
                    </a:lnTo>
                    <a:lnTo>
                      <a:pt x="2367" y="1112"/>
                    </a:lnTo>
                    <a:lnTo>
                      <a:pt x="2375" y="1176"/>
                    </a:lnTo>
                    <a:lnTo>
                      <a:pt x="2378" y="1242"/>
                    </a:lnTo>
                    <a:lnTo>
                      <a:pt x="2376" y="1310"/>
                    </a:lnTo>
                    <a:lnTo>
                      <a:pt x="2367" y="1377"/>
                    </a:lnTo>
                    <a:lnTo>
                      <a:pt x="2359" y="1411"/>
                    </a:lnTo>
                    <a:lnTo>
                      <a:pt x="2349" y="1445"/>
                    </a:lnTo>
                    <a:lnTo>
                      <a:pt x="2338" y="1479"/>
                    </a:lnTo>
                    <a:lnTo>
                      <a:pt x="2324" y="1513"/>
                    </a:lnTo>
                    <a:lnTo>
                      <a:pt x="2307" y="1545"/>
                    </a:lnTo>
                    <a:lnTo>
                      <a:pt x="2288" y="1578"/>
                    </a:lnTo>
                    <a:lnTo>
                      <a:pt x="2268" y="1611"/>
                    </a:lnTo>
                    <a:lnTo>
                      <a:pt x="2243" y="1643"/>
                    </a:lnTo>
                    <a:lnTo>
                      <a:pt x="2217" y="1674"/>
                    </a:lnTo>
                    <a:lnTo>
                      <a:pt x="2187" y="1705"/>
                    </a:lnTo>
                    <a:lnTo>
                      <a:pt x="1542" y="2206"/>
                    </a:lnTo>
                    <a:lnTo>
                      <a:pt x="1509" y="2227"/>
                    </a:lnTo>
                    <a:lnTo>
                      <a:pt x="1470" y="2247"/>
                    </a:lnTo>
                    <a:lnTo>
                      <a:pt x="1431" y="2264"/>
                    </a:lnTo>
                    <a:lnTo>
                      <a:pt x="1396" y="2279"/>
                    </a:lnTo>
                    <a:lnTo>
                      <a:pt x="1328" y="2303"/>
                    </a:lnTo>
                    <a:lnTo>
                      <a:pt x="1263" y="2321"/>
                    </a:lnTo>
                    <a:lnTo>
                      <a:pt x="1202" y="2336"/>
                    </a:lnTo>
                    <a:lnTo>
                      <a:pt x="1143" y="2346"/>
                    </a:lnTo>
                    <a:lnTo>
                      <a:pt x="1087" y="2352"/>
                    </a:lnTo>
                    <a:lnTo>
                      <a:pt x="1034" y="2355"/>
                    </a:lnTo>
                    <a:lnTo>
                      <a:pt x="984" y="2355"/>
                    </a:lnTo>
                    <a:lnTo>
                      <a:pt x="937" y="2352"/>
                    </a:lnTo>
                    <a:lnTo>
                      <a:pt x="893" y="2348"/>
                    </a:lnTo>
                    <a:lnTo>
                      <a:pt x="853" y="2341"/>
                    </a:lnTo>
                    <a:lnTo>
                      <a:pt x="815" y="2334"/>
                    </a:lnTo>
                    <a:lnTo>
                      <a:pt x="782" y="2325"/>
                    </a:lnTo>
                    <a:lnTo>
                      <a:pt x="751" y="2316"/>
                    </a:lnTo>
                    <a:lnTo>
                      <a:pt x="722" y="2306"/>
                    </a:lnTo>
                    <a:lnTo>
                      <a:pt x="698" y="2298"/>
                    </a:lnTo>
                    <a:lnTo>
                      <a:pt x="676" y="2290"/>
                    </a:lnTo>
                    <a:lnTo>
                      <a:pt x="632" y="2273"/>
                    </a:lnTo>
                    <a:lnTo>
                      <a:pt x="590" y="2255"/>
                    </a:lnTo>
                    <a:lnTo>
                      <a:pt x="550" y="2235"/>
                    </a:lnTo>
                    <a:lnTo>
                      <a:pt x="511" y="2213"/>
                    </a:lnTo>
                    <a:lnTo>
                      <a:pt x="473" y="2190"/>
                    </a:lnTo>
                    <a:lnTo>
                      <a:pt x="437" y="2166"/>
                    </a:lnTo>
                    <a:lnTo>
                      <a:pt x="402" y="2141"/>
                    </a:lnTo>
                    <a:lnTo>
                      <a:pt x="368" y="2114"/>
                    </a:lnTo>
                    <a:lnTo>
                      <a:pt x="306" y="2059"/>
                    </a:lnTo>
                    <a:lnTo>
                      <a:pt x="277" y="2029"/>
                    </a:lnTo>
                    <a:lnTo>
                      <a:pt x="249" y="1999"/>
                    </a:lnTo>
                    <a:lnTo>
                      <a:pt x="223" y="1968"/>
                    </a:lnTo>
                    <a:lnTo>
                      <a:pt x="199" y="1935"/>
                    </a:lnTo>
                    <a:lnTo>
                      <a:pt x="154" y="1870"/>
                    </a:lnTo>
                    <a:lnTo>
                      <a:pt x="115" y="1802"/>
                    </a:lnTo>
                    <a:lnTo>
                      <a:pt x="81" y="1732"/>
                    </a:lnTo>
                    <a:lnTo>
                      <a:pt x="54" y="1661"/>
                    </a:lnTo>
                    <a:lnTo>
                      <a:pt x="31" y="1591"/>
                    </a:lnTo>
                    <a:lnTo>
                      <a:pt x="14" y="1520"/>
                    </a:lnTo>
                    <a:lnTo>
                      <a:pt x="4" y="1449"/>
                    </a:lnTo>
                    <a:lnTo>
                      <a:pt x="0" y="1380"/>
                    </a:lnTo>
                    <a:lnTo>
                      <a:pt x="1" y="1312"/>
                    </a:lnTo>
                    <a:lnTo>
                      <a:pt x="1" y="1309"/>
                    </a:lnTo>
                    <a:lnTo>
                      <a:pt x="2" y="1302"/>
                    </a:lnTo>
                    <a:lnTo>
                      <a:pt x="4" y="1289"/>
                    </a:lnTo>
                    <a:lnTo>
                      <a:pt x="6" y="1273"/>
                    </a:lnTo>
                    <a:lnTo>
                      <a:pt x="10" y="1252"/>
                    </a:lnTo>
                    <a:lnTo>
                      <a:pt x="14" y="1228"/>
                    </a:lnTo>
                    <a:lnTo>
                      <a:pt x="21" y="1202"/>
                    </a:lnTo>
                    <a:lnTo>
                      <a:pt x="28" y="1172"/>
                    </a:lnTo>
                    <a:lnTo>
                      <a:pt x="38" y="1139"/>
                    </a:lnTo>
                    <a:lnTo>
                      <a:pt x="49" y="1106"/>
                    </a:lnTo>
                    <a:lnTo>
                      <a:pt x="62" y="1069"/>
                    </a:lnTo>
                    <a:lnTo>
                      <a:pt x="77" y="1032"/>
                    </a:lnTo>
                    <a:lnTo>
                      <a:pt x="94" y="994"/>
                    </a:lnTo>
                    <a:lnTo>
                      <a:pt x="114" y="955"/>
                    </a:lnTo>
                    <a:lnTo>
                      <a:pt x="135" y="916"/>
                    </a:lnTo>
                    <a:lnTo>
                      <a:pt x="160" y="877"/>
                    </a:lnTo>
                    <a:lnTo>
                      <a:pt x="173" y="857"/>
                    </a:lnTo>
                    <a:lnTo>
                      <a:pt x="190" y="835"/>
                    </a:lnTo>
                    <a:lnTo>
                      <a:pt x="206" y="815"/>
                    </a:lnTo>
                    <a:lnTo>
                      <a:pt x="214" y="804"/>
                    </a:lnTo>
                    <a:lnTo>
                      <a:pt x="221" y="795"/>
                    </a:lnTo>
                    <a:lnTo>
                      <a:pt x="254" y="755"/>
                    </a:lnTo>
                    <a:lnTo>
                      <a:pt x="289" y="715"/>
                    </a:lnTo>
                    <a:lnTo>
                      <a:pt x="361" y="641"/>
                    </a:lnTo>
                    <a:lnTo>
                      <a:pt x="397" y="604"/>
                    </a:lnTo>
                    <a:lnTo>
                      <a:pt x="433" y="565"/>
                    </a:lnTo>
                    <a:lnTo>
                      <a:pt x="465" y="524"/>
                    </a:lnTo>
                    <a:lnTo>
                      <a:pt x="495" y="482"/>
                    </a:lnTo>
                    <a:lnTo>
                      <a:pt x="541" y="406"/>
                    </a:lnTo>
                    <a:lnTo>
                      <a:pt x="587" y="328"/>
                    </a:lnTo>
                    <a:lnTo>
                      <a:pt x="634" y="254"/>
                    </a:lnTo>
                    <a:lnTo>
                      <a:pt x="660" y="217"/>
                    </a:lnTo>
                    <a:lnTo>
                      <a:pt x="687" y="181"/>
                    </a:lnTo>
                    <a:lnTo>
                      <a:pt x="706" y="160"/>
                    </a:lnTo>
                    <a:lnTo>
                      <a:pt x="725" y="142"/>
                    </a:lnTo>
                    <a:lnTo>
                      <a:pt x="746" y="124"/>
                    </a:lnTo>
                    <a:lnTo>
                      <a:pt x="766" y="110"/>
                    </a:lnTo>
                    <a:lnTo>
                      <a:pt x="783" y="97"/>
                    </a:lnTo>
                    <a:lnTo>
                      <a:pt x="797" y="86"/>
                    </a:lnTo>
                    <a:lnTo>
                      <a:pt x="807" y="81"/>
                    </a:lnTo>
                    <a:lnTo>
                      <a:pt x="809" y="78"/>
                    </a:lnTo>
                    <a:lnTo>
                      <a:pt x="810" y="78"/>
                    </a:lnTo>
                    <a:lnTo>
                      <a:pt x="851" y="58"/>
                    </a:lnTo>
                    <a:lnTo>
                      <a:pt x="893" y="40"/>
                    </a:lnTo>
                    <a:lnTo>
                      <a:pt x="937" y="25"/>
                    </a:lnTo>
                    <a:lnTo>
                      <a:pt x="981" y="15"/>
                    </a:lnTo>
                    <a:lnTo>
                      <a:pt x="1027" y="7"/>
                    </a:lnTo>
                    <a:lnTo>
                      <a:pt x="1074" y="2"/>
                    </a:lnTo>
                    <a:lnTo>
                      <a:pt x="1121" y="0"/>
                    </a:lnTo>
                    <a:lnTo>
                      <a:pt x="1170" y="1"/>
                    </a:lnTo>
                    <a:lnTo>
                      <a:pt x="1219" y="5"/>
                    </a:lnTo>
                    <a:lnTo>
                      <a:pt x="1269" y="12"/>
                    </a:lnTo>
                    <a:lnTo>
                      <a:pt x="1318" y="21"/>
                    </a:lnTo>
                    <a:lnTo>
                      <a:pt x="1369" y="33"/>
                    </a:lnTo>
                    <a:lnTo>
                      <a:pt x="1419" y="48"/>
                    </a:lnTo>
                    <a:lnTo>
                      <a:pt x="1469" y="66"/>
                    </a:lnTo>
                    <a:lnTo>
                      <a:pt x="1520" y="85"/>
                    </a:lnTo>
                    <a:lnTo>
                      <a:pt x="1570" y="108"/>
                    </a:lnTo>
                    <a:lnTo>
                      <a:pt x="1619" y="134"/>
                    </a:lnTo>
                    <a:lnTo>
                      <a:pt x="1669" y="160"/>
                    </a:lnTo>
                    <a:lnTo>
                      <a:pt x="1718" y="190"/>
                    </a:lnTo>
                    <a:lnTo>
                      <a:pt x="1765" y="222"/>
                    </a:lnTo>
                    <a:lnTo>
                      <a:pt x="1813" y="256"/>
                    </a:lnTo>
                    <a:lnTo>
                      <a:pt x="1859" y="293"/>
                    </a:lnTo>
                    <a:lnTo>
                      <a:pt x="1905" y="331"/>
                    </a:lnTo>
                    <a:lnTo>
                      <a:pt x="1949" y="371"/>
                    </a:lnTo>
                    <a:lnTo>
                      <a:pt x="1991" y="414"/>
                    </a:lnTo>
                    <a:lnTo>
                      <a:pt x="2033" y="457"/>
                    </a:lnTo>
                    <a:lnTo>
                      <a:pt x="2073" y="503"/>
                    </a:lnTo>
                    <a:lnTo>
                      <a:pt x="2111" y="551"/>
                    </a:lnTo>
                    <a:lnTo>
                      <a:pt x="2147" y="600"/>
                    </a:lnTo>
                    <a:lnTo>
                      <a:pt x="2181" y="652"/>
                    </a:lnTo>
                    <a:lnTo>
                      <a:pt x="2215" y="705"/>
                    </a:lnTo>
                    <a:lnTo>
                      <a:pt x="2245" y="759"/>
                    </a:lnTo>
                    <a:close/>
                  </a:path>
                </a:pathLst>
              </a:custGeom>
              <a:solidFill>
                <a:srgbClr val="00E91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93" name="Freeform 119"/>
              <p:cNvSpPr>
                <a:spLocks/>
              </p:cNvSpPr>
              <p:nvPr/>
            </p:nvSpPr>
            <p:spPr bwMode="auto">
              <a:xfrm>
                <a:off x="1044" y="1953"/>
                <a:ext cx="1108" cy="1085"/>
              </a:xfrm>
              <a:custGeom>
                <a:avLst/>
                <a:gdLst>
                  <a:gd name="T0" fmla="*/ 2199 w 2216"/>
                  <a:gd name="T1" fmla="*/ 1253 h 2171"/>
                  <a:gd name="T2" fmla="*/ 2157 w 2216"/>
                  <a:gd name="T3" fmla="*/ 1374 h 2171"/>
                  <a:gd name="T4" fmla="*/ 2085 w 2216"/>
                  <a:gd name="T5" fmla="*/ 1495 h 2171"/>
                  <a:gd name="T6" fmla="*/ 1980 w 2216"/>
                  <a:gd name="T7" fmla="*/ 1607 h 2171"/>
                  <a:gd name="T8" fmla="*/ 1837 w 2216"/>
                  <a:gd name="T9" fmla="*/ 1702 h 2171"/>
                  <a:gd name="T10" fmla="*/ 1652 w 2216"/>
                  <a:gd name="T11" fmla="*/ 1770 h 2171"/>
                  <a:gd name="T12" fmla="*/ 1420 w 2216"/>
                  <a:gd name="T13" fmla="*/ 1800 h 2171"/>
                  <a:gd name="T14" fmla="*/ 1139 w 2216"/>
                  <a:gd name="T15" fmla="*/ 1785 h 2171"/>
                  <a:gd name="T16" fmla="*/ 982 w 2216"/>
                  <a:gd name="T17" fmla="*/ 1758 h 2171"/>
                  <a:gd name="T18" fmla="*/ 911 w 2216"/>
                  <a:gd name="T19" fmla="*/ 1769 h 2171"/>
                  <a:gd name="T20" fmla="*/ 890 w 2216"/>
                  <a:gd name="T21" fmla="*/ 1794 h 2171"/>
                  <a:gd name="T22" fmla="*/ 914 w 2216"/>
                  <a:gd name="T23" fmla="*/ 1894 h 2171"/>
                  <a:gd name="T24" fmla="*/ 953 w 2216"/>
                  <a:gd name="T25" fmla="*/ 1993 h 2171"/>
                  <a:gd name="T26" fmla="*/ 966 w 2216"/>
                  <a:gd name="T27" fmla="*/ 2086 h 2171"/>
                  <a:gd name="T28" fmla="*/ 947 w 2216"/>
                  <a:gd name="T29" fmla="*/ 2141 h 2171"/>
                  <a:gd name="T30" fmla="*/ 904 w 2216"/>
                  <a:gd name="T31" fmla="*/ 2166 h 2171"/>
                  <a:gd name="T32" fmla="*/ 791 w 2216"/>
                  <a:gd name="T33" fmla="*/ 2163 h 2171"/>
                  <a:gd name="T34" fmla="*/ 718 w 2216"/>
                  <a:gd name="T35" fmla="*/ 2140 h 2171"/>
                  <a:gd name="T36" fmla="*/ 628 w 2216"/>
                  <a:gd name="T37" fmla="*/ 2097 h 2171"/>
                  <a:gd name="T38" fmla="*/ 345 w 2216"/>
                  <a:gd name="T39" fmla="*/ 1901 h 2171"/>
                  <a:gd name="T40" fmla="*/ 137 w 2216"/>
                  <a:gd name="T41" fmla="*/ 1679 h 2171"/>
                  <a:gd name="T42" fmla="*/ 52 w 2216"/>
                  <a:gd name="T43" fmla="*/ 1548 h 2171"/>
                  <a:gd name="T44" fmla="*/ 13 w 2216"/>
                  <a:gd name="T45" fmla="*/ 1459 h 2171"/>
                  <a:gd name="T46" fmla="*/ 0 w 2216"/>
                  <a:gd name="T47" fmla="*/ 1389 h 2171"/>
                  <a:gd name="T48" fmla="*/ 19 w 2216"/>
                  <a:gd name="T49" fmla="*/ 1332 h 2171"/>
                  <a:gd name="T50" fmla="*/ 85 w 2216"/>
                  <a:gd name="T51" fmla="*/ 1303 h 2171"/>
                  <a:gd name="T52" fmla="*/ 222 w 2216"/>
                  <a:gd name="T53" fmla="*/ 1324 h 2171"/>
                  <a:gd name="T54" fmla="*/ 309 w 2216"/>
                  <a:gd name="T55" fmla="*/ 1328 h 2171"/>
                  <a:gd name="T56" fmla="*/ 332 w 2216"/>
                  <a:gd name="T57" fmla="*/ 1306 h 2171"/>
                  <a:gd name="T58" fmla="*/ 363 w 2216"/>
                  <a:gd name="T59" fmla="*/ 1228 h 2171"/>
                  <a:gd name="T60" fmla="*/ 324 w 2216"/>
                  <a:gd name="T61" fmla="*/ 1104 h 2171"/>
                  <a:gd name="T62" fmla="*/ 279 w 2216"/>
                  <a:gd name="T63" fmla="*/ 923 h 2171"/>
                  <a:gd name="T64" fmla="*/ 258 w 2216"/>
                  <a:gd name="T65" fmla="*/ 763 h 2171"/>
                  <a:gd name="T66" fmla="*/ 265 w 2216"/>
                  <a:gd name="T67" fmla="*/ 559 h 2171"/>
                  <a:gd name="T68" fmla="*/ 333 w 2216"/>
                  <a:gd name="T69" fmla="*/ 348 h 2171"/>
                  <a:gd name="T70" fmla="*/ 443 w 2216"/>
                  <a:gd name="T71" fmla="*/ 199 h 2171"/>
                  <a:gd name="T72" fmla="*/ 574 w 2216"/>
                  <a:gd name="T73" fmla="*/ 99 h 2171"/>
                  <a:gd name="T74" fmla="*/ 697 w 2216"/>
                  <a:gd name="T75" fmla="*/ 42 h 2171"/>
                  <a:gd name="T76" fmla="*/ 790 w 2216"/>
                  <a:gd name="T77" fmla="*/ 13 h 2171"/>
                  <a:gd name="T78" fmla="*/ 829 w 2216"/>
                  <a:gd name="T79" fmla="*/ 6 h 2171"/>
                  <a:gd name="T80" fmla="*/ 1131 w 2216"/>
                  <a:gd name="T81" fmla="*/ 11 h 2171"/>
                  <a:gd name="T82" fmla="*/ 1404 w 2216"/>
                  <a:gd name="T83" fmla="*/ 78 h 2171"/>
                  <a:gd name="T84" fmla="*/ 1644 w 2216"/>
                  <a:gd name="T85" fmla="*/ 195 h 2171"/>
                  <a:gd name="T86" fmla="*/ 1848 w 2216"/>
                  <a:gd name="T87" fmla="*/ 352 h 2171"/>
                  <a:gd name="T88" fmla="*/ 2010 w 2216"/>
                  <a:gd name="T89" fmla="*/ 536 h 2171"/>
                  <a:gd name="T90" fmla="*/ 2127 w 2216"/>
                  <a:gd name="T91" fmla="*/ 738 h 2171"/>
                  <a:gd name="T92" fmla="*/ 2198 w 2216"/>
                  <a:gd name="T93" fmla="*/ 944 h 2171"/>
                  <a:gd name="T94" fmla="*/ 2215 w 2216"/>
                  <a:gd name="T95" fmla="*/ 1143 h 2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2216" h="2171">
                    <a:moveTo>
                      <a:pt x="2215" y="1143"/>
                    </a:moveTo>
                    <a:lnTo>
                      <a:pt x="2210" y="1196"/>
                    </a:lnTo>
                    <a:lnTo>
                      <a:pt x="2205" y="1224"/>
                    </a:lnTo>
                    <a:lnTo>
                      <a:pt x="2199" y="1253"/>
                    </a:lnTo>
                    <a:lnTo>
                      <a:pt x="2191" y="1283"/>
                    </a:lnTo>
                    <a:lnTo>
                      <a:pt x="2182" y="1313"/>
                    </a:lnTo>
                    <a:lnTo>
                      <a:pt x="2170" y="1343"/>
                    </a:lnTo>
                    <a:lnTo>
                      <a:pt x="2157" y="1374"/>
                    </a:lnTo>
                    <a:lnTo>
                      <a:pt x="2142" y="1404"/>
                    </a:lnTo>
                    <a:lnTo>
                      <a:pt x="2125" y="1435"/>
                    </a:lnTo>
                    <a:lnTo>
                      <a:pt x="2107" y="1465"/>
                    </a:lnTo>
                    <a:lnTo>
                      <a:pt x="2085" y="1495"/>
                    </a:lnTo>
                    <a:lnTo>
                      <a:pt x="2062" y="1523"/>
                    </a:lnTo>
                    <a:lnTo>
                      <a:pt x="2038" y="1552"/>
                    </a:lnTo>
                    <a:lnTo>
                      <a:pt x="2010" y="1580"/>
                    </a:lnTo>
                    <a:lnTo>
                      <a:pt x="1980" y="1607"/>
                    </a:lnTo>
                    <a:lnTo>
                      <a:pt x="1948" y="1633"/>
                    </a:lnTo>
                    <a:lnTo>
                      <a:pt x="1913" y="1657"/>
                    </a:lnTo>
                    <a:lnTo>
                      <a:pt x="1876" y="1680"/>
                    </a:lnTo>
                    <a:lnTo>
                      <a:pt x="1837" y="1702"/>
                    </a:lnTo>
                    <a:lnTo>
                      <a:pt x="1795" y="1722"/>
                    </a:lnTo>
                    <a:lnTo>
                      <a:pt x="1750" y="1740"/>
                    </a:lnTo>
                    <a:lnTo>
                      <a:pt x="1702" y="1756"/>
                    </a:lnTo>
                    <a:lnTo>
                      <a:pt x="1652" y="1770"/>
                    </a:lnTo>
                    <a:lnTo>
                      <a:pt x="1598" y="1781"/>
                    </a:lnTo>
                    <a:lnTo>
                      <a:pt x="1542" y="1790"/>
                    </a:lnTo>
                    <a:lnTo>
                      <a:pt x="1482" y="1796"/>
                    </a:lnTo>
                    <a:lnTo>
                      <a:pt x="1420" y="1800"/>
                    </a:lnTo>
                    <a:lnTo>
                      <a:pt x="1355" y="1801"/>
                    </a:lnTo>
                    <a:lnTo>
                      <a:pt x="1287" y="1799"/>
                    </a:lnTo>
                    <a:lnTo>
                      <a:pt x="1214" y="1794"/>
                    </a:lnTo>
                    <a:lnTo>
                      <a:pt x="1139" y="1785"/>
                    </a:lnTo>
                    <a:lnTo>
                      <a:pt x="1110" y="1780"/>
                    </a:lnTo>
                    <a:lnTo>
                      <a:pt x="1080" y="1773"/>
                    </a:lnTo>
                    <a:lnTo>
                      <a:pt x="1015" y="1762"/>
                    </a:lnTo>
                    <a:lnTo>
                      <a:pt x="982" y="1758"/>
                    </a:lnTo>
                    <a:lnTo>
                      <a:pt x="951" y="1758"/>
                    </a:lnTo>
                    <a:lnTo>
                      <a:pt x="938" y="1761"/>
                    </a:lnTo>
                    <a:lnTo>
                      <a:pt x="924" y="1764"/>
                    </a:lnTo>
                    <a:lnTo>
                      <a:pt x="911" y="1769"/>
                    </a:lnTo>
                    <a:lnTo>
                      <a:pt x="900" y="1776"/>
                    </a:lnTo>
                    <a:lnTo>
                      <a:pt x="895" y="1780"/>
                    </a:lnTo>
                    <a:lnTo>
                      <a:pt x="893" y="1786"/>
                    </a:lnTo>
                    <a:lnTo>
                      <a:pt x="890" y="1794"/>
                    </a:lnTo>
                    <a:lnTo>
                      <a:pt x="890" y="1803"/>
                    </a:lnTo>
                    <a:lnTo>
                      <a:pt x="893" y="1824"/>
                    </a:lnTo>
                    <a:lnTo>
                      <a:pt x="898" y="1847"/>
                    </a:lnTo>
                    <a:lnTo>
                      <a:pt x="914" y="1894"/>
                    </a:lnTo>
                    <a:lnTo>
                      <a:pt x="923" y="1915"/>
                    </a:lnTo>
                    <a:lnTo>
                      <a:pt x="929" y="1931"/>
                    </a:lnTo>
                    <a:lnTo>
                      <a:pt x="942" y="1963"/>
                    </a:lnTo>
                    <a:lnTo>
                      <a:pt x="953" y="1993"/>
                    </a:lnTo>
                    <a:lnTo>
                      <a:pt x="959" y="2020"/>
                    </a:lnTo>
                    <a:lnTo>
                      <a:pt x="964" y="2044"/>
                    </a:lnTo>
                    <a:lnTo>
                      <a:pt x="966" y="2066"/>
                    </a:lnTo>
                    <a:lnTo>
                      <a:pt x="966" y="2086"/>
                    </a:lnTo>
                    <a:lnTo>
                      <a:pt x="964" y="2103"/>
                    </a:lnTo>
                    <a:lnTo>
                      <a:pt x="961" y="2117"/>
                    </a:lnTo>
                    <a:lnTo>
                      <a:pt x="955" y="2129"/>
                    </a:lnTo>
                    <a:lnTo>
                      <a:pt x="947" y="2141"/>
                    </a:lnTo>
                    <a:lnTo>
                      <a:pt x="938" y="2149"/>
                    </a:lnTo>
                    <a:lnTo>
                      <a:pt x="928" y="2156"/>
                    </a:lnTo>
                    <a:lnTo>
                      <a:pt x="917" y="2162"/>
                    </a:lnTo>
                    <a:lnTo>
                      <a:pt x="904" y="2166"/>
                    </a:lnTo>
                    <a:lnTo>
                      <a:pt x="878" y="2171"/>
                    </a:lnTo>
                    <a:lnTo>
                      <a:pt x="849" y="2171"/>
                    </a:lnTo>
                    <a:lnTo>
                      <a:pt x="820" y="2167"/>
                    </a:lnTo>
                    <a:lnTo>
                      <a:pt x="791" y="2163"/>
                    </a:lnTo>
                    <a:lnTo>
                      <a:pt x="765" y="2156"/>
                    </a:lnTo>
                    <a:lnTo>
                      <a:pt x="742" y="2149"/>
                    </a:lnTo>
                    <a:lnTo>
                      <a:pt x="724" y="2143"/>
                    </a:lnTo>
                    <a:lnTo>
                      <a:pt x="718" y="2140"/>
                    </a:lnTo>
                    <a:lnTo>
                      <a:pt x="712" y="2139"/>
                    </a:lnTo>
                    <a:lnTo>
                      <a:pt x="708" y="2136"/>
                    </a:lnTo>
                    <a:lnTo>
                      <a:pt x="707" y="2136"/>
                    </a:lnTo>
                    <a:lnTo>
                      <a:pt x="628" y="2097"/>
                    </a:lnTo>
                    <a:lnTo>
                      <a:pt x="552" y="2053"/>
                    </a:lnTo>
                    <a:lnTo>
                      <a:pt x="479" y="2005"/>
                    </a:lnTo>
                    <a:lnTo>
                      <a:pt x="410" y="1954"/>
                    </a:lnTo>
                    <a:lnTo>
                      <a:pt x="345" y="1901"/>
                    </a:lnTo>
                    <a:lnTo>
                      <a:pt x="287" y="1846"/>
                    </a:lnTo>
                    <a:lnTo>
                      <a:pt x="231" y="1790"/>
                    </a:lnTo>
                    <a:lnTo>
                      <a:pt x="182" y="1734"/>
                    </a:lnTo>
                    <a:lnTo>
                      <a:pt x="137" y="1679"/>
                    </a:lnTo>
                    <a:lnTo>
                      <a:pt x="99" y="1625"/>
                    </a:lnTo>
                    <a:lnTo>
                      <a:pt x="82" y="1598"/>
                    </a:lnTo>
                    <a:lnTo>
                      <a:pt x="66" y="1573"/>
                    </a:lnTo>
                    <a:lnTo>
                      <a:pt x="52" y="1548"/>
                    </a:lnTo>
                    <a:lnTo>
                      <a:pt x="39" y="1525"/>
                    </a:lnTo>
                    <a:lnTo>
                      <a:pt x="29" y="1502"/>
                    </a:lnTo>
                    <a:lnTo>
                      <a:pt x="19" y="1480"/>
                    </a:lnTo>
                    <a:lnTo>
                      <a:pt x="13" y="1459"/>
                    </a:lnTo>
                    <a:lnTo>
                      <a:pt x="7" y="1439"/>
                    </a:lnTo>
                    <a:lnTo>
                      <a:pt x="2" y="1421"/>
                    </a:lnTo>
                    <a:lnTo>
                      <a:pt x="1" y="1404"/>
                    </a:lnTo>
                    <a:lnTo>
                      <a:pt x="0" y="1389"/>
                    </a:lnTo>
                    <a:lnTo>
                      <a:pt x="2" y="1375"/>
                    </a:lnTo>
                    <a:lnTo>
                      <a:pt x="6" y="1362"/>
                    </a:lnTo>
                    <a:lnTo>
                      <a:pt x="9" y="1351"/>
                    </a:lnTo>
                    <a:lnTo>
                      <a:pt x="19" y="1332"/>
                    </a:lnTo>
                    <a:lnTo>
                      <a:pt x="33" y="1319"/>
                    </a:lnTo>
                    <a:lnTo>
                      <a:pt x="48" y="1310"/>
                    </a:lnTo>
                    <a:lnTo>
                      <a:pt x="66" y="1306"/>
                    </a:lnTo>
                    <a:lnTo>
                      <a:pt x="85" y="1303"/>
                    </a:lnTo>
                    <a:lnTo>
                      <a:pt x="107" y="1303"/>
                    </a:lnTo>
                    <a:lnTo>
                      <a:pt x="129" y="1307"/>
                    </a:lnTo>
                    <a:lnTo>
                      <a:pt x="175" y="1315"/>
                    </a:lnTo>
                    <a:lnTo>
                      <a:pt x="222" y="1324"/>
                    </a:lnTo>
                    <a:lnTo>
                      <a:pt x="245" y="1329"/>
                    </a:lnTo>
                    <a:lnTo>
                      <a:pt x="267" y="1330"/>
                    </a:lnTo>
                    <a:lnTo>
                      <a:pt x="289" y="1330"/>
                    </a:lnTo>
                    <a:lnTo>
                      <a:pt x="309" y="1328"/>
                    </a:lnTo>
                    <a:lnTo>
                      <a:pt x="310" y="1326"/>
                    </a:lnTo>
                    <a:lnTo>
                      <a:pt x="312" y="1325"/>
                    </a:lnTo>
                    <a:lnTo>
                      <a:pt x="320" y="1317"/>
                    </a:lnTo>
                    <a:lnTo>
                      <a:pt x="332" y="1306"/>
                    </a:lnTo>
                    <a:lnTo>
                      <a:pt x="343" y="1291"/>
                    </a:lnTo>
                    <a:lnTo>
                      <a:pt x="354" y="1272"/>
                    </a:lnTo>
                    <a:lnTo>
                      <a:pt x="360" y="1252"/>
                    </a:lnTo>
                    <a:lnTo>
                      <a:pt x="363" y="1228"/>
                    </a:lnTo>
                    <a:lnTo>
                      <a:pt x="360" y="1216"/>
                    </a:lnTo>
                    <a:lnTo>
                      <a:pt x="357" y="1203"/>
                    </a:lnTo>
                    <a:lnTo>
                      <a:pt x="340" y="1154"/>
                    </a:lnTo>
                    <a:lnTo>
                      <a:pt x="324" y="1104"/>
                    </a:lnTo>
                    <a:lnTo>
                      <a:pt x="310" y="1057"/>
                    </a:lnTo>
                    <a:lnTo>
                      <a:pt x="298" y="1011"/>
                    </a:lnTo>
                    <a:lnTo>
                      <a:pt x="288" y="967"/>
                    </a:lnTo>
                    <a:lnTo>
                      <a:pt x="279" y="923"/>
                    </a:lnTo>
                    <a:lnTo>
                      <a:pt x="271" y="882"/>
                    </a:lnTo>
                    <a:lnTo>
                      <a:pt x="265" y="841"/>
                    </a:lnTo>
                    <a:lnTo>
                      <a:pt x="260" y="801"/>
                    </a:lnTo>
                    <a:lnTo>
                      <a:pt x="258" y="763"/>
                    </a:lnTo>
                    <a:lnTo>
                      <a:pt x="256" y="726"/>
                    </a:lnTo>
                    <a:lnTo>
                      <a:pt x="256" y="690"/>
                    </a:lnTo>
                    <a:lnTo>
                      <a:pt x="258" y="623"/>
                    </a:lnTo>
                    <a:lnTo>
                      <a:pt x="265" y="559"/>
                    </a:lnTo>
                    <a:lnTo>
                      <a:pt x="276" y="500"/>
                    </a:lnTo>
                    <a:lnTo>
                      <a:pt x="292" y="446"/>
                    </a:lnTo>
                    <a:lnTo>
                      <a:pt x="311" y="396"/>
                    </a:lnTo>
                    <a:lnTo>
                      <a:pt x="333" y="348"/>
                    </a:lnTo>
                    <a:lnTo>
                      <a:pt x="357" y="306"/>
                    </a:lnTo>
                    <a:lnTo>
                      <a:pt x="385" y="267"/>
                    </a:lnTo>
                    <a:lnTo>
                      <a:pt x="413" y="231"/>
                    </a:lnTo>
                    <a:lnTo>
                      <a:pt x="443" y="199"/>
                    </a:lnTo>
                    <a:lnTo>
                      <a:pt x="476" y="170"/>
                    </a:lnTo>
                    <a:lnTo>
                      <a:pt x="508" y="143"/>
                    </a:lnTo>
                    <a:lnTo>
                      <a:pt x="540" y="120"/>
                    </a:lnTo>
                    <a:lnTo>
                      <a:pt x="574" y="99"/>
                    </a:lnTo>
                    <a:lnTo>
                      <a:pt x="606" y="82"/>
                    </a:lnTo>
                    <a:lnTo>
                      <a:pt x="637" y="66"/>
                    </a:lnTo>
                    <a:lnTo>
                      <a:pt x="668" y="52"/>
                    </a:lnTo>
                    <a:lnTo>
                      <a:pt x="697" y="42"/>
                    </a:lnTo>
                    <a:lnTo>
                      <a:pt x="724" y="32"/>
                    </a:lnTo>
                    <a:lnTo>
                      <a:pt x="749" y="25"/>
                    </a:lnTo>
                    <a:lnTo>
                      <a:pt x="772" y="18"/>
                    </a:lnTo>
                    <a:lnTo>
                      <a:pt x="790" y="13"/>
                    </a:lnTo>
                    <a:lnTo>
                      <a:pt x="806" y="10"/>
                    </a:lnTo>
                    <a:lnTo>
                      <a:pt x="818" y="8"/>
                    </a:lnTo>
                    <a:lnTo>
                      <a:pt x="826" y="6"/>
                    </a:lnTo>
                    <a:lnTo>
                      <a:pt x="829" y="6"/>
                    </a:lnTo>
                    <a:lnTo>
                      <a:pt x="908" y="0"/>
                    </a:lnTo>
                    <a:lnTo>
                      <a:pt x="984" y="0"/>
                    </a:lnTo>
                    <a:lnTo>
                      <a:pt x="1058" y="4"/>
                    </a:lnTo>
                    <a:lnTo>
                      <a:pt x="1131" y="11"/>
                    </a:lnTo>
                    <a:lnTo>
                      <a:pt x="1202" y="22"/>
                    </a:lnTo>
                    <a:lnTo>
                      <a:pt x="1272" y="37"/>
                    </a:lnTo>
                    <a:lnTo>
                      <a:pt x="1338" y="56"/>
                    </a:lnTo>
                    <a:lnTo>
                      <a:pt x="1404" y="78"/>
                    </a:lnTo>
                    <a:lnTo>
                      <a:pt x="1467" y="103"/>
                    </a:lnTo>
                    <a:lnTo>
                      <a:pt x="1528" y="131"/>
                    </a:lnTo>
                    <a:lnTo>
                      <a:pt x="1587" y="162"/>
                    </a:lnTo>
                    <a:lnTo>
                      <a:pt x="1644" y="195"/>
                    </a:lnTo>
                    <a:lnTo>
                      <a:pt x="1698" y="231"/>
                    </a:lnTo>
                    <a:lnTo>
                      <a:pt x="1751" y="269"/>
                    </a:lnTo>
                    <a:lnTo>
                      <a:pt x="1800" y="309"/>
                    </a:lnTo>
                    <a:lnTo>
                      <a:pt x="1848" y="352"/>
                    </a:lnTo>
                    <a:lnTo>
                      <a:pt x="1891" y="396"/>
                    </a:lnTo>
                    <a:lnTo>
                      <a:pt x="1934" y="442"/>
                    </a:lnTo>
                    <a:lnTo>
                      <a:pt x="1973" y="488"/>
                    </a:lnTo>
                    <a:lnTo>
                      <a:pt x="2010" y="536"/>
                    </a:lnTo>
                    <a:lnTo>
                      <a:pt x="2043" y="586"/>
                    </a:lnTo>
                    <a:lnTo>
                      <a:pt x="2074" y="635"/>
                    </a:lnTo>
                    <a:lnTo>
                      <a:pt x="2102" y="686"/>
                    </a:lnTo>
                    <a:lnTo>
                      <a:pt x="2127" y="738"/>
                    </a:lnTo>
                    <a:lnTo>
                      <a:pt x="2149" y="788"/>
                    </a:lnTo>
                    <a:lnTo>
                      <a:pt x="2169" y="840"/>
                    </a:lnTo>
                    <a:lnTo>
                      <a:pt x="2185" y="892"/>
                    </a:lnTo>
                    <a:lnTo>
                      <a:pt x="2198" y="944"/>
                    </a:lnTo>
                    <a:lnTo>
                      <a:pt x="2207" y="995"/>
                    </a:lnTo>
                    <a:lnTo>
                      <a:pt x="2213" y="1045"/>
                    </a:lnTo>
                    <a:lnTo>
                      <a:pt x="2216" y="1095"/>
                    </a:lnTo>
                    <a:lnTo>
                      <a:pt x="2215" y="1143"/>
                    </a:lnTo>
                    <a:close/>
                  </a:path>
                </a:pathLst>
              </a:custGeom>
              <a:solidFill>
                <a:srgbClr val="00A2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94" name="Freeform 120"/>
              <p:cNvSpPr>
                <a:spLocks/>
              </p:cNvSpPr>
              <p:nvPr/>
            </p:nvSpPr>
            <p:spPr bwMode="auto">
              <a:xfrm>
                <a:off x="2270" y="606"/>
                <a:ext cx="1101" cy="1093"/>
              </a:xfrm>
              <a:custGeom>
                <a:avLst/>
                <a:gdLst>
                  <a:gd name="T0" fmla="*/ 2161 w 2203"/>
                  <a:gd name="T1" fmla="*/ 782 h 2185"/>
                  <a:gd name="T2" fmla="*/ 2193 w 2203"/>
                  <a:gd name="T3" fmla="*/ 916 h 2185"/>
                  <a:gd name="T4" fmla="*/ 2203 w 2203"/>
                  <a:gd name="T5" fmla="*/ 1026 h 2185"/>
                  <a:gd name="T6" fmla="*/ 2197 w 2203"/>
                  <a:gd name="T7" fmla="*/ 1108 h 2185"/>
                  <a:gd name="T8" fmla="*/ 2186 w 2203"/>
                  <a:gd name="T9" fmla="*/ 1160 h 2185"/>
                  <a:gd name="T10" fmla="*/ 2175 w 2203"/>
                  <a:gd name="T11" fmla="*/ 1195 h 2185"/>
                  <a:gd name="T12" fmla="*/ 2131 w 2203"/>
                  <a:gd name="T13" fmla="*/ 1285 h 2185"/>
                  <a:gd name="T14" fmla="*/ 2098 w 2203"/>
                  <a:gd name="T15" fmla="*/ 1337 h 2185"/>
                  <a:gd name="T16" fmla="*/ 1719 w 2203"/>
                  <a:gd name="T17" fmla="*/ 1767 h 2185"/>
                  <a:gd name="T18" fmla="*/ 1609 w 2203"/>
                  <a:gd name="T19" fmla="*/ 1903 h 2185"/>
                  <a:gd name="T20" fmla="*/ 1519 w 2203"/>
                  <a:gd name="T21" fmla="*/ 1977 h 2185"/>
                  <a:gd name="T22" fmla="*/ 1447 w 2203"/>
                  <a:gd name="T23" fmla="*/ 2033 h 2185"/>
                  <a:gd name="T24" fmla="*/ 1390 w 2203"/>
                  <a:gd name="T25" fmla="*/ 2071 h 2185"/>
                  <a:gd name="T26" fmla="*/ 1302 w 2203"/>
                  <a:gd name="T27" fmla="*/ 2116 h 2185"/>
                  <a:gd name="T28" fmla="*/ 1229 w 2203"/>
                  <a:gd name="T29" fmla="*/ 2143 h 2185"/>
                  <a:gd name="T30" fmla="*/ 1160 w 2203"/>
                  <a:gd name="T31" fmla="*/ 2163 h 2185"/>
                  <a:gd name="T32" fmla="*/ 1069 w 2203"/>
                  <a:gd name="T33" fmla="*/ 2180 h 2185"/>
                  <a:gd name="T34" fmla="*/ 959 w 2203"/>
                  <a:gd name="T35" fmla="*/ 2185 h 2185"/>
                  <a:gd name="T36" fmla="*/ 831 w 2203"/>
                  <a:gd name="T37" fmla="*/ 2174 h 2185"/>
                  <a:gd name="T38" fmla="*/ 686 w 2203"/>
                  <a:gd name="T39" fmla="*/ 2139 h 2185"/>
                  <a:gd name="T40" fmla="*/ 584 w 2203"/>
                  <a:gd name="T41" fmla="*/ 2101 h 2185"/>
                  <a:gd name="T42" fmla="*/ 474 w 2203"/>
                  <a:gd name="T43" fmla="*/ 2044 h 2185"/>
                  <a:gd name="T44" fmla="*/ 302 w 2203"/>
                  <a:gd name="T45" fmla="*/ 1915 h 2185"/>
                  <a:gd name="T46" fmla="*/ 169 w 2203"/>
                  <a:gd name="T47" fmla="*/ 1768 h 2185"/>
                  <a:gd name="T48" fmla="*/ 103 w 2203"/>
                  <a:gd name="T49" fmla="*/ 1662 h 2185"/>
                  <a:gd name="T50" fmla="*/ 49 w 2203"/>
                  <a:gd name="T51" fmla="*/ 1545 h 2185"/>
                  <a:gd name="T52" fmla="*/ 14 w 2203"/>
                  <a:gd name="T53" fmla="*/ 1414 h 2185"/>
                  <a:gd name="T54" fmla="*/ 0 w 2203"/>
                  <a:gd name="T55" fmla="*/ 1270 h 2185"/>
                  <a:gd name="T56" fmla="*/ 11 w 2203"/>
                  <a:gd name="T57" fmla="*/ 1112 h 2185"/>
                  <a:gd name="T58" fmla="*/ 51 w 2203"/>
                  <a:gd name="T59" fmla="*/ 962 h 2185"/>
                  <a:gd name="T60" fmla="*/ 120 w 2203"/>
                  <a:gd name="T61" fmla="*/ 825 h 2185"/>
                  <a:gd name="T62" fmla="*/ 232 w 2203"/>
                  <a:gd name="T63" fmla="*/ 692 h 2185"/>
                  <a:gd name="T64" fmla="*/ 388 w 2203"/>
                  <a:gd name="T65" fmla="*/ 564 h 2185"/>
                  <a:gd name="T66" fmla="*/ 603 w 2203"/>
                  <a:gd name="T67" fmla="*/ 400 h 2185"/>
                  <a:gd name="T68" fmla="*/ 725 w 2203"/>
                  <a:gd name="T69" fmla="*/ 260 h 2185"/>
                  <a:gd name="T70" fmla="*/ 848 w 2203"/>
                  <a:gd name="T71" fmla="*/ 121 h 2185"/>
                  <a:gd name="T72" fmla="*/ 921 w 2203"/>
                  <a:gd name="T73" fmla="*/ 67 h 2185"/>
                  <a:gd name="T74" fmla="*/ 1016 w 2203"/>
                  <a:gd name="T75" fmla="*/ 24 h 2185"/>
                  <a:gd name="T76" fmla="*/ 1129 w 2203"/>
                  <a:gd name="T77" fmla="*/ 2 h 2185"/>
                  <a:gd name="T78" fmla="*/ 1249 w 2203"/>
                  <a:gd name="T79" fmla="*/ 3 h 2185"/>
                  <a:gd name="T80" fmla="*/ 1374 w 2203"/>
                  <a:gd name="T81" fmla="*/ 28 h 2185"/>
                  <a:gd name="T82" fmla="*/ 1501 w 2203"/>
                  <a:gd name="T83" fmla="*/ 73 h 2185"/>
                  <a:gd name="T84" fmla="*/ 1625 w 2203"/>
                  <a:gd name="T85" fmla="*/ 136 h 2185"/>
                  <a:gd name="T86" fmla="*/ 1746 w 2203"/>
                  <a:gd name="T87" fmla="*/ 217 h 2185"/>
                  <a:gd name="T88" fmla="*/ 1859 w 2203"/>
                  <a:gd name="T89" fmla="*/ 313 h 2185"/>
                  <a:gd name="T90" fmla="*/ 1961 w 2203"/>
                  <a:gd name="T91" fmla="*/ 424 h 2185"/>
                  <a:gd name="T92" fmla="*/ 2049 w 2203"/>
                  <a:gd name="T93" fmla="*/ 547 h 2185"/>
                  <a:gd name="T94" fmla="*/ 2122 w 2203"/>
                  <a:gd name="T95" fmla="*/ 682 h 21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2203" h="2185">
                    <a:moveTo>
                      <a:pt x="2122" y="682"/>
                    </a:moveTo>
                    <a:lnTo>
                      <a:pt x="2144" y="734"/>
                    </a:lnTo>
                    <a:lnTo>
                      <a:pt x="2161" y="782"/>
                    </a:lnTo>
                    <a:lnTo>
                      <a:pt x="2175" y="829"/>
                    </a:lnTo>
                    <a:lnTo>
                      <a:pt x="2185" y="874"/>
                    </a:lnTo>
                    <a:lnTo>
                      <a:pt x="2193" y="916"/>
                    </a:lnTo>
                    <a:lnTo>
                      <a:pt x="2198" y="956"/>
                    </a:lnTo>
                    <a:lnTo>
                      <a:pt x="2201" y="992"/>
                    </a:lnTo>
                    <a:lnTo>
                      <a:pt x="2203" y="1026"/>
                    </a:lnTo>
                    <a:lnTo>
                      <a:pt x="2201" y="1056"/>
                    </a:lnTo>
                    <a:lnTo>
                      <a:pt x="2199" y="1084"/>
                    </a:lnTo>
                    <a:lnTo>
                      <a:pt x="2197" y="1108"/>
                    </a:lnTo>
                    <a:lnTo>
                      <a:pt x="2193" y="1129"/>
                    </a:lnTo>
                    <a:lnTo>
                      <a:pt x="2190" y="1146"/>
                    </a:lnTo>
                    <a:lnTo>
                      <a:pt x="2186" y="1160"/>
                    </a:lnTo>
                    <a:lnTo>
                      <a:pt x="2184" y="1170"/>
                    </a:lnTo>
                    <a:lnTo>
                      <a:pt x="2182" y="1176"/>
                    </a:lnTo>
                    <a:lnTo>
                      <a:pt x="2175" y="1195"/>
                    </a:lnTo>
                    <a:lnTo>
                      <a:pt x="2166" y="1217"/>
                    </a:lnTo>
                    <a:lnTo>
                      <a:pt x="2143" y="1263"/>
                    </a:lnTo>
                    <a:lnTo>
                      <a:pt x="2131" y="1285"/>
                    </a:lnTo>
                    <a:lnTo>
                      <a:pt x="2118" y="1305"/>
                    </a:lnTo>
                    <a:lnTo>
                      <a:pt x="2108" y="1324"/>
                    </a:lnTo>
                    <a:lnTo>
                      <a:pt x="2098" y="1337"/>
                    </a:lnTo>
                    <a:lnTo>
                      <a:pt x="1766" y="1715"/>
                    </a:lnTo>
                    <a:lnTo>
                      <a:pt x="1742" y="1741"/>
                    </a:lnTo>
                    <a:lnTo>
                      <a:pt x="1719" y="1767"/>
                    </a:lnTo>
                    <a:lnTo>
                      <a:pt x="1677" y="1822"/>
                    </a:lnTo>
                    <a:lnTo>
                      <a:pt x="1634" y="1878"/>
                    </a:lnTo>
                    <a:lnTo>
                      <a:pt x="1609" y="1903"/>
                    </a:lnTo>
                    <a:lnTo>
                      <a:pt x="1583" y="1926"/>
                    </a:lnTo>
                    <a:lnTo>
                      <a:pt x="1549" y="1954"/>
                    </a:lnTo>
                    <a:lnTo>
                      <a:pt x="1519" y="1977"/>
                    </a:lnTo>
                    <a:lnTo>
                      <a:pt x="1492" y="1999"/>
                    </a:lnTo>
                    <a:lnTo>
                      <a:pt x="1468" y="2017"/>
                    </a:lnTo>
                    <a:lnTo>
                      <a:pt x="1447" y="2033"/>
                    </a:lnTo>
                    <a:lnTo>
                      <a:pt x="1426" y="2048"/>
                    </a:lnTo>
                    <a:lnTo>
                      <a:pt x="1409" y="2061"/>
                    </a:lnTo>
                    <a:lnTo>
                      <a:pt x="1390" y="2071"/>
                    </a:lnTo>
                    <a:lnTo>
                      <a:pt x="1357" y="2091"/>
                    </a:lnTo>
                    <a:lnTo>
                      <a:pt x="1321" y="2108"/>
                    </a:lnTo>
                    <a:lnTo>
                      <a:pt x="1302" y="2116"/>
                    </a:lnTo>
                    <a:lnTo>
                      <a:pt x="1280" y="2124"/>
                    </a:lnTo>
                    <a:lnTo>
                      <a:pt x="1256" y="2134"/>
                    </a:lnTo>
                    <a:lnTo>
                      <a:pt x="1229" y="2143"/>
                    </a:lnTo>
                    <a:lnTo>
                      <a:pt x="1208" y="2150"/>
                    </a:lnTo>
                    <a:lnTo>
                      <a:pt x="1185" y="2157"/>
                    </a:lnTo>
                    <a:lnTo>
                      <a:pt x="1160" y="2163"/>
                    </a:lnTo>
                    <a:lnTo>
                      <a:pt x="1132" y="2169"/>
                    </a:lnTo>
                    <a:lnTo>
                      <a:pt x="1103" y="2175"/>
                    </a:lnTo>
                    <a:lnTo>
                      <a:pt x="1069" y="2180"/>
                    </a:lnTo>
                    <a:lnTo>
                      <a:pt x="1035" y="2183"/>
                    </a:lnTo>
                    <a:lnTo>
                      <a:pt x="998" y="2184"/>
                    </a:lnTo>
                    <a:lnTo>
                      <a:pt x="959" y="2185"/>
                    </a:lnTo>
                    <a:lnTo>
                      <a:pt x="918" y="2183"/>
                    </a:lnTo>
                    <a:lnTo>
                      <a:pt x="876" y="2180"/>
                    </a:lnTo>
                    <a:lnTo>
                      <a:pt x="831" y="2174"/>
                    </a:lnTo>
                    <a:lnTo>
                      <a:pt x="783" y="2166"/>
                    </a:lnTo>
                    <a:lnTo>
                      <a:pt x="735" y="2154"/>
                    </a:lnTo>
                    <a:lnTo>
                      <a:pt x="686" y="2139"/>
                    </a:lnTo>
                    <a:lnTo>
                      <a:pt x="634" y="2122"/>
                    </a:lnTo>
                    <a:lnTo>
                      <a:pt x="609" y="2113"/>
                    </a:lnTo>
                    <a:lnTo>
                      <a:pt x="584" y="2101"/>
                    </a:lnTo>
                    <a:lnTo>
                      <a:pt x="558" y="2089"/>
                    </a:lnTo>
                    <a:lnTo>
                      <a:pt x="530" y="2076"/>
                    </a:lnTo>
                    <a:lnTo>
                      <a:pt x="474" y="2044"/>
                    </a:lnTo>
                    <a:lnTo>
                      <a:pt x="417" y="2007"/>
                    </a:lnTo>
                    <a:lnTo>
                      <a:pt x="358" y="1963"/>
                    </a:lnTo>
                    <a:lnTo>
                      <a:pt x="302" y="1915"/>
                    </a:lnTo>
                    <a:lnTo>
                      <a:pt x="247" y="1861"/>
                    </a:lnTo>
                    <a:lnTo>
                      <a:pt x="194" y="1801"/>
                    </a:lnTo>
                    <a:lnTo>
                      <a:pt x="169" y="1768"/>
                    </a:lnTo>
                    <a:lnTo>
                      <a:pt x="145" y="1734"/>
                    </a:lnTo>
                    <a:lnTo>
                      <a:pt x="123" y="1699"/>
                    </a:lnTo>
                    <a:lnTo>
                      <a:pt x="103" y="1662"/>
                    </a:lnTo>
                    <a:lnTo>
                      <a:pt x="83" y="1624"/>
                    </a:lnTo>
                    <a:lnTo>
                      <a:pt x="65" y="1585"/>
                    </a:lnTo>
                    <a:lnTo>
                      <a:pt x="49" y="1545"/>
                    </a:lnTo>
                    <a:lnTo>
                      <a:pt x="35" y="1502"/>
                    </a:lnTo>
                    <a:lnTo>
                      <a:pt x="23" y="1458"/>
                    </a:lnTo>
                    <a:lnTo>
                      <a:pt x="14" y="1414"/>
                    </a:lnTo>
                    <a:lnTo>
                      <a:pt x="6" y="1366"/>
                    </a:lnTo>
                    <a:lnTo>
                      <a:pt x="1" y="1319"/>
                    </a:lnTo>
                    <a:lnTo>
                      <a:pt x="0" y="1270"/>
                    </a:lnTo>
                    <a:lnTo>
                      <a:pt x="0" y="1218"/>
                    </a:lnTo>
                    <a:lnTo>
                      <a:pt x="4" y="1166"/>
                    </a:lnTo>
                    <a:lnTo>
                      <a:pt x="11" y="1112"/>
                    </a:lnTo>
                    <a:lnTo>
                      <a:pt x="21" y="1060"/>
                    </a:lnTo>
                    <a:lnTo>
                      <a:pt x="34" y="1010"/>
                    </a:lnTo>
                    <a:lnTo>
                      <a:pt x="51" y="962"/>
                    </a:lnTo>
                    <a:lnTo>
                      <a:pt x="70" y="915"/>
                    </a:lnTo>
                    <a:lnTo>
                      <a:pt x="93" y="869"/>
                    </a:lnTo>
                    <a:lnTo>
                      <a:pt x="120" y="825"/>
                    </a:lnTo>
                    <a:lnTo>
                      <a:pt x="151" y="782"/>
                    </a:lnTo>
                    <a:lnTo>
                      <a:pt x="184" y="742"/>
                    </a:lnTo>
                    <a:lnTo>
                      <a:pt x="232" y="692"/>
                    </a:lnTo>
                    <a:lnTo>
                      <a:pt x="281" y="647"/>
                    </a:lnTo>
                    <a:lnTo>
                      <a:pt x="334" y="605"/>
                    </a:lnTo>
                    <a:lnTo>
                      <a:pt x="388" y="564"/>
                    </a:lnTo>
                    <a:lnTo>
                      <a:pt x="498" y="485"/>
                    </a:lnTo>
                    <a:lnTo>
                      <a:pt x="551" y="444"/>
                    </a:lnTo>
                    <a:lnTo>
                      <a:pt x="603" y="400"/>
                    </a:lnTo>
                    <a:lnTo>
                      <a:pt x="636" y="367"/>
                    </a:lnTo>
                    <a:lnTo>
                      <a:pt x="667" y="333"/>
                    </a:lnTo>
                    <a:lnTo>
                      <a:pt x="725" y="260"/>
                    </a:lnTo>
                    <a:lnTo>
                      <a:pt x="783" y="188"/>
                    </a:lnTo>
                    <a:lnTo>
                      <a:pt x="815" y="153"/>
                    </a:lnTo>
                    <a:lnTo>
                      <a:pt x="848" y="121"/>
                    </a:lnTo>
                    <a:lnTo>
                      <a:pt x="870" y="103"/>
                    </a:lnTo>
                    <a:lnTo>
                      <a:pt x="895" y="84"/>
                    </a:lnTo>
                    <a:lnTo>
                      <a:pt x="921" y="67"/>
                    </a:lnTo>
                    <a:lnTo>
                      <a:pt x="946" y="53"/>
                    </a:lnTo>
                    <a:lnTo>
                      <a:pt x="980" y="37"/>
                    </a:lnTo>
                    <a:lnTo>
                      <a:pt x="1016" y="24"/>
                    </a:lnTo>
                    <a:lnTo>
                      <a:pt x="1052" y="14"/>
                    </a:lnTo>
                    <a:lnTo>
                      <a:pt x="1090" y="7"/>
                    </a:lnTo>
                    <a:lnTo>
                      <a:pt x="1129" y="2"/>
                    </a:lnTo>
                    <a:lnTo>
                      <a:pt x="1168" y="0"/>
                    </a:lnTo>
                    <a:lnTo>
                      <a:pt x="1208" y="1"/>
                    </a:lnTo>
                    <a:lnTo>
                      <a:pt x="1249" y="3"/>
                    </a:lnTo>
                    <a:lnTo>
                      <a:pt x="1290" y="9"/>
                    </a:lnTo>
                    <a:lnTo>
                      <a:pt x="1333" y="17"/>
                    </a:lnTo>
                    <a:lnTo>
                      <a:pt x="1374" y="28"/>
                    </a:lnTo>
                    <a:lnTo>
                      <a:pt x="1417" y="40"/>
                    </a:lnTo>
                    <a:lnTo>
                      <a:pt x="1458" y="55"/>
                    </a:lnTo>
                    <a:lnTo>
                      <a:pt x="1501" y="73"/>
                    </a:lnTo>
                    <a:lnTo>
                      <a:pt x="1543" y="91"/>
                    </a:lnTo>
                    <a:lnTo>
                      <a:pt x="1584" y="113"/>
                    </a:lnTo>
                    <a:lnTo>
                      <a:pt x="1625" y="136"/>
                    </a:lnTo>
                    <a:lnTo>
                      <a:pt x="1667" y="161"/>
                    </a:lnTo>
                    <a:lnTo>
                      <a:pt x="1706" y="188"/>
                    </a:lnTo>
                    <a:lnTo>
                      <a:pt x="1746" y="217"/>
                    </a:lnTo>
                    <a:lnTo>
                      <a:pt x="1784" y="248"/>
                    </a:lnTo>
                    <a:lnTo>
                      <a:pt x="1822" y="280"/>
                    </a:lnTo>
                    <a:lnTo>
                      <a:pt x="1859" y="313"/>
                    </a:lnTo>
                    <a:lnTo>
                      <a:pt x="1894" y="349"/>
                    </a:lnTo>
                    <a:lnTo>
                      <a:pt x="1928" y="386"/>
                    </a:lnTo>
                    <a:lnTo>
                      <a:pt x="1961" y="424"/>
                    </a:lnTo>
                    <a:lnTo>
                      <a:pt x="1992" y="464"/>
                    </a:lnTo>
                    <a:lnTo>
                      <a:pt x="2022" y="506"/>
                    </a:lnTo>
                    <a:lnTo>
                      <a:pt x="2049" y="547"/>
                    </a:lnTo>
                    <a:lnTo>
                      <a:pt x="2076" y="591"/>
                    </a:lnTo>
                    <a:lnTo>
                      <a:pt x="2100" y="636"/>
                    </a:lnTo>
                    <a:lnTo>
                      <a:pt x="2122" y="682"/>
                    </a:lnTo>
                    <a:close/>
                  </a:path>
                </a:pathLst>
              </a:custGeom>
              <a:solidFill>
                <a:srgbClr val="00F00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95" name="Freeform 121"/>
              <p:cNvSpPr>
                <a:spLocks/>
              </p:cNvSpPr>
              <p:nvPr/>
            </p:nvSpPr>
            <p:spPr bwMode="auto">
              <a:xfrm>
                <a:off x="2576" y="2395"/>
                <a:ext cx="1016" cy="866"/>
              </a:xfrm>
              <a:custGeom>
                <a:avLst/>
                <a:gdLst>
                  <a:gd name="T0" fmla="*/ 16 w 2032"/>
                  <a:gd name="T1" fmla="*/ 1725 h 1732"/>
                  <a:gd name="T2" fmla="*/ 58 w 2032"/>
                  <a:gd name="T3" fmla="*/ 1704 h 1732"/>
                  <a:gd name="T4" fmla="*/ 85 w 2032"/>
                  <a:gd name="T5" fmla="*/ 1686 h 1732"/>
                  <a:gd name="T6" fmla="*/ 120 w 2032"/>
                  <a:gd name="T7" fmla="*/ 1658 h 1732"/>
                  <a:gd name="T8" fmla="*/ 149 w 2032"/>
                  <a:gd name="T9" fmla="*/ 1629 h 1732"/>
                  <a:gd name="T10" fmla="*/ 183 w 2032"/>
                  <a:gd name="T11" fmla="*/ 1576 h 1732"/>
                  <a:gd name="T12" fmla="*/ 199 w 2032"/>
                  <a:gd name="T13" fmla="*/ 1540 h 1732"/>
                  <a:gd name="T14" fmla="*/ 213 w 2032"/>
                  <a:gd name="T15" fmla="*/ 1498 h 1732"/>
                  <a:gd name="T16" fmla="*/ 223 w 2032"/>
                  <a:gd name="T17" fmla="*/ 1447 h 1732"/>
                  <a:gd name="T18" fmla="*/ 229 w 2032"/>
                  <a:gd name="T19" fmla="*/ 1390 h 1732"/>
                  <a:gd name="T20" fmla="*/ 233 w 2032"/>
                  <a:gd name="T21" fmla="*/ 1354 h 1732"/>
                  <a:gd name="T22" fmla="*/ 238 w 2032"/>
                  <a:gd name="T23" fmla="*/ 1309 h 1732"/>
                  <a:gd name="T24" fmla="*/ 253 w 2032"/>
                  <a:gd name="T25" fmla="*/ 1258 h 1732"/>
                  <a:gd name="T26" fmla="*/ 278 w 2032"/>
                  <a:gd name="T27" fmla="*/ 1199 h 1732"/>
                  <a:gd name="T28" fmla="*/ 317 w 2032"/>
                  <a:gd name="T29" fmla="*/ 1135 h 1732"/>
                  <a:gd name="T30" fmla="*/ 374 w 2032"/>
                  <a:gd name="T31" fmla="*/ 1063 h 1732"/>
                  <a:gd name="T32" fmla="*/ 453 w 2032"/>
                  <a:gd name="T33" fmla="*/ 987 h 1732"/>
                  <a:gd name="T34" fmla="*/ 528 w 2032"/>
                  <a:gd name="T35" fmla="*/ 928 h 1732"/>
                  <a:gd name="T36" fmla="*/ 646 w 2032"/>
                  <a:gd name="T37" fmla="*/ 847 h 1732"/>
                  <a:gd name="T38" fmla="*/ 834 w 2032"/>
                  <a:gd name="T39" fmla="*/ 737 h 1732"/>
                  <a:gd name="T40" fmla="*/ 1125 w 2032"/>
                  <a:gd name="T41" fmla="*/ 592 h 1732"/>
                  <a:gd name="T42" fmla="*/ 1418 w 2032"/>
                  <a:gd name="T43" fmla="*/ 448 h 1732"/>
                  <a:gd name="T44" fmla="*/ 1608 w 2032"/>
                  <a:gd name="T45" fmla="*/ 343 h 1732"/>
                  <a:gd name="T46" fmla="*/ 1788 w 2032"/>
                  <a:gd name="T47" fmla="*/ 224 h 1732"/>
                  <a:gd name="T48" fmla="*/ 1873 w 2032"/>
                  <a:gd name="T49" fmla="*/ 156 h 1732"/>
                  <a:gd name="T50" fmla="*/ 1955 w 2032"/>
                  <a:gd name="T51" fmla="*/ 81 h 1732"/>
                  <a:gd name="T52" fmla="*/ 2032 w 2032"/>
                  <a:gd name="T53" fmla="*/ 0 h 1732"/>
                  <a:gd name="T54" fmla="*/ 1957 w 2032"/>
                  <a:gd name="T55" fmla="*/ 159 h 1732"/>
                  <a:gd name="T56" fmla="*/ 1873 w 2032"/>
                  <a:gd name="T57" fmla="*/ 312 h 1732"/>
                  <a:gd name="T58" fmla="*/ 1781 w 2032"/>
                  <a:gd name="T59" fmla="*/ 460 h 1732"/>
                  <a:gd name="T60" fmla="*/ 1682 w 2032"/>
                  <a:gd name="T61" fmla="*/ 602 h 1732"/>
                  <a:gd name="T62" fmla="*/ 1575 w 2032"/>
                  <a:gd name="T63" fmla="*/ 737 h 1732"/>
                  <a:gd name="T64" fmla="*/ 1462 w 2032"/>
                  <a:gd name="T65" fmla="*/ 866 h 1732"/>
                  <a:gd name="T66" fmla="*/ 1341 w 2032"/>
                  <a:gd name="T67" fmla="*/ 989 h 1732"/>
                  <a:gd name="T68" fmla="*/ 1213 w 2032"/>
                  <a:gd name="T69" fmla="*/ 1105 h 1732"/>
                  <a:gd name="T70" fmla="*/ 1080 w 2032"/>
                  <a:gd name="T71" fmla="*/ 1212 h 1732"/>
                  <a:gd name="T72" fmla="*/ 941 w 2032"/>
                  <a:gd name="T73" fmla="*/ 1312 h 1732"/>
                  <a:gd name="T74" fmla="*/ 796 w 2032"/>
                  <a:gd name="T75" fmla="*/ 1404 h 1732"/>
                  <a:gd name="T76" fmla="*/ 646 w 2032"/>
                  <a:gd name="T77" fmla="*/ 1487 h 1732"/>
                  <a:gd name="T78" fmla="*/ 491 w 2032"/>
                  <a:gd name="T79" fmla="*/ 1562 h 1732"/>
                  <a:gd name="T80" fmla="*/ 332 w 2032"/>
                  <a:gd name="T81" fmla="*/ 1628 h 1732"/>
                  <a:gd name="T82" fmla="*/ 168 w 2032"/>
                  <a:gd name="T83" fmla="*/ 1684 h 1732"/>
                  <a:gd name="T84" fmla="*/ 0 w 2032"/>
                  <a:gd name="T85" fmla="*/ 1732 h 17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032" h="1732">
                    <a:moveTo>
                      <a:pt x="0" y="1732"/>
                    </a:moveTo>
                    <a:lnTo>
                      <a:pt x="16" y="1725"/>
                    </a:lnTo>
                    <a:lnTo>
                      <a:pt x="31" y="1718"/>
                    </a:lnTo>
                    <a:lnTo>
                      <a:pt x="58" y="1704"/>
                    </a:lnTo>
                    <a:lnTo>
                      <a:pt x="70" y="1696"/>
                    </a:lnTo>
                    <a:lnTo>
                      <a:pt x="85" y="1686"/>
                    </a:lnTo>
                    <a:lnTo>
                      <a:pt x="101" y="1673"/>
                    </a:lnTo>
                    <a:lnTo>
                      <a:pt x="120" y="1658"/>
                    </a:lnTo>
                    <a:lnTo>
                      <a:pt x="132" y="1646"/>
                    </a:lnTo>
                    <a:lnTo>
                      <a:pt x="149" y="1629"/>
                    </a:lnTo>
                    <a:lnTo>
                      <a:pt x="166" y="1606"/>
                    </a:lnTo>
                    <a:lnTo>
                      <a:pt x="183" y="1576"/>
                    </a:lnTo>
                    <a:lnTo>
                      <a:pt x="191" y="1559"/>
                    </a:lnTo>
                    <a:lnTo>
                      <a:pt x="199" y="1540"/>
                    </a:lnTo>
                    <a:lnTo>
                      <a:pt x="206" y="1520"/>
                    </a:lnTo>
                    <a:lnTo>
                      <a:pt x="213" y="1498"/>
                    </a:lnTo>
                    <a:lnTo>
                      <a:pt x="219" y="1474"/>
                    </a:lnTo>
                    <a:lnTo>
                      <a:pt x="223" y="1447"/>
                    </a:lnTo>
                    <a:lnTo>
                      <a:pt x="227" y="1419"/>
                    </a:lnTo>
                    <a:lnTo>
                      <a:pt x="229" y="1390"/>
                    </a:lnTo>
                    <a:lnTo>
                      <a:pt x="230" y="1372"/>
                    </a:lnTo>
                    <a:lnTo>
                      <a:pt x="233" y="1354"/>
                    </a:lnTo>
                    <a:lnTo>
                      <a:pt x="235" y="1332"/>
                    </a:lnTo>
                    <a:lnTo>
                      <a:pt x="238" y="1309"/>
                    </a:lnTo>
                    <a:lnTo>
                      <a:pt x="245" y="1285"/>
                    </a:lnTo>
                    <a:lnTo>
                      <a:pt x="253" y="1258"/>
                    </a:lnTo>
                    <a:lnTo>
                      <a:pt x="264" y="1229"/>
                    </a:lnTo>
                    <a:lnTo>
                      <a:pt x="278" y="1199"/>
                    </a:lnTo>
                    <a:lnTo>
                      <a:pt x="296" y="1168"/>
                    </a:lnTo>
                    <a:lnTo>
                      <a:pt x="317" y="1135"/>
                    </a:lnTo>
                    <a:lnTo>
                      <a:pt x="343" y="1100"/>
                    </a:lnTo>
                    <a:lnTo>
                      <a:pt x="374" y="1063"/>
                    </a:lnTo>
                    <a:lnTo>
                      <a:pt x="411" y="1027"/>
                    </a:lnTo>
                    <a:lnTo>
                      <a:pt x="453" y="987"/>
                    </a:lnTo>
                    <a:lnTo>
                      <a:pt x="501" y="948"/>
                    </a:lnTo>
                    <a:lnTo>
                      <a:pt x="528" y="928"/>
                    </a:lnTo>
                    <a:lnTo>
                      <a:pt x="556" y="907"/>
                    </a:lnTo>
                    <a:lnTo>
                      <a:pt x="646" y="847"/>
                    </a:lnTo>
                    <a:lnTo>
                      <a:pt x="739" y="790"/>
                    </a:lnTo>
                    <a:lnTo>
                      <a:pt x="834" y="737"/>
                    </a:lnTo>
                    <a:lnTo>
                      <a:pt x="930" y="688"/>
                    </a:lnTo>
                    <a:lnTo>
                      <a:pt x="1125" y="592"/>
                    </a:lnTo>
                    <a:lnTo>
                      <a:pt x="1321" y="498"/>
                    </a:lnTo>
                    <a:lnTo>
                      <a:pt x="1418" y="448"/>
                    </a:lnTo>
                    <a:lnTo>
                      <a:pt x="1514" y="398"/>
                    </a:lnTo>
                    <a:lnTo>
                      <a:pt x="1608" y="343"/>
                    </a:lnTo>
                    <a:lnTo>
                      <a:pt x="1699" y="286"/>
                    </a:lnTo>
                    <a:lnTo>
                      <a:pt x="1788" y="224"/>
                    </a:lnTo>
                    <a:lnTo>
                      <a:pt x="1830" y="190"/>
                    </a:lnTo>
                    <a:lnTo>
                      <a:pt x="1873" y="156"/>
                    </a:lnTo>
                    <a:lnTo>
                      <a:pt x="1914" y="119"/>
                    </a:lnTo>
                    <a:lnTo>
                      <a:pt x="1955" y="81"/>
                    </a:lnTo>
                    <a:lnTo>
                      <a:pt x="1994" y="42"/>
                    </a:lnTo>
                    <a:lnTo>
                      <a:pt x="2032" y="0"/>
                    </a:lnTo>
                    <a:lnTo>
                      <a:pt x="1995" y="80"/>
                    </a:lnTo>
                    <a:lnTo>
                      <a:pt x="1957" y="159"/>
                    </a:lnTo>
                    <a:lnTo>
                      <a:pt x="1916" y="236"/>
                    </a:lnTo>
                    <a:lnTo>
                      <a:pt x="1873" y="312"/>
                    </a:lnTo>
                    <a:lnTo>
                      <a:pt x="1828" y="387"/>
                    </a:lnTo>
                    <a:lnTo>
                      <a:pt x="1781" y="460"/>
                    </a:lnTo>
                    <a:lnTo>
                      <a:pt x="1732" y="531"/>
                    </a:lnTo>
                    <a:lnTo>
                      <a:pt x="1682" y="602"/>
                    </a:lnTo>
                    <a:lnTo>
                      <a:pt x="1630" y="671"/>
                    </a:lnTo>
                    <a:lnTo>
                      <a:pt x="1575" y="737"/>
                    </a:lnTo>
                    <a:lnTo>
                      <a:pt x="1519" y="803"/>
                    </a:lnTo>
                    <a:lnTo>
                      <a:pt x="1462" y="866"/>
                    </a:lnTo>
                    <a:lnTo>
                      <a:pt x="1402" y="929"/>
                    </a:lnTo>
                    <a:lnTo>
                      <a:pt x="1341" y="989"/>
                    </a:lnTo>
                    <a:lnTo>
                      <a:pt x="1277" y="1047"/>
                    </a:lnTo>
                    <a:lnTo>
                      <a:pt x="1213" y="1105"/>
                    </a:lnTo>
                    <a:lnTo>
                      <a:pt x="1147" y="1159"/>
                    </a:lnTo>
                    <a:lnTo>
                      <a:pt x="1080" y="1212"/>
                    </a:lnTo>
                    <a:lnTo>
                      <a:pt x="1011" y="1263"/>
                    </a:lnTo>
                    <a:lnTo>
                      <a:pt x="941" y="1312"/>
                    </a:lnTo>
                    <a:lnTo>
                      <a:pt x="870" y="1360"/>
                    </a:lnTo>
                    <a:lnTo>
                      <a:pt x="796" y="1404"/>
                    </a:lnTo>
                    <a:lnTo>
                      <a:pt x="722" y="1447"/>
                    </a:lnTo>
                    <a:lnTo>
                      <a:pt x="646" y="1487"/>
                    </a:lnTo>
                    <a:lnTo>
                      <a:pt x="569" y="1527"/>
                    </a:lnTo>
                    <a:lnTo>
                      <a:pt x="491" y="1562"/>
                    </a:lnTo>
                    <a:lnTo>
                      <a:pt x="412" y="1597"/>
                    </a:lnTo>
                    <a:lnTo>
                      <a:pt x="332" y="1628"/>
                    </a:lnTo>
                    <a:lnTo>
                      <a:pt x="250" y="1658"/>
                    </a:lnTo>
                    <a:lnTo>
                      <a:pt x="168" y="1684"/>
                    </a:lnTo>
                    <a:lnTo>
                      <a:pt x="84" y="1710"/>
                    </a:lnTo>
                    <a:lnTo>
                      <a:pt x="0" y="1732"/>
                    </a:lnTo>
                    <a:close/>
                  </a:path>
                </a:pathLst>
              </a:custGeom>
              <a:solidFill>
                <a:srgbClr val="0069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96" name="Freeform 122"/>
              <p:cNvSpPr>
                <a:spLocks/>
              </p:cNvSpPr>
              <p:nvPr/>
            </p:nvSpPr>
            <p:spPr bwMode="auto">
              <a:xfrm>
                <a:off x="2283" y="702"/>
                <a:ext cx="991" cy="981"/>
              </a:xfrm>
              <a:custGeom>
                <a:avLst/>
                <a:gdLst>
                  <a:gd name="T0" fmla="*/ 1959 w 1981"/>
                  <a:gd name="T1" fmla="*/ 566 h 1961"/>
                  <a:gd name="T2" fmla="*/ 1970 w 1981"/>
                  <a:gd name="T3" fmla="*/ 609 h 1961"/>
                  <a:gd name="T4" fmla="*/ 1981 w 1981"/>
                  <a:gd name="T5" fmla="*/ 712 h 1961"/>
                  <a:gd name="T6" fmla="*/ 1967 w 1981"/>
                  <a:gd name="T7" fmla="*/ 833 h 1961"/>
                  <a:gd name="T8" fmla="*/ 1929 w 1981"/>
                  <a:gd name="T9" fmla="*/ 920 h 1961"/>
                  <a:gd name="T10" fmla="*/ 1859 w 1981"/>
                  <a:gd name="T11" fmla="*/ 1037 h 1961"/>
                  <a:gd name="T12" fmla="*/ 1788 w 1981"/>
                  <a:gd name="T13" fmla="*/ 1154 h 1961"/>
                  <a:gd name="T14" fmla="*/ 1718 w 1981"/>
                  <a:gd name="T15" fmla="*/ 1339 h 1961"/>
                  <a:gd name="T16" fmla="*/ 1644 w 1981"/>
                  <a:gd name="T17" fmla="*/ 1523 h 1961"/>
                  <a:gd name="T18" fmla="*/ 1572 w 1981"/>
                  <a:gd name="T19" fmla="*/ 1634 h 1961"/>
                  <a:gd name="T20" fmla="*/ 1510 w 1981"/>
                  <a:gd name="T21" fmla="*/ 1708 h 1961"/>
                  <a:gd name="T22" fmla="*/ 1485 w 1981"/>
                  <a:gd name="T23" fmla="*/ 1734 h 1961"/>
                  <a:gd name="T24" fmla="*/ 1366 w 1981"/>
                  <a:gd name="T25" fmla="*/ 1830 h 1961"/>
                  <a:gd name="T26" fmla="*/ 1247 w 1981"/>
                  <a:gd name="T27" fmla="*/ 1895 h 1961"/>
                  <a:gd name="T28" fmla="*/ 1129 w 1981"/>
                  <a:gd name="T29" fmla="*/ 1937 h 1961"/>
                  <a:gd name="T30" fmla="*/ 1016 w 1981"/>
                  <a:gd name="T31" fmla="*/ 1958 h 1961"/>
                  <a:gd name="T32" fmla="*/ 909 w 1981"/>
                  <a:gd name="T33" fmla="*/ 1961 h 1961"/>
                  <a:gd name="T34" fmla="*/ 782 w 1981"/>
                  <a:gd name="T35" fmla="*/ 1947 h 1961"/>
                  <a:gd name="T36" fmla="*/ 702 w 1981"/>
                  <a:gd name="T37" fmla="*/ 1929 h 1961"/>
                  <a:gd name="T38" fmla="*/ 638 w 1981"/>
                  <a:gd name="T39" fmla="*/ 1909 h 1961"/>
                  <a:gd name="T40" fmla="*/ 592 w 1981"/>
                  <a:gd name="T41" fmla="*/ 1891 h 1961"/>
                  <a:gd name="T42" fmla="*/ 567 w 1981"/>
                  <a:gd name="T43" fmla="*/ 1879 h 1961"/>
                  <a:gd name="T44" fmla="*/ 442 w 1981"/>
                  <a:gd name="T45" fmla="*/ 1809 h 1961"/>
                  <a:gd name="T46" fmla="*/ 295 w 1981"/>
                  <a:gd name="T47" fmla="*/ 1698 h 1961"/>
                  <a:gd name="T48" fmla="*/ 182 w 1981"/>
                  <a:gd name="T49" fmla="*/ 1582 h 1961"/>
                  <a:gd name="T50" fmla="*/ 101 w 1981"/>
                  <a:gd name="T51" fmla="*/ 1465 h 1961"/>
                  <a:gd name="T52" fmla="*/ 47 w 1981"/>
                  <a:gd name="T53" fmla="*/ 1348 h 1961"/>
                  <a:gd name="T54" fmla="*/ 16 w 1981"/>
                  <a:gd name="T55" fmla="*/ 1237 h 1961"/>
                  <a:gd name="T56" fmla="*/ 1 w 1981"/>
                  <a:gd name="T57" fmla="*/ 1133 h 1961"/>
                  <a:gd name="T58" fmla="*/ 2 w 1981"/>
                  <a:gd name="T59" fmla="*/ 1011 h 1961"/>
                  <a:gd name="T60" fmla="*/ 11 w 1981"/>
                  <a:gd name="T61" fmla="*/ 937 h 1961"/>
                  <a:gd name="T62" fmla="*/ 23 w 1981"/>
                  <a:gd name="T63" fmla="*/ 882 h 1961"/>
                  <a:gd name="T64" fmla="*/ 49 w 1981"/>
                  <a:gd name="T65" fmla="*/ 801 h 1961"/>
                  <a:gd name="T66" fmla="*/ 138 w 1981"/>
                  <a:gd name="T67" fmla="*/ 644 h 1961"/>
                  <a:gd name="T68" fmla="*/ 272 w 1981"/>
                  <a:gd name="T69" fmla="*/ 504 h 1961"/>
                  <a:gd name="T70" fmla="*/ 379 w 1981"/>
                  <a:gd name="T71" fmla="*/ 424 h 1961"/>
                  <a:gd name="T72" fmla="*/ 548 w 1981"/>
                  <a:gd name="T73" fmla="*/ 343 h 1961"/>
                  <a:gd name="T74" fmla="*/ 781 w 1981"/>
                  <a:gd name="T75" fmla="*/ 246 h 1961"/>
                  <a:gd name="T76" fmla="*/ 950 w 1981"/>
                  <a:gd name="T77" fmla="*/ 132 h 1961"/>
                  <a:gd name="T78" fmla="*/ 1079 w 1981"/>
                  <a:gd name="T79" fmla="*/ 48 h 1961"/>
                  <a:gd name="T80" fmla="*/ 1186 w 1981"/>
                  <a:gd name="T81" fmla="*/ 10 h 1961"/>
                  <a:gd name="T82" fmla="*/ 1280 w 1981"/>
                  <a:gd name="T83" fmla="*/ 0 h 1961"/>
                  <a:gd name="T84" fmla="*/ 1374 w 1981"/>
                  <a:gd name="T85" fmla="*/ 12 h 1961"/>
                  <a:gd name="T86" fmla="*/ 1468 w 1981"/>
                  <a:gd name="T87" fmla="*/ 40 h 1961"/>
                  <a:gd name="T88" fmla="*/ 1619 w 1981"/>
                  <a:gd name="T89" fmla="*/ 119 h 1961"/>
                  <a:gd name="T90" fmla="*/ 1779 w 1981"/>
                  <a:gd name="T91" fmla="*/ 257 h 1961"/>
                  <a:gd name="T92" fmla="*/ 1902 w 1981"/>
                  <a:gd name="T93" fmla="*/ 427 h 1961"/>
                  <a:gd name="T94" fmla="*/ 1943 w 1981"/>
                  <a:gd name="T95" fmla="*/ 518 h 19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981" h="1961">
                    <a:moveTo>
                      <a:pt x="1953" y="549"/>
                    </a:moveTo>
                    <a:lnTo>
                      <a:pt x="1956" y="556"/>
                    </a:lnTo>
                    <a:lnTo>
                      <a:pt x="1959" y="566"/>
                    </a:lnTo>
                    <a:lnTo>
                      <a:pt x="1961" y="578"/>
                    </a:lnTo>
                    <a:lnTo>
                      <a:pt x="1965" y="593"/>
                    </a:lnTo>
                    <a:lnTo>
                      <a:pt x="1970" y="609"/>
                    </a:lnTo>
                    <a:lnTo>
                      <a:pt x="1973" y="627"/>
                    </a:lnTo>
                    <a:lnTo>
                      <a:pt x="1979" y="667"/>
                    </a:lnTo>
                    <a:lnTo>
                      <a:pt x="1981" y="712"/>
                    </a:lnTo>
                    <a:lnTo>
                      <a:pt x="1980" y="761"/>
                    </a:lnTo>
                    <a:lnTo>
                      <a:pt x="1973" y="809"/>
                    </a:lnTo>
                    <a:lnTo>
                      <a:pt x="1967" y="833"/>
                    </a:lnTo>
                    <a:lnTo>
                      <a:pt x="1959" y="856"/>
                    </a:lnTo>
                    <a:lnTo>
                      <a:pt x="1944" y="889"/>
                    </a:lnTo>
                    <a:lnTo>
                      <a:pt x="1929" y="920"/>
                    </a:lnTo>
                    <a:lnTo>
                      <a:pt x="1913" y="950"/>
                    </a:lnTo>
                    <a:lnTo>
                      <a:pt x="1896" y="980"/>
                    </a:lnTo>
                    <a:lnTo>
                      <a:pt x="1859" y="1037"/>
                    </a:lnTo>
                    <a:lnTo>
                      <a:pt x="1821" y="1094"/>
                    </a:lnTo>
                    <a:lnTo>
                      <a:pt x="1804" y="1124"/>
                    </a:lnTo>
                    <a:lnTo>
                      <a:pt x="1788" y="1154"/>
                    </a:lnTo>
                    <a:lnTo>
                      <a:pt x="1768" y="1198"/>
                    </a:lnTo>
                    <a:lnTo>
                      <a:pt x="1751" y="1246"/>
                    </a:lnTo>
                    <a:lnTo>
                      <a:pt x="1718" y="1339"/>
                    </a:lnTo>
                    <a:lnTo>
                      <a:pt x="1685" y="1432"/>
                    </a:lnTo>
                    <a:lnTo>
                      <a:pt x="1665" y="1478"/>
                    </a:lnTo>
                    <a:lnTo>
                      <a:pt x="1644" y="1523"/>
                    </a:lnTo>
                    <a:lnTo>
                      <a:pt x="1621" y="1564"/>
                    </a:lnTo>
                    <a:lnTo>
                      <a:pt x="1596" y="1601"/>
                    </a:lnTo>
                    <a:lnTo>
                      <a:pt x="1572" y="1634"/>
                    </a:lnTo>
                    <a:lnTo>
                      <a:pt x="1549" y="1663"/>
                    </a:lnTo>
                    <a:lnTo>
                      <a:pt x="1528" y="1688"/>
                    </a:lnTo>
                    <a:lnTo>
                      <a:pt x="1510" y="1708"/>
                    </a:lnTo>
                    <a:lnTo>
                      <a:pt x="1495" y="1724"/>
                    </a:lnTo>
                    <a:lnTo>
                      <a:pt x="1489" y="1730"/>
                    </a:lnTo>
                    <a:lnTo>
                      <a:pt x="1485" y="1734"/>
                    </a:lnTo>
                    <a:lnTo>
                      <a:pt x="1445" y="1770"/>
                    </a:lnTo>
                    <a:lnTo>
                      <a:pt x="1406" y="1801"/>
                    </a:lnTo>
                    <a:lnTo>
                      <a:pt x="1366" y="1830"/>
                    </a:lnTo>
                    <a:lnTo>
                      <a:pt x="1327" y="1855"/>
                    </a:lnTo>
                    <a:lnTo>
                      <a:pt x="1286" y="1877"/>
                    </a:lnTo>
                    <a:lnTo>
                      <a:pt x="1247" y="1895"/>
                    </a:lnTo>
                    <a:lnTo>
                      <a:pt x="1207" y="1913"/>
                    </a:lnTo>
                    <a:lnTo>
                      <a:pt x="1168" y="1925"/>
                    </a:lnTo>
                    <a:lnTo>
                      <a:pt x="1129" y="1937"/>
                    </a:lnTo>
                    <a:lnTo>
                      <a:pt x="1091" y="1946"/>
                    </a:lnTo>
                    <a:lnTo>
                      <a:pt x="1053" y="1952"/>
                    </a:lnTo>
                    <a:lnTo>
                      <a:pt x="1016" y="1958"/>
                    </a:lnTo>
                    <a:lnTo>
                      <a:pt x="979" y="1960"/>
                    </a:lnTo>
                    <a:lnTo>
                      <a:pt x="944" y="1961"/>
                    </a:lnTo>
                    <a:lnTo>
                      <a:pt x="909" y="1961"/>
                    </a:lnTo>
                    <a:lnTo>
                      <a:pt x="875" y="1959"/>
                    </a:lnTo>
                    <a:lnTo>
                      <a:pt x="812" y="1952"/>
                    </a:lnTo>
                    <a:lnTo>
                      <a:pt x="782" y="1947"/>
                    </a:lnTo>
                    <a:lnTo>
                      <a:pt x="754" y="1942"/>
                    </a:lnTo>
                    <a:lnTo>
                      <a:pt x="728" y="1936"/>
                    </a:lnTo>
                    <a:lnTo>
                      <a:pt x="702" y="1929"/>
                    </a:lnTo>
                    <a:lnTo>
                      <a:pt x="679" y="1923"/>
                    </a:lnTo>
                    <a:lnTo>
                      <a:pt x="658" y="1916"/>
                    </a:lnTo>
                    <a:lnTo>
                      <a:pt x="638" y="1909"/>
                    </a:lnTo>
                    <a:lnTo>
                      <a:pt x="621" y="1902"/>
                    </a:lnTo>
                    <a:lnTo>
                      <a:pt x="605" y="1897"/>
                    </a:lnTo>
                    <a:lnTo>
                      <a:pt x="592" y="1891"/>
                    </a:lnTo>
                    <a:lnTo>
                      <a:pt x="580" y="1886"/>
                    </a:lnTo>
                    <a:lnTo>
                      <a:pt x="572" y="1883"/>
                    </a:lnTo>
                    <a:lnTo>
                      <a:pt x="567" y="1879"/>
                    </a:lnTo>
                    <a:lnTo>
                      <a:pt x="563" y="1878"/>
                    </a:lnTo>
                    <a:lnTo>
                      <a:pt x="501" y="1844"/>
                    </a:lnTo>
                    <a:lnTo>
                      <a:pt x="442" y="1809"/>
                    </a:lnTo>
                    <a:lnTo>
                      <a:pt x="389" y="1772"/>
                    </a:lnTo>
                    <a:lnTo>
                      <a:pt x="340" y="1735"/>
                    </a:lnTo>
                    <a:lnTo>
                      <a:pt x="295" y="1698"/>
                    </a:lnTo>
                    <a:lnTo>
                      <a:pt x="253" y="1660"/>
                    </a:lnTo>
                    <a:lnTo>
                      <a:pt x="216" y="1621"/>
                    </a:lnTo>
                    <a:lnTo>
                      <a:pt x="182" y="1582"/>
                    </a:lnTo>
                    <a:lnTo>
                      <a:pt x="152" y="1543"/>
                    </a:lnTo>
                    <a:lnTo>
                      <a:pt x="125" y="1504"/>
                    </a:lnTo>
                    <a:lnTo>
                      <a:pt x="101" y="1465"/>
                    </a:lnTo>
                    <a:lnTo>
                      <a:pt x="80" y="1425"/>
                    </a:lnTo>
                    <a:lnTo>
                      <a:pt x="63" y="1386"/>
                    </a:lnTo>
                    <a:lnTo>
                      <a:pt x="47" y="1348"/>
                    </a:lnTo>
                    <a:lnTo>
                      <a:pt x="34" y="1310"/>
                    </a:lnTo>
                    <a:lnTo>
                      <a:pt x="24" y="1273"/>
                    </a:lnTo>
                    <a:lnTo>
                      <a:pt x="16" y="1237"/>
                    </a:lnTo>
                    <a:lnTo>
                      <a:pt x="9" y="1201"/>
                    </a:lnTo>
                    <a:lnTo>
                      <a:pt x="4" y="1166"/>
                    </a:lnTo>
                    <a:lnTo>
                      <a:pt x="1" y="1133"/>
                    </a:lnTo>
                    <a:lnTo>
                      <a:pt x="0" y="1099"/>
                    </a:lnTo>
                    <a:lnTo>
                      <a:pt x="0" y="1040"/>
                    </a:lnTo>
                    <a:lnTo>
                      <a:pt x="2" y="1011"/>
                    </a:lnTo>
                    <a:lnTo>
                      <a:pt x="4" y="984"/>
                    </a:lnTo>
                    <a:lnTo>
                      <a:pt x="8" y="960"/>
                    </a:lnTo>
                    <a:lnTo>
                      <a:pt x="11" y="937"/>
                    </a:lnTo>
                    <a:lnTo>
                      <a:pt x="15" y="916"/>
                    </a:lnTo>
                    <a:lnTo>
                      <a:pt x="19" y="898"/>
                    </a:lnTo>
                    <a:lnTo>
                      <a:pt x="23" y="882"/>
                    </a:lnTo>
                    <a:lnTo>
                      <a:pt x="26" y="868"/>
                    </a:lnTo>
                    <a:lnTo>
                      <a:pt x="30" y="856"/>
                    </a:lnTo>
                    <a:lnTo>
                      <a:pt x="49" y="801"/>
                    </a:lnTo>
                    <a:lnTo>
                      <a:pt x="75" y="747"/>
                    </a:lnTo>
                    <a:lnTo>
                      <a:pt x="103" y="695"/>
                    </a:lnTo>
                    <a:lnTo>
                      <a:pt x="138" y="644"/>
                    </a:lnTo>
                    <a:lnTo>
                      <a:pt x="178" y="596"/>
                    </a:lnTo>
                    <a:lnTo>
                      <a:pt x="222" y="549"/>
                    </a:lnTo>
                    <a:lnTo>
                      <a:pt x="272" y="504"/>
                    </a:lnTo>
                    <a:lnTo>
                      <a:pt x="326" y="460"/>
                    </a:lnTo>
                    <a:lnTo>
                      <a:pt x="352" y="442"/>
                    </a:lnTo>
                    <a:lnTo>
                      <a:pt x="379" y="424"/>
                    </a:lnTo>
                    <a:lnTo>
                      <a:pt x="434" y="393"/>
                    </a:lnTo>
                    <a:lnTo>
                      <a:pt x="490" y="367"/>
                    </a:lnTo>
                    <a:lnTo>
                      <a:pt x="548" y="343"/>
                    </a:lnTo>
                    <a:lnTo>
                      <a:pt x="666" y="296"/>
                    </a:lnTo>
                    <a:lnTo>
                      <a:pt x="724" y="272"/>
                    </a:lnTo>
                    <a:lnTo>
                      <a:pt x="781" y="246"/>
                    </a:lnTo>
                    <a:lnTo>
                      <a:pt x="826" y="220"/>
                    </a:lnTo>
                    <a:lnTo>
                      <a:pt x="868" y="193"/>
                    </a:lnTo>
                    <a:lnTo>
                      <a:pt x="950" y="132"/>
                    </a:lnTo>
                    <a:lnTo>
                      <a:pt x="992" y="102"/>
                    </a:lnTo>
                    <a:lnTo>
                      <a:pt x="1034" y="73"/>
                    </a:lnTo>
                    <a:lnTo>
                      <a:pt x="1079" y="48"/>
                    </a:lnTo>
                    <a:lnTo>
                      <a:pt x="1126" y="27"/>
                    </a:lnTo>
                    <a:lnTo>
                      <a:pt x="1156" y="17"/>
                    </a:lnTo>
                    <a:lnTo>
                      <a:pt x="1186" y="10"/>
                    </a:lnTo>
                    <a:lnTo>
                      <a:pt x="1217" y="4"/>
                    </a:lnTo>
                    <a:lnTo>
                      <a:pt x="1248" y="2"/>
                    </a:lnTo>
                    <a:lnTo>
                      <a:pt x="1280" y="0"/>
                    </a:lnTo>
                    <a:lnTo>
                      <a:pt x="1311" y="3"/>
                    </a:lnTo>
                    <a:lnTo>
                      <a:pt x="1342" y="6"/>
                    </a:lnTo>
                    <a:lnTo>
                      <a:pt x="1374" y="12"/>
                    </a:lnTo>
                    <a:lnTo>
                      <a:pt x="1405" y="19"/>
                    </a:lnTo>
                    <a:lnTo>
                      <a:pt x="1437" y="28"/>
                    </a:lnTo>
                    <a:lnTo>
                      <a:pt x="1468" y="40"/>
                    </a:lnTo>
                    <a:lnTo>
                      <a:pt x="1500" y="52"/>
                    </a:lnTo>
                    <a:lnTo>
                      <a:pt x="1561" y="82"/>
                    </a:lnTo>
                    <a:lnTo>
                      <a:pt x="1619" y="119"/>
                    </a:lnTo>
                    <a:lnTo>
                      <a:pt x="1676" y="161"/>
                    </a:lnTo>
                    <a:lnTo>
                      <a:pt x="1730" y="207"/>
                    </a:lnTo>
                    <a:lnTo>
                      <a:pt x="1779" y="257"/>
                    </a:lnTo>
                    <a:lnTo>
                      <a:pt x="1826" y="311"/>
                    </a:lnTo>
                    <a:lnTo>
                      <a:pt x="1866" y="368"/>
                    </a:lnTo>
                    <a:lnTo>
                      <a:pt x="1902" y="427"/>
                    </a:lnTo>
                    <a:lnTo>
                      <a:pt x="1917" y="457"/>
                    </a:lnTo>
                    <a:lnTo>
                      <a:pt x="1930" y="487"/>
                    </a:lnTo>
                    <a:lnTo>
                      <a:pt x="1943" y="518"/>
                    </a:lnTo>
                    <a:lnTo>
                      <a:pt x="1953" y="549"/>
                    </a:lnTo>
                    <a:close/>
                  </a:path>
                </a:pathLst>
              </a:custGeom>
              <a:solidFill>
                <a:srgbClr val="00F70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97" name="Freeform 123"/>
              <p:cNvSpPr>
                <a:spLocks/>
              </p:cNvSpPr>
              <p:nvPr/>
            </p:nvSpPr>
            <p:spPr bwMode="auto">
              <a:xfrm>
                <a:off x="1201" y="1972"/>
                <a:ext cx="927" cy="854"/>
              </a:xfrm>
              <a:custGeom>
                <a:avLst/>
                <a:gdLst>
                  <a:gd name="T0" fmla="*/ 1848 w 1855"/>
                  <a:gd name="T1" fmla="*/ 1165 h 1707"/>
                  <a:gd name="T2" fmla="*/ 1819 w 1855"/>
                  <a:gd name="T3" fmla="*/ 1281 h 1707"/>
                  <a:gd name="T4" fmla="*/ 1773 w 1855"/>
                  <a:gd name="T5" fmla="*/ 1382 h 1707"/>
                  <a:gd name="T6" fmla="*/ 1708 w 1855"/>
                  <a:gd name="T7" fmla="*/ 1471 h 1707"/>
                  <a:gd name="T8" fmla="*/ 1629 w 1855"/>
                  <a:gd name="T9" fmla="*/ 1546 h 1707"/>
                  <a:gd name="T10" fmla="*/ 1537 w 1855"/>
                  <a:gd name="T11" fmla="*/ 1607 h 1707"/>
                  <a:gd name="T12" fmla="*/ 1434 w 1855"/>
                  <a:gd name="T13" fmla="*/ 1653 h 1707"/>
                  <a:gd name="T14" fmla="*/ 1323 w 1855"/>
                  <a:gd name="T15" fmla="*/ 1686 h 1707"/>
                  <a:gd name="T16" fmla="*/ 1203 w 1855"/>
                  <a:gd name="T17" fmla="*/ 1703 h 1707"/>
                  <a:gd name="T18" fmla="*/ 1080 w 1855"/>
                  <a:gd name="T19" fmla="*/ 1706 h 1707"/>
                  <a:gd name="T20" fmla="*/ 952 w 1855"/>
                  <a:gd name="T21" fmla="*/ 1693 h 1707"/>
                  <a:gd name="T22" fmla="*/ 824 w 1855"/>
                  <a:gd name="T23" fmla="*/ 1664 h 1707"/>
                  <a:gd name="T24" fmla="*/ 697 w 1855"/>
                  <a:gd name="T25" fmla="*/ 1620 h 1707"/>
                  <a:gd name="T26" fmla="*/ 574 w 1855"/>
                  <a:gd name="T27" fmla="*/ 1559 h 1707"/>
                  <a:gd name="T28" fmla="*/ 454 w 1855"/>
                  <a:gd name="T29" fmla="*/ 1482 h 1707"/>
                  <a:gd name="T30" fmla="*/ 343 w 1855"/>
                  <a:gd name="T31" fmla="*/ 1388 h 1707"/>
                  <a:gd name="T32" fmla="*/ 246 w 1855"/>
                  <a:gd name="T33" fmla="*/ 1283 h 1707"/>
                  <a:gd name="T34" fmla="*/ 167 w 1855"/>
                  <a:gd name="T35" fmla="*/ 1176 h 1707"/>
                  <a:gd name="T36" fmla="*/ 104 w 1855"/>
                  <a:gd name="T37" fmla="*/ 1064 h 1707"/>
                  <a:gd name="T38" fmla="*/ 55 w 1855"/>
                  <a:gd name="T39" fmla="*/ 950 h 1707"/>
                  <a:gd name="T40" fmla="*/ 22 w 1855"/>
                  <a:gd name="T41" fmla="*/ 835 h 1707"/>
                  <a:gd name="T42" fmla="*/ 4 w 1855"/>
                  <a:gd name="T43" fmla="*/ 721 h 1707"/>
                  <a:gd name="T44" fmla="*/ 0 w 1855"/>
                  <a:gd name="T45" fmla="*/ 609 h 1707"/>
                  <a:gd name="T46" fmla="*/ 12 w 1855"/>
                  <a:gd name="T47" fmla="*/ 502 h 1707"/>
                  <a:gd name="T48" fmla="*/ 38 w 1855"/>
                  <a:gd name="T49" fmla="*/ 400 h 1707"/>
                  <a:gd name="T50" fmla="*/ 80 w 1855"/>
                  <a:gd name="T51" fmla="*/ 306 h 1707"/>
                  <a:gd name="T52" fmla="*/ 135 w 1855"/>
                  <a:gd name="T53" fmla="*/ 222 h 1707"/>
                  <a:gd name="T54" fmla="*/ 206 w 1855"/>
                  <a:gd name="T55" fmla="*/ 148 h 1707"/>
                  <a:gd name="T56" fmla="*/ 292 w 1855"/>
                  <a:gd name="T57" fmla="*/ 88 h 1707"/>
                  <a:gd name="T58" fmla="*/ 391 w 1855"/>
                  <a:gd name="T59" fmla="*/ 42 h 1707"/>
                  <a:gd name="T60" fmla="*/ 506 w 1855"/>
                  <a:gd name="T61" fmla="*/ 12 h 1707"/>
                  <a:gd name="T62" fmla="*/ 634 w 1855"/>
                  <a:gd name="T63" fmla="*/ 0 h 1707"/>
                  <a:gd name="T64" fmla="*/ 769 w 1855"/>
                  <a:gd name="T65" fmla="*/ 7 h 1707"/>
                  <a:gd name="T66" fmla="*/ 895 w 1855"/>
                  <a:gd name="T67" fmla="*/ 27 h 1707"/>
                  <a:gd name="T68" fmla="*/ 1015 w 1855"/>
                  <a:gd name="T69" fmla="*/ 59 h 1707"/>
                  <a:gd name="T70" fmla="*/ 1128 w 1855"/>
                  <a:gd name="T71" fmla="*/ 104 h 1707"/>
                  <a:gd name="T72" fmla="*/ 1235 w 1855"/>
                  <a:gd name="T73" fmla="*/ 159 h 1707"/>
                  <a:gd name="T74" fmla="*/ 1334 w 1855"/>
                  <a:gd name="T75" fmla="*/ 222 h 1707"/>
                  <a:gd name="T76" fmla="*/ 1426 w 1855"/>
                  <a:gd name="T77" fmla="*/ 292 h 1707"/>
                  <a:gd name="T78" fmla="*/ 1512 w 1855"/>
                  <a:gd name="T79" fmla="*/ 369 h 1707"/>
                  <a:gd name="T80" fmla="*/ 1588 w 1855"/>
                  <a:gd name="T81" fmla="*/ 451 h 1707"/>
                  <a:gd name="T82" fmla="*/ 1654 w 1855"/>
                  <a:gd name="T83" fmla="*/ 536 h 1707"/>
                  <a:gd name="T84" fmla="*/ 1713 w 1855"/>
                  <a:gd name="T85" fmla="*/ 625 h 1707"/>
                  <a:gd name="T86" fmla="*/ 1761 w 1855"/>
                  <a:gd name="T87" fmla="*/ 715 h 1707"/>
                  <a:gd name="T88" fmla="*/ 1801 w 1855"/>
                  <a:gd name="T89" fmla="*/ 805 h 1707"/>
                  <a:gd name="T90" fmla="*/ 1829 w 1855"/>
                  <a:gd name="T91" fmla="*/ 894 h 1707"/>
                  <a:gd name="T92" fmla="*/ 1847 w 1855"/>
                  <a:gd name="T93" fmla="*/ 980 h 1707"/>
                  <a:gd name="T94" fmla="*/ 1855 w 1855"/>
                  <a:gd name="T95" fmla="*/ 1063 h 17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855" h="1707">
                    <a:moveTo>
                      <a:pt x="1854" y="1103"/>
                    </a:moveTo>
                    <a:lnTo>
                      <a:pt x="1848" y="1165"/>
                    </a:lnTo>
                    <a:lnTo>
                      <a:pt x="1836" y="1224"/>
                    </a:lnTo>
                    <a:lnTo>
                      <a:pt x="1819" y="1281"/>
                    </a:lnTo>
                    <a:lnTo>
                      <a:pt x="1798" y="1332"/>
                    </a:lnTo>
                    <a:lnTo>
                      <a:pt x="1773" y="1382"/>
                    </a:lnTo>
                    <a:lnTo>
                      <a:pt x="1743" y="1428"/>
                    </a:lnTo>
                    <a:lnTo>
                      <a:pt x="1708" y="1471"/>
                    </a:lnTo>
                    <a:lnTo>
                      <a:pt x="1670" y="1510"/>
                    </a:lnTo>
                    <a:lnTo>
                      <a:pt x="1629" y="1546"/>
                    </a:lnTo>
                    <a:lnTo>
                      <a:pt x="1585" y="1578"/>
                    </a:lnTo>
                    <a:lnTo>
                      <a:pt x="1537" y="1607"/>
                    </a:lnTo>
                    <a:lnTo>
                      <a:pt x="1487" y="1632"/>
                    </a:lnTo>
                    <a:lnTo>
                      <a:pt x="1434" y="1653"/>
                    </a:lnTo>
                    <a:lnTo>
                      <a:pt x="1379" y="1671"/>
                    </a:lnTo>
                    <a:lnTo>
                      <a:pt x="1323" y="1686"/>
                    </a:lnTo>
                    <a:lnTo>
                      <a:pt x="1264" y="1697"/>
                    </a:lnTo>
                    <a:lnTo>
                      <a:pt x="1203" y="1703"/>
                    </a:lnTo>
                    <a:lnTo>
                      <a:pt x="1142" y="1707"/>
                    </a:lnTo>
                    <a:lnTo>
                      <a:pt x="1080" y="1706"/>
                    </a:lnTo>
                    <a:lnTo>
                      <a:pt x="1016" y="1701"/>
                    </a:lnTo>
                    <a:lnTo>
                      <a:pt x="952" y="1693"/>
                    </a:lnTo>
                    <a:lnTo>
                      <a:pt x="888" y="1680"/>
                    </a:lnTo>
                    <a:lnTo>
                      <a:pt x="824" y="1664"/>
                    </a:lnTo>
                    <a:lnTo>
                      <a:pt x="760" y="1645"/>
                    </a:lnTo>
                    <a:lnTo>
                      <a:pt x="697" y="1620"/>
                    </a:lnTo>
                    <a:lnTo>
                      <a:pt x="635" y="1592"/>
                    </a:lnTo>
                    <a:lnTo>
                      <a:pt x="574" y="1559"/>
                    </a:lnTo>
                    <a:lnTo>
                      <a:pt x="513" y="1523"/>
                    </a:lnTo>
                    <a:lnTo>
                      <a:pt x="454" y="1482"/>
                    </a:lnTo>
                    <a:lnTo>
                      <a:pt x="398" y="1437"/>
                    </a:lnTo>
                    <a:lnTo>
                      <a:pt x="343" y="1388"/>
                    </a:lnTo>
                    <a:lnTo>
                      <a:pt x="290" y="1335"/>
                    </a:lnTo>
                    <a:lnTo>
                      <a:pt x="246" y="1283"/>
                    </a:lnTo>
                    <a:lnTo>
                      <a:pt x="204" y="1230"/>
                    </a:lnTo>
                    <a:lnTo>
                      <a:pt x="167" y="1176"/>
                    </a:lnTo>
                    <a:lnTo>
                      <a:pt x="134" y="1121"/>
                    </a:lnTo>
                    <a:lnTo>
                      <a:pt x="104" y="1064"/>
                    </a:lnTo>
                    <a:lnTo>
                      <a:pt x="77" y="1008"/>
                    </a:lnTo>
                    <a:lnTo>
                      <a:pt x="55" y="950"/>
                    </a:lnTo>
                    <a:lnTo>
                      <a:pt x="37" y="892"/>
                    </a:lnTo>
                    <a:lnTo>
                      <a:pt x="22" y="835"/>
                    </a:lnTo>
                    <a:lnTo>
                      <a:pt x="11" y="777"/>
                    </a:lnTo>
                    <a:lnTo>
                      <a:pt x="4" y="721"/>
                    </a:lnTo>
                    <a:lnTo>
                      <a:pt x="0" y="664"/>
                    </a:lnTo>
                    <a:lnTo>
                      <a:pt x="0" y="609"/>
                    </a:lnTo>
                    <a:lnTo>
                      <a:pt x="5" y="555"/>
                    </a:lnTo>
                    <a:lnTo>
                      <a:pt x="12" y="502"/>
                    </a:lnTo>
                    <a:lnTo>
                      <a:pt x="23" y="450"/>
                    </a:lnTo>
                    <a:lnTo>
                      <a:pt x="38" y="400"/>
                    </a:lnTo>
                    <a:lnTo>
                      <a:pt x="57" y="352"/>
                    </a:lnTo>
                    <a:lnTo>
                      <a:pt x="80" y="306"/>
                    </a:lnTo>
                    <a:lnTo>
                      <a:pt x="106" y="263"/>
                    </a:lnTo>
                    <a:lnTo>
                      <a:pt x="135" y="222"/>
                    </a:lnTo>
                    <a:lnTo>
                      <a:pt x="170" y="184"/>
                    </a:lnTo>
                    <a:lnTo>
                      <a:pt x="206" y="148"/>
                    </a:lnTo>
                    <a:lnTo>
                      <a:pt x="247" y="117"/>
                    </a:lnTo>
                    <a:lnTo>
                      <a:pt x="292" y="88"/>
                    </a:lnTo>
                    <a:lnTo>
                      <a:pt x="339" y="63"/>
                    </a:lnTo>
                    <a:lnTo>
                      <a:pt x="391" y="42"/>
                    </a:lnTo>
                    <a:lnTo>
                      <a:pt x="446" y="25"/>
                    </a:lnTo>
                    <a:lnTo>
                      <a:pt x="506" y="12"/>
                    </a:lnTo>
                    <a:lnTo>
                      <a:pt x="568" y="3"/>
                    </a:lnTo>
                    <a:lnTo>
                      <a:pt x="634" y="0"/>
                    </a:lnTo>
                    <a:lnTo>
                      <a:pt x="704" y="1"/>
                    </a:lnTo>
                    <a:lnTo>
                      <a:pt x="769" y="7"/>
                    </a:lnTo>
                    <a:lnTo>
                      <a:pt x="833" y="15"/>
                    </a:lnTo>
                    <a:lnTo>
                      <a:pt x="895" y="27"/>
                    </a:lnTo>
                    <a:lnTo>
                      <a:pt x="955" y="42"/>
                    </a:lnTo>
                    <a:lnTo>
                      <a:pt x="1015" y="59"/>
                    </a:lnTo>
                    <a:lnTo>
                      <a:pt x="1073" y="80"/>
                    </a:lnTo>
                    <a:lnTo>
                      <a:pt x="1128" y="104"/>
                    </a:lnTo>
                    <a:lnTo>
                      <a:pt x="1182" y="130"/>
                    </a:lnTo>
                    <a:lnTo>
                      <a:pt x="1235" y="159"/>
                    </a:lnTo>
                    <a:lnTo>
                      <a:pt x="1286" y="189"/>
                    </a:lnTo>
                    <a:lnTo>
                      <a:pt x="1334" y="222"/>
                    </a:lnTo>
                    <a:lnTo>
                      <a:pt x="1381" y="256"/>
                    </a:lnTo>
                    <a:lnTo>
                      <a:pt x="1426" y="292"/>
                    </a:lnTo>
                    <a:lnTo>
                      <a:pt x="1470" y="330"/>
                    </a:lnTo>
                    <a:lnTo>
                      <a:pt x="1512" y="369"/>
                    </a:lnTo>
                    <a:lnTo>
                      <a:pt x="1551" y="410"/>
                    </a:lnTo>
                    <a:lnTo>
                      <a:pt x="1588" y="451"/>
                    </a:lnTo>
                    <a:lnTo>
                      <a:pt x="1622" y="494"/>
                    </a:lnTo>
                    <a:lnTo>
                      <a:pt x="1654" y="536"/>
                    </a:lnTo>
                    <a:lnTo>
                      <a:pt x="1684" y="580"/>
                    </a:lnTo>
                    <a:lnTo>
                      <a:pt x="1713" y="625"/>
                    </a:lnTo>
                    <a:lnTo>
                      <a:pt x="1738" y="670"/>
                    </a:lnTo>
                    <a:lnTo>
                      <a:pt x="1761" y="715"/>
                    </a:lnTo>
                    <a:lnTo>
                      <a:pt x="1782" y="760"/>
                    </a:lnTo>
                    <a:lnTo>
                      <a:pt x="1801" y="805"/>
                    </a:lnTo>
                    <a:lnTo>
                      <a:pt x="1816" y="850"/>
                    </a:lnTo>
                    <a:lnTo>
                      <a:pt x="1829" y="894"/>
                    </a:lnTo>
                    <a:lnTo>
                      <a:pt x="1840" y="937"/>
                    </a:lnTo>
                    <a:lnTo>
                      <a:pt x="1847" y="980"/>
                    </a:lnTo>
                    <a:lnTo>
                      <a:pt x="1852" y="1023"/>
                    </a:lnTo>
                    <a:lnTo>
                      <a:pt x="1855" y="1063"/>
                    </a:lnTo>
                    <a:lnTo>
                      <a:pt x="1854" y="1103"/>
                    </a:lnTo>
                    <a:close/>
                  </a:path>
                </a:pathLst>
              </a:custGeom>
              <a:solidFill>
                <a:srgbClr val="00A9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98" name="Freeform 124"/>
              <p:cNvSpPr>
                <a:spLocks/>
              </p:cNvSpPr>
              <p:nvPr/>
            </p:nvSpPr>
            <p:spPr bwMode="auto">
              <a:xfrm>
                <a:off x="1222" y="1990"/>
                <a:ext cx="882" cy="809"/>
              </a:xfrm>
              <a:custGeom>
                <a:avLst/>
                <a:gdLst>
                  <a:gd name="T0" fmla="*/ 1760 w 1762"/>
                  <a:gd name="T1" fmla="*/ 1101 h 1620"/>
                  <a:gd name="T2" fmla="*/ 1744 w 1762"/>
                  <a:gd name="T3" fmla="*/ 1194 h 1620"/>
                  <a:gd name="T4" fmla="*/ 1706 w 1762"/>
                  <a:gd name="T5" fmla="*/ 1301 h 1620"/>
                  <a:gd name="T6" fmla="*/ 1651 w 1762"/>
                  <a:gd name="T7" fmla="*/ 1392 h 1620"/>
                  <a:gd name="T8" fmla="*/ 1580 w 1762"/>
                  <a:gd name="T9" fmla="*/ 1467 h 1620"/>
                  <a:gd name="T10" fmla="*/ 1496 w 1762"/>
                  <a:gd name="T11" fmla="*/ 1527 h 1620"/>
                  <a:gd name="T12" fmla="*/ 1402 w 1762"/>
                  <a:gd name="T13" fmla="*/ 1572 h 1620"/>
                  <a:gd name="T14" fmla="*/ 1298 w 1762"/>
                  <a:gd name="T15" fmla="*/ 1601 h 1620"/>
                  <a:gd name="T16" fmla="*/ 1189 w 1762"/>
                  <a:gd name="T17" fmla="*/ 1618 h 1620"/>
                  <a:gd name="T18" fmla="*/ 1075 w 1762"/>
                  <a:gd name="T19" fmla="*/ 1620 h 1620"/>
                  <a:gd name="T20" fmla="*/ 958 w 1762"/>
                  <a:gd name="T21" fmla="*/ 1610 h 1620"/>
                  <a:gd name="T22" fmla="*/ 842 w 1762"/>
                  <a:gd name="T23" fmla="*/ 1586 h 1620"/>
                  <a:gd name="T24" fmla="*/ 727 w 1762"/>
                  <a:gd name="T25" fmla="*/ 1552 h 1620"/>
                  <a:gd name="T26" fmla="*/ 617 w 1762"/>
                  <a:gd name="T27" fmla="*/ 1505 h 1620"/>
                  <a:gd name="T28" fmla="*/ 514 w 1762"/>
                  <a:gd name="T29" fmla="*/ 1447 h 1620"/>
                  <a:gd name="T30" fmla="*/ 418 w 1762"/>
                  <a:gd name="T31" fmla="*/ 1379 h 1620"/>
                  <a:gd name="T32" fmla="*/ 334 w 1762"/>
                  <a:gd name="T33" fmla="*/ 1301 h 1620"/>
                  <a:gd name="T34" fmla="*/ 275 w 1762"/>
                  <a:gd name="T35" fmla="*/ 1237 h 1620"/>
                  <a:gd name="T36" fmla="*/ 228 w 1762"/>
                  <a:gd name="T37" fmla="*/ 1186 h 1620"/>
                  <a:gd name="T38" fmla="*/ 190 w 1762"/>
                  <a:gd name="T39" fmla="*/ 1141 h 1620"/>
                  <a:gd name="T40" fmla="*/ 131 w 1762"/>
                  <a:gd name="T41" fmla="*/ 1057 h 1620"/>
                  <a:gd name="T42" fmla="*/ 94 w 1762"/>
                  <a:gd name="T43" fmla="*/ 984 h 1620"/>
                  <a:gd name="T44" fmla="*/ 68 w 1762"/>
                  <a:gd name="T45" fmla="*/ 923 h 1620"/>
                  <a:gd name="T46" fmla="*/ 33 w 1762"/>
                  <a:gd name="T47" fmla="*/ 825 h 1620"/>
                  <a:gd name="T48" fmla="*/ 8 w 1762"/>
                  <a:gd name="T49" fmla="*/ 698 h 1620"/>
                  <a:gd name="T50" fmla="*/ 0 w 1762"/>
                  <a:gd name="T51" fmla="*/ 581 h 1620"/>
                  <a:gd name="T52" fmla="*/ 9 w 1762"/>
                  <a:gd name="T53" fmla="*/ 472 h 1620"/>
                  <a:gd name="T54" fmla="*/ 35 w 1762"/>
                  <a:gd name="T55" fmla="*/ 372 h 1620"/>
                  <a:gd name="T56" fmla="*/ 74 w 1762"/>
                  <a:gd name="T57" fmla="*/ 284 h 1620"/>
                  <a:gd name="T58" fmla="*/ 127 w 1762"/>
                  <a:gd name="T59" fmla="*/ 205 h 1620"/>
                  <a:gd name="T60" fmla="*/ 192 w 1762"/>
                  <a:gd name="T61" fmla="*/ 140 h 1620"/>
                  <a:gd name="T62" fmla="*/ 270 w 1762"/>
                  <a:gd name="T63" fmla="*/ 85 h 1620"/>
                  <a:gd name="T64" fmla="*/ 357 w 1762"/>
                  <a:gd name="T65" fmla="*/ 44 h 1620"/>
                  <a:gd name="T66" fmla="*/ 454 w 1762"/>
                  <a:gd name="T67" fmla="*/ 15 h 1620"/>
                  <a:gd name="T68" fmla="*/ 559 w 1762"/>
                  <a:gd name="T69" fmla="*/ 1 h 1620"/>
                  <a:gd name="T70" fmla="*/ 670 w 1762"/>
                  <a:gd name="T71" fmla="*/ 2 h 1620"/>
                  <a:gd name="T72" fmla="*/ 788 w 1762"/>
                  <a:gd name="T73" fmla="*/ 19 h 1620"/>
                  <a:gd name="T74" fmla="*/ 910 w 1762"/>
                  <a:gd name="T75" fmla="*/ 51 h 1620"/>
                  <a:gd name="T76" fmla="*/ 1037 w 1762"/>
                  <a:gd name="T77" fmla="*/ 99 h 1620"/>
                  <a:gd name="T78" fmla="*/ 1166 w 1762"/>
                  <a:gd name="T79" fmla="*/ 165 h 1620"/>
                  <a:gd name="T80" fmla="*/ 1275 w 1762"/>
                  <a:gd name="T81" fmla="*/ 234 h 1620"/>
                  <a:gd name="T82" fmla="*/ 1370 w 1762"/>
                  <a:gd name="T83" fmla="*/ 305 h 1620"/>
                  <a:gd name="T84" fmla="*/ 1451 w 1762"/>
                  <a:gd name="T85" fmla="*/ 379 h 1620"/>
                  <a:gd name="T86" fmla="*/ 1522 w 1762"/>
                  <a:gd name="T87" fmla="*/ 454 h 1620"/>
                  <a:gd name="T88" fmla="*/ 1580 w 1762"/>
                  <a:gd name="T89" fmla="*/ 529 h 1620"/>
                  <a:gd name="T90" fmla="*/ 1628 w 1762"/>
                  <a:gd name="T91" fmla="*/ 603 h 1620"/>
                  <a:gd name="T92" fmla="*/ 1667 w 1762"/>
                  <a:gd name="T93" fmla="*/ 674 h 1620"/>
                  <a:gd name="T94" fmla="*/ 1698 w 1762"/>
                  <a:gd name="T95" fmla="*/ 743 h 1620"/>
                  <a:gd name="T96" fmla="*/ 1721 w 1762"/>
                  <a:gd name="T97" fmla="*/ 808 h 1620"/>
                  <a:gd name="T98" fmla="*/ 1738 w 1762"/>
                  <a:gd name="T99" fmla="*/ 868 h 1620"/>
                  <a:gd name="T100" fmla="*/ 1750 w 1762"/>
                  <a:gd name="T101" fmla="*/ 922 h 1620"/>
                  <a:gd name="T102" fmla="*/ 1757 w 1762"/>
                  <a:gd name="T103" fmla="*/ 969 h 1620"/>
                  <a:gd name="T104" fmla="*/ 1761 w 1762"/>
                  <a:gd name="T105" fmla="*/ 1008 h 1620"/>
                  <a:gd name="T106" fmla="*/ 1762 w 1762"/>
                  <a:gd name="T107" fmla="*/ 1069 h 16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762" h="1620">
                    <a:moveTo>
                      <a:pt x="1762" y="1069"/>
                    </a:moveTo>
                    <a:lnTo>
                      <a:pt x="1760" y="1101"/>
                    </a:lnTo>
                    <a:lnTo>
                      <a:pt x="1755" y="1134"/>
                    </a:lnTo>
                    <a:lnTo>
                      <a:pt x="1744" y="1194"/>
                    </a:lnTo>
                    <a:lnTo>
                      <a:pt x="1727" y="1249"/>
                    </a:lnTo>
                    <a:lnTo>
                      <a:pt x="1706" y="1301"/>
                    </a:lnTo>
                    <a:lnTo>
                      <a:pt x="1681" y="1348"/>
                    </a:lnTo>
                    <a:lnTo>
                      <a:pt x="1651" y="1392"/>
                    </a:lnTo>
                    <a:lnTo>
                      <a:pt x="1617" y="1431"/>
                    </a:lnTo>
                    <a:lnTo>
                      <a:pt x="1580" y="1467"/>
                    </a:lnTo>
                    <a:lnTo>
                      <a:pt x="1540" y="1499"/>
                    </a:lnTo>
                    <a:lnTo>
                      <a:pt x="1496" y="1527"/>
                    </a:lnTo>
                    <a:lnTo>
                      <a:pt x="1450" y="1551"/>
                    </a:lnTo>
                    <a:lnTo>
                      <a:pt x="1402" y="1572"/>
                    </a:lnTo>
                    <a:lnTo>
                      <a:pt x="1351" y="1588"/>
                    </a:lnTo>
                    <a:lnTo>
                      <a:pt x="1298" y="1601"/>
                    </a:lnTo>
                    <a:lnTo>
                      <a:pt x="1244" y="1611"/>
                    </a:lnTo>
                    <a:lnTo>
                      <a:pt x="1189" y="1618"/>
                    </a:lnTo>
                    <a:lnTo>
                      <a:pt x="1132" y="1620"/>
                    </a:lnTo>
                    <a:lnTo>
                      <a:pt x="1075" y="1620"/>
                    </a:lnTo>
                    <a:lnTo>
                      <a:pt x="1016" y="1616"/>
                    </a:lnTo>
                    <a:lnTo>
                      <a:pt x="958" y="1610"/>
                    </a:lnTo>
                    <a:lnTo>
                      <a:pt x="900" y="1600"/>
                    </a:lnTo>
                    <a:lnTo>
                      <a:pt x="842" y="1586"/>
                    </a:lnTo>
                    <a:lnTo>
                      <a:pt x="784" y="1570"/>
                    </a:lnTo>
                    <a:lnTo>
                      <a:pt x="727" y="1552"/>
                    </a:lnTo>
                    <a:lnTo>
                      <a:pt x="672" y="1530"/>
                    </a:lnTo>
                    <a:lnTo>
                      <a:pt x="617" y="1505"/>
                    </a:lnTo>
                    <a:lnTo>
                      <a:pt x="564" y="1478"/>
                    </a:lnTo>
                    <a:lnTo>
                      <a:pt x="514" y="1447"/>
                    </a:lnTo>
                    <a:lnTo>
                      <a:pt x="464" y="1415"/>
                    </a:lnTo>
                    <a:lnTo>
                      <a:pt x="418" y="1379"/>
                    </a:lnTo>
                    <a:lnTo>
                      <a:pt x="374" y="1341"/>
                    </a:lnTo>
                    <a:lnTo>
                      <a:pt x="334" y="1301"/>
                    </a:lnTo>
                    <a:lnTo>
                      <a:pt x="303" y="1267"/>
                    </a:lnTo>
                    <a:lnTo>
                      <a:pt x="275" y="1237"/>
                    </a:lnTo>
                    <a:lnTo>
                      <a:pt x="250" y="1211"/>
                    </a:lnTo>
                    <a:lnTo>
                      <a:pt x="228" y="1186"/>
                    </a:lnTo>
                    <a:lnTo>
                      <a:pt x="208" y="1163"/>
                    </a:lnTo>
                    <a:lnTo>
                      <a:pt x="190" y="1141"/>
                    </a:lnTo>
                    <a:lnTo>
                      <a:pt x="159" y="1099"/>
                    </a:lnTo>
                    <a:lnTo>
                      <a:pt x="131" y="1057"/>
                    </a:lnTo>
                    <a:lnTo>
                      <a:pt x="107" y="1009"/>
                    </a:lnTo>
                    <a:lnTo>
                      <a:pt x="94" y="984"/>
                    </a:lnTo>
                    <a:lnTo>
                      <a:pt x="82" y="954"/>
                    </a:lnTo>
                    <a:lnTo>
                      <a:pt x="68" y="923"/>
                    </a:lnTo>
                    <a:lnTo>
                      <a:pt x="54" y="887"/>
                    </a:lnTo>
                    <a:lnTo>
                      <a:pt x="33" y="825"/>
                    </a:lnTo>
                    <a:lnTo>
                      <a:pt x="18" y="760"/>
                    </a:lnTo>
                    <a:lnTo>
                      <a:pt x="8" y="698"/>
                    </a:lnTo>
                    <a:lnTo>
                      <a:pt x="1" y="638"/>
                    </a:lnTo>
                    <a:lnTo>
                      <a:pt x="0" y="581"/>
                    </a:lnTo>
                    <a:lnTo>
                      <a:pt x="2" y="525"/>
                    </a:lnTo>
                    <a:lnTo>
                      <a:pt x="9" y="472"/>
                    </a:lnTo>
                    <a:lnTo>
                      <a:pt x="20" y="421"/>
                    </a:lnTo>
                    <a:lnTo>
                      <a:pt x="35" y="372"/>
                    </a:lnTo>
                    <a:lnTo>
                      <a:pt x="52" y="327"/>
                    </a:lnTo>
                    <a:lnTo>
                      <a:pt x="74" y="284"/>
                    </a:lnTo>
                    <a:lnTo>
                      <a:pt x="99" y="243"/>
                    </a:lnTo>
                    <a:lnTo>
                      <a:pt x="127" y="205"/>
                    </a:lnTo>
                    <a:lnTo>
                      <a:pt x="158" y="171"/>
                    </a:lnTo>
                    <a:lnTo>
                      <a:pt x="192" y="140"/>
                    </a:lnTo>
                    <a:lnTo>
                      <a:pt x="229" y="111"/>
                    </a:lnTo>
                    <a:lnTo>
                      <a:pt x="270" y="85"/>
                    </a:lnTo>
                    <a:lnTo>
                      <a:pt x="312" y="62"/>
                    </a:lnTo>
                    <a:lnTo>
                      <a:pt x="357" y="44"/>
                    </a:lnTo>
                    <a:lnTo>
                      <a:pt x="404" y="28"/>
                    </a:lnTo>
                    <a:lnTo>
                      <a:pt x="454" y="15"/>
                    </a:lnTo>
                    <a:lnTo>
                      <a:pt x="505" y="7"/>
                    </a:lnTo>
                    <a:lnTo>
                      <a:pt x="559" y="1"/>
                    </a:lnTo>
                    <a:lnTo>
                      <a:pt x="613" y="0"/>
                    </a:lnTo>
                    <a:lnTo>
                      <a:pt x="670" y="2"/>
                    </a:lnTo>
                    <a:lnTo>
                      <a:pt x="728" y="8"/>
                    </a:lnTo>
                    <a:lnTo>
                      <a:pt x="788" y="19"/>
                    </a:lnTo>
                    <a:lnTo>
                      <a:pt x="849" y="32"/>
                    </a:lnTo>
                    <a:lnTo>
                      <a:pt x="910" y="51"/>
                    </a:lnTo>
                    <a:lnTo>
                      <a:pt x="973" y="73"/>
                    </a:lnTo>
                    <a:lnTo>
                      <a:pt x="1037" y="99"/>
                    </a:lnTo>
                    <a:lnTo>
                      <a:pt x="1101" y="129"/>
                    </a:lnTo>
                    <a:lnTo>
                      <a:pt x="1166" y="165"/>
                    </a:lnTo>
                    <a:lnTo>
                      <a:pt x="1222" y="198"/>
                    </a:lnTo>
                    <a:lnTo>
                      <a:pt x="1275" y="234"/>
                    </a:lnTo>
                    <a:lnTo>
                      <a:pt x="1325" y="270"/>
                    </a:lnTo>
                    <a:lnTo>
                      <a:pt x="1370" y="305"/>
                    </a:lnTo>
                    <a:lnTo>
                      <a:pt x="1412" y="342"/>
                    </a:lnTo>
                    <a:lnTo>
                      <a:pt x="1451" y="379"/>
                    </a:lnTo>
                    <a:lnTo>
                      <a:pt x="1488" y="416"/>
                    </a:lnTo>
                    <a:lnTo>
                      <a:pt x="1522" y="454"/>
                    </a:lnTo>
                    <a:lnTo>
                      <a:pt x="1552" y="491"/>
                    </a:lnTo>
                    <a:lnTo>
                      <a:pt x="1580" y="529"/>
                    </a:lnTo>
                    <a:lnTo>
                      <a:pt x="1606" y="566"/>
                    </a:lnTo>
                    <a:lnTo>
                      <a:pt x="1628" y="603"/>
                    </a:lnTo>
                    <a:lnTo>
                      <a:pt x="1648" y="638"/>
                    </a:lnTo>
                    <a:lnTo>
                      <a:pt x="1667" y="674"/>
                    </a:lnTo>
                    <a:lnTo>
                      <a:pt x="1683" y="709"/>
                    </a:lnTo>
                    <a:lnTo>
                      <a:pt x="1698" y="743"/>
                    </a:lnTo>
                    <a:lnTo>
                      <a:pt x="1711" y="775"/>
                    </a:lnTo>
                    <a:lnTo>
                      <a:pt x="1721" y="808"/>
                    </a:lnTo>
                    <a:lnTo>
                      <a:pt x="1730" y="839"/>
                    </a:lnTo>
                    <a:lnTo>
                      <a:pt x="1738" y="868"/>
                    </a:lnTo>
                    <a:lnTo>
                      <a:pt x="1745" y="895"/>
                    </a:lnTo>
                    <a:lnTo>
                      <a:pt x="1750" y="922"/>
                    </a:lnTo>
                    <a:lnTo>
                      <a:pt x="1754" y="946"/>
                    </a:lnTo>
                    <a:lnTo>
                      <a:pt x="1757" y="969"/>
                    </a:lnTo>
                    <a:lnTo>
                      <a:pt x="1759" y="990"/>
                    </a:lnTo>
                    <a:lnTo>
                      <a:pt x="1761" y="1008"/>
                    </a:lnTo>
                    <a:lnTo>
                      <a:pt x="1762" y="1024"/>
                    </a:lnTo>
                    <a:lnTo>
                      <a:pt x="1762" y="1069"/>
                    </a:lnTo>
                    <a:close/>
                  </a:path>
                </a:pathLst>
              </a:custGeom>
              <a:solidFill>
                <a:srgbClr val="00B04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199" name="Freeform 125"/>
              <p:cNvSpPr>
                <a:spLocks/>
              </p:cNvSpPr>
              <p:nvPr/>
            </p:nvSpPr>
            <p:spPr bwMode="auto">
              <a:xfrm>
                <a:off x="1244" y="2009"/>
                <a:ext cx="838" cy="778"/>
              </a:xfrm>
              <a:custGeom>
                <a:avLst/>
                <a:gdLst>
                  <a:gd name="T0" fmla="*/ 1673 w 1677"/>
                  <a:gd name="T1" fmla="*/ 1091 h 1557"/>
                  <a:gd name="T2" fmla="*/ 1650 w 1677"/>
                  <a:gd name="T3" fmla="*/ 1199 h 1557"/>
                  <a:gd name="T4" fmla="*/ 1610 w 1677"/>
                  <a:gd name="T5" fmla="*/ 1293 h 1557"/>
                  <a:gd name="T6" fmla="*/ 1552 w 1677"/>
                  <a:gd name="T7" fmla="*/ 1372 h 1557"/>
                  <a:gd name="T8" fmla="*/ 1481 w 1677"/>
                  <a:gd name="T9" fmla="*/ 1437 h 1557"/>
                  <a:gd name="T10" fmla="*/ 1397 w 1677"/>
                  <a:gd name="T11" fmla="*/ 1487 h 1557"/>
                  <a:gd name="T12" fmla="*/ 1304 w 1677"/>
                  <a:gd name="T13" fmla="*/ 1524 h 1557"/>
                  <a:gd name="T14" fmla="*/ 1201 w 1677"/>
                  <a:gd name="T15" fmla="*/ 1547 h 1557"/>
                  <a:gd name="T16" fmla="*/ 1093 w 1677"/>
                  <a:gd name="T17" fmla="*/ 1557 h 1557"/>
                  <a:gd name="T18" fmla="*/ 980 w 1677"/>
                  <a:gd name="T19" fmla="*/ 1552 h 1557"/>
                  <a:gd name="T20" fmla="*/ 865 w 1677"/>
                  <a:gd name="T21" fmla="*/ 1535 h 1557"/>
                  <a:gd name="T22" fmla="*/ 749 w 1677"/>
                  <a:gd name="T23" fmla="*/ 1504 h 1557"/>
                  <a:gd name="T24" fmla="*/ 637 w 1677"/>
                  <a:gd name="T25" fmla="*/ 1460 h 1557"/>
                  <a:gd name="T26" fmla="*/ 527 w 1677"/>
                  <a:gd name="T27" fmla="*/ 1403 h 1557"/>
                  <a:gd name="T28" fmla="*/ 423 w 1677"/>
                  <a:gd name="T29" fmla="*/ 1334 h 1557"/>
                  <a:gd name="T30" fmla="*/ 328 w 1677"/>
                  <a:gd name="T31" fmla="*/ 1252 h 1557"/>
                  <a:gd name="T32" fmla="*/ 236 w 1677"/>
                  <a:gd name="T33" fmla="*/ 1151 h 1557"/>
                  <a:gd name="T34" fmla="*/ 154 w 1677"/>
                  <a:gd name="T35" fmla="*/ 1038 h 1557"/>
                  <a:gd name="T36" fmla="*/ 91 w 1677"/>
                  <a:gd name="T37" fmla="*/ 926 h 1557"/>
                  <a:gd name="T38" fmla="*/ 45 w 1677"/>
                  <a:gd name="T39" fmla="*/ 817 h 1557"/>
                  <a:gd name="T40" fmla="*/ 15 w 1677"/>
                  <a:gd name="T41" fmla="*/ 709 h 1557"/>
                  <a:gd name="T42" fmla="*/ 1 w 1677"/>
                  <a:gd name="T43" fmla="*/ 605 h 1557"/>
                  <a:gd name="T44" fmla="*/ 2 w 1677"/>
                  <a:gd name="T45" fmla="*/ 505 h 1557"/>
                  <a:gd name="T46" fmla="*/ 18 w 1677"/>
                  <a:gd name="T47" fmla="*/ 411 h 1557"/>
                  <a:gd name="T48" fmla="*/ 47 w 1677"/>
                  <a:gd name="T49" fmla="*/ 324 h 1557"/>
                  <a:gd name="T50" fmla="*/ 89 w 1677"/>
                  <a:gd name="T51" fmla="*/ 246 h 1557"/>
                  <a:gd name="T52" fmla="*/ 144 w 1677"/>
                  <a:gd name="T53" fmla="*/ 175 h 1557"/>
                  <a:gd name="T54" fmla="*/ 209 w 1677"/>
                  <a:gd name="T55" fmla="*/ 115 h 1557"/>
                  <a:gd name="T56" fmla="*/ 284 w 1677"/>
                  <a:gd name="T57" fmla="*/ 67 h 1557"/>
                  <a:gd name="T58" fmla="*/ 371 w 1677"/>
                  <a:gd name="T59" fmla="*/ 31 h 1557"/>
                  <a:gd name="T60" fmla="*/ 465 w 1677"/>
                  <a:gd name="T61" fmla="*/ 8 h 1557"/>
                  <a:gd name="T62" fmla="*/ 567 w 1677"/>
                  <a:gd name="T63" fmla="*/ 0 h 1557"/>
                  <a:gd name="T64" fmla="*/ 657 w 1677"/>
                  <a:gd name="T65" fmla="*/ 6 h 1557"/>
                  <a:gd name="T66" fmla="*/ 735 w 1677"/>
                  <a:gd name="T67" fmla="*/ 19 h 1557"/>
                  <a:gd name="T68" fmla="*/ 817 w 1677"/>
                  <a:gd name="T69" fmla="*/ 39 h 1557"/>
                  <a:gd name="T70" fmla="*/ 903 w 1677"/>
                  <a:gd name="T71" fmla="*/ 68 h 1557"/>
                  <a:gd name="T72" fmla="*/ 991 w 1677"/>
                  <a:gd name="T73" fmla="*/ 105 h 1557"/>
                  <a:gd name="T74" fmla="*/ 1080 w 1677"/>
                  <a:gd name="T75" fmla="*/ 149 h 1557"/>
                  <a:gd name="T76" fmla="*/ 1168 w 1677"/>
                  <a:gd name="T77" fmla="*/ 201 h 1557"/>
                  <a:gd name="T78" fmla="*/ 1294 w 1677"/>
                  <a:gd name="T79" fmla="*/ 290 h 1557"/>
                  <a:gd name="T80" fmla="*/ 1374 w 1677"/>
                  <a:gd name="T81" fmla="*/ 361 h 1557"/>
                  <a:gd name="T82" fmla="*/ 1448 w 1677"/>
                  <a:gd name="T83" fmla="*/ 437 h 1557"/>
                  <a:gd name="T84" fmla="*/ 1513 w 1677"/>
                  <a:gd name="T85" fmla="*/ 520 h 1557"/>
                  <a:gd name="T86" fmla="*/ 1570 w 1677"/>
                  <a:gd name="T87" fmla="*/ 610 h 1557"/>
                  <a:gd name="T88" fmla="*/ 1616 w 1677"/>
                  <a:gd name="T89" fmla="*/ 705 h 1557"/>
                  <a:gd name="T90" fmla="*/ 1650 w 1677"/>
                  <a:gd name="T91" fmla="*/ 808 h 1557"/>
                  <a:gd name="T92" fmla="*/ 1671 w 1677"/>
                  <a:gd name="T93" fmla="*/ 916 h 1557"/>
                  <a:gd name="T94" fmla="*/ 1677 w 1677"/>
                  <a:gd name="T95" fmla="*/ 1031 h 15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677" h="1557">
                    <a:moveTo>
                      <a:pt x="1677" y="1031"/>
                    </a:moveTo>
                    <a:lnTo>
                      <a:pt x="1673" y="1091"/>
                    </a:lnTo>
                    <a:lnTo>
                      <a:pt x="1664" y="1146"/>
                    </a:lnTo>
                    <a:lnTo>
                      <a:pt x="1650" y="1199"/>
                    </a:lnTo>
                    <a:lnTo>
                      <a:pt x="1632" y="1248"/>
                    </a:lnTo>
                    <a:lnTo>
                      <a:pt x="1610" y="1293"/>
                    </a:lnTo>
                    <a:lnTo>
                      <a:pt x="1582" y="1334"/>
                    </a:lnTo>
                    <a:lnTo>
                      <a:pt x="1552" y="1372"/>
                    </a:lnTo>
                    <a:lnTo>
                      <a:pt x="1518" y="1407"/>
                    </a:lnTo>
                    <a:lnTo>
                      <a:pt x="1481" y="1437"/>
                    </a:lnTo>
                    <a:lnTo>
                      <a:pt x="1441" y="1464"/>
                    </a:lnTo>
                    <a:lnTo>
                      <a:pt x="1397" y="1487"/>
                    </a:lnTo>
                    <a:lnTo>
                      <a:pt x="1351" y="1508"/>
                    </a:lnTo>
                    <a:lnTo>
                      <a:pt x="1304" y="1524"/>
                    </a:lnTo>
                    <a:lnTo>
                      <a:pt x="1253" y="1537"/>
                    </a:lnTo>
                    <a:lnTo>
                      <a:pt x="1201" y="1547"/>
                    </a:lnTo>
                    <a:lnTo>
                      <a:pt x="1147" y="1553"/>
                    </a:lnTo>
                    <a:lnTo>
                      <a:pt x="1093" y="1557"/>
                    </a:lnTo>
                    <a:lnTo>
                      <a:pt x="1036" y="1555"/>
                    </a:lnTo>
                    <a:lnTo>
                      <a:pt x="980" y="1552"/>
                    </a:lnTo>
                    <a:lnTo>
                      <a:pt x="922" y="1545"/>
                    </a:lnTo>
                    <a:lnTo>
                      <a:pt x="865" y="1535"/>
                    </a:lnTo>
                    <a:lnTo>
                      <a:pt x="807" y="1521"/>
                    </a:lnTo>
                    <a:lnTo>
                      <a:pt x="749" y="1504"/>
                    </a:lnTo>
                    <a:lnTo>
                      <a:pt x="693" y="1483"/>
                    </a:lnTo>
                    <a:lnTo>
                      <a:pt x="637" y="1460"/>
                    </a:lnTo>
                    <a:lnTo>
                      <a:pt x="581" y="1433"/>
                    </a:lnTo>
                    <a:lnTo>
                      <a:pt x="527" y="1403"/>
                    </a:lnTo>
                    <a:lnTo>
                      <a:pt x="474" y="1370"/>
                    </a:lnTo>
                    <a:lnTo>
                      <a:pt x="423" y="1334"/>
                    </a:lnTo>
                    <a:lnTo>
                      <a:pt x="375" y="1294"/>
                    </a:lnTo>
                    <a:lnTo>
                      <a:pt x="328" y="1252"/>
                    </a:lnTo>
                    <a:lnTo>
                      <a:pt x="284" y="1206"/>
                    </a:lnTo>
                    <a:lnTo>
                      <a:pt x="236" y="1151"/>
                    </a:lnTo>
                    <a:lnTo>
                      <a:pt x="193" y="1095"/>
                    </a:lnTo>
                    <a:lnTo>
                      <a:pt x="154" y="1038"/>
                    </a:lnTo>
                    <a:lnTo>
                      <a:pt x="121" y="983"/>
                    </a:lnTo>
                    <a:lnTo>
                      <a:pt x="91" y="926"/>
                    </a:lnTo>
                    <a:lnTo>
                      <a:pt x="65" y="871"/>
                    </a:lnTo>
                    <a:lnTo>
                      <a:pt x="45" y="817"/>
                    </a:lnTo>
                    <a:lnTo>
                      <a:pt x="27" y="763"/>
                    </a:lnTo>
                    <a:lnTo>
                      <a:pt x="15" y="709"/>
                    </a:lnTo>
                    <a:lnTo>
                      <a:pt x="5" y="656"/>
                    </a:lnTo>
                    <a:lnTo>
                      <a:pt x="1" y="605"/>
                    </a:lnTo>
                    <a:lnTo>
                      <a:pt x="0" y="554"/>
                    </a:lnTo>
                    <a:lnTo>
                      <a:pt x="2" y="505"/>
                    </a:lnTo>
                    <a:lnTo>
                      <a:pt x="9" y="458"/>
                    </a:lnTo>
                    <a:lnTo>
                      <a:pt x="18" y="411"/>
                    </a:lnTo>
                    <a:lnTo>
                      <a:pt x="31" y="367"/>
                    </a:lnTo>
                    <a:lnTo>
                      <a:pt x="47" y="324"/>
                    </a:lnTo>
                    <a:lnTo>
                      <a:pt x="66" y="284"/>
                    </a:lnTo>
                    <a:lnTo>
                      <a:pt x="89" y="246"/>
                    </a:lnTo>
                    <a:lnTo>
                      <a:pt x="115" y="209"/>
                    </a:lnTo>
                    <a:lnTo>
                      <a:pt x="144" y="175"/>
                    </a:lnTo>
                    <a:lnTo>
                      <a:pt x="175" y="144"/>
                    </a:lnTo>
                    <a:lnTo>
                      <a:pt x="209" y="115"/>
                    </a:lnTo>
                    <a:lnTo>
                      <a:pt x="245" y="90"/>
                    </a:lnTo>
                    <a:lnTo>
                      <a:pt x="284" y="67"/>
                    </a:lnTo>
                    <a:lnTo>
                      <a:pt x="327" y="47"/>
                    </a:lnTo>
                    <a:lnTo>
                      <a:pt x="371" y="31"/>
                    </a:lnTo>
                    <a:lnTo>
                      <a:pt x="417" y="19"/>
                    </a:lnTo>
                    <a:lnTo>
                      <a:pt x="465" y="8"/>
                    </a:lnTo>
                    <a:lnTo>
                      <a:pt x="516" y="2"/>
                    </a:lnTo>
                    <a:lnTo>
                      <a:pt x="567" y="0"/>
                    </a:lnTo>
                    <a:lnTo>
                      <a:pt x="622" y="2"/>
                    </a:lnTo>
                    <a:lnTo>
                      <a:pt x="657" y="6"/>
                    </a:lnTo>
                    <a:lnTo>
                      <a:pt x="695" y="12"/>
                    </a:lnTo>
                    <a:lnTo>
                      <a:pt x="735" y="19"/>
                    </a:lnTo>
                    <a:lnTo>
                      <a:pt x="775" y="28"/>
                    </a:lnTo>
                    <a:lnTo>
                      <a:pt x="817" y="39"/>
                    </a:lnTo>
                    <a:lnTo>
                      <a:pt x="860" y="53"/>
                    </a:lnTo>
                    <a:lnTo>
                      <a:pt x="903" y="68"/>
                    </a:lnTo>
                    <a:lnTo>
                      <a:pt x="946" y="85"/>
                    </a:lnTo>
                    <a:lnTo>
                      <a:pt x="991" y="105"/>
                    </a:lnTo>
                    <a:lnTo>
                      <a:pt x="1035" y="126"/>
                    </a:lnTo>
                    <a:lnTo>
                      <a:pt x="1080" y="149"/>
                    </a:lnTo>
                    <a:lnTo>
                      <a:pt x="1124" y="174"/>
                    </a:lnTo>
                    <a:lnTo>
                      <a:pt x="1168" y="201"/>
                    </a:lnTo>
                    <a:lnTo>
                      <a:pt x="1211" y="228"/>
                    </a:lnTo>
                    <a:lnTo>
                      <a:pt x="1294" y="290"/>
                    </a:lnTo>
                    <a:lnTo>
                      <a:pt x="1335" y="325"/>
                    </a:lnTo>
                    <a:lnTo>
                      <a:pt x="1374" y="361"/>
                    </a:lnTo>
                    <a:lnTo>
                      <a:pt x="1412" y="398"/>
                    </a:lnTo>
                    <a:lnTo>
                      <a:pt x="1448" y="437"/>
                    </a:lnTo>
                    <a:lnTo>
                      <a:pt x="1481" y="477"/>
                    </a:lnTo>
                    <a:lnTo>
                      <a:pt x="1513" y="520"/>
                    </a:lnTo>
                    <a:lnTo>
                      <a:pt x="1543" y="564"/>
                    </a:lnTo>
                    <a:lnTo>
                      <a:pt x="1570" y="610"/>
                    </a:lnTo>
                    <a:lnTo>
                      <a:pt x="1595" y="657"/>
                    </a:lnTo>
                    <a:lnTo>
                      <a:pt x="1616" y="705"/>
                    </a:lnTo>
                    <a:lnTo>
                      <a:pt x="1635" y="756"/>
                    </a:lnTo>
                    <a:lnTo>
                      <a:pt x="1650" y="808"/>
                    </a:lnTo>
                    <a:lnTo>
                      <a:pt x="1663" y="862"/>
                    </a:lnTo>
                    <a:lnTo>
                      <a:pt x="1671" y="916"/>
                    </a:lnTo>
                    <a:lnTo>
                      <a:pt x="1676" y="974"/>
                    </a:lnTo>
                    <a:lnTo>
                      <a:pt x="1677" y="1031"/>
                    </a:lnTo>
                    <a:close/>
                  </a:path>
                </a:pathLst>
              </a:custGeom>
              <a:solidFill>
                <a:srgbClr val="00B7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200" name="Freeform 126"/>
              <p:cNvSpPr>
                <a:spLocks/>
              </p:cNvSpPr>
              <p:nvPr/>
            </p:nvSpPr>
            <p:spPr bwMode="auto">
              <a:xfrm>
                <a:off x="2300" y="878"/>
                <a:ext cx="821" cy="788"/>
              </a:xfrm>
              <a:custGeom>
                <a:avLst/>
                <a:gdLst>
                  <a:gd name="T0" fmla="*/ 1612 w 1644"/>
                  <a:gd name="T1" fmla="*/ 370 h 1575"/>
                  <a:gd name="T2" fmla="*/ 1629 w 1644"/>
                  <a:gd name="T3" fmla="*/ 472 h 1575"/>
                  <a:gd name="T4" fmla="*/ 1639 w 1644"/>
                  <a:gd name="T5" fmla="*/ 570 h 1575"/>
                  <a:gd name="T6" fmla="*/ 1644 w 1644"/>
                  <a:gd name="T7" fmla="*/ 663 h 1575"/>
                  <a:gd name="T8" fmla="*/ 1643 w 1644"/>
                  <a:gd name="T9" fmla="*/ 752 h 1575"/>
                  <a:gd name="T10" fmla="*/ 1637 w 1644"/>
                  <a:gd name="T11" fmla="*/ 836 h 1575"/>
                  <a:gd name="T12" fmla="*/ 1618 w 1644"/>
                  <a:gd name="T13" fmla="*/ 954 h 1575"/>
                  <a:gd name="T14" fmla="*/ 1577 w 1644"/>
                  <a:gd name="T15" fmla="*/ 1095 h 1575"/>
                  <a:gd name="T16" fmla="*/ 1519 w 1644"/>
                  <a:gd name="T17" fmla="*/ 1219 h 1575"/>
                  <a:gd name="T18" fmla="*/ 1447 w 1644"/>
                  <a:gd name="T19" fmla="*/ 1325 h 1575"/>
                  <a:gd name="T20" fmla="*/ 1360 w 1644"/>
                  <a:gd name="T21" fmla="*/ 1411 h 1575"/>
                  <a:gd name="T22" fmla="*/ 1263 w 1644"/>
                  <a:gd name="T23" fmla="*/ 1480 h 1575"/>
                  <a:gd name="T24" fmla="*/ 1157 w 1644"/>
                  <a:gd name="T25" fmla="*/ 1530 h 1575"/>
                  <a:gd name="T26" fmla="*/ 1043 w 1644"/>
                  <a:gd name="T27" fmla="*/ 1562 h 1575"/>
                  <a:gd name="T28" fmla="*/ 923 w 1644"/>
                  <a:gd name="T29" fmla="*/ 1575 h 1575"/>
                  <a:gd name="T30" fmla="*/ 799 w 1644"/>
                  <a:gd name="T31" fmla="*/ 1569 h 1575"/>
                  <a:gd name="T32" fmla="*/ 675 w 1644"/>
                  <a:gd name="T33" fmla="*/ 1545 h 1575"/>
                  <a:gd name="T34" fmla="*/ 551 w 1644"/>
                  <a:gd name="T35" fmla="*/ 1502 h 1575"/>
                  <a:gd name="T36" fmla="*/ 429 w 1644"/>
                  <a:gd name="T37" fmla="*/ 1441 h 1575"/>
                  <a:gd name="T38" fmla="*/ 319 w 1644"/>
                  <a:gd name="T39" fmla="*/ 1366 h 1575"/>
                  <a:gd name="T40" fmla="*/ 229 w 1644"/>
                  <a:gd name="T41" fmla="*/ 1286 h 1575"/>
                  <a:gd name="T42" fmla="*/ 154 w 1644"/>
                  <a:gd name="T43" fmla="*/ 1197 h 1575"/>
                  <a:gd name="T44" fmla="*/ 94 w 1644"/>
                  <a:gd name="T45" fmla="*/ 1101 h 1575"/>
                  <a:gd name="T46" fmla="*/ 48 w 1644"/>
                  <a:gd name="T47" fmla="*/ 1001 h 1575"/>
                  <a:gd name="T48" fmla="*/ 17 w 1644"/>
                  <a:gd name="T49" fmla="*/ 897 h 1575"/>
                  <a:gd name="T50" fmla="*/ 2 w 1644"/>
                  <a:gd name="T51" fmla="*/ 791 h 1575"/>
                  <a:gd name="T52" fmla="*/ 1 w 1644"/>
                  <a:gd name="T53" fmla="*/ 687 h 1575"/>
                  <a:gd name="T54" fmla="*/ 15 w 1644"/>
                  <a:gd name="T55" fmla="*/ 582 h 1575"/>
                  <a:gd name="T56" fmla="*/ 45 w 1644"/>
                  <a:gd name="T57" fmla="*/ 481 h 1575"/>
                  <a:gd name="T58" fmla="*/ 90 w 1644"/>
                  <a:gd name="T59" fmla="*/ 387 h 1575"/>
                  <a:gd name="T60" fmla="*/ 151 w 1644"/>
                  <a:gd name="T61" fmla="*/ 298 h 1575"/>
                  <a:gd name="T62" fmla="*/ 227 w 1644"/>
                  <a:gd name="T63" fmla="*/ 218 h 1575"/>
                  <a:gd name="T64" fmla="*/ 319 w 1644"/>
                  <a:gd name="T65" fmla="*/ 149 h 1575"/>
                  <a:gd name="T66" fmla="*/ 429 w 1644"/>
                  <a:gd name="T67" fmla="*/ 90 h 1575"/>
                  <a:gd name="T68" fmla="*/ 553 w 1644"/>
                  <a:gd name="T69" fmla="*/ 45 h 1575"/>
                  <a:gd name="T70" fmla="*/ 682 w 1644"/>
                  <a:gd name="T71" fmla="*/ 17 h 1575"/>
                  <a:gd name="T72" fmla="*/ 809 w 1644"/>
                  <a:gd name="T73" fmla="*/ 5 h 1575"/>
                  <a:gd name="T74" fmla="*/ 935 w 1644"/>
                  <a:gd name="T75" fmla="*/ 0 h 1575"/>
                  <a:gd name="T76" fmla="*/ 1056 w 1644"/>
                  <a:gd name="T77" fmla="*/ 1 h 1575"/>
                  <a:gd name="T78" fmla="*/ 1167 w 1644"/>
                  <a:gd name="T79" fmla="*/ 9 h 1575"/>
                  <a:gd name="T80" fmla="*/ 1261 w 1644"/>
                  <a:gd name="T81" fmla="*/ 18 h 1575"/>
                  <a:gd name="T82" fmla="*/ 1333 w 1644"/>
                  <a:gd name="T83" fmla="*/ 28 h 1575"/>
                  <a:gd name="T84" fmla="*/ 1358 w 1644"/>
                  <a:gd name="T85" fmla="*/ 31 h 1575"/>
                  <a:gd name="T86" fmla="*/ 1377 w 1644"/>
                  <a:gd name="T87" fmla="*/ 34 h 1575"/>
                  <a:gd name="T88" fmla="*/ 1386 w 1644"/>
                  <a:gd name="T89" fmla="*/ 37 h 1575"/>
                  <a:gd name="T90" fmla="*/ 1441 w 1644"/>
                  <a:gd name="T91" fmla="*/ 60 h 1575"/>
                  <a:gd name="T92" fmla="*/ 1486 w 1644"/>
                  <a:gd name="T93" fmla="*/ 90 h 1575"/>
                  <a:gd name="T94" fmla="*/ 1522 w 1644"/>
                  <a:gd name="T95" fmla="*/ 127 h 1575"/>
                  <a:gd name="T96" fmla="*/ 1549 w 1644"/>
                  <a:gd name="T97" fmla="*/ 167 h 1575"/>
                  <a:gd name="T98" fmla="*/ 1584 w 1644"/>
                  <a:gd name="T99" fmla="*/ 248 h 1575"/>
                  <a:gd name="T100" fmla="*/ 1598 w 1644"/>
                  <a:gd name="T101" fmla="*/ 302 h 15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1644" h="1575">
                    <a:moveTo>
                      <a:pt x="1601" y="317"/>
                    </a:moveTo>
                    <a:lnTo>
                      <a:pt x="1612" y="370"/>
                    </a:lnTo>
                    <a:lnTo>
                      <a:pt x="1621" y="422"/>
                    </a:lnTo>
                    <a:lnTo>
                      <a:pt x="1629" y="472"/>
                    </a:lnTo>
                    <a:lnTo>
                      <a:pt x="1635" y="522"/>
                    </a:lnTo>
                    <a:lnTo>
                      <a:pt x="1639" y="570"/>
                    </a:lnTo>
                    <a:lnTo>
                      <a:pt x="1643" y="617"/>
                    </a:lnTo>
                    <a:lnTo>
                      <a:pt x="1644" y="663"/>
                    </a:lnTo>
                    <a:lnTo>
                      <a:pt x="1644" y="708"/>
                    </a:lnTo>
                    <a:lnTo>
                      <a:pt x="1643" y="752"/>
                    </a:lnTo>
                    <a:lnTo>
                      <a:pt x="1640" y="795"/>
                    </a:lnTo>
                    <a:lnTo>
                      <a:pt x="1637" y="836"/>
                    </a:lnTo>
                    <a:lnTo>
                      <a:pt x="1632" y="877"/>
                    </a:lnTo>
                    <a:lnTo>
                      <a:pt x="1618" y="954"/>
                    </a:lnTo>
                    <a:lnTo>
                      <a:pt x="1600" y="1028"/>
                    </a:lnTo>
                    <a:lnTo>
                      <a:pt x="1577" y="1095"/>
                    </a:lnTo>
                    <a:lnTo>
                      <a:pt x="1550" y="1160"/>
                    </a:lnTo>
                    <a:lnTo>
                      <a:pt x="1519" y="1219"/>
                    </a:lnTo>
                    <a:lnTo>
                      <a:pt x="1485" y="1274"/>
                    </a:lnTo>
                    <a:lnTo>
                      <a:pt x="1447" y="1325"/>
                    </a:lnTo>
                    <a:lnTo>
                      <a:pt x="1405" y="1370"/>
                    </a:lnTo>
                    <a:lnTo>
                      <a:pt x="1360" y="1411"/>
                    </a:lnTo>
                    <a:lnTo>
                      <a:pt x="1313" y="1448"/>
                    </a:lnTo>
                    <a:lnTo>
                      <a:pt x="1263" y="1480"/>
                    </a:lnTo>
                    <a:lnTo>
                      <a:pt x="1211" y="1507"/>
                    </a:lnTo>
                    <a:lnTo>
                      <a:pt x="1157" y="1530"/>
                    </a:lnTo>
                    <a:lnTo>
                      <a:pt x="1100" y="1548"/>
                    </a:lnTo>
                    <a:lnTo>
                      <a:pt x="1043" y="1562"/>
                    </a:lnTo>
                    <a:lnTo>
                      <a:pt x="983" y="1570"/>
                    </a:lnTo>
                    <a:lnTo>
                      <a:pt x="923" y="1575"/>
                    </a:lnTo>
                    <a:lnTo>
                      <a:pt x="862" y="1575"/>
                    </a:lnTo>
                    <a:lnTo>
                      <a:pt x="799" y="1569"/>
                    </a:lnTo>
                    <a:lnTo>
                      <a:pt x="737" y="1560"/>
                    </a:lnTo>
                    <a:lnTo>
                      <a:pt x="675" y="1545"/>
                    </a:lnTo>
                    <a:lnTo>
                      <a:pt x="613" y="1526"/>
                    </a:lnTo>
                    <a:lnTo>
                      <a:pt x="551" y="1502"/>
                    </a:lnTo>
                    <a:lnTo>
                      <a:pt x="488" y="1474"/>
                    </a:lnTo>
                    <a:lnTo>
                      <a:pt x="429" y="1441"/>
                    </a:lnTo>
                    <a:lnTo>
                      <a:pt x="369" y="1403"/>
                    </a:lnTo>
                    <a:lnTo>
                      <a:pt x="319" y="1366"/>
                    </a:lnTo>
                    <a:lnTo>
                      <a:pt x="272" y="1327"/>
                    </a:lnTo>
                    <a:lnTo>
                      <a:pt x="229" y="1286"/>
                    </a:lnTo>
                    <a:lnTo>
                      <a:pt x="190" y="1243"/>
                    </a:lnTo>
                    <a:lnTo>
                      <a:pt x="154" y="1197"/>
                    </a:lnTo>
                    <a:lnTo>
                      <a:pt x="122" y="1151"/>
                    </a:lnTo>
                    <a:lnTo>
                      <a:pt x="94" y="1101"/>
                    </a:lnTo>
                    <a:lnTo>
                      <a:pt x="69" y="1052"/>
                    </a:lnTo>
                    <a:lnTo>
                      <a:pt x="48" y="1001"/>
                    </a:lnTo>
                    <a:lnTo>
                      <a:pt x="31" y="949"/>
                    </a:lnTo>
                    <a:lnTo>
                      <a:pt x="17" y="897"/>
                    </a:lnTo>
                    <a:lnTo>
                      <a:pt x="8" y="844"/>
                    </a:lnTo>
                    <a:lnTo>
                      <a:pt x="2" y="791"/>
                    </a:lnTo>
                    <a:lnTo>
                      <a:pt x="0" y="738"/>
                    </a:lnTo>
                    <a:lnTo>
                      <a:pt x="1" y="687"/>
                    </a:lnTo>
                    <a:lnTo>
                      <a:pt x="6" y="634"/>
                    </a:lnTo>
                    <a:lnTo>
                      <a:pt x="15" y="582"/>
                    </a:lnTo>
                    <a:lnTo>
                      <a:pt x="28" y="531"/>
                    </a:lnTo>
                    <a:lnTo>
                      <a:pt x="45" y="481"/>
                    </a:lnTo>
                    <a:lnTo>
                      <a:pt x="66" y="433"/>
                    </a:lnTo>
                    <a:lnTo>
                      <a:pt x="90" y="387"/>
                    </a:lnTo>
                    <a:lnTo>
                      <a:pt x="119" y="341"/>
                    </a:lnTo>
                    <a:lnTo>
                      <a:pt x="151" y="298"/>
                    </a:lnTo>
                    <a:lnTo>
                      <a:pt x="187" y="257"/>
                    </a:lnTo>
                    <a:lnTo>
                      <a:pt x="227" y="218"/>
                    </a:lnTo>
                    <a:lnTo>
                      <a:pt x="272" y="182"/>
                    </a:lnTo>
                    <a:lnTo>
                      <a:pt x="319" y="149"/>
                    </a:lnTo>
                    <a:lnTo>
                      <a:pt x="372" y="117"/>
                    </a:lnTo>
                    <a:lnTo>
                      <a:pt x="429" y="90"/>
                    </a:lnTo>
                    <a:lnTo>
                      <a:pt x="488" y="66"/>
                    </a:lnTo>
                    <a:lnTo>
                      <a:pt x="553" y="45"/>
                    </a:lnTo>
                    <a:lnTo>
                      <a:pt x="621" y="29"/>
                    </a:lnTo>
                    <a:lnTo>
                      <a:pt x="682" y="17"/>
                    </a:lnTo>
                    <a:lnTo>
                      <a:pt x="745" y="9"/>
                    </a:lnTo>
                    <a:lnTo>
                      <a:pt x="809" y="5"/>
                    </a:lnTo>
                    <a:lnTo>
                      <a:pt x="872" y="1"/>
                    </a:lnTo>
                    <a:lnTo>
                      <a:pt x="935" y="0"/>
                    </a:lnTo>
                    <a:lnTo>
                      <a:pt x="996" y="0"/>
                    </a:lnTo>
                    <a:lnTo>
                      <a:pt x="1056" y="1"/>
                    </a:lnTo>
                    <a:lnTo>
                      <a:pt x="1114" y="5"/>
                    </a:lnTo>
                    <a:lnTo>
                      <a:pt x="1167" y="9"/>
                    </a:lnTo>
                    <a:lnTo>
                      <a:pt x="1216" y="13"/>
                    </a:lnTo>
                    <a:lnTo>
                      <a:pt x="1261" y="18"/>
                    </a:lnTo>
                    <a:lnTo>
                      <a:pt x="1299" y="23"/>
                    </a:lnTo>
                    <a:lnTo>
                      <a:pt x="1333" y="28"/>
                    </a:lnTo>
                    <a:lnTo>
                      <a:pt x="1347" y="30"/>
                    </a:lnTo>
                    <a:lnTo>
                      <a:pt x="1358" y="31"/>
                    </a:lnTo>
                    <a:lnTo>
                      <a:pt x="1368" y="33"/>
                    </a:lnTo>
                    <a:lnTo>
                      <a:pt x="1377" y="34"/>
                    </a:lnTo>
                    <a:lnTo>
                      <a:pt x="1382" y="36"/>
                    </a:lnTo>
                    <a:lnTo>
                      <a:pt x="1386" y="37"/>
                    </a:lnTo>
                    <a:lnTo>
                      <a:pt x="1416" y="47"/>
                    </a:lnTo>
                    <a:lnTo>
                      <a:pt x="1441" y="60"/>
                    </a:lnTo>
                    <a:lnTo>
                      <a:pt x="1465" y="74"/>
                    </a:lnTo>
                    <a:lnTo>
                      <a:pt x="1486" y="90"/>
                    </a:lnTo>
                    <a:lnTo>
                      <a:pt x="1506" y="108"/>
                    </a:lnTo>
                    <a:lnTo>
                      <a:pt x="1522" y="127"/>
                    </a:lnTo>
                    <a:lnTo>
                      <a:pt x="1537" y="146"/>
                    </a:lnTo>
                    <a:lnTo>
                      <a:pt x="1549" y="167"/>
                    </a:lnTo>
                    <a:lnTo>
                      <a:pt x="1569" y="207"/>
                    </a:lnTo>
                    <a:lnTo>
                      <a:pt x="1584" y="248"/>
                    </a:lnTo>
                    <a:lnTo>
                      <a:pt x="1594" y="284"/>
                    </a:lnTo>
                    <a:lnTo>
                      <a:pt x="1598" y="302"/>
                    </a:lnTo>
                    <a:lnTo>
                      <a:pt x="1601" y="317"/>
                    </a:lnTo>
                    <a:close/>
                  </a:path>
                </a:pathLst>
              </a:custGeom>
              <a:solidFill>
                <a:srgbClr val="00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201" name="Freeform 127"/>
              <p:cNvSpPr>
                <a:spLocks/>
              </p:cNvSpPr>
              <p:nvPr/>
            </p:nvSpPr>
            <p:spPr bwMode="auto">
              <a:xfrm>
                <a:off x="2734" y="2492"/>
                <a:ext cx="811" cy="720"/>
              </a:xfrm>
              <a:custGeom>
                <a:avLst/>
                <a:gdLst>
                  <a:gd name="T0" fmla="*/ 0 w 1623"/>
                  <a:gd name="T1" fmla="*/ 1441 h 1441"/>
                  <a:gd name="T2" fmla="*/ 30 w 1623"/>
                  <a:gd name="T3" fmla="*/ 1419 h 1441"/>
                  <a:gd name="T4" fmla="*/ 57 w 1623"/>
                  <a:gd name="T5" fmla="*/ 1396 h 1441"/>
                  <a:gd name="T6" fmla="*/ 81 w 1623"/>
                  <a:gd name="T7" fmla="*/ 1371 h 1441"/>
                  <a:gd name="T8" fmla="*/ 104 w 1623"/>
                  <a:gd name="T9" fmla="*/ 1342 h 1441"/>
                  <a:gd name="T10" fmla="*/ 124 w 1623"/>
                  <a:gd name="T11" fmla="*/ 1310 h 1441"/>
                  <a:gd name="T12" fmla="*/ 141 w 1623"/>
                  <a:gd name="T13" fmla="*/ 1272 h 1441"/>
                  <a:gd name="T14" fmla="*/ 148 w 1623"/>
                  <a:gd name="T15" fmla="*/ 1251 h 1441"/>
                  <a:gd name="T16" fmla="*/ 156 w 1623"/>
                  <a:gd name="T17" fmla="*/ 1228 h 1441"/>
                  <a:gd name="T18" fmla="*/ 162 w 1623"/>
                  <a:gd name="T19" fmla="*/ 1204 h 1441"/>
                  <a:gd name="T20" fmla="*/ 168 w 1623"/>
                  <a:gd name="T21" fmla="*/ 1178 h 1441"/>
                  <a:gd name="T22" fmla="*/ 170 w 1623"/>
                  <a:gd name="T23" fmla="*/ 1166 h 1441"/>
                  <a:gd name="T24" fmla="*/ 174 w 1623"/>
                  <a:gd name="T25" fmla="*/ 1152 h 1441"/>
                  <a:gd name="T26" fmla="*/ 178 w 1623"/>
                  <a:gd name="T27" fmla="*/ 1137 h 1441"/>
                  <a:gd name="T28" fmla="*/ 183 w 1623"/>
                  <a:gd name="T29" fmla="*/ 1118 h 1441"/>
                  <a:gd name="T30" fmla="*/ 190 w 1623"/>
                  <a:gd name="T31" fmla="*/ 1100 h 1441"/>
                  <a:gd name="T32" fmla="*/ 199 w 1623"/>
                  <a:gd name="T33" fmla="*/ 1079 h 1441"/>
                  <a:gd name="T34" fmla="*/ 209 w 1623"/>
                  <a:gd name="T35" fmla="*/ 1056 h 1441"/>
                  <a:gd name="T36" fmla="*/ 223 w 1623"/>
                  <a:gd name="T37" fmla="*/ 1032 h 1441"/>
                  <a:gd name="T38" fmla="*/ 239 w 1623"/>
                  <a:gd name="T39" fmla="*/ 1007 h 1441"/>
                  <a:gd name="T40" fmla="*/ 258 w 1623"/>
                  <a:gd name="T41" fmla="*/ 980 h 1441"/>
                  <a:gd name="T42" fmla="*/ 279 w 1623"/>
                  <a:gd name="T43" fmla="*/ 951 h 1441"/>
                  <a:gd name="T44" fmla="*/ 305 w 1623"/>
                  <a:gd name="T45" fmla="*/ 921 h 1441"/>
                  <a:gd name="T46" fmla="*/ 335 w 1623"/>
                  <a:gd name="T47" fmla="*/ 890 h 1441"/>
                  <a:gd name="T48" fmla="*/ 368 w 1623"/>
                  <a:gd name="T49" fmla="*/ 858 h 1441"/>
                  <a:gd name="T50" fmla="*/ 406 w 1623"/>
                  <a:gd name="T51" fmla="*/ 823 h 1441"/>
                  <a:gd name="T52" fmla="*/ 449 w 1623"/>
                  <a:gd name="T53" fmla="*/ 789 h 1441"/>
                  <a:gd name="T54" fmla="*/ 514 w 1623"/>
                  <a:gd name="T55" fmla="*/ 739 h 1441"/>
                  <a:gd name="T56" fmla="*/ 582 w 1623"/>
                  <a:gd name="T57" fmla="*/ 691 h 1441"/>
                  <a:gd name="T58" fmla="*/ 652 w 1623"/>
                  <a:gd name="T59" fmla="*/ 646 h 1441"/>
                  <a:gd name="T60" fmla="*/ 722 w 1623"/>
                  <a:gd name="T61" fmla="*/ 602 h 1441"/>
                  <a:gd name="T62" fmla="*/ 863 w 1623"/>
                  <a:gd name="T63" fmla="*/ 518 h 1441"/>
                  <a:gd name="T64" fmla="*/ 1007 w 1623"/>
                  <a:gd name="T65" fmla="*/ 435 h 1441"/>
                  <a:gd name="T66" fmla="*/ 1150 w 1623"/>
                  <a:gd name="T67" fmla="*/ 351 h 1441"/>
                  <a:gd name="T68" fmla="*/ 1221 w 1623"/>
                  <a:gd name="T69" fmla="*/ 308 h 1441"/>
                  <a:gd name="T70" fmla="*/ 1291 w 1623"/>
                  <a:gd name="T71" fmla="*/ 264 h 1441"/>
                  <a:gd name="T72" fmla="*/ 1359 w 1623"/>
                  <a:gd name="T73" fmla="*/ 217 h 1441"/>
                  <a:gd name="T74" fmla="*/ 1426 w 1623"/>
                  <a:gd name="T75" fmla="*/ 169 h 1441"/>
                  <a:gd name="T76" fmla="*/ 1491 w 1623"/>
                  <a:gd name="T77" fmla="*/ 118 h 1441"/>
                  <a:gd name="T78" fmla="*/ 1555 w 1623"/>
                  <a:gd name="T79" fmla="*/ 64 h 1441"/>
                  <a:gd name="T80" fmla="*/ 1623 w 1623"/>
                  <a:gd name="T81" fmla="*/ 0 h 1441"/>
                  <a:gd name="T82" fmla="*/ 1555 w 1623"/>
                  <a:gd name="T83" fmla="*/ 123 h 1441"/>
                  <a:gd name="T84" fmla="*/ 1481 w 1623"/>
                  <a:gd name="T85" fmla="*/ 242 h 1441"/>
                  <a:gd name="T86" fmla="*/ 1403 w 1623"/>
                  <a:gd name="T87" fmla="*/ 357 h 1441"/>
                  <a:gd name="T88" fmla="*/ 1320 w 1623"/>
                  <a:gd name="T89" fmla="*/ 469 h 1441"/>
                  <a:gd name="T90" fmla="*/ 1231 w 1623"/>
                  <a:gd name="T91" fmla="*/ 577 h 1441"/>
                  <a:gd name="T92" fmla="*/ 1139 w 1623"/>
                  <a:gd name="T93" fmla="*/ 679 h 1441"/>
                  <a:gd name="T94" fmla="*/ 1042 w 1623"/>
                  <a:gd name="T95" fmla="*/ 778 h 1441"/>
                  <a:gd name="T96" fmla="*/ 941 w 1623"/>
                  <a:gd name="T97" fmla="*/ 873 h 1441"/>
                  <a:gd name="T98" fmla="*/ 836 w 1623"/>
                  <a:gd name="T99" fmla="*/ 962 h 1441"/>
                  <a:gd name="T100" fmla="*/ 726 w 1623"/>
                  <a:gd name="T101" fmla="*/ 1046 h 1441"/>
                  <a:gd name="T102" fmla="*/ 614 w 1623"/>
                  <a:gd name="T103" fmla="*/ 1125 h 1441"/>
                  <a:gd name="T104" fmla="*/ 497 w 1623"/>
                  <a:gd name="T105" fmla="*/ 1200 h 1441"/>
                  <a:gd name="T106" fmla="*/ 438 w 1623"/>
                  <a:gd name="T107" fmla="*/ 1235 h 1441"/>
                  <a:gd name="T108" fmla="*/ 377 w 1623"/>
                  <a:gd name="T109" fmla="*/ 1268 h 1441"/>
                  <a:gd name="T110" fmla="*/ 316 w 1623"/>
                  <a:gd name="T111" fmla="*/ 1300 h 1441"/>
                  <a:gd name="T112" fmla="*/ 254 w 1623"/>
                  <a:gd name="T113" fmla="*/ 1331 h 1441"/>
                  <a:gd name="T114" fmla="*/ 192 w 1623"/>
                  <a:gd name="T115" fmla="*/ 1361 h 1441"/>
                  <a:gd name="T116" fmla="*/ 129 w 1623"/>
                  <a:gd name="T117" fmla="*/ 1389 h 1441"/>
                  <a:gd name="T118" fmla="*/ 64 w 1623"/>
                  <a:gd name="T119" fmla="*/ 1416 h 1441"/>
                  <a:gd name="T120" fmla="*/ 0 w 1623"/>
                  <a:gd name="T121" fmla="*/ 1441 h 14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623" h="1441">
                    <a:moveTo>
                      <a:pt x="0" y="1441"/>
                    </a:moveTo>
                    <a:lnTo>
                      <a:pt x="30" y="1419"/>
                    </a:lnTo>
                    <a:lnTo>
                      <a:pt x="57" y="1396"/>
                    </a:lnTo>
                    <a:lnTo>
                      <a:pt x="81" y="1371"/>
                    </a:lnTo>
                    <a:lnTo>
                      <a:pt x="104" y="1342"/>
                    </a:lnTo>
                    <a:lnTo>
                      <a:pt x="124" y="1310"/>
                    </a:lnTo>
                    <a:lnTo>
                      <a:pt x="141" y="1272"/>
                    </a:lnTo>
                    <a:lnTo>
                      <a:pt x="148" y="1251"/>
                    </a:lnTo>
                    <a:lnTo>
                      <a:pt x="156" y="1228"/>
                    </a:lnTo>
                    <a:lnTo>
                      <a:pt x="162" y="1204"/>
                    </a:lnTo>
                    <a:lnTo>
                      <a:pt x="168" y="1178"/>
                    </a:lnTo>
                    <a:lnTo>
                      <a:pt x="170" y="1166"/>
                    </a:lnTo>
                    <a:lnTo>
                      <a:pt x="174" y="1152"/>
                    </a:lnTo>
                    <a:lnTo>
                      <a:pt x="178" y="1137"/>
                    </a:lnTo>
                    <a:lnTo>
                      <a:pt x="183" y="1118"/>
                    </a:lnTo>
                    <a:lnTo>
                      <a:pt x="190" y="1100"/>
                    </a:lnTo>
                    <a:lnTo>
                      <a:pt x="199" y="1079"/>
                    </a:lnTo>
                    <a:lnTo>
                      <a:pt x="209" y="1056"/>
                    </a:lnTo>
                    <a:lnTo>
                      <a:pt x="223" y="1032"/>
                    </a:lnTo>
                    <a:lnTo>
                      <a:pt x="239" y="1007"/>
                    </a:lnTo>
                    <a:lnTo>
                      <a:pt x="258" y="980"/>
                    </a:lnTo>
                    <a:lnTo>
                      <a:pt x="279" y="951"/>
                    </a:lnTo>
                    <a:lnTo>
                      <a:pt x="305" y="921"/>
                    </a:lnTo>
                    <a:lnTo>
                      <a:pt x="335" y="890"/>
                    </a:lnTo>
                    <a:lnTo>
                      <a:pt x="368" y="858"/>
                    </a:lnTo>
                    <a:lnTo>
                      <a:pt x="406" y="823"/>
                    </a:lnTo>
                    <a:lnTo>
                      <a:pt x="449" y="789"/>
                    </a:lnTo>
                    <a:lnTo>
                      <a:pt x="514" y="739"/>
                    </a:lnTo>
                    <a:lnTo>
                      <a:pt x="582" y="691"/>
                    </a:lnTo>
                    <a:lnTo>
                      <a:pt x="652" y="646"/>
                    </a:lnTo>
                    <a:lnTo>
                      <a:pt x="722" y="602"/>
                    </a:lnTo>
                    <a:lnTo>
                      <a:pt x="863" y="518"/>
                    </a:lnTo>
                    <a:lnTo>
                      <a:pt x="1007" y="435"/>
                    </a:lnTo>
                    <a:lnTo>
                      <a:pt x="1150" y="351"/>
                    </a:lnTo>
                    <a:lnTo>
                      <a:pt x="1221" y="308"/>
                    </a:lnTo>
                    <a:lnTo>
                      <a:pt x="1291" y="264"/>
                    </a:lnTo>
                    <a:lnTo>
                      <a:pt x="1359" y="217"/>
                    </a:lnTo>
                    <a:lnTo>
                      <a:pt x="1426" y="169"/>
                    </a:lnTo>
                    <a:lnTo>
                      <a:pt x="1491" y="118"/>
                    </a:lnTo>
                    <a:lnTo>
                      <a:pt x="1555" y="64"/>
                    </a:lnTo>
                    <a:lnTo>
                      <a:pt x="1623" y="0"/>
                    </a:lnTo>
                    <a:lnTo>
                      <a:pt x="1555" y="123"/>
                    </a:lnTo>
                    <a:lnTo>
                      <a:pt x="1481" y="242"/>
                    </a:lnTo>
                    <a:lnTo>
                      <a:pt x="1403" y="357"/>
                    </a:lnTo>
                    <a:lnTo>
                      <a:pt x="1320" y="469"/>
                    </a:lnTo>
                    <a:lnTo>
                      <a:pt x="1231" y="577"/>
                    </a:lnTo>
                    <a:lnTo>
                      <a:pt x="1139" y="679"/>
                    </a:lnTo>
                    <a:lnTo>
                      <a:pt x="1042" y="778"/>
                    </a:lnTo>
                    <a:lnTo>
                      <a:pt x="941" y="873"/>
                    </a:lnTo>
                    <a:lnTo>
                      <a:pt x="836" y="962"/>
                    </a:lnTo>
                    <a:lnTo>
                      <a:pt x="726" y="1046"/>
                    </a:lnTo>
                    <a:lnTo>
                      <a:pt x="614" y="1125"/>
                    </a:lnTo>
                    <a:lnTo>
                      <a:pt x="497" y="1200"/>
                    </a:lnTo>
                    <a:lnTo>
                      <a:pt x="438" y="1235"/>
                    </a:lnTo>
                    <a:lnTo>
                      <a:pt x="377" y="1268"/>
                    </a:lnTo>
                    <a:lnTo>
                      <a:pt x="316" y="1300"/>
                    </a:lnTo>
                    <a:lnTo>
                      <a:pt x="254" y="1331"/>
                    </a:lnTo>
                    <a:lnTo>
                      <a:pt x="192" y="1361"/>
                    </a:lnTo>
                    <a:lnTo>
                      <a:pt x="129" y="1389"/>
                    </a:lnTo>
                    <a:lnTo>
                      <a:pt x="64" y="1416"/>
                    </a:lnTo>
                    <a:lnTo>
                      <a:pt x="0" y="1441"/>
                    </a:lnTo>
                    <a:close/>
                  </a:path>
                </a:pathLst>
              </a:custGeom>
              <a:solidFill>
                <a:srgbClr val="0061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202" name="Freeform 128"/>
              <p:cNvSpPr>
                <a:spLocks/>
              </p:cNvSpPr>
              <p:nvPr/>
            </p:nvSpPr>
            <p:spPr bwMode="auto">
              <a:xfrm>
                <a:off x="1258" y="2024"/>
                <a:ext cx="810" cy="748"/>
              </a:xfrm>
              <a:custGeom>
                <a:avLst/>
                <a:gdLst>
                  <a:gd name="T0" fmla="*/ 1616 w 1621"/>
                  <a:gd name="T1" fmla="*/ 1057 h 1498"/>
                  <a:gd name="T2" fmla="*/ 1593 w 1621"/>
                  <a:gd name="T3" fmla="*/ 1157 h 1498"/>
                  <a:gd name="T4" fmla="*/ 1553 w 1621"/>
                  <a:gd name="T5" fmla="*/ 1244 h 1498"/>
                  <a:gd name="T6" fmla="*/ 1498 w 1621"/>
                  <a:gd name="T7" fmla="*/ 1319 h 1498"/>
                  <a:gd name="T8" fmla="*/ 1427 w 1621"/>
                  <a:gd name="T9" fmla="*/ 1381 h 1498"/>
                  <a:gd name="T10" fmla="*/ 1347 w 1621"/>
                  <a:gd name="T11" fmla="*/ 1431 h 1498"/>
                  <a:gd name="T12" fmla="*/ 1256 w 1621"/>
                  <a:gd name="T13" fmla="*/ 1467 h 1498"/>
                  <a:gd name="T14" fmla="*/ 1157 w 1621"/>
                  <a:gd name="T15" fmla="*/ 1489 h 1498"/>
                  <a:gd name="T16" fmla="*/ 1051 w 1621"/>
                  <a:gd name="T17" fmla="*/ 1498 h 1498"/>
                  <a:gd name="T18" fmla="*/ 941 w 1621"/>
                  <a:gd name="T19" fmla="*/ 1493 h 1498"/>
                  <a:gd name="T20" fmla="*/ 828 w 1621"/>
                  <a:gd name="T21" fmla="*/ 1475 h 1498"/>
                  <a:gd name="T22" fmla="*/ 714 w 1621"/>
                  <a:gd name="T23" fmla="*/ 1442 h 1498"/>
                  <a:gd name="T24" fmla="*/ 603 w 1621"/>
                  <a:gd name="T25" fmla="*/ 1395 h 1498"/>
                  <a:gd name="T26" fmla="*/ 493 w 1621"/>
                  <a:gd name="T27" fmla="*/ 1334 h 1498"/>
                  <a:gd name="T28" fmla="*/ 388 w 1621"/>
                  <a:gd name="T29" fmla="*/ 1259 h 1498"/>
                  <a:gd name="T30" fmla="*/ 291 w 1621"/>
                  <a:gd name="T31" fmla="*/ 1169 h 1498"/>
                  <a:gd name="T32" fmla="*/ 204 w 1621"/>
                  <a:gd name="T33" fmla="*/ 1069 h 1498"/>
                  <a:gd name="T34" fmla="*/ 135 w 1621"/>
                  <a:gd name="T35" fmla="*/ 969 h 1498"/>
                  <a:gd name="T36" fmla="*/ 81 w 1621"/>
                  <a:gd name="T37" fmla="*/ 868 h 1498"/>
                  <a:gd name="T38" fmla="*/ 41 w 1621"/>
                  <a:gd name="T39" fmla="*/ 767 h 1498"/>
                  <a:gd name="T40" fmla="*/ 14 w 1621"/>
                  <a:gd name="T41" fmla="*/ 668 h 1498"/>
                  <a:gd name="T42" fmla="*/ 1 w 1621"/>
                  <a:gd name="T43" fmla="*/ 572 h 1498"/>
                  <a:gd name="T44" fmla="*/ 1 w 1621"/>
                  <a:gd name="T45" fmla="*/ 478 h 1498"/>
                  <a:gd name="T46" fmla="*/ 15 w 1621"/>
                  <a:gd name="T47" fmla="*/ 390 h 1498"/>
                  <a:gd name="T48" fmla="*/ 42 w 1621"/>
                  <a:gd name="T49" fmla="*/ 308 h 1498"/>
                  <a:gd name="T50" fmla="*/ 80 w 1621"/>
                  <a:gd name="T51" fmla="*/ 233 h 1498"/>
                  <a:gd name="T52" fmla="*/ 129 w 1621"/>
                  <a:gd name="T53" fmla="*/ 167 h 1498"/>
                  <a:gd name="T54" fmla="*/ 190 w 1621"/>
                  <a:gd name="T55" fmla="*/ 110 h 1498"/>
                  <a:gd name="T56" fmla="*/ 263 w 1621"/>
                  <a:gd name="T57" fmla="*/ 63 h 1498"/>
                  <a:gd name="T58" fmla="*/ 346 w 1621"/>
                  <a:gd name="T59" fmla="*/ 29 h 1498"/>
                  <a:gd name="T60" fmla="*/ 439 w 1621"/>
                  <a:gd name="T61" fmla="*/ 8 h 1498"/>
                  <a:gd name="T62" fmla="*/ 542 w 1621"/>
                  <a:gd name="T63" fmla="*/ 0 h 1498"/>
                  <a:gd name="T64" fmla="*/ 637 w 1621"/>
                  <a:gd name="T65" fmla="*/ 6 h 1498"/>
                  <a:gd name="T66" fmla="*/ 720 w 1621"/>
                  <a:gd name="T67" fmla="*/ 21 h 1498"/>
                  <a:gd name="T68" fmla="*/ 807 w 1621"/>
                  <a:gd name="T69" fmla="*/ 44 h 1498"/>
                  <a:gd name="T70" fmla="*/ 894 w 1621"/>
                  <a:gd name="T71" fmla="*/ 75 h 1498"/>
                  <a:gd name="T72" fmla="*/ 982 w 1621"/>
                  <a:gd name="T73" fmla="*/ 114 h 1498"/>
                  <a:gd name="T74" fmla="*/ 1069 w 1621"/>
                  <a:gd name="T75" fmla="*/ 160 h 1498"/>
                  <a:gd name="T76" fmla="*/ 1153 w 1621"/>
                  <a:gd name="T77" fmla="*/ 213 h 1498"/>
                  <a:gd name="T78" fmla="*/ 1235 w 1621"/>
                  <a:gd name="T79" fmla="*/ 273 h 1498"/>
                  <a:gd name="T80" fmla="*/ 1349 w 1621"/>
                  <a:gd name="T81" fmla="*/ 375 h 1498"/>
                  <a:gd name="T82" fmla="*/ 1417 w 1621"/>
                  <a:gd name="T83" fmla="*/ 449 h 1498"/>
                  <a:gd name="T84" fmla="*/ 1478 w 1621"/>
                  <a:gd name="T85" fmla="*/ 530 h 1498"/>
                  <a:gd name="T86" fmla="*/ 1529 w 1621"/>
                  <a:gd name="T87" fmla="*/ 615 h 1498"/>
                  <a:gd name="T88" fmla="*/ 1570 w 1621"/>
                  <a:gd name="T89" fmla="*/ 706 h 1498"/>
                  <a:gd name="T90" fmla="*/ 1600 w 1621"/>
                  <a:gd name="T91" fmla="*/ 801 h 1498"/>
                  <a:gd name="T92" fmla="*/ 1618 w 1621"/>
                  <a:gd name="T93" fmla="*/ 899 h 1498"/>
                  <a:gd name="T94" fmla="*/ 1621 w 1621"/>
                  <a:gd name="T95" fmla="*/ 1001 h 1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621" h="1498">
                    <a:moveTo>
                      <a:pt x="1621" y="1001"/>
                    </a:moveTo>
                    <a:lnTo>
                      <a:pt x="1616" y="1057"/>
                    </a:lnTo>
                    <a:lnTo>
                      <a:pt x="1607" y="1107"/>
                    </a:lnTo>
                    <a:lnTo>
                      <a:pt x="1593" y="1157"/>
                    </a:lnTo>
                    <a:lnTo>
                      <a:pt x="1575" y="1202"/>
                    </a:lnTo>
                    <a:lnTo>
                      <a:pt x="1553" y="1244"/>
                    </a:lnTo>
                    <a:lnTo>
                      <a:pt x="1527" y="1283"/>
                    </a:lnTo>
                    <a:lnTo>
                      <a:pt x="1498" y="1319"/>
                    </a:lnTo>
                    <a:lnTo>
                      <a:pt x="1464" y="1351"/>
                    </a:lnTo>
                    <a:lnTo>
                      <a:pt x="1427" y="1381"/>
                    </a:lnTo>
                    <a:lnTo>
                      <a:pt x="1388" y="1408"/>
                    </a:lnTo>
                    <a:lnTo>
                      <a:pt x="1347" y="1431"/>
                    </a:lnTo>
                    <a:lnTo>
                      <a:pt x="1302" y="1451"/>
                    </a:lnTo>
                    <a:lnTo>
                      <a:pt x="1256" y="1467"/>
                    </a:lnTo>
                    <a:lnTo>
                      <a:pt x="1206" y="1479"/>
                    </a:lnTo>
                    <a:lnTo>
                      <a:pt x="1157" y="1489"/>
                    </a:lnTo>
                    <a:lnTo>
                      <a:pt x="1104" y="1495"/>
                    </a:lnTo>
                    <a:lnTo>
                      <a:pt x="1051" y="1498"/>
                    </a:lnTo>
                    <a:lnTo>
                      <a:pt x="997" y="1498"/>
                    </a:lnTo>
                    <a:lnTo>
                      <a:pt x="941" y="1493"/>
                    </a:lnTo>
                    <a:lnTo>
                      <a:pt x="885" y="1485"/>
                    </a:lnTo>
                    <a:lnTo>
                      <a:pt x="828" y="1475"/>
                    </a:lnTo>
                    <a:lnTo>
                      <a:pt x="772" y="1460"/>
                    </a:lnTo>
                    <a:lnTo>
                      <a:pt x="714" y="1442"/>
                    </a:lnTo>
                    <a:lnTo>
                      <a:pt x="659" y="1421"/>
                    </a:lnTo>
                    <a:lnTo>
                      <a:pt x="603" y="1395"/>
                    </a:lnTo>
                    <a:lnTo>
                      <a:pt x="547" y="1366"/>
                    </a:lnTo>
                    <a:lnTo>
                      <a:pt x="493" y="1334"/>
                    </a:lnTo>
                    <a:lnTo>
                      <a:pt x="440" y="1298"/>
                    </a:lnTo>
                    <a:lnTo>
                      <a:pt x="388" y="1259"/>
                    </a:lnTo>
                    <a:lnTo>
                      <a:pt x="339" y="1217"/>
                    </a:lnTo>
                    <a:lnTo>
                      <a:pt x="291" y="1169"/>
                    </a:lnTo>
                    <a:lnTo>
                      <a:pt x="244" y="1119"/>
                    </a:lnTo>
                    <a:lnTo>
                      <a:pt x="204" y="1069"/>
                    </a:lnTo>
                    <a:lnTo>
                      <a:pt x="167" y="1020"/>
                    </a:lnTo>
                    <a:lnTo>
                      <a:pt x="135" y="969"/>
                    </a:lnTo>
                    <a:lnTo>
                      <a:pt x="106" y="918"/>
                    </a:lnTo>
                    <a:lnTo>
                      <a:pt x="81" y="868"/>
                    </a:lnTo>
                    <a:lnTo>
                      <a:pt x="59" y="817"/>
                    </a:lnTo>
                    <a:lnTo>
                      <a:pt x="41" y="767"/>
                    </a:lnTo>
                    <a:lnTo>
                      <a:pt x="26" y="717"/>
                    </a:lnTo>
                    <a:lnTo>
                      <a:pt x="14" y="668"/>
                    </a:lnTo>
                    <a:lnTo>
                      <a:pt x="6" y="619"/>
                    </a:lnTo>
                    <a:lnTo>
                      <a:pt x="1" y="572"/>
                    </a:lnTo>
                    <a:lnTo>
                      <a:pt x="0" y="524"/>
                    </a:lnTo>
                    <a:lnTo>
                      <a:pt x="1" y="478"/>
                    </a:lnTo>
                    <a:lnTo>
                      <a:pt x="7" y="433"/>
                    </a:lnTo>
                    <a:lnTo>
                      <a:pt x="15" y="390"/>
                    </a:lnTo>
                    <a:lnTo>
                      <a:pt x="27" y="348"/>
                    </a:lnTo>
                    <a:lnTo>
                      <a:pt x="42" y="308"/>
                    </a:lnTo>
                    <a:lnTo>
                      <a:pt x="59" y="270"/>
                    </a:lnTo>
                    <a:lnTo>
                      <a:pt x="80" y="233"/>
                    </a:lnTo>
                    <a:lnTo>
                      <a:pt x="103" y="198"/>
                    </a:lnTo>
                    <a:lnTo>
                      <a:pt x="129" y="167"/>
                    </a:lnTo>
                    <a:lnTo>
                      <a:pt x="158" y="137"/>
                    </a:lnTo>
                    <a:lnTo>
                      <a:pt x="190" y="110"/>
                    </a:lnTo>
                    <a:lnTo>
                      <a:pt x="225" y="85"/>
                    </a:lnTo>
                    <a:lnTo>
                      <a:pt x="263" y="63"/>
                    </a:lnTo>
                    <a:lnTo>
                      <a:pt x="303" y="45"/>
                    </a:lnTo>
                    <a:lnTo>
                      <a:pt x="346" y="29"/>
                    </a:lnTo>
                    <a:lnTo>
                      <a:pt x="391" y="16"/>
                    </a:lnTo>
                    <a:lnTo>
                      <a:pt x="439" y="8"/>
                    </a:lnTo>
                    <a:lnTo>
                      <a:pt x="489" y="2"/>
                    </a:lnTo>
                    <a:lnTo>
                      <a:pt x="542" y="0"/>
                    </a:lnTo>
                    <a:lnTo>
                      <a:pt x="597" y="2"/>
                    </a:lnTo>
                    <a:lnTo>
                      <a:pt x="637" y="6"/>
                    </a:lnTo>
                    <a:lnTo>
                      <a:pt x="678" y="13"/>
                    </a:lnTo>
                    <a:lnTo>
                      <a:pt x="720" y="21"/>
                    </a:lnTo>
                    <a:lnTo>
                      <a:pt x="763" y="31"/>
                    </a:lnTo>
                    <a:lnTo>
                      <a:pt x="807" y="44"/>
                    </a:lnTo>
                    <a:lnTo>
                      <a:pt x="849" y="59"/>
                    </a:lnTo>
                    <a:lnTo>
                      <a:pt x="894" y="75"/>
                    </a:lnTo>
                    <a:lnTo>
                      <a:pt x="938" y="93"/>
                    </a:lnTo>
                    <a:lnTo>
                      <a:pt x="982" y="114"/>
                    </a:lnTo>
                    <a:lnTo>
                      <a:pt x="1025" y="136"/>
                    </a:lnTo>
                    <a:lnTo>
                      <a:pt x="1069" y="160"/>
                    </a:lnTo>
                    <a:lnTo>
                      <a:pt x="1112" y="186"/>
                    </a:lnTo>
                    <a:lnTo>
                      <a:pt x="1153" y="213"/>
                    </a:lnTo>
                    <a:lnTo>
                      <a:pt x="1195" y="242"/>
                    </a:lnTo>
                    <a:lnTo>
                      <a:pt x="1235" y="273"/>
                    </a:lnTo>
                    <a:lnTo>
                      <a:pt x="1275" y="305"/>
                    </a:lnTo>
                    <a:lnTo>
                      <a:pt x="1349" y="375"/>
                    </a:lnTo>
                    <a:lnTo>
                      <a:pt x="1384" y="411"/>
                    </a:lnTo>
                    <a:lnTo>
                      <a:pt x="1417" y="449"/>
                    </a:lnTo>
                    <a:lnTo>
                      <a:pt x="1448" y="490"/>
                    </a:lnTo>
                    <a:lnTo>
                      <a:pt x="1478" y="530"/>
                    </a:lnTo>
                    <a:lnTo>
                      <a:pt x="1505" y="573"/>
                    </a:lnTo>
                    <a:lnTo>
                      <a:pt x="1529" y="615"/>
                    </a:lnTo>
                    <a:lnTo>
                      <a:pt x="1551" y="660"/>
                    </a:lnTo>
                    <a:lnTo>
                      <a:pt x="1570" y="706"/>
                    </a:lnTo>
                    <a:lnTo>
                      <a:pt x="1586" y="752"/>
                    </a:lnTo>
                    <a:lnTo>
                      <a:pt x="1600" y="801"/>
                    </a:lnTo>
                    <a:lnTo>
                      <a:pt x="1611" y="849"/>
                    </a:lnTo>
                    <a:lnTo>
                      <a:pt x="1618" y="899"/>
                    </a:lnTo>
                    <a:lnTo>
                      <a:pt x="1621" y="949"/>
                    </a:lnTo>
                    <a:lnTo>
                      <a:pt x="1621" y="1001"/>
                    </a:lnTo>
                    <a:close/>
                  </a:path>
                </a:pathLst>
              </a:custGeom>
              <a:solidFill>
                <a:srgbClr val="00BE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203" name="Freeform 129"/>
              <p:cNvSpPr>
                <a:spLocks/>
              </p:cNvSpPr>
              <p:nvPr/>
            </p:nvSpPr>
            <p:spPr bwMode="auto">
              <a:xfrm>
                <a:off x="1272" y="2039"/>
                <a:ext cx="782" cy="719"/>
              </a:xfrm>
              <a:custGeom>
                <a:avLst/>
                <a:gdLst>
                  <a:gd name="T0" fmla="*/ 1559 w 1564"/>
                  <a:gd name="T1" fmla="*/ 1018 h 1439"/>
                  <a:gd name="T2" fmla="*/ 1537 w 1564"/>
                  <a:gd name="T3" fmla="*/ 1107 h 1439"/>
                  <a:gd name="T4" fmla="*/ 1501 w 1564"/>
                  <a:gd name="T5" fmla="*/ 1187 h 1439"/>
                  <a:gd name="T6" fmla="*/ 1451 w 1564"/>
                  <a:gd name="T7" fmla="*/ 1256 h 1439"/>
                  <a:gd name="T8" fmla="*/ 1389 w 1564"/>
                  <a:gd name="T9" fmla="*/ 1316 h 1439"/>
                  <a:gd name="T10" fmla="*/ 1317 w 1564"/>
                  <a:gd name="T11" fmla="*/ 1364 h 1439"/>
                  <a:gd name="T12" fmla="*/ 1235 w 1564"/>
                  <a:gd name="T13" fmla="*/ 1400 h 1439"/>
                  <a:gd name="T14" fmla="*/ 1145 w 1564"/>
                  <a:gd name="T15" fmla="*/ 1425 h 1439"/>
                  <a:gd name="T16" fmla="*/ 1048 w 1564"/>
                  <a:gd name="T17" fmla="*/ 1438 h 1439"/>
                  <a:gd name="T18" fmla="*/ 946 w 1564"/>
                  <a:gd name="T19" fmla="*/ 1438 h 1439"/>
                  <a:gd name="T20" fmla="*/ 840 w 1564"/>
                  <a:gd name="T21" fmla="*/ 1424 h 1439"/>
                  <a:gd name="T22" fmla="*/ 731 w 1564"/>
                  <a:gd name="T23" fmla="*/ 1396 h 1439"/>
                  <a:gd name="T24" fmla="*/ 622 w 1564"/>
                  <a:gd name="T25" fmla="*/ 1355 h 1439"/>
                  <a:gd name="T26" fmla="*/ 513 w 1564"/>
                  <a:gd name="T27" fmla="*/ 1298 h 1439"/>
                  <a:gd name="T28" fmla="*/ 406 w 1564"/>
                  <a:gd name="T29" fmla="*/ 1226 h 1439"/>
                  <a:gd name="T30" fmla="*/ 301 w 1564"/>
                  <a:gd name="T31" fmla="*/ 1138 h 1439"/>
                  <a:gd name="T32" fmla="*/ 214 w 1564"/>
                  <a:gd name="T33" fmla="*/ 1050 h 1439"/>
                  <a:gd name="T34" fmla="*/ 152 w 1564"/>
                  <a:gd name="T35" fmla="*/ 968 h 1439"/>
                  <a:gd name="T36" fmla="*/ 99 w 1564"/>
                  <a:gd name="T37" fmla="*/ 880 h 1439"/>
                  <a:gd name="T38" fmla="*/ 58 w 1564"/>
                  <a:gd name="T39" fmla="*/ 789 h 1439"/>
                  <a:gd name="T40" fmla="*/ 27 w 1564"/>
                  <a:gd name="T41" fmla="*/ 696 h 1439"/>
                  <a:gd name="T42" fmla="*/ 8 w 1564"/>
                  <a:gd name="T43" fmla="*/ 601 h 1439"/>
                  <a:gd name="T44" fmla="*/ 0 w 1564"/>
                  <a:gd name="T45" fmla="*/ 509 h 1439"/>
                  <a:gd name="T46" fmla="*/ 5 w 1564"/>
                  <a:gd name="T47" fmla="*/ 419 h 1439"/>
                  <a:gd name="T48" fmla="*/ 21 w 1564"/>
                  <a:gd name="T49" fmla="*/ 335 h 1439"/>
                  <a:gd name="T50" fmla="*/ 50 w 1564"/>
                  <a:gd name="T51" fmla="*/ 256 h 1439"/>
                  <a:gd name="T52" fmla="*/ 92 w 1564"/>
                  <a:gd name="T53" fmla="*/ 184 h 1439"/>
                  <a:gd name="T54" fmla="*/ 147 w 1564"/>
                  <a:gd name="T55" fmla="*/ 122 h 1439"/>
                  <a:gd name="T56" fmla="*/ 217 w 1564"/>
                  <a:gd name="T57" fmla="*/ 72 h 1439"/>
                  <a:gd name="T58" fmla="*/ 300 w 1564"/>
                  <a:gd name="T59" fmla="*/ 33 h 1439"/>
                  <a:gd name="T60" fmla="*/ 397 w 1564"/>
                  <a:gd name="T61" fmla="*/ 8 h 1439"/>
                  <a:gd name="T62" fmla="*/ 509 w 1564"/>
                  <a:gd name="T63" fmla="*/ 0 h 1439"/>
                  <a:gd name="T64" fmla="*/ 614 w 1564"/>
                  <a:gd name="T65" fmla="*/ 7 h 1439"/>
                  <a:gd name="T66" fmla="*/ 702 w 1564"/>
                  <a:gd name="T67" fmla="*/ 22 h 1439"/>
                  <a:gd name="T68" fmla="*/ 790 w 1564"/>
                  <a:gd name="T69" fmla="*/ 47 h 1439"/>
                  <a:gd name="T70" fmla="*/ 879 w 1564"/>
                  <a:gd name="T71" fmla="*/ 81 h 1439"/>
                  <a:gd name="T72" fmla="*/ 965 w 1564"/>
                  <a:gd name="T73" fmla="*/ 122 h 1439"/>
                  <a:gd name="T74" fmla="*/ 1051 w 1564"/>
                  <a:gd name="T75" fmla="*/ 172 h 1439"/>
                  <a:gd name="T76" fmla="*/ 1134 w 1564"/>
                  <a:gd name="T77" fmla="*/ 227 h 1439"/>
                  <a:gd name="T78" fmla="*/ 1211 w 1564"/>
                  <a:gd name="T79" fmla="*/ 288 h 1439"/>
                  <a:gd name="T80" fmla="*/ 1318 w 1564"/>
                  <a:gd name="T81" fmla="*/ 391 h 1439"/>
                  <a:gd name="T82" fmla="*/ 1381 w 1564"/>
                  <a:gd name="T83" fmla="*/ 465 h 1439"/>
                  <a:gd name="T84" fmla="*/ 1436 w 1564"/>
                  <a:gd name="T85" fmla="*/ 543 h 1439"/>
                  <a:gd name="T86" fmla="*/ 1484 w 1564"/>
                  <a:gd name="T87" fmla="*/ 624 h 1439"/>
                  <a:gd name="T88" fmla="*/ 1521 w 1564"/>
                  <a:gd name="T89" fmla="*/ 709 h 1439"/>
                  <a:gd name="T90" fmla="*/ 1547 w 1564"/>
                  <a:gd name="T91" fmla="*/ 795 h 1439"/>
                  <a:gd name="T92" fmla="*/ 1561 w 1564"/>
                  <a:gd name="T93" fmla="*/ 883 h 1439"/>
                  <a:gd name="T94" fmla="*/ 1563 w 1564"/>
                  <a:gd name="T95" fmla="*/ 971 h 14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564" h="1439">
                    <a:moveTo>
                      <a:pt x="1563" y="971"/>
                    </a:moveTo>
                    <a:lnTo>
                      <a:pt x="1559" y="1018"/>
                    </a:lnTo>
                    <a:lnTo>
                      <a:pt x="1549" y="1065"/>
                    </a:lnTo>
                    <a:lnTo>
                      <a:pt x="1537" y="1107"/>
                    </a:lnTo>
                    <a:lnTo>
                      <a:pt x="1521" y="1149"/>
                    </a:lnTo>
                    <a:lnTo>
                      <a:pt x="1501" y="1187"/>
                    </a:lnTo>
                    <a:lnTo>
                      <a:pt x="1478" y="1222"/>
                    </a:lnTo>
                    <a:lnTo>
                      <a:pt x="1451" y="1256"/>
                    </a:lnTo>
                    <a:lnTo>
                      <a:pt x="1421" y="1287"/>
                    </a:lnTo>
                    <a:lnTo>
                      <a:pt x="1389" y="1316"/>
                    </a:lnTo>
                    <a:lnTo>
                      <a:pt x="1355" y="1341"/>
                    </a:lnTo>
                    <a:lnTo>
                      <a:pt x="1317" y="1364"/>
                    </a:lnTo>
                    <a:lnTo>
                      <a:pt x="1276" y="1384"/>
                    </a:lnTo>
                    <a:lnTo>
                      <a:pt x="1235" y="1400"/>
                    </a:lnTo>
                    <a:lnTo>
                      <a:pt x="1191" y="1415"/>
                    </a:lnTo>
                    <a:lnTo>
                      <a:pt x="1145" y="1425"/>
                    </a:lnTo>
                    <a:lnTo>
                      <a:pt x="1097" y="1433"/>
                    </a:lnTo>
                    <a:lnTo>
                      <a:pt x="1048" y="1438"/>
                    </a:lnTo>
                    <a:lnTo>
                      <a:pt x="998" y="1439"/>
                    </a:lnTo>
                    <a:lnTo>
                      <a:pt x="946" y="1438"/>
                    </a:lnTo>
                    <a:lnTo>
                      <a:pt x="894" y="1432"/>
                    </a:lnTo>
                    <a:lnTo>
                      <a:pt x="840" y="1424"/>
                    </a:lnTo>
                    <a:lnTo>
                      <a:pt x="787" y="1412"/>
                    </a:lnTo>
                    <a:lnTo>
                      <a:pt x="731" y="1396"/>
                    </a:lnTo>
                    <a:lnTo>
                      <a:pt x="677" y="1378"/>
                    </a:lnTo>
                    <a:lnTo>
                      <a:pt x="622" y="1355"/>
                    </a:lnTo>
                    <a:lnTo>
                      <a:pt x="568" y="1328"/>
                    </a:lnTo>
                    <a:lnTo>
                      <a:pt x="513" y="1298"/>
                    </a:lnTo>
                    <a:lnTo>
                      <a:pt x="460" y="1264"/>
                    </a:lnTo>
                    <a:lnTo>
                      <a:pt x="406" y="1226"/>
                    </a:lnTo>
                    <a:lnTo>
                      <a:pt x="353" y="1184"/>
                    </a:lnTo>
                    <a:lnTo>
                      <a:pt x="301" y="1138"/>
                    </a:lnTo>
                    <a:lnTo>
                      <a:pt x="250" y="1089"/>
                    </a:lnTo>
                    <a:lnTo>
                      <a:pt x="214" y="1050"/>
                    </a:lnTo>
                    <a:lnTo>
                      <a:pt x="182" y="1009"/>
                    </a:lnTo>
                    <a:lnTo>
                      <a:pt x="152" y="968"/>
                    </a:lnTo>
                    <a:lnTo>
                      <a:pt x="124" y="924"/>
                    </a:lnTo>
                    <a:lnTo>
                      <a:pt x="99" y="880"/>
                    </a:lnTo>
                    <a:lnTo>
                      <a:pt x="77" y="834"/>
                    </a:lnTo>
                    <a:lnTo>
                      <a:pt x="58" y="789"/>
                    </a:lnTo>
                    <a:lnTo>
                      <a:pt x="40" y="742"/>
                    </a:lnTo>
                    <a:lnTo>
                      <a:pt x="27" y="696"/>
                    </a:lnTo>
                    <a:lnTo>
                      <a:pt x="16" y="649"/>
                    </a:lnTo>
                    <a:lnTo>
                      <a:pt x="8" y="601"/>
                    </a:lnTo>
                    <a:lnTo>
                      <a:pt x="2" y="555"/>
                    </a:lnTo>
                    <a:lnTo>
                      <a:pt x="0" y="509"/>
                    </a:lnTo>
                    <a:lnTo>
                      <a:pt x="0" y="464"/>
                    </a:lnTo>
                    <a:lnTo>
                      <a:pt x="5" y="419"/>
                    </a:lnTo>
                    <a:lnTo>
                      <a:pt x="12" y="377"/>
                    </a:lnTo>
                    <a:lnTo>
                      <a:pt x="21" y="335"/>
                    </a:lnTo>
                    <a:lnTo>
                      <a:pt x="33" y="294"/>
                    </a:lnTo>
                    <a:lnTo>
                      <a:pt x="50" y="256"/>
                    </a:lnTo>
                    <a:lnTo>
                      <a:pt x="69" y="219"/>
                    </a:lnTo>
                    <a:lnTo>
                      <a:pt x="92" y="184"/>
                    </a:lnTo>
                    <a:lnTo>
                      <a:pt x="119" y="152"/>
                    </a:lnTo>
                    <a:lnTo>
                      <a:pt x="147" y="122"/>
                    </a:lnTo>
                    <a:lnTo>
                      <a:pt x="181" y="96"/>
                    </a:lnTo>
                    <a:lnTo>
                      <a:pt x="217" y="72"/>
                    </a:lnTo>
                    <a:lnTo>
                      <a:pt x="257" y="51"/>
                    </a:lnTo>
                    <a:lnTo>
                      <a:pt x="300" y="33"/>
                    </a:lnTo>
                    <a:lnTo>
                      <a:pt x="347" y="19"/>
                    </a:lnTo>
                    <a:lnTo>
                      <a:pt x="397" y="8"/>
                    </a:lnTo>
                    <a:lnTo>
                      <a:pt x="452" y="2"/>
                    </a:lnTo>
                    <a:lnTo>
                      <a:pt x="509" y="0"/>
                    </a:lnTo>
                    <a:lnTo>
                      <a:pt x="570" y="2"/>
                    </a:lnTo>
                    <a:lnTo>
                      <a:pt x="614" y="7"/>
                    </a:lnTo>
                    <a:lnTo>
                      <a:pt x="658" y="14"/>
                    </a:lnTo>
                    <a:lnTo>
                      <a:pt x="702" y="22"/>
                    </a:lnTo>
                    <a:lnTo>
                      <a:pt x="745" y="33"/>
                    </a:lnTo>
                    <a:lnTo>
                      <a:pt x="790" y="47"/>
                    </a:lnTo>
                    <a:lnTo>
                      <a:pt x="834" y="63"/>
                    </a:lnTo>
                    <a:lnTo>
                      <a:pt x="879" y="81"/>
                    </a:lnTo>
                    <a:lnTo>
                      <a:pt x="923" y="100"/>
                    </a:lnTo>
                    <a:lnTo>
                      <a:pt x="965" y="122"/>
                    </a:lnTo>
                    <a:lnTo>
                      <a:pt x="1009" y="146"/>
                    </a:lnTo>
                    <a:lnTo>
                      <a:pt x="1051" y="172"/>
                    </a:lnTo>
                    <a:lnTo>
                      <a:pt x="1092" y="198"/>
                    </a:lnTo>
                    <a:lnTo>
                      <a:pt x="1134" y="227"/>
                    </a:lnTo>
                    <a:lnTo>
                      <a:pt x="1173" y="257"/>
                    </a:lnTo>
                    <a:lnTo>
                      <a:pt x="1211" y="288"/>
                    </a:lnTo>
                    <a:lnTo>
                      <a:pt x="1249" y="321"/>
                    </a:lnTo>
                    <a:lnTo>
                      <a:pt x="1318" y="391"/>
                    </a:lnTo>
                    <a:lnTo>
                      <a:pt x="1350" y="427"/>
                    </a:lnTo>
                    <a:lnTo>
                      <a:pt x="1381" y="465"/>
                    </a:lnTo>
                    <a:lnTo>
                      <a:pt x="1410" y="504"/>
                    </a:lnTo>
                    <a:lnTo>
                      <a:pt x="1436" y="543"/>
                    </a:lnTo>
                    <a:lnTo>
                      <a:pt x="1461" y="583"/>
                    </a:lnTo>
                    <a:lnTo>
                      <a:pt x="1484" y="624"/>
                    </a:lnTo>
                    <a:lnTo>
                      <a:pt x="1503" y="666"/>
                    </a:lnTo>
                    <a:lnTo>
                      <a:pt x="1521" y="709"/>
                    </a:lnTo>
                    <a:lnTo>
                      <a:pt x="1534" y="751"/>
                    </a:lnTo>
                    <a:lnTo>
                      <a:pt x="1547" y="795"/>
                    </a:lnTo>
                    <a:lnTo>
                      <a:pt x="1555" y="839"/>
                    </a:lnTo>
                    <a:lnTo>
                      <a:pt x="1561" y="883"/>
                    </a:lnTo>
                    <a:lnTo>
                      <a:pt x="1564" y="927"/>
                    </a:lnTo>
                    <a:lnTo>
                      <a:pt x="1563" y="971"/>
                    </a:lnTo>
                    <a:close/>
                  </a:path>
                </a:pathLst>
              </a:custGeom>
              <a:solidFill>
                <a:srgbClr val="00C5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204" name="Freeform 130"/>
              <p:cNvSpPr>
                <a:spLocks/>
              </p:cNvSpPr>
              <p:nvPr/>
            </p:nvSpPr>
            <p:spPr bwMode="auto">
              <a:xfrm>
                <a:off x="2309" y="919"/>
                <a:ext cx="770" cy="734"/>
              </a:xfrm>
              <a:custGeom>
                <a:avLst/>
                <a:gdLst>
                  <a:gd name="T0" fmla="*/ 1541 w 1542"/>
                  <a:gd name="T1" fmla="*/ 737 h 1468"/>
                  <a:gd name="T2" fmla="*/ 1538 w 1542"/>
                  <a:gd name="T3" fmla="*/ 846 h 1468"/>
                  <a:gd name="T4" fmla="*/ 1520 w 1542"/>
                  <a:gd name="T5" fmla="*/ 950 h 1468"/>
                  <a:gd name="T6" fmla="*/ 1488 w 1542"/>
                  <a:gd name="T7" fmla="*/ 1048 h 1468"/>
                  <a:gd name="T8" fmla="*/ 1441 w 1542"/>
                  <a:gd name="T9" fmla="*/ 1138 h 1468"/>
                  <a:gd name="T10" fmla="*/ 1384 w 1542"/>
                  <a:gd name="T11" fmla="*/ 1218 h 1468"/>
                  <a:gd name="T12" fmla="*/ 1315 w 1542"/>
                  <a:gd name="T13" fmla="*/ 1291 h 1468"/>
                  <a:gd name="T14" fmla="*/ 1236 w 1542"/>
                  <a:gd name="T15" fmla="*/ 1352 h 1468"/>
                  <a:gd name="T16" fmla="*/ 1150 w 1542"/>
                  <a:gd name="T17" fmla="*/ 1402 h 1468"/>
                  <a:gd name="T18" fmla="*/ 1057 w 1542"/>
                  <a:gd name="T19" fmla="*/ 1438 h 1468"/>
                  <a:gd name="T20" fmla="*/ 957 w 1542"/>
                  <a:gd name="T21" fmla="*/ 1460 h 1468"/>
                  <a:gd name="T22" fmla="*/ 852 w 1542"/>
                  <a:gd name="T23" fmla="*/ 1468 h 1468"/>
                  <a:gd name="T24" fmla="*/ 742 w 1542"/>
                  <a:gd name="T25" fmla="*/ 1460 h 1468"/>
                  <a:gd name="T26" fmla="*/ 632 w 1542"/>
                  <a:gd name="T27" fmla="*/ 1435 h 1468"/>
                  <a:gd name="T28" fmla="*/ 519 w 1542"/>
                  <a:gd name="T29" fmla="*/ 1391 h 1468"/>
                  <a:gd name="T30" fmla="*/ 406 w 1542"/>
                  <a:gd name="T31" fmla="*/ 1329 h 1468"/>
                  <a:gd name="T32" fmla="*/ 298 w 1542"/>
                  <a:gd name="T33" fmla="*/ 1249 h 1468"/>
                  <a:gd name="T34" fmla="*/ 208 w 1542"/>
                  <a:gd name="T35" fmla="*/ 1163 h 1468"/>
                  <a:gd name="T36" fmla="*/ 135 w 1542"/>
                  <a:gd name="T37" fmla="*/ 1071 h 1468"/>
                  <a:gd name="T38" fmla="*/ 78 w 1542"/>
                  <a:gd name="T39" fmla="*/ 974 h 1468"/>
                  <a:gd name="T40" fmla="*/ 36 w 1542"/>
                  <a:gd name="T41" fmla="*/ 874 h 1468"/>
                  <a:gd name="T42" fmla="*/ 11 w 1542"/>
                  <a:gd name="T43" fmla="*/ 774 h 1468"/>
                  <a:gd name="T44" fmla="*/ 0 w 1542"/>
                  <a:gd name="T45" fmla="*/ 672 h 1468"/>
                  <a:gd name="T46" fmla="*/ 6 w 1542"/>
                  <a:gd name="T47" fmla="*/ 573 h 1468"/>
                  <a:gd name="T48" fmla="*/ 26 w 1542"/>
                  <a:gd name="T49" fmla="*/ 478 h 1468"/>
                  <a:gd name="T50" fmla="*/ 60 w 1542"/>
                  <a:gd name="T51" fmla="*/ 385 h 1468"/>
                  <a:gd name="T52" fmla="*/ 109 w 1542"/>
                  <a:gd name="T53" fmla="*/ 300 h 1468"/>
                  <a:gd name="T54" fmla="*/ 171 w 1542"/>
                  <a:gd name="T55" fmla="*/ 223 h 1468"/>
                  <a:gd name="T56" fmla="*/ 247 w 1542"/>
                  <a:gd name="T57" fmla="*/ 154 h 1468"/>
                  <a:gd name="T58" fmla="*/ 336 w 1542"/>
                  <a:gd name="T59" fmla="*/ 96 h 1468"/>
                  <a:gd name="T60" fmla="*/ 438 w 1542"/>
                  <a:gd name="T61" fmla="*/ 50 h 1468"/>
                  <a:gd name="T62" fmla="*/ 552 w 1542"/>
                  <a:gd name="T63" fmla="*/ 17 h 1468"/>
                  <a:gd name="T64" fmla="*/ 637 w 1542"/>
                  <a:gd name="T65" fmla="*/ 4 h 1468"/>
                  <a:gd name="T66" fmla="*/ 688 w 1542"/>
                  <a:gd name="T67" fmla="*/ 1 h 1468"/>
                  <a:gd name="T68" fmla="*/ 747 w 1542"/>
                  <a:gd name="T69" fmla="*/ 0 h 1468"/>
                  <a:gd name="T70" fmla="*/ 845 w 1542"/>
                  <a:gd name="T71" fmla="*/ 8 h 1468"/>
                  <a:gd name="T72" fmla="*/ 986 w 1542"/>
                  <a:gd name="T73" fmla="*/ 35 h 1468"/>
                  <a:gd name="T74" fmla="*/ 1059 w 1542"/>
                  <a:gd name="T75" fmla="*/ 58 h 1468"/>
                  <a:gd name="T76" fmla="*/ 1133 w 1542"/>
                  <a:gd name="T77" fmla="*/ 89 h 1468"/>
                  <a:gd name="T78" fmla="*/ 1203 w 1542"/>
                  <a:gd name="T79" fmla="*/ 127 h 1468"/>
                  <a:gd name="T80" fmla="*/ 1271 w 1542"/>
                  <a:gd name="T81" fmla="*/ 175 h 1468"/>
                  <a:gd name="T82" fmla="*/ 1334 w 1542"/>
                  <a:gd name="T83" fmla="*/ 231 h 1468"/>
                  <a:gd name="T84" fmla="*/ 1391 w 1542"/>
                  <a:gd name="T85" fmla="*/ 298 h 1468"/>
                  <a:gd name="T86" fmla="*/ 1441 w 1542"/>
                  <a:gd name="T87" fmla="*/ 375 h 1468"/>
                  <a:gd name="T88" fmla="*/ 1483 w 1542"/>
                  <a:gd name="T89" fmla="*/ 465 h 1468"/>
                  <a:gd name="T90" fmla="*/ 1515 w 1542"/>
                  <a:gd name="T91" fmla="*/ 566 h 1468"/>
                  <a:gd name="T92" fmla="*/ 1536 w 1542"/>
                  <a:gd name="T93" fmla="*/ 680 h 14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542" h="1468">
                    <a:moveTo>
                      <a:pt x="1536" y="680"/>
                    </a:moveTo>
                    <a:lnTo>
                      <a:pt x="1541" y="737"/>
                    </a:lnTo>
                    <a:lnTo>
                      <a:pt x="1542" y="792"/>
                    </a:lnTo>
                    <a:lnTo>
                      <a:pt x="1538" y="846"/>
                    </a:lnTo>
                    <a:lnTo>
                      <a:pt x="1530" y="899"/>
                    </a:lnTo>
                    <a:lnTo>
                      <a:pt x="1520" y="950"/>
                    </a:lnTo>
                    <a:lnTo>
                      <a:pt x="1505" y="1000"/>
                    </a:lnTo>
                    <a:lnTo>
                      <a:pt x="1488" y="1048"/>
                    </a:lnTo>
                    <a:lnTo>
                      <a:pt x="1466" y="1094"/>
                    </a:lnTo>
                    <a:lnTo>
                      <a:pt x="1441" y="1138"/>
                    </a:lnTo>
                    <a:lnTo>
                      <a:pt x="1414" y="1179"/>
                    </a:lnTo>
                    <a:lnTo>
                      <a:pt x="1384" y="1218"/>
                    </a:lnTo>
                    <a:lnTo>
                      <a:pt x="1350" y="1256"/>
                    </a:lnTo>
                    <a:lnTo>
                      <a:pt x="1315" y="1291"/>
                    </a:lnTo>
                    <a:lnTo>
                      <a:pt x="1277" y="1323"/>
                    </a:lnTo>
                    <a:lnTo>
                      <a:pt x="1236" y="1352"/>
                    </a:lnTo>
                    <a:lnTo>
                      <a:pt x="1195" y="1379"/>
                    </a:lnTo>
                    <a:lnTo>
                      <a:pt x="1150" y="1402"/>
                    </a:lnTo>
                    <a:lnTo>
                      <a:pt x="1104" y="1421"/>
                    </a:lnTo>
                    <a:lnTo>
                      <a:pt x="1057" y="1438"/>
                    </a:lnTo>
                    <a:lnTo>
                      <a:pt x="1007" y="1451"/>
                    </a:lnTo>
                    <a:lnTo>
                      <a:pt x="957" y="1460"/>
                    </a:lnTo>
                    <a:lnTo>
                      <a:pt x="905" y="1466"/>
                    </a:lnTo>
                    <a:lnTo>
                      <a:pt x="852" y="1468"/>
                    </a:lnTo>
                    <a:lnTo>
                      <a:pt x="798" y="1466"/>
                    </a:lnTo>
                    <a:lnTo>
                      <a:pt x="742" y="1460"/>
                    </a:lnTo>
                    <a:lnTo>
                      <a:pt x="687" y="1450"/>
                    </a:lnTo>
                    <a:lnTo>
                      <a:pt x="632" y="1435"/>
                    </a:lnTo>
                    <a:lnTo>
                      <a:pt x="575" y="1415"/>
                    </a:lnTo>
                    <a:lnTo>
                      <a:pt x="519" y="1391"/>
                    </a:lnTo>
                    <a:lnTo>
                      <a:pt x="462" y="1362"/>
                    </a:lnTo>
                    <a:lnTo>
                      <a:pt x="406" y="1329"/>
                    </a:lnTo>
                    <a:lnTo>
                      <a:pt x="349" y="1290"/>
                    </a:lnTo>
                    <a:lnTo>
                      <a:pt x="298" y="1249"/>
                    </a:lnTo>
                    <a:lnTo>
                      <a:pt x="252" y="1207"/>
                    </a:lnTo>
                    <a:lnTo>
                      <a:pt x="208" y="1163"/>
                    </a:lnTo>
                    <a:lnTo>
                      <a:pt x="170" y="1117"/>
                    </a:lnTo>
                    <a:lnTo>
                      <a:pt x="135" y="1071"/>
                    </a:lnTo>
                    <a:lnTo>
                      <a:pt x="104" y="1023"/>
                    </a:lnTo>
                    <a:lnTo>
                      <a:pt x="78" y="974"/>
                    </a:lnTo>
                    <a:lnTo>
                      <a:pt x="55" y="925"/>
                    </a:lnTo>
                    <a:lnTo>
                      <a:pt x="36" y="874"/>
                    </a:lnTo>
                    <a:lnTo>
                      <a:pt x="22" y="824"/>
                    </a:lnTo>
                    <a:lnTo>
                      <a:pt x="11" y="774"/>
                    </a:lnTo>
                    <a:lnTo>
                      <a:pt x="4" y="723"/>
                    </a:lnTo>
                    <a:lnTo>
                      <a:pt x="0" y="672"/>
                    </a:lnTo>
                    <a:lnTo>
                      <a:pt x="2" y="623"/>
                    </a:lnTo>
                    <a:lnTo>
                      <a:pt x="6" y="573"/>
                    </a:lnTo>
                    <a:lnTo>
                      <a:pt x="14" y="525"/>
                    </a:lnTo>
                    <a:lnTo>
                      <a:pt x="26" y="478"/>
                    </a:lnTo>
                    <a:lnTo>
                      <a:pt x="41" y="432"/>
                    </a:lnTo>
                    <a:lnTo>
                      <a:pt x="60" y="385"/>
                    </a:lnTo>
                    <a:lnTo>
                      <a:pt x="82" y="343"/>
                    </a:lnTo>
                    <a:lnTo>
                      <a:pt x="109" y="300"/>
                    </a:lnTo>
                    <a:lnTo>
                      <a:pt x="138" y="261"/>
                    </a:lnTo>
                    <a:lnTo>
                      <a:pt x="171" y="223"/>
                    </a:lnTo>
                    <a:lnTo>
                      <a:pt x="207" y="187"/>
                    </a:lnTo>
                    <a:lnTo>
                      <a:pt x="247" y="154"/>
                    </a:lnTo>
                    <a:lnTo>
                      <a:pt x="290" y="124"/>
                    </a:lnTo>
                    <a:lnTo>
                      <a:pt x="336" y="96"/>
                    </a:lnTo>
                    <a:lnTo>
                      <a:pt x="385" y="71"/>
                    </a:lnTo>
                    <a:lnTo>
                      <a:pt x="438" y="50"/>
                    </a:lnTo>
                    <a:lnTo>
                      <a:pt x="493" y="32"/>
                    </a:lnTo>
                    <a:lnTo>
                      <a:pt x="552" y="17"/>
                    </a:lnTo>
                    <a:lnTo>
                      <a:pt x="614" y="6"/>
                    </a:lnTo>
                    <a:lnTo>
                      <a:pt x="637" y="4"/>
                    </a:lnTo>
                    <a:lnTo>
                      <a:pt x="662" y="2"/>
                    </a:lnTo>
                    <a:lnTo>
                      <a:pt x="688" y="1"/>
                    </a:lnTo>
                    <a:lnTo>
                      <a:pt x="717" y="0"/>
                    </a:lnTo>
                    <a:lnTo>
                      <a:pt x="747" y="0"/>
                    </a:lnTo>
                    <a:lnTo>
                      <a:pt x="778" y="2"/>
                    </a:lnTo>
                    <a:lnTo>
                      <a:pt x="845" y="8"/>
                    </a:lnTo>
                    <a:lnTo>
                      <a:pt x="914" y="18"/>
                    </a:lnTo>
                    <a:lnTo>
                      <a:pt x="986" y="35"/>
                    </a:lnTo>
                    <a:lnTo>
                      <a:pt x="1023" y="46"/>
                    </a:lnTo>
                    <a:lnTo>
                      <a:pt x="1059" y="58"/>
                    </a:lnTo>
                    <a:lnTo>
                      <a:pt x="1096" y="73"/>
                    </a:lnTo>
                    <a:lnTo>
                      <a:pt x="1133" y="89"/>
                    </a:lnTo>
                    <a:lnTo>
                      <a:pt x="1168" y="107"/>
                    </a:lnTo>
                    <a:lnTo>
                      <a:pt x="1203" y="127"/>
                    </a:lnTo>
                    <a:lnTo>
                      <a:pt x="1238" y="150"/>
                    </a:lnTo>
                    <a:lnTo>
                      <a:pt x="1271" y="175"/>
                    </a:lnTo>
                    <a:lnTo>
                      <a:pt x="1303" y="201"/>
                    </a:lnTo>
                    <a:lnTo>
                      <a:pt x="1334" y="231"/>
                    </a:lnTo>
                    <a:lnTo>
                      <a:pt x="1363" y="263"/>
                    </a:lnTo>
                    <a:lnTo>
                      <a:pt x="1391" y="298"/>
                    </a:lnTo>
                    <a:lnTo>
                      <a:pt x="1417" y="335"/>
                    </a:lnTo>
                    <a:lnTo>
                      <a:pt x="1441" y="375"/>
                    </a:lnTo>
                    <a:lnTo>
                      <a:pt x="1463" y="419"/>
                    </a:lnTo>
                    <a:lnTo>
                      <a:pt x="1483" y="465"/>
                    </a:lnTo>
                    <a:lnTo>
                      <a:pt x="1500" y="513"/>
                    </a:lnTo>
                    <a:lnTo>
                      <a:pt x="1515" y="566"/>
                    </a:lnTo>
                    <a:lnTo>
                      <a:pt x="1527" y="622"/>
                    </a:lnTo>
                    <a:lnTo>
                      <a:pt x="1536" y="680"/>
                    </a:lnTo>
                    <a:close/>
                  </a:path>
                </a:pathLst>
              </a:custGeom>
              <a:solidFill>
                <a:srgbClr val="1EFF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205" name="Freeform 131"/>
              <p:cNvSpPr>
                <a:spLocks/>
              </p:cNvSpPr>
              <p:nvPr/>
            </p:nvSpPr>
            <p:spPr bwMode="auto">
              <a:xfrm>
                <a:off x="1283" y="2051"/>
                <a:ext cx="757" cy="693"/>
              </a:xfrm>
              <a:custGeom>
                <a:avLst/>
                <a:gdLst>
                  <a:gd name="T0" fmla="*/ 1507 w 1514"/>
                  <a:gd name="T1" fmla="*/ 993 h 1386"/>
                  <a:gd name="T2" fmla="*/ 1484 w 1514"/>
                  <a:gd name="T3" fmla="*/ 1080 h 1386"/>
                  <a:gd name="T4" fmla="*/ 1446 w 1514"/>
                  <a:gd name="T5" fmla="*/ 1157 h 1386"/>
                  <a:gd name="T6" fmla="*/ 1394 w 1514"/>
                  <a:gd name="T7" fmla="*/ 1223 h 1386"/>
                  <a:gd name="T8" fmla="*/ 1330 w 1514"/>
                  <a:gd name="T9" fmla="*/ 1279 h 1386"/>
                  <a:gd name="T10" fmla="*/ 1256 w 1514"/>
                  <a:gd name="T11" fmla="*/ 1323 h 1386"/>
                  <a:gd name="T12" fmla="*/ 1171 w 1514"/>
                  <a:gd name="T13" fmla="*/ 1356 h 1386"/>
                  <a:gd name="T14" fmla="*/ 1080 w 1514"/>
                  <a:gd name="T15" fmla="*/ 1377 h 1386"/>
                  <a:gd name="T16" fmla="*/ 984 w 1514"/>
                  <a:gd name="T17" fmla="*/ 1386 h 1386"/>
                  <a:gd name="T18" fmla="*/ 881 w 1514"/>
                  <a:gd name="T19" fmla="*/ 1382 h 1386"/>
                  <a:gd name="T20" fmla="*/ 776 w 1514"/>
                  <a:gd name="T21" fmla="*/ 1363 h 1386"/>
                  <a:gd name="T22" fmla="*/ 669 w 1514"/>
                  <a:gd name="T23" fmla="*/ 1332 h 1386"/>
                  <a:gd name="T24" fmla="*/ 563 w 1514"/>
                  <a:gd name="T25" fmla="*/ 1286 h 1386"/>
                  <a:gd name="T26" fmla="*/ 457 w 1514"/>
                  <a:gd name="T27" fmla="*/ 1225 h 1386"/>
                  <a:gd name="T28" fmla="*/ 355 w 1514"/>
                  <a:gd name="T29" fmla="*/ 1149 h 1386"/>
                  <a:gd name="T30" fmla="*/ 256 w 1514"/>
                  <a:gd name="T31" fmla="*/ 1058 h 1386"/>
                  <a:gd name="T32" fmla="*/ 175 w 1514"/>
                  <a:gd name="T33" fmla="*/ 966 h 1386"/>
                  <a:gd name="T34" fmla="*/ 117 w 1514"/>
                  <a:gd name="T35" fmla="*/ 882 h 1386"/>
                  <a:gd name="T36" fmla="*/ 72 w 1514"/>
                  <a:gd name="T37" fmla="*/ 795 h 1386"/>
                  <a:gd name="T38" fmla="*/ 37 w 1514"/>
                  <a:gd name="T39" fmla="*/ 708 h 1386"/>
                  <a:gd name="T40" fmla="*/ 14 w 1514"/>
                  <a:gd name="T41" fmla="*/ 620 h 1386"/>
                  <a:gd name="T42" fmla="*/ 2 w 1514"/>
                  <a:gd name="T43" fmla="*/ 533 h 1386"/>
                  <a:gd name="T44" fmla="*/ 1 w 1514"/>
                  <a:gd name="T45" fmla="*/ 449 h 1386"/>
                  <a:gd name="T46" fmla="*/ 11 w 1514"/>
                  <a:gd name="T47" fmla="*/ 368 h 1386"/>
                  <a:gd name="T48" fmla="*/ 33 w 1514"/>
                  <a:gd name="T49" fmla="*/ 291 h 1386"/>
                  <a:gd name="T50" fmla="*/ 67 w 1514"/>
                  <a:gd name="T51" fmla="*/ 222 h 1386"/>
                  <a:gd name="T52" fmla="*/ 111 w 1514"/>
                  <a:gd name="T53" fmla="*/ 158 h 1386"/>
                  <a:gd name="T54" fmla="*/ 166 w 1514"/>
                  <a:gd name="T55" fmla="*/ 104 h 1386"/>
                  <a:gd name="T56" fmla="*/ 233 w 1514"/>
                  <a:gd name="T57" fmla="*/ 60 h 1386"/>
                  <a:gd name="T58" fmla="*/ 310 w 1514"/>
                  <a:gd name="T59" fmla="*/ 28 h 1386"/>
                  <a:gd name="T60" fmla="*/ 397 w 1514"/>
                  <a:gd name="T61" fmla="*/ 7 h 1386"/>
                  <a:gd name="T62" fmla="*/ 496 w 1514"/>
                  <a:gd name="T63" fmla="*/ 0 h 1386"/>
                  <a:gd name="T64" fmla="*/ 593 w 1514"/>
                  <a:gd name="T65" fmla="*/ 7 h 1386"/>
                  <a:gd name="T66" fmla="*/ 678 w 1514"/>
                  <a:gd name="T67" fmla="*/ 23 h 1386"/>
                  <a:gd name="T68" fmla="*/ 765 w 1514"/>
                  <a:gd name="T69" fmla="*/ 48 h 1386"/>
                  <a:gd name="T70" fmla="*/ 851 w 1514"/>
                  <a:gd name="T71" fmla="*/ 82 h 1386"/>
                  <a:gd name="T72" fmla="*/ 936 w 1514"/>
                  <a:gd name="T73" fmla="*/ 123 h 1386"/>
                  <a:gd name="T74" fmla="*/ 1060 w 1514"/>
                  <a:gd name="T75" fmla="*/ 199 h 1386"/>
                  <a:gd name="T76" fmla="*/ 1137 w 1514"/>
                  <a:gd name="T77" fmla="*/ 256 h 1386"/>
                  <a:gd name="T78" fmla="*/ 1211 w 1514"/>
                  <a:gd name="T79" fmla="*/ 320 h 1386"/>
                  <a:gd name="T80" fmla="*/ 1279 w 1514"/>
                  <a:gd name="T81" fmla="*/ 387 h 1386"/>
                  <a:gd name="T82" fmla="*/ 1340 w 1514"/>
                  <a:gd name="T83" fmla="*/ 460 h 1386"/>
                  <a:gd name="T84" fmla="*/ 1393 w 1514"/>
                  <a:gd name="T85" fmla="*/ 536 h 1386"/>
                  <a:gd name="T86" fmla="*/ 1438 w 1514"/>
                  <a:gd name="T87" fmla="*/ 614 h 1386"/>
                  <a:gd name="T88" fmla="*/ 1473 w 1514"/>
                  <a:gd name="T89" fmla="*/ 696 h 1386"/>
                  <a:gd name="T90" fmla="*/ 1499 w 1514"/>
                  <a:gd name="T91" fmla="*/ 779 h 1386"/>
                  <a:gd name="T92" fmla="*/ 1511 w 1514"/>
                  <a:gd name="T93" fmla="*/ 862 h 1386"/>
                  <a:gd name="T94" fmla="*/ 1512 w 1514"/>
                  <a:gd name="T95" fmla="*/ 946 h 13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514" h="1386">
                    <a:moveTo>
                      <a:pt x="1512" y="946"/>
                    </a:moveTo>
                    <a:lnTo>
                      <a:pt x="1507" y="993"/>
                    </a:lnTo>
                    <a:lnTo>
                      <a:pt x="1497" y="1037"/>
                    </a:lnTo>
                    <a:lnTo>
                      <a:pt x="1484" y="1080"/>
                    </a:lnTo>
                    <a:lnTo>
                      <a:pt x="1466" y="1119"/>
                    </a:lnTo>
                    <a:lnTo>
                      <a:pt x="1446" y="1157"/>
                    </a:lnTo>
                    <a:lnTo>
                      <a:pt x="1421" y="1192"/>
                    </a:lnTo>
                    <a:lnTo>
                      <a:pt x="1394" y="1223"/>
                    </a:lnTo>
                    <a:lnTo>
                      <a:pt x="1364" y="1253"/>
                    </a:lnTo>
                    <a:lnTo>
                      <a:pt x="1330" y="1279"/>
                    </a:lnTo>
                    <a:lnTo>
                      <a:pt x="1294" y="1302"/>
                    </a:lnTo>
                    <a:lnTo>
                      <a:pt x="1256" y="1323"/>
                    </a:lnTo>
                    <a:lnTo>
                      <a:pt x="1215" y="1341"/>
                    </a:lnTo>
                    <a:lnTo>
                      <a:pt x="1171" y="1356"/>
                    </a:lnTo>
                    <a:lnTo>
                      <a:pt x="1128" y="1368"/>
                    </a:lnTo>
                    <a:lnTo>
                      <a:pt x="1080" y="1377"/>
                    </a:lnTo>
                    <a:lnTo>
                      <a:pt x="1033" y="1383"/>
                    </a:lnTo>
                    <a:lnTo>
                      <a:pt x="984" y="1386"/>
                    </a:lnTo>
                    <a:lnTo>
                      <a:pt x="933" y="1385"/>
                    </a:lnTo>
                    <a:lnTo>
                      <a:pt x="881" y="1382"/>
                    </a:lnTo>
                    <a:lnTo>
                      <a:pt x="829" y="1374"/>
                    </a:lnTo>
                    <a:lnTo>
                      <a:pt x="776" y="1363"/>
                    </a:lnTo>
                    <a:lnTo>
                      <a:pt x="723" y="1349"/>
                    </a:lnTo>
                    <a:lnTo>
                      <a:pt x="669" y="1332"/>
                    </a:lnTo>
                    <a:lnTo>
                      <a:pt x="616" y="1310"/>
                    </a:lnTo>
                    <a:lnTo>
                      <a:pt x="563" y="1286"/>
                    </a:lnTo>
                    <a:lnTo>
                      <a:pt x="509" y="1257"/>
                    </a:lnTo>
                    <a:lnTo>
                      <a:pt x="457" y="1225"/>
                    </a:lnTo>
                    <a:lnTo>
                      <a:pt x="405" y="1189"/>
                    </a:lnTo>
                    <a:lnTo>
                      <a:pt x="355" y="1149"/>
                    </a:lnTo>
                    <a:lnTo>
                      <a:pt x="304" y="1105"/>
                    </a:lnTo>
                    <a:lnTo>
                      <a:pt x="256" y="1058"/>
                    </a:lnTo>
                    <a:lnTo>
                      <a:pt x="208" y="1006"/>
                    </a:lnTo>
                    <a:lnTo>
                      <a:pt x="175" y="966"/>
                    </a:lnTo>
                    <a:lnTo>
                      <a:pt x="145" y="924"/>
                    </a:lnTo>
                    <a:lnTo>
                      <a:pt x="117" y="882"/>
                    </a:lnTo>
                    <a:lnTo>
                      <a:pt x="93" y="839"/>
                    </a:lnTo>
                    <a:lnTo>
                      <a:pt x="72" y="795"/>
                    </a:lnTo>
                    <a:lnTo>
                      <a:pt x="53" y="752"/>
                    </a:lnTo>
                    <a:lnTo>
                      <a:pt x="37" y="708"/>
                    </a:lnTo>
                    <a:lnTo>
                      <a:pt x="24" y="664"/>
                    </a:lnTo>
                    <a:lnTo>
                      <a:pt x="14" y="620"/>
                    </a:lnTo>
                    <a:lnTo>
                      <a:pt x="7" y="576"/>
                    </a:lnTo>
                    <a:lnTo>
                      <a:pt x="2" y="533"/>
                    </a:lnTo>
                    <a:lnTo>
                      <a:pt x="0" y="490"/>
                    </a:lnTo>
                    <a:lnTo>
                      <a:pt x="1" y="449"/>
                    </a:lnTo>
                    <a:lnTo>
                      <a:pt x="6" y="407"/>
                    </a:lnTo>
                    <a:lnTo>
                      <a:pt x="11" y="368"/>
                    </a:lnTo>
                    <a:lnTo>
                      <a:pt x="22" y="329"/>
                    </a:lnTo>
                    <a:lnTo>
                      <a:pt x="33" y="291"/>
                    </a:lnTo>
                    <a:lnTo>
                      <a:pt x="48" y="255"/>
                    </a:lnTo>
                    <a:lnTo>
                      <a:pt x="67" y="222"/>
                    </a:lnTo>
                    <a:lnTo>
                      <a:pt x="87" y="189"/>
                    </a:lnTo>
                    <a:lnTo>
                      <a:pt x="111" y="158"/>
                    </a:lnTo>
                    <a:lnTo>
                      <a:pt x="137" y="131"/>
                    </a:lnTo>
                    <a:lnTo>
                      <a:pt x="166" y="104"/>
                    </a:lnTo>
                    <a:lnTo>
                      <a:pt x="198" y="81"/>
                    </a:lnTo>
                    <a:lnTo>
                      <a:pt x="233" y="60"/>
                    </a:lnTo>
                    <a:lnTo>
                      <a:pt x="269" y="43"/>
                    </a:lnTo>
                    <a:lnTo>
                      <a:pt x="310" y="28"/>
                    </a:lnTo>
                    <a:lnTo>
                      <a:pt x="352" y="15"/>
                    </a:lnTo>
                    <a:lnTo>
                      <a:pt x="397" y="7"/>
                    </a:lnTo>
                    <a:lnTo>
                      <a:pt x="446" y="2"/>
                    </a:lnTo>
                    <a:lnTo>
                      <a:pt x="496" y="0"/>
                    </a:lnTo>
                    <a:lnTo>
                      <a:pt x="551" y="3"/>
                    </a:lnTo>
                    <a:lnTo>
                      <a:pt x="593" y="7"/>
                    </a:lnTo>
                    <a:lnTo>
                      <a:pt x="636" y="14"/>
                    </a:lnTo>
                    <a:lnTo>
                      <a:pt x="678" y="23"/>
                    </a:lnTo>
                    <a:lnTo>
                      <a:pt x="721" y="35"/>
                    </a:lnTo>
                    <a:lnTo>
                      <a:pt x="765" y="48"/>
                    </a:lnTo>
                    <a:lnTo>
                      <a:pt x="807" y="64"/>
                    </a:lnTo>
                    <a:lnTo>
                      <a:pt x="851" y="82"/>
                    </a:lnTo>
                    <a:lnTo>
                      <a:pt x="894" y="102"/>
                    </a:lnTo>
                    <a:lnTo>
                      <a:pt x="936" y="123"/>
                    </a:lnTo>
                    <a:lnTo>
                      <a:pt x="1019" y="171"/>
                    </a:lnTo>
                    <a:lnTo>
                      <a:pt x="1060" y="199"/>
                    </a:lnTo>
                    <a:lnTo>
                      <a:pt x="1099" y="226"/>
                    </a:lnTo>
                    <a:lnTo>
                      <a:pt x="1137" y="256"/>
                    </a:lnTo>
                    <a:lnTo>
                      <a:pt x="1175" y="287"/>
                    </a:lnTo>
                    <a:lnTo>
                      <a:pt x="1211" y="320"/>
                    </a:lnTo>
                    <a:lnTo>
                      <a:pt x="1245" y="353"/>
                    </a:lnTo>
                    <a:lnTo>
                      <a:pt x="1279" y="387"/>
                    </a:lnTo>
                    <a:lnTo>
                      <a:pt x="1310" y="423"/>
                    </a:lnTo>
                    <a:lnTo>
                      <a:pt x="1340" y="460"/>
                    </a:lnTo>
                    <a:lnTo>
                      <a:pt x="1367" y="498"/>
                    </a:lnTo>
                    <a:lnTo>
                      <a:pt x="1393" y="536"/>
                    </a:lnTo>
                    <a:lnTo>
                      <a:pt x="1417" y="575"/>
                    </a:lnTo>
                    <a:lnTo>
                      <a:pt x="1438" y="614"/>
                    </a:lnTo>
                    <a:lnTo>
                      <a:pt x="1457" y="655"/>
                    </a:lnTo>
                    <a:lnTo>
                      <a:pt x="1473" y="696"/>
                    </a:lnTo>
                    <a:lnTo>
                      <a:pt x="1487" y="738"/>
                    </a:lnTo>
                    <a:lnTo>
                      <a:pt x="1499" y="779"/>
                    </a:lnTo>
                    <a:lnTo>
                      <a:pt x="1507" y="821"/>
                    </a:lnTo>
                    <a:lnTo>
                      <a:pt x="1511" y="862"/>
                    </a:lnTo>
                    <a:lnTo>
                      <a:pt x="1514" y="905"/>
                    </a:lnTo>
                    <a:lnTo>
                      <a:pt x="1512" y="946"/>
                    </a:lnTo>
                    <a:close/>
                  </a:path>
                </a:pathLst>
              </a:custGeom>
              <a:solidFill>
                <a:srgbClr val="00CD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206" name="Freeform 132"/>
              <p:cNvSpPr>
                <a:spLocks/>
              </p:cNvSpPr>
              <p:nvPr/>
            </p:nvSpPr>
            <p:spPr bwMode="auto">
              <a:xfrm>
                <a:off x="1294" y="2064"/>
                <a:ext cx="731" cy="670"/>
              </a:xfrm>
              <a:custGeom>
                <a:avLst/>
                <a:gdLst>
                  <a:gd name="T0" fmla="*/ 1455 w 1462"/>
                  <a:gd name="T1" fmla="*/ 961 h 1340"/>
                  <a:gd name="T2" fmla="*/ 1434 w 1462"/>
                  <a:gd name="T3" fmla="*/ 1038 h 1340"/>
                  <a:gd name="T4" fmla="*/ 1400 w 1462"/>
                  <a:gd name="T5" fmla="*/ 1108 h 1340"/>
                  <a:gd name="T6" fmla="*/ 1352 w 1462"/>
                  <a:gd name="T7" fmla="*/ 1170 h 1340"/>
                  <a:gd name="T8" fmla="*/ 1295 w 1462"/>
                  <a:gd name="T9" fmla="*/ 1225 h 1340"/>
                  <a:gd name="T10" fmla="*/ 1228 w 1462"/>
                  <a:gd name="T11" fmla="*/ 1269 h 1340"/>
                  <a:gd name="T12" fmla="*/ 1152 w 1462"/>
                  <a:gd name="T13" fmla="*/ 1303 h 1340"/>
                  <a:gd name="T14" fmla="*/ 1068 w 1462"/>
                  <a:gd name="T15" fmla="*/ 1327 h 1340"/>
                  <a:gd name="T16" fmla="*/ 978 w 1462"/>
                  <a:gd name="T17" fmla="*/ 1339 h 1340"/>
                  <a:gd name="T18" fmla="*/ 882 w 1462"/>
                  <a:gd name="T19" fmla="*/ 1337 h 1340"/>
                  <a:gd name="T20" fmla="*/ 783 w 1462"/>
                  <a:gd name="T21" fmla="*/ 1324 h 1340"/>
                  <a:gd name="T22" fmla="*/ 682 w 1462"/>
                  <a:gd name="T23" fmla="*/ 1296 h 1340"/>
                  <a:gd name="T24" fmla="*/ 577 w 1462"/>
                  <a:gd name="T25" fmla="*/ 1253 h 1340"/>
                  <a:gd name="T26" fmla="*/ 472 w 1462"/>
                  <a:gd name="T27" fmla="*/ 1196 h 1340"/>
                  <a:gd name="T28" fmla="*/ 369 w 1462"/>
                  <a:gd name="T29" fmla="*/ 1122 h 1340"/>
                  <a:gd name="T30" fmla="*/ 266 w 1462"/>
                  <a:gd name="T31" fmla="*/ 1031 h 1340"/>
                  <a:gd name="T32" fmla="*/ 182 w 1462"/>
                  <a:gd name="T33" fmla="*/ 941 h 1340"/>
                  <a:gd name="T34" fmla="*/ 123 w 1462"/>
                  <a:gd name="T35" fmla="*/ 860 h 1340"/>
                  <a:gd name="T36" fmla="*/ 76 w 1462"/>
                  <a:gd name="T37" fmla="*/ 778 h 1340"/>
                  <a:gd name="T38" fmla="*/ 40 w 1462"/>
                  <a:gd name="T39" fmla="*/ 692 h 1340"/>
                  <a:gd name="T40" fmla="*/ 15 w 1462"/>
                  <a:gd name="T41" fmla="*/ 607 h 1340"/>
                  <a:gd name="T42" fmla="*/ 2 w 1462"/>
                  <a:gd name="T43" fmla="*/ 523 h 1340"/>
                  <a:gd name="T44" fmla="*/ 0 w 1462"/>
                  <a:gd name="T45" fmla="*/ 441 h 1340"/>
                  <a:gd name="T46" fmla="*/ 9 w 1462"/>
                  <a:gd name="T47" fmla="*/ 362 h 1340"/>
                  <a:gd name="T48" fmla="*/ 29 w 1462"/>
                  <a:gd name="T49" fmla="*/ 287 h 1340"/>
                  <a:gd name="T50" fmla="*/ 60 w 1462"/>
                  <a:gd name="T51" fmla="*/ 219 h 1340"/>
                  <a:gd name="T52" fmla="*/ 102 w 1462"/>
                  <a:gd name="T53" fmla="*/ 157 h 1340"/>
                  <a:gd name="T54" fmla="*/ 155 w 1462"/>
                  <a:gd name="T55" fmla="*/ 104 h 1340"/>
                  <a:gd name="T56" fmla="*/ 220 w 1462"/>
                  <a:gd name="T57" fmla="*/ 60 h 1340"/>
                  <a:gd name="T58" fmla="*/ 295 w 1462"/>
                  <a:gd name="T59" fmla="*/ 28 h 1340"/>
                  <a:gd name="T60" fmla="*/ 381 w 1462"/>
                  <a:gd name="T61" fmla="*/ 7 h 1340"/>
                  <a:gd name="T62" fmla="*/ 478 w 1462"/>
                  <a:gd name="T63" fmla="*/ 0 h 1340"/>
                  <a:gd name="T64" fmla="*/ 574 w 1462"/>
                  <a:gd name="T65" fmla="*/ 6 h 1340"/>
                  <a:gd name="T66" fmla="*/ 662 w 1462"/>
                  <a:gd name="T67" fmla="*/ 22 h 1340"/>
                  <a:gd name="T68" fmla="*/ 750 w 1462"/>
                  <a:gd name="T69" fmla="*/ 47 h 1340"/>
                  <a:gd name="T70" fmla="*/ 835 w 1462"/>
                  <a:gd name="T71" fmla="*/ 82 h 1340"/>
                  <a:gd name="T72" fmla="*/ 961 w 1462"/>
                  <a:gd name="T73" fmla="*/ 147 h 1340"/>
                  <a:gd name="T74" fmla="*/ 1077 w 1462"/>
                  <a:gd name="T75" fmla="*/ 229 h 1340"/>
                  <a:gd name="T76" fmla="*/ 1150 w 1462"/>
                  <a:gd name="T77" fmla="*/ 290 h 1340"/>
                  <a:gd name="T78" fmla="*/ 1216 w 1462"/>
                  <a:gd name="T79" fmla="*/ 356 h 1340"/>
                  <a:gd name="T80" fmla="*/ 1276 w 1462"/>
                  <a:gd name="T81" fmla="*/ 426 h 1340"/>
                  <a:gd name="T82" fmla="*/ 1330 w 1462"/>
                  <a:gd name="T83" fmla="*/ 499 h 1340"/>
                  <a:gd name="T84" fmla="*/ 1375 w 1462"/>
                  <a:gd name="T85" fmla="*/ 575 h 1340"/>
                  <a:gd name="T86" fmla="*/ 1412 w 1462"/>
                  <a:gd name="T87" fmla="*/ 651 h 1340"/>
                  <a:gd name="T88" fmla="*/ 1440 w 1462"/>
                  <a:gd name="T89" fmla="*/ 728 h 1340"/>
                  <a:gd name="T90" fmla="*/ 1456 w 1462"/>
                  <a:gd name="T91" fmla="*/ 805 h 1340"/>
                  <a:gd name="T92" fmla="*/ 1462 w 1462"/>
                  <a:gd name="T93" fmla="*/ 881 h 1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462" h="1340">
                    <a:moveTo>
                      <a:pt x="1461" y="919"/>
                    </a:moveTo>
                    <a:lnTo>
                      <a:pt x="1455" y="961"/>
                    </a:lnTo>
                    <a:lnTo>
                      <a:pt x="1447" y="1000"/>
                    </a:lnTo>
                    <a:lnTo>
                      <a:pt x="1434" y="1038"/>
                    </a:lnTo>
                    <a:lnTo>
                      <a:pt x="1418" y="1075"/>
                    </a:lnTo>
                    <a:lnTo>
                      <a:pt x="1400" y="1108"/>
                    </a:lnTo>
                    <a:lnTo>
                      <a:pt x="1378" y="1140"/>
                    </a:lnTo>
                    <a:lnTo>
                      <a:pt x="1352" y="1170"/>
                    </a:lnTo>
                    <a:lnTo>
                      <a:pt x="1325" y="1199"/>
                    </a:lnTo>
                    <a:lnTo>
                      <a:pt x="1295" y="1225"/>
                    </a:lnTo>
                    <a:lnTo>
                      <a:pt x="1262" y="1249"/>
                    </a:lnTo>
                    <a:lnTo>
                      <a:pt x="1228" y="1269"/>
                    </a:lnTo>
                    <a:lnTo>
                      <a:pt x="1191" y="1288"/>
                    </a:lnTo>
                    <a:lnTo>
                      <a:pt x="1152" y="1303"/>
                    </a:lnTo>
                    <a:lnTo>
                      <a:pt x="1110" y="1317"/>
                    </a:lnTo>
                    <a:lnTo>
                      <a:pt x="1068" y="1327"/>
                    </a:lnTo>
                    <a:lnTo>
                      <a:pt x="1024" y="1334"/>
                    </a:lnTo>
                    <a:lnTo>
                      <a:pt x="978" y="1339"/>
                    </a:lnTo>
                    <a:lnTo>
                      <a:pt x="931" y="1340"/>
                    </a:lnTo>
                    <a:lnTo>
                      <a:pt x="882" y="1337"/>
                    </a:lnTo>
                    <a:lnTo>
                      <a:pt x="834" y="1333"/>
                    </a:lnTo>
                    <a:lnTo>
                      <a:pt x="783" y="1324"/>
                    </a:lnTo>
                    <a:lnTo>
                      <a:pt x="733" y="1312"/>
                    </a:lnTo>
                    <a:lnTo>
                      <a:pt x="682" y="1296"/>
                    </a:lnTo>
                    <a:lnTo>
                      <a:pt x="630" y="1276"/>
                    </a:lnTo>
                    <a:lnTo>
                      <a:pt x="577" y="1253"/>
                    </a:lnTo>
                    <a:lnTo>
                      <a:pt x="525" y="1227"/>
                    </a:lnTo>
                    <a:lnTo>
                      <a:pt x="472" y="1196"/>
                    </a:lnTo>
                    <a:lnTo>
                      <a:pt x="420" y="1161"/>
                    </a:lnTo>
                    <a:lnTo>
                      <a:pt x="369" y="1122"/>
                    </a:lnTo>
                    <a:lnTo>
                      <a:pt x="317" y="1078"/>
                    </a:lnTo>
                    <a:lnTo>
                      <a:pt x="266" y="1031"/>
                    </a:lnTo>
                    <a:lnTo>
                      <a:pt x="215" y="979"/>
                    </a:lnTo>
                    <a:lnTo>
                      <a:pt x="182" y="941"/>
                    </a:lnTo>
                    <a:lnTo>
                      <a:pt x="151" y="901"/>
                    </a:lnTo>
                    <a:lnTo>
                      <a:pt x="123" y="860"/>
                    </a:lnTo>
                    <a:lnTo>
                      <a:pt x="98" y="819"/>
                    </a:lnTo>
                    <a:lnTo>
                      <a:pt x="76" y="778"/>
                    </a:lnTo>
                    <a:lnTo>
                      <a:pt x="56" y="735"/>
                    </a:lnTo>
                    <a:lnTo>
                      <a:pt x="40" y="692"/>
                    </a:lnTo>
                    <a:lnTo>
                      <a:pt x="26" y="650"/>
                    </a:lnTo>
                    <a:lnTo>
                      <a:pt x="15" y="607"/>
                    </a:lnTo>
                    <a:lnTo>
                      <a:pt x="7" y="564"/>
                    </a:lnTo>
                    <a:lnTo>
                      <a:pt x="2" y="523"/>
                    </a:lnTo>
                    <a:lnTo>
                      <a:pt x="0" y="481"/>
                    </a:lnTo>
                    <a:lnTo>
                      <a:pt x="0" y="441"/>
                    </a:lnTo>
                    <a:lnTo>
                      <a:pt x="3" y="401"/>
                    </a:lnTo>
                    <a:lnTo>
                      <a:pt x="9" y="362"/>
                    </a:lnTo>
                    <a:lnTo>
                      <a:pt x="17" y="324"/>
                    </a:lnTo>
                    <a:lnTo>
                      <a:pt x="29" y="287"/>
                    </a:lnTo>
                    <a:lnTo>
                      <a:pt x="44" y="252"/>
                    </a:lnTo>
                    <a:lnTo>
                      <a:pt x="60" y="219"/>
                    </a:lnTo>
                    <a:lnTo>
                      <a:pt x="81" y="187"/>
                    </a:lnTo>
                    <a:lnTo>
                      <a:pt x="102" y="157"/>
                    </a:lnTo>
                    <a:lnTo>
                      <a:pt x="128" y="129"/>
                    </a:lnTo>
                    <a:lnTo>
                      <a:pt x="155" y="104"/>
                    </a:lnTo>
                    <a:lnTo>
                      <a:pt x="187" y="81"/>
                    </a:lnTo>
                    <a:lnTo>
                      <a:pt x="220" y="60"/>
                    </a:lnTo>
                    <a:lnTo>
                      <a:pt x="256" y="43"/>
                    </a:lnTo>
                    <a:lnTo>
                      <a:pt x="295" y="28"/>
                    </a:lnTo>
                    <a:lnTo>
                      <a:pt x="336" y="16"/>
                    </a:lnTo>
                    <a:lnTo>
                      <a:pt x="381" y="7"/>
                    </a:lnTo>
                    <a:lnTo>
                      <a:pt x="427" y="1"/>
                    </a:lnTo>
                    <a:lnTo>
                      <a:pt x="478" y="0"/>
                    </a:lnTo>
                    <a:lnTo>
                      <a:pt x="530" y="1"/>
                    </a:lnTo>
                    <a:lnTo>
                      <a:pt x="574" y="6"/>
                    </a:lnTo>
                    <a:lnTo>
                      <a:pt x="617" y="13"/>
                    </a:lnTo>
                    <a:lnTo>
                      <a:pt x="662" y="22"/>
                    </a:lnTo>
                    <a:lnTo>
                      <a:pt x="706" y="33"/>
                    </a:lnTo>
                    <a:lnTo>
                      <a:pt x="750" y="47"/>
                    </a:lnTo>
                    <a:lnTo>
                      <a:pt x="792" y="63"/>
                    </a:lnTo>
                    <a:lnTo>
                      <a:pt x="835" y="82"/>
                    </a:lnTo>
                    <a:lnTo>
                      <a:pt x="878" y="101"/>
                    </a:lnTo>
                    <a:lnTo>
                      <a:pt x="961" y="147"/>
                    </a:lnTo>
                    <a:lnTo>
                      <a:pt x="1039" y="200"/>
                    </a:lnTo>
                    <a:lnTo>
                      <a:pt x="1077" y="229"/>
                    </a:lnTo>
                    <a:lnTo>
                      <a:pt x="1114" y="259"/>
                    </a:lnTo>
                    <a:lnTo>
                      <a:pt x="1150" y="290"/>
                    </a:lnTo>
                    <a:lnTo>
                      <a:pt x="1184" y="322"/>
                    </a:lnTo>
                    <a:lnTo>
                      <a:pt x="1216" y="356"/>
                    </a:lnTo>
                    <a:lnTo>
                      <a:pt x="1247" y="390"/>
                    </a:lnTo>
                    <a:lnTo>
                      <a:pt x="1276" y="426"/>
                    </a:lnTo>
                    <a:lnTo>
                      <a:pt x="1304" y="462"/>
                    </a:lnTo>
                    <a:lnTo>
                      <a:pt x="1330" y="499"/>
                    </a:lnTo>
                    <a:lnTo>
                      <a:pt x="1353" y="537"/>
                    </a:lnTo>
                    <a:lnTo>
                      <a:pt x="1375" y="575"/>
                    </a:lnTo>
                    <a:lnTo>
                      <a:pt x="1395" y="613"/>
                    </a:lnTo>
                    <a:lnTo>
                      <a:pt x="1412" y="651"/>
                    </a:lnTo>
                    <a:lnTo>
                      <a:pt x="1427" y="690"/>
                    </a:lnTo>
                    <a:lnTo>
                      <a:pt x="1440" y="728"/>
                    </a:lnTo>
                    <a:lnTo>
                      <a:pt x="1449" y="767"/>
                    </a:lnTo>
                    <a:lnTo>
                      <a:pt x="1456" y="805"/>
                    </a:lnTo>
                    <a:lnTo>
                      <a:pt x="1461" y="843"/>
                    </a:lnTo>
                    <a:lnTo>
                      <a:pt x="1462" y="881"/>
                    </a:lnTo>
                    <a:lnTo>
                      <a:pt x="1461" y="919"/>
                    </a:lnTo>
                    <a:close/>
                  </a:path>
                </a:pathLst>
              </a:custGeom>
              <a:solidFill>
                <a:srgbClr val="00D4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207" name="Freeform 133"/>
              <p:cNvSpPr>
                <a:spLocks/>
              </p:cNvSpPr>
              <p:nvPr/>
            </p:nvSpPr>
            <p:spPr bwMode="auto">
              <a:xfrm>
                <a:off x="2324" y="945"/>
                <a:ext cx="728" cy="691"/>
              </a:xfrm>
              <a:custGeom>
                <a:avLst/>
                <a:gdLst>
                  <a:gd name="T0" fmla="*/ 1456 w 1456"/>
                  <a:gd name="T1" fmla="*/ 758 h 1383"/>
                  <a:gd name="T2" fmla="*/ 1447 w 1456"/>
                  <a:gd name="T3" fmla="*/ 874 h 1383"/>
                  <a:gd name="T4" fmla="*/ 1421 w 1456"/>
                  <a:gd name="T5" fmla="*/ 977 h 1383"/>
                  <a:gd name="T6" fmla="*/ 1380 w 1456"/>
                  <a:gd name="T7" fmla="*/ 1071 h 1383"/>
                  <a:gd name="T8" fmla="*/ 1326 w 1456"/>
                  <a:gd name="T9" fmla="*/ 1151 h 1383"/>
                  <a:gd name="T10" fmla="*/ 1261 w 1456"/>
                  <a:gd name="T11" fmla="*/ 1222 h 1383"/>
                  <a:gd name="T12" fmla="*/ 1185 w 1456"/>
                  <a:gd name="T13" fmla="*/ 1279 h 1383"/>
                  <a:gd name="T14" fmla="*/ 1100 w 1456"/>
                  <a:gd name="T15" fmla="*/ 1324 h 1383"/>
                  <a:gd name="T16" fmla="*/ 1011 w 1456"/>
                  <a:gd name="T17" fmla="*/ 1356 h 1383"/>
                  <a:gd name="T18" fmla="*/ 914 w 1456"/>
                  <a:gd name="T19" fmla="*/ 1376 h 1383"/>
                  <a:gd name="T20" fmla="*/ 815 w 1456"/>
                  <a:gd name="T21" fmla="*/ 1383 h 1383"/>
                  <a:gd name="T22" fmla="*/ 715 w 1456"/>
                  <a:gd name="T23" fmla="*/ 1377 h 1383"/>
                  <a:gd name="T24" fmla="*/ 613 w 1456"/>
                  <a:gd name="T25" fmla="*/ 1357 h 1383"/>
                  <a:gd name="T26" fmla="*/ 514 w 1456"/>
                  <a:gd name="T27" fmla="*/ 1323 h 1383"/>
                  <a:gd name="T28" fmla="*/ 417 w 1456"/>
                  <a:gd name="T29" fmla="*/ 1276 h 1383"/>
                  <a:gd name="T30" fmla="*/ 326 w 1456"/>
                  <a:gd name="T31" fmla="*/ 1215 h 1383"/>
                  <a:gd name="T32" fmla="*/ 235 w 1456"/>
                  <a:gd name="T33" fmla="*/ 1133 h 1383"/>
                  <a:gd name="T34" fmla="*/ 156 w 1456"/>
                  <a:gd name="T35" fmla="*/ 1042 h 1383"/>
                  <a:gd name="T36" fmla="*/ 93 w 1456"/>
                  <a:gd name="T37" fmla="*/ 949 h 1383"/>
                  <a:gd name="T38" fmla="*/ 46 w 1456"/>
                  <a:gd name="T39" fmla="*/ 853 h 1383"/>
                  <a:gd name="T40" fmla="*/ 17 w 1456"/>
                  <a:gd name="T41" fmla="*/ 757 h 1383"/>
                  <a:gd name="T42" fmla="*/ 3 w 1456"/>
                  <a:gd name="T43" fmla="*/ 662 h 1383"/>
                  <a:gd name="T44" fmla="*/ 2 w 1456"/>
                  <a:gd name="T45" fmla="*/ 569 h 1383"/>
                  <a:gd name="T46" fmla="*/ 15 w 1456"/>
                  <a:gd name="T47" fmla="*/ 480 h 1383"/>
                  <a:gd name="T48" fmla="*/ 42 w 1456"/>
                  <a:gd name="T49" fmla="*/ 394 h 1383"/>
                  <a:gd name="T50" fmla="*/ 81 w 1456"/>
                  <a:gd name="T51" fmla="*/ 314 h 1383"/>
                  <a:gd name="T52" fmla="*/ 133 w 1456"/>
                  <a:gd name="T53" fmla="*/ 241 h 1383"/>
                  <a:gd name="T54" fmla="*/ 194 w 1456"/>
                  <a:gd name="T55" fmla="*/ 175 h 1383"/>
                  <a:gd name="T56" fmla="*/ 267 w 1456"/>
                  <a:gd name="T57" fmla="*/ 118 h 1383"/>
                  <a:gd name="T58" fmla="*/ 347 w 1456"/>
                  <a:gd name="T59" fmla="*/ 71 h 1383"/>
                  <a:gd name="T60" fmla="*/ 438 w 1456"/>
                  <a:gd name="T61" fmla="*/ 35 h 1383"/>
                  <a:gd name="T62" fmla="*/ 536 w 1456"/>
                  <a:gd name="T63" fmla="*/ 12 h 1383"/>
                  <a:gd name="T64" fmla="*/ 637 w 1456"/>
                  <a:gd name="T65" fmla="*/ 2 h 1383"/>
                  <a:gd name="T66" fmla="*/ 731 w 1456"/>
                  <a:gd name="T67" fmla="*/ 3 h 1383"/>
                  <a:gd name="T68" fmla="*/ 821 w 1456"/>
                  <a:gd name="T69" fmla="*/ 13 h 1383"/>
                  <a:gd name="T70" fmla="*/ 904 w 1456"/>
                  <a:gd name="T71" fmla="*/ 33 h 1383"/>
                  <a:gd name="T72" fmla="*/ 982 w 1456"/>
                  <a:gd name="T73" fmla="*/ 60 h 1383"/>
                  <a:gd name="T74" fmla="*/ 1054 w 1456"/>
                  <a:gd name="T75" fmla="*/ 96 h 1383"/>
                  <a:gd name="T76" fmla="*/ 1122 w 1456"/>
                  <a:gd name="T77" fmla="*/ 137 h 1383"/>
                  <a:gd name="T78" fmla="*/ 1183 w 1456"/>
                  <a:gd name="T79" fmla="*/ 185 h 1383"/>
                  <a:gd name="T80" fmla="*/ 1239 w 1456"/>
                  <a:gd name="T81" fmla="*/ 237 h 1383"/>
                  <a:gd name="T82" fmla="*/ 1288 w 1456"/>
                  <a:gd name="T83" fmla="*/ 293 h 1383"/>
                  <a:gd name="T84" fmla="*/ 1331 w 1456"/>
                  <a:gd name="T85" fmla="*/ 352 h 1383"/>
                  <a:gd name="T86" fmla="*/ 1368 w 1456"/>
                  <a:gd name="T87" fmla="*/ 414 h 1383"/>
                  <a:gd name="T88" fmla="*/ 1411 w 1456"/>
                  <a:gd name="T89" fmla="*/ 508 h 1383"/>
                  <a:gd name="T90" fmla="*/ 1440 w 1456"/>
                  <a:gd name="T91" fmla="*/ 603 h 1383"/>
                  <a:gd name="T92" fmla="*/ 1451 w 1456"/>
                  <a:gd name="T93" fmla="*/ 666 h 13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456" h="1383">
                    <a:moveTo>
                      <a:pt x="1454" y="696"/>
                    </a:moveTo>
                    <a:lnTo>
                      <a:pt x="1456" y="758"/>
                    </a:lnTo>
                    <a:lnTo>
                      <a:pt x="1454" y="817"/>
                    </a:lnTo>
                    <a:lnTo>
                      <a:pt x="1447" y="874"/>
                    </a:lnTo>
                    <a:lnTo>
                      <a:pt x="1436" y="927"/>
                    </a:lnTo>
                    <a:lnTo>
                      <a:pt x="1421" y="977"/>
                    </a:lnTo>
                    <a:lnTo>
                      <a:pt x="1402" y="1026"/>
                    </a:lnTo>
                    <a:lnTo>
                      <a:pt x="1380" y="1071"/>
                    </a:lnTo>
                    <a:lnTo>
                      <a:pt x="1355" y="1112"/>
                    </a:lnTo>
                    <a:lnTo>
                      <a:pt x="1326" y="1151"/>
                    </a:lnTo>
                    <a:lnTo>
                      <a:pt x="1295" y="1188"/>
                    </a:lnTo>
                    <a:lnTo>
                      <a:pt x="1261" y="1222"/>
                    </a:lnTo>
                    <a:lnTo>
                      <a:pt x="1224" y="1251"/>
                    </a:lnTo>
                    <a:lnTo>
                      <a:pt x="1185" y="1279"/>
                    </a:lnTo>
                    <a:lnTo>
                      <a:pt x="1144" y="1303"/>
                    </a:lnTo>
                    <a:lnTo>
                      <a:pt x="1100" y="1324"/>
                    </a:lnTo>
                    <a:lnTo>
                      <a:pt x="1057" y="1341"/>
                    </a:lnTo>
                    <a:lnTo>
                      <a:pt x="1011" y="1356"/>
                    </a:lnTo>
                    <a:lnTo>
                      <a:pt x="963" y="1368"/>
                    </a:lnTo>
                    <a:lnTo>
                      <a:pt x="914" y="1376"/>
                    </a:lnTo>
                    <a:lnTo>
                      <a:pt x="865" y="1382"/>
                    </a:lnTo>
                    <a:lnTo>
                      <a:pt x="815" y="1383"/>
                    </a:lnTo>
                    <a:lnTo>
                      <a:pt x="765" y="1382"/>
                    </a:lnTo>
                    <a:lnTo>
                      <a:pt x="715" y="1377"/>
                    </a:lnTo>
                    <a:lnTo>
                      <a:pt x="664" y="1369"/>
                    </a:lnTo>
                    <a:lnTo>
                      <a:pt x="613" y="1357"/>
                    </a:lnTo>
                    <a:lnTo>
                      <a:pt x="564" y="1342"/>
                    </a:lnTo>
                    <a:lnTo>
                      <a:pt x="514" y="1323"/>
                    </a:lnTo>
                    <a:lnTo>
                      <a:pt x="466" y="1301"/>
                    </a:lnTo>
                    <a:lnTo>
                      <a:pt x="417" y="1276"/>
                    </a:lnTo>
                    <a:lnTo>
                      <a:pt x="371" y="1247"/>
                    </a:lnTo>
                    <a:lnTo>
                      <a:pt x="326" y="1215"/>
                    </a:lnTo>
                    <a:lnTo>
                      <a:pt x="283" y="1178"/>
                    </a:lnTo>
                    <a:lnTo>
                      <a:pt x="235" y="1133"/>
                    </a:lnTo>
                    <a:lnTo>
                      <a:pt x="194" y="1088"/>
                    </a:lnTo>
                    <a:lnTo>
                      <a:pt x="156" y="1042"/>
                    </a:lnTo>
                    <a:lnTo>
                      <a:pt x="123" y="996"/>
                    </a:lnTo>
                    <a:lnTo>
                      <a:pt x="93" y="949"/>
                    </a:lnTo>
                    <a:lnTo>
                      <a:pt x="68" y="900"/>
                    </a:lnTo>
                    <a:lnTo>
                      <a:pt x="46" y="853"/>
                    </a:lnTo>
                    <a:lnTo>
                      <a:pt x="30" y="804"/>
                    </a:lnTo>
                    <a:lnTo>
                      <a:pt x="17" y="757"/>
                    </a:lnTo>
                    <a:lnTo>
                      <a:pt x="7" y="709"/>
                    </a:lnTo>
                    <a:lnTo>
                      <a:pt x="3" y="662"/>
                    </a:lnTo>
                    <a:lnTo>
                      <a:pt x="0" y="616"/>
                    </a:lnTo>
                    <a:lnTo>
                      <a:pt x="2" y="569"/>
                    </a:lnTo>
                    <a:lnTo>
                      <a:pt x="7" y="525"/>
                    </a:lnTo>
                    <a:lnTo>
                      <a:pt x="15" y="480"/>
                    </a:lnTo>
                    <a:lnTo>
                      <a:pt x="28" y="436"/>
                    </a:lnTo>
                    <a:lnTo>
                      <a:pt x="42" y="394"/>
                    </a:lnTo>
                    <a:lnTo>
                      <a:pt x="60" y="353"/>
                    </a:lnTo>
                    <a:lnTo>
                      <a:pt x="81" y="314"/>
                    </a:lnTo>
                    <a:lnTo>
                      <a:pt x="105" y="277"/>
                    </a:lnTo>
                    <a:lnTo>
                      <a:pt x="133" y="241"/>
                    </a:lnTo>
                    <a:lnTo>
                      <a:pt x="162" y="207"/>
                    </a:lnTo>
                    <a:lnTo>
                      <a:pt x="194" y="175"/>
                    </a:lnTo>
                    <a:lnTo>
                      <a:pt x="228" y="146"/>
                    </a:lnTo>
                    <a:lnTo>
                      <a:pt x="267" y="118"/>
                    </a:lnTo>
                    <a:lnTo>
                      <a:pt x="306" y="94"/>
                    </a:lnTo>
                    <a:lnTo>
                      <a:pt x="347" y="71"/>
                    </a:lnTo>
                    <a:lnTo>
                      <a:pt x="392" y="52"/>
                    </a:lnTo>
                    <a:lnTo>
                      <a:pt x="438" y="35"/>
                    </a:lnTo>
                    <a:lnTo>
                      <a:pt x="485" y="22"/>
                    </a:lnTo>
                    <a:lnTo>
                      <a:pt x="536" y="12"/>
                    </a:lnTo>
                    <a:lnTo>
                      <a:pt x="588" y="5"/>
                    </a:lnTo>
                    <a:lnTo>
                      <a:pt x="637" y="2"/>
                    </a:lnTo>
                    <a:lnTo>
                      <a:pt x="685" y="0"/>
                    </a:lnTo>
                    <a:lnTo>
                      <a:pt x="731" y="3"/>
                    </a:lnTo>
                    <a:lnTo>
                      <a:pt x="777" y="6"/>
                    </a:lnTo>
                    <a:lnTo>
                      <a:pt x="821" y="13"/>
                    </a:lnTo>
                    <a:lnTo>
                      <a:pt x="863" y="22"/>
                    </a:lnTo>
                    <a:lnTo>
                      <a:pt x="904" y="33"/>
                    </a:lnTo>
                    <a:lnTo>
                      <a:pt x="944" y="45"/>
                    </a:lnTo>
                    <a:lnTo>
                      <a:pt x="982" y="60"/>
                    </a:lnTo>
                    <a:lnTo>
                      <a:pt x="1019" y="78"/>
                    </a:lnTo>
                    <a:lnTo>
                      <a:pt x="1054" y="96"/>
                    </a:lnTo>
                    <a:lnTo>
                      <a:pt x="1089" y="116"/>
                    </a:lnTo>
                    <a:lnTo>
                      <a:pt x="1122" y="137"/>
                    </a:lnTo>
                    <a:lnTo>
                      <a:pt x="1153" y="161"/>
                    </a:lnTo>
                    <a:lnTo>
                      <a:pt x="1183" y="185"/>
                    </a:lnTo>
                    <a:lnTo>
                      <a:pt x="1211" y="210"/>
                    </a:lnTo>
                    <a:lnTo>
                      <a:pt x="1239" y="237"/>
                    </a:lnTo>
                    <a:lnTo>
                      <a:pt x="1264" y="264"/>
                    </a:lnTo>
                    <a:lnTo>
                      <a:pt x="1288" y="293"/>
                    </a:lnTo>
                    <a:lnTo>
                      <a:pt x="1310" y="322"/>
                    </a:lnTo>
                    <a:lnTo>
                      <a:pt x="1331" y="352"/>
                    </a:lnTo>
                    <a:lnTo>
                      <a:pt x="1350" y="383"/>
                    </a:lnTo>
                    <a:lnTo>
                      <a:pt x="1368" y="414"/>
                    </a:lnTo>
                    <a:lnTo>
                      <a:pt x="1384" y="445"/>
                    </a:lnTo>
                    <a:lnTo>
                      <a:pt x="1411" y="508"/>
                    </a:lnTo>
                    <a:lnTo>
                      <a:pt x="1432" y="572"/>
                    </a:lnTo>
                    <a:lnTo>
                      <a:pt x="1440" y="603"/>
                    </a:lnTo>
                    <a:lnTo>
                      <a:pt x="1446" y="635"/>
                    </a:lnTo>
                    <a:lnTo>
                      <a:pt x="1451" y="666"/>
                    </a:lnTo>
                    <a:lnTo>
                      <a:pt x="1454" y="696"/>
                    </a:lnTo>
                    <a:close/>
                  </a:path>
                </a:pathLst>
              </a:custGeom>
              <a:solidFill>
                <a:srgbClr val="2BF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208" name="Freeform 134"/>
              <p:cNvSpPr>
                <a:spLocks/>
              </p:cNvSpPr>
              <p:nvPr/>
            </p:nvSpPr>
            <p:spPr bwMode="auto">
              <a:xfrm>
                <a:off x="1307" y="2076"/>
                <a:ext cx="705" cy="649"/>
              </a:xfrm>
              <a:custGeom>
                <a:avLst/>
                <a:gdLst>
                  <a:gd name="T0" fmla="*/ 1401 w 1410"/>
                  <a:gd name="T1" fmla="*/ 942 h 1297"/>
                  <a:gd name="T2" fmla="*/ 1376 w 1410"/>
                  <a:gd name="T3" fmla="*/ 1025 h 1297"/>
                  <a:gd name="T4" fmla="*/ 1338 w 1410"/>
                  <a:gd name="T5" fmla="*/ 1098 h 1297"/>
                  <a:gd name="T6" fmla="*/ 1287 w 1410"/>
                  <a:gd name="T7" fmla="*/ 1160 h 1297"/>
                  <a:gd name="T8" fmla="*/ 1225 w 1410"/>
                  <a:gd name="T9" fmla="*/ 1210 h 1297"/>
                  <a:gd name="T10" fmla="*/ 1154 w 1410"/>
                  <a:gd name="T11" fmla="*/ 1249 h 1297"/>
                  <a:gd name="T12" fmla="*/ 1075 w 1410"/>
                  <a:gd name="T13" fmla="*/ 1276 h 1297"/>
                  <a:gd name="T14" fmla="*/ 990 w 1410"/>
                  <a:gd name="T15" fmla="*/ 1293 h 1297"/>
                  <a:gd name="T16" fmla="*/ 900 w 1410"/>
                  <a:gd name="T17" fmla="*/ 1297 h 1297"/>
                  <a:gd name="T18" fmla="*/ 806 w 1410"/>
                  <a:gd name="T19" fmla="*/ 1290 h 1297"/>
                  <a:gd name="T20" fmla="*/ 712 w 1410"/>
                  <a:gd name="T21" fmla="*/ 1271 h 1297"/>
                  <a:gd name="T22" fmla="*/ 616 w 1410"/>
                  <a:gd name="T23" fmla="*/ 1241 h 1297"/>
                  <a:gd name="T24" fmla="*/ 522 w 1410"/>
                  <a:gd name="T25" fmla="*/ 1198 h 1297"/>
                  <a:gd name="T26" fmla="*/ 430 w 1410"/>
                  <a:gd name="T27" fmla="*/ 1144 h 1297"/>
                  <a:gd name="T28" fmla="*/ 341 w 1410"/>
                  <a:gd name="T29" fmla="*/ 1078 h 1297"/>
                  <a:gd name="T30" fmla="*/ 259 w 1410"/>
                  <a:gd name="T31" fmla="*/ 1000 h 1297"/>
                  <a:gd name="T32" fmla="*/ 181 w 1410"/>
                  <a:gd name="T33" fmla="*/ 907 h 1297"/>
                  <a:gd name="T34" fmla="*/ 114 w 1410"/>
                  <a:gd name="T35" fmla="*/ 809 h 1297"/>
                  <a:gd name="T36" fmla="*/ 64 w 1410"/>
                  <a:gd name="T37" fmla="*/ 713 h 1297"/>
                  <a:gd name="T38" fmla="*/ 28 w 1410"/>
                  <a:gd name="T39" fmla="*/ 622 h 1297"/>
                  <a:gd name="T40" fmla="*/ 7 w 1410"/>
                  <a:gd name="T41" fmla="*/ 534 h 1297"/>
                  <a:gd name="T42" fmla="*/ 0 w 1410"/>
                  <a:gd name="T43" fmla="*/ 452 h 1297"/>
                  <a:gd name="T44" fmla="*/ 5 w 1410"/>
                  <a:gd name="T45" fmla="*/ 373 h 1297"/>
                  <a:gd name="T46" fmla="*/ 22 w 1410"/>
                  <a:gd name="T47" fmla="*/ 301 h 1297"/>
                  <a:gd name="T48" fmla="*/ 50 w 1410"/>
                  <a:gd name="T49" fmla="*/ 235 h 1297"/>
                  <a:gd name="T50" fmla="*/ 87 w 1410"/>
                  <a:gd name="T51" fmla="*/ 176 h 1297"/>
                  <a:gd name="T52" fmla="*/ 134 w 1410"/>
                  <a:gd name="T53" fmla="*/ 124 h 1297"/>
                  <a:gd name="T54" fmla="*/ 188 w 1410"/>
                  <a:gd name="T55" fmla="*/ 82 h 1297"/>
                  <a:gd name="T56" fmla="*/ 249 w 1410"/>
                  <a:gd name="T57" fmla="*/ 46 h 1297"/>
                  <a:gd name="T58" fmla="*/ 317 w 1410"/>
                  <a:gd name="T59" fmla="*/ 21 h 1297"/>
                  <a:gd name="T60" fmla="*/ 391 w 1410"/>
                  <a:gd name="T61" fmla="*/ 5 h 1297"/>
                  <a:gd name="T62" fmla="*/ 468 w 1410"/>
                  <a:gd name="T63" fmla="*/ 0 h 1297"/>
                  <a:gd name="T64" fmla="*/ 551 w 1410"/>
                  <a:gd name="T65" fmla="*/ 6 h 1297"/>
                  <a:gd name="T66" fmla="*/ 637 w 1410"/>
                  <a:gd name="T67" fmla="*/ 22 h 1297"/>
                  <a:gd name="T68" fmla="*/ 722 w 1410"/>
                  <a:gd name="T69" fmla="*/ 47 h 1297"/>
                  <a:gd name="T70" fmla="*/ 806 w 1410"/>
                  <a:gd name="T71" fmla="*/ 81 h 1297"/>
                  <a:gd name="T72" fmla="*/ 888 w 1410"/>
                  <a:gd name="T73" fmla="*/ 122 h 1297"/>
                  <a:gd name="T74" fmla="*/ 968 w 1410"/>
                  <a:gd name="T75" fmla="*/ 170 h 1297"/>
                  <a:gd name="T76" fmla="*/ 1041 w 1410"/>
                  <a:gd name="T77" fmla="*/ 225 h 1297"/>
                  <a:gd name="T78" fmla="*/ 1112 w 1410"/>
                  <a:gd name="T79" fmla="*/ 285 h 1297"/>
                  <a:gd name="T80" fmla="*/ 1176 w 1410"/>
                  <a:gd name="T81" fmla="*/ 349 h 1297"/>
                  <a:gd name="T82" fmla="*/ 1235 w 1410"/>
                  <a:gd name="T83" fmla="*/ 417 h 1297"/>
                  <a:gd name="T84" fmla="*/ 1287 w 1410"/>
                  <a:gd name="T85" fmla="*/ 487 h 1297"/>
                  <a:gd name="T86" fmla="*/ 1329 w 1410"/>
                  <a:gd name="T87" fmla="*/ 561 h 1297"/>
                  <a:gd name="T88" fmla="*/ 1365 w 1410"/>
                  <a:gd name="T89" fmla="*/ 636 h 1297"/>
                  <a:gd name="T90" fmla="*/ 1391 w 1410"/>
                  <a:gd name="T91" fmla="*/ 711 h 1297"/>
                  <a:gd name="T92" fmla="*/ 1405 w 1410"/>
                  <a:gd name="T93" fmla="*/ 786 h 1297"/>
                  <a:gd name="T94" fmla="*/ 1410 w 1410"/>
                  <a:gd name="T95" fmla="*/ 859 h 12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410" h="1297">
                    <a:moveTo>
                      <a:pt x="1408" y="896"/>
                    </a:moveTo>
                    <a:lnTo>
                      <a:pt x="1401" y="942"/>
                    </a:lnTo>
                    <a:lnTo>
                      <a:pt x="1391" y="985"/>
                    </a:lnTo>
                    <a:lnTo>
                      <a:pt x="1376" y="1025"/>
                    </a:lnTo>
                    <a:lnTo>
                      <a:pt x="1358" y="1063"/>
                    </a:lnTo>
                    <a:lnTo>
                      <a:pt x="1338" y="1098"/>
                    </a:lnTo>
                    <a:lnTo>
                      <a:pt x="1313" y="1130"/>
                    </a:lnTo>
                    <a:lnTo>
                      <a:pt x="1287" y="1160"/>
                    </a:lnTo>
                    <a:lnTo>
                      <a:pt x="1257" y="1187"/>
                    </a:lnTo>
                    <a:lnTo>
                      <a:pt x="1225" y="1210"/>
                    </a:lnTo>
                    <a:lnTo>
                      <a:pt x="1190" y="1230"/>
                    </a:lnTo>
                    <a:lnTo>
                      <a:pt x="1154" y="1249"/>
                    </a:lnTo>
                    <a:lnTo>
                      <a:pt x="1115" y="1264"/>
                    </a:lnTo>
                    <a:lnTo>
                      <a:pt x="1075" y="1276"/>
                    </a:lnTo>
                    <a:lnTo>
                      <a:pt x="1033" y="1286"/>
                    </a:lnTo>
                    <a:lnTo>
                      <a:pt x="990" y="1293"/>
                    </a:lnTo>
                    <a:lnTo>
                      <a:pt x="946" y="1296"/>
                    </a:lnTo>
                    <a:lnTo>
                      <a:pt x="900" y="1297"/>
                    </a:lnTo>
                    <a:lnTo>
                      <a:pt x="854" y="1295"/>
                    </a:lnTo>
                    <a:lnTo>
                      <a:pt x="806" y="1290"/>
                    </a:lnTo>
                    <a:lnTo>
                      <a:pt x="759" y="1282"/>
                    </a:lnTo>
                    <a:lnTo>
                      <a:pt x="712" y="1271"/>
                    </a:lnTo>
                    <a:lnTo>
                      <a:pt x="664" y="1257"/>
                    </a:lnTo>
                    <a:lnTo>
                      <a:pt x="616" y="1241"/>
                    </a:lnTo>
                    <a:lnTo>
                      <a:pt x="568" y="1221"/>
                    </a:lnTo>
                    <a:lnTo>
                      <a:pt x="522" y="1198"/>
                    </a:lnTo>
                    <a:lnTo>
                      <a:pt x="475" y="1173"/>
                    </a:lnTo>
                    <a:lnTo>
                      <a:pt x="430" y="1144"/>
                    </a:lnTo>
                    <a:lnTo>
                      <a:pt x="385" y="1113"/>
                    </a:lnTo>
                    <a:lnTo>
                      <a:pt x="341" y="1078"/>
                    </a:lnTo>
                    <a:lnTo>
                      <a:pt x="300" y="1040"/>
                    </a:lnTo>
                    <a:lnTo>
                      <a:pt x="259" y="1000"/>
                    </a:lnTo>
                    <a:lnTo>
                      <a:pt x="220" y="956"/>
                    </a:lnTo>
                    <a:lnTo>
                      <a:pt x="181" y="907"/>
                    </a:lnTo>
                    <a:lnTo>
                      <a:pt x="145" y="857"/>
                    </a:lnTo>
                    <a:lnTo>
                      <a:pt x="114" y="809"/>
                    </a:lnTo>
                    <a:lnTo>
                      <a:pt x="87" y="760"/>
                    </a:lnTo>
                    <a:lnTo>
                      <a:pt x="64" y="713"/>
                    </a:lnTo>
                    <a:lnTo>
                      <a:pt x="44" y="667"/>
                    </a:lnTo>
                    <a:lnTo>
                      <a:pt x="28" y="622"/>
                    </a:lnTo>
                    <a:lnTo>
                      <a:pt x="16" y="577"/>
                    </a:lnTo>
                    <a:lnTo>
                      <a:pt x="7" y="534"/>
                    </a:lnTo>
                    <a:lnTo>
                      <a:pt x="2" y="492"/>
                    </a:lnTo>
                    <a:lnTo>
                      <a:pt x="0" y="452"/>
                    </a:lnTo>
                    <a:lnTo>
                      <a:pt x="1" y="411"/>
                    </a:lnTo>
                    <a:lnTo>
                      <a:pt x="5" y="373"/>
                    </a:lnTo>
                    <a:lnTo>
                      <a:pt x="13" y="336"/>
                    </a:lnTo>
                    <a:lnTo>
                      <a:pt x="22" y="301"/>
                    </a:lnTo>
                    <a:lnTo>
                      <a:pt x="35" y="267"/>
                    </a:lnTo>
                    <a:lnTo>
                      <a:pt x="50" y="235"/>
                    </a:lnTo>
                    <a:lnTo>
                      <a:pt x="67" y="205"/>
                    </a:lnTo>
                    <a:lnTo>
                      <a:pt x="87" y="176"/>
                    </a:lnTo>
                    <a:lnTo>
                      <a:pt x="110" y="150"/>
                    </a:lnTo>
                    <a:lnTo>
                      <a:pt x="134" y="124"/>
                    </a:lnTo>
                    <a:lnTo>
                      <a:pt x="159" y="101"/>
                    </a:lnTo>
                    <a:lnTo>
                      <a:pt x="188" y="82"/>
                    </a:lnTo>
                    <a:lnTo>
                      <a:pt x="218" y="62"/>
                    </a:lnTo>
                    <a:lnTo>
                      <a:pt x="249" y="46"/>
                    </a:lnTo>
                    <a:lnTo>
                      <a:pt x="282" y="32"/>
                    </a:lnTo>
                    <a:lnTo>
                      <a:pt x="317" y="21"/>
                    </a:lnTo>
                    <a:lnTo>
                      <a:pt x="353" y="11"/>
                    </a:lnTo>
                    <a:lnTo>
                      <a:pt x="391" y="5"/>
                    </a:lnTo>
                    <a:lnTo>
                      <a:pt x="429" y="1"/>
                    </a:lnTo>
                    <a:lnTo>
                      <a:pt x="468" y="0"/>
                    </a:lnTo>
                    <a:lnTo>
                      <a:pt x="508" y="1"/>
                    </a:lnTo>
                    <a:lnTo>
                      <a:pt x="551" y="6"/>
                    </a:lnTo>
                    <a:lnTo>
                      <a:pt x="595" y="13"/>
                    </a:lnTo>
                    <a:lnTo>
                      <a:pt x="637" y="22"/>
                    </a:lnTo>
                    <a:lnTo>
                      <a:pt x="681" y="33"/>
                    </a:lnTo>
                    <a:lnTo>
                      <a:pt x="722" y="47"/>
                    </a:lnTo>
                    <a:lnTo>
                      <a:pt x="765" y="62"/>
                    </a:lnTo>
                    <a:lnTo>
                      <a:pt x="806" y="81"/>
                    </a:lnTo>
                    <a:lnTo>
                      <a:pt x="848" y="100"/>
                    </a:lnTo>
                    <a:lnTo>
                      <a:pt x="888" y="122"/>
                    </a:lnTo>
                    <a:lnTo>
                      <a:pt x="929" y="145"/>
                    </a:lnTo>
                    <a:lnTo>
                      <a:pt x="968" y="170"/>
                    </a:lnTo>
                    <a:lnTo>
                      <a:pt x="1005" y="197"/>
                    </a:lnTo>
                    <a:lnTo>
                      <a:pt x="1041" y="225"/>
                    </a:lnTo>
                    <a:lnTo>
                      <a:pt x="1077" y="253"/>
                    </a:lnTo>
                    <a:lnTo>
                      <a:pt x="1112" y="285"/>
                    </a:lnTo>
                    <a:lnTo>
                      <a:pt x="1145" y="316"/>
                    </a:lnTo>
                    <a:lnTo>
                      <a:pt x="1176" y="349"/>
                    </a:lnTo>
                    <a:lnTo>
                      <a:pt x="1206" y="382"/>
                    </a:lnTo>
                    <a:lnTo>
                      <a:pt x="1235" y="417"/>
                    </a:lnTo>
                    <a:lnTo>
                      <a:pt x="1261" y="452"/>
                    </a:lnTo>
                    <a:lnTo>
                      <a:pt x="1287" y="487"/>
                    </a:lnTo>
                    <a:lnTo>
                      <a:pt x="1309" y="524"/>
                    </a:lnTo>
                    <a:lnTo>
                      <a:pt x="1329" y="561"/>
                    </a:lnTo>
                    <a:lnTo>
                      <a:pt x="1348" y="598"/>
                    </a:lnTo>
                    <a:lnTo>
                      <a:pt x="1365" y="636"/>
                    </a:lnTo>
                    <a:lnTo>
                      <a:pt x="1379" y="673"/>
                    </a:lnTo>
                    <a:lnTo>
                      <a:pt x="1391" y="711"/>
                    </a:lnTo>
                    <a:lnTo>
                      <a:pt x="1400" y="749"/>
                    </a:lnTo>
                    <a:lnTo>
                      <a:pt x="1405" y="786"/>
                    </a:lnTo>
                    <a:lnTo>
                      <a:pt x="1409" y="823"/>
                    </a:lnTo>
                    <a:lnTo>
                      <a:pt x="1410" y="859"/>
                    </a:lnTo>
                    <a:lnTo>
                      <a:pt x="1408" y="896"/>
                    </a:lnTo>
                    <a:close/>
                  </a:path>
                </a:pathLst>
              </a:custGeom>
              <a:solidFill>
                <a:srgbClr val="00DB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209" name="Freeform 135"/>
              <p:cNvSpPr>
                <a:spLocks/>
              </p:cNvSpPr>
              <p:nvPr/>
            </p:nvSpPr>
            <p:spPr bwMode="auto">
              <a:xfrm>
                <a:off x="1318" y="2087"/>
                <a:ext cx="680" cy="627"/>
              </a:xfrm>
              <a:custGeom>
                <a:avLst/>
                <a:gdLst>
                  <a:gd name="T0" fmla="*/ 1350 w 1360"/>
                  <a:gd name="T1" fmla="*/ 920 h 1254"/>
                  <a:gd name="T2" fmla="*/ 1324 w 1360"/>
                  <a:gd name="T3" fmla="*/ 1004 h 1254"/>
                  <a:gd name="T4" fmla="*/ 1286 w 1360"/>
                  <a:gd name="T5" fmla="*/ 1076 h 1254"/>
                  <a:gd name="T6" fmla="*/ 1235 w 1360"/>
                  <a:gd name="T7" fmla="*/ 1135 h 1254"/>
                  <a:gd name="T8" fmla="*/ 1174 w 1360"/>
                  <a:gd name="T9" fmla="*/ 1182 h 1254"/>
                  <a:gd name="T10" fmla="*/ 1104 w 1360"/>
                  <a:gd name="T11" fmla="*/ 1216 h 1254"/>
                  <a:gd name="T12" fmla="*/ 1028 w 1360"/>
                  <a:gd name="T13" fmla="*/ 1239 h 1254"/>
                  <a:gd name="T14" fmla="*/ 945 w 1360"/>
                  <a:gd name="T15" fmla="*/ 1252 h 1254"/>
                  <a:gd name="T16" fmla="*/ 858 w 1360"/>
                  <a:gd name="T17" fmla="*/ 1253 h 1254"/>
                  <a:gd name="T18" fmla="*/ 768 w 1360"/>
                  <a:gd name="T19" fmla="*/ 1244 h 1254"/>
                  <a:gd name="T20" fmla="*/ 677 w 1360"/>
                  <a:gd name="T21" fmla="*/ 1223 h 1254"/>
                  <a:gd name="T22" fmla="*/ 586 w 1360"/>
                  <a:gd name="T23" fmla="*/ 1193 h 1254"/>
                  <a:gd name="T24" fmla="*/ 497 w 1360"/>
                  <a:gd name="T25" fmla="*/ 1152 h 1254"/>
                  <a:gd name="T26" fmla="*/ 410 w 1360"/>
                  <a:gd name="T27" fmla="*/ 1102 h 1254"/>
                  <a:gd name="T28" fmla="*/ 329 w 1360"/>
                  <a:gd name="T29" fmla="*/ 1041 h 1254"/>
                  <a:gd name="T30" fmla="*/ 253 w 1360"/>
                  <a:gd name="T31" fmla="*/ 972 h 1254"/>
                  <a:gd name="T32" fmla="*/ 180 w 1360"/>
                  <a:gd name="T33" fmla="*/ 887 h 1254"/>
                  <a:gd name="T34" fmla="*/ 114 w 1360"/>
                  <a:gd name="T35" fmla="*/ 792 h 1254"/>
                  <a:gd name="T36" fmla="*/ 63 w 1360"/>
                  <a:gd name="T37" fmla="*/ 700 h 1254"/>
                  <a:gd name="T38" fmla="*/ 29 w 1360"/>
                  <a:gd name="T39" fmla="*/ 612 h 1254"/>
                  <a:gd name="T40" fmla="*/ 8 w 1360"/>
                  <a:gd name="T41" fmla="*/ 526 h 1254"/>
                  <a:gd name="T42" fmla="*/ 0 w 1360"/>
                  <a:gd name="T43" fmla="*/ 446 h 1254"/>
                  <a:gd name="T44" fmla="*/ 5 w 1360"/>
                  <a:gd name="T45" fmla="*/ 368 h 1254"/>
                  <a:gd name="T46" fmla="*/ 20 w 1360"/>
                  <a:gd name="T47" fmla="*/ 298 h 1254"/>
                  <a:gd name="T48" fmla="*/ 46 w 1360"/>
                  <a:gd name="T49" fmla="*/ 234 h 1254"/>
                  <a:gd name="T50" fmla="*/ 82 w 1360"/>
                  <a:gd name="T51" fmla="*/ 175 h 1254"/>
                  <a:gd name="T52" fmla="*/ 127 w 1360"/>
                  <a:gd name="T53" fmla="*/ 124 h 1254"/>
                  <a:gd name="T54" fmla="*/ 180 w 1360"/>
                  <a:gd name="T55" fmla="*/ 82 h 1254"/>
                  <a:gd name="T56" fmla="*/ 238 w 1360"/>
                  <a:gd name="T57" fmla="*/ 47 h 1254"/>
                  <a:gd name="T58" fmla="*/ 304 w 1360"/>
                  <a:gd name="T59" fmla="*/ 21 h 1254"/>
                  <a:gd name="T60" fmla="*/ 374 w 1360"/>
                  <a:gd name="T61" fmla="*/ 6 h 1254"/>
                  <a:gd name="T62" fmla="*/ 449 w 1360"/>
                  <a:gd name="T63" fmla="*/ 0 h 1254"/>
                  <a:gd name="T64" fmla="*/ 524 w 1360"/>
                  <a:gd name="T65" fmla="*/ 4 h 1254"/>
                  <a:gd name="T66" fmla="*/ 597 w 1360"/>
                  <a:gd name="T67" fmla="*/ 18 h 1254"/>
                  <a:gd name="T68" fmla="*/ 673 w 1360"/>
                  <a:gd name="T69" fmla="*/ 40 h 1254"/>
                  <a:gd name="T70" fmla="*/ 749 w 1360"/>
                  <a:gd name="T71" fmla="*/ 70 h 1254"/>
                  <a:gd name="T72" fmla="*/ 826 w 1360"/>
                  <a:gd name="T73" fmla="*/ 106 h 1254"/>
                  <a:gd name="T74" fmla="*/ 902 w 1360"/>
                  <a:gd name="T75" fmla="*/ 150 h 1254"/>
                  <a:gd name="T76" fmla="*/ 976 w 1360"/>
                  <a:gd name="T77" fmla="*/ 199 h 1254"/>
                  <a:gd name="T78" fmla="*/ 1047 w 1360"/>
                  <a:gd name="T79" fmla="*/ 254 h 1254"/>
                  <a:gd name="T80" fmla="*/ 1113 w 1360"/>
                  <a:gd name="T81" fmla="*/ 314 h 1254"/>
                  <a:gd name="T82" fmla="*/ 1174 w 1360"/>
                  <a:gd name="T83" fmla="*/ 379 h 1254"/>
                  <a:gd name="T84" fmla="*/ 1228 w 1360"/>
                  <a:gd name="T85" fmla="*/ 447 h 1254"/>
                  <a:gd name="T86" fmla="*/ 1274 w 1360"/>
                  <a:gd name="T87" fmla="*/ 519 h 1254"/>
                  <a:gd name="T88" fmla="*/ 1312 w 1360"/>
                  <a:gd name="T89" fmla="*/ 594 h 1254"/>
                  <a:gd name="T90" fmla="*/ 1340 w 1360"/>
                  <a:gd name="T91" fmla="*/ 673 h 1254"/>
                  <a:gd name="T92" fmla="*/ 1356 w 1360"/>
                  <a:gd name="T93" fmla="*/ 752 h 1254"/>
                  <a:gd name="T94" fmla="*/ 1360 w 1360"/>
                  <a:gd name="T95" fmla="*/ 833 h 1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360" h="1254">
                    <a:moveTo>
                      <a:pt x="1357" y="874"/>
                    </a:moveTo>
                    <a:lnTo>
                      <a:pt x="1350" y="920"/>
                    </a:lnTo>
                    <a:lnTo>
                      <a:pt x="1339" y="964"/>
                    </a:lnTo>
                    <a:lnTo>
                      <a:pt x="1324" y="1004"/>
                    </a:lnTo>
                    <a:lnTo>
                      <a:pt x="1306" y="1041"/>
                    </a:lnTo>
                    <a:lnTo>
                      <a:pt x="1286" y="1076"/>
                    </a:lnTo>
                    <a:lnTo>
                      <a:pt x="1261" y="1107"/>
                    </a:lnTo>
                    <a:lnTo>
                      <a:pt x="1235" y="1135"/>
                    </a:lnTo>
                    <a:lnTo>
                      <a:pt x="1205" y="1159"/>
                    </a:lnTo>
                    <a:lnTo>
                      <a:pt x="1174" y="1182"/>
                    </a:lnTo>
                    <a:lnTo>
                      <a:pt x="1139" y="1200"/>
                    </a:lnTo>
                    <a:lnTo>
                      <a:pt x="1104" y="1216"/>
                    </a:lnTo>
                    <a:lnTo>
                      <a:pt x="1067" y="1229"/>
                    </a:lnTo>
                    <a:lnTo>
                      <a:pt x="1028" y="1239"/>
                    </a:lnTo>
                    <a:lnTo>
                      <a:pt x="986" y="1247"/>
                    </a:lnTo>
                    <a:lnTo>
                      <a:pt x="945" y="1252"/>
                    </a:lnTo>
                    <a:lnTo>
                      <a:pt x="902" y="1254"/>
                    </a:lnTo>
                    <a:lnTo>
                      <a:pt x="858" y="1253"/>
                    </a:lnTo>
                    <a:lnTo>
                      <a:pt x="813" y="1250"/>
                    </a:lnTo>
                    <a:lnTo>
                      <a:pt x="768" y="1244"/>
                    </a:lnTo>
                    <a:lnTo>
                      <a:pt x="722" y="1235"/>
                    </a:lnTo>
                    <a:lnTo>
                      <a:pt x="677" y="1223"/>
                    </a:lnTo>
                    <a:lnTo>
                      <a:pt x="631" y="1209"/>
                    </a:lnTo>
                    <a:lnTo>
                      <a:pt x="586" y="1193"/>
                    </a:lnTo>
                    <a:lnTo>
                      <a:pt x="541" y="1174"/>
                    </a:lnTo>
                    <a:lnTo>
                      <a:pt x="497" y="1152"/>
                    </a:lnTo>
                    <a:lnTo>
                      <a:pt x="453" y="1129"/>
                    </a:lnTo>
                    <a:lnTo>
                      <a:pt x="410" y="1102"/>
                    </a:lnTo>
                    <a:lnTo>
                      <a:pt x="370" y="1074"/>
                    </a:lnTo>
                    <a:lnTo>
                      <a:pt x="329" y="1041"/>
                    </a:lnTo>
                    <a:lnTo>
                      <a:pt x="290" y="1008"/>
                    </a:lnTo>
                    <a:lnTo>
                      <a:pt x="253" y="972"/>
                    </a:lnTo>
                    <a:lnTo>
                      <a:pt x="219" y="934"/>
                    </a:lnTo>
                    <a:lnTo>
                      <a:pt x="180" y="887"/>
                    </a:lnTo>
                    <a:lnTo>
                      <a:pt x="145" y="839"/>
                    </a:lnTo>
                    <a:lnTo>
                      <a:pt x="114" y="792"/>
                    </a:lnTo>
                    <a:lnTo>
                      <a:pt x="86" y="746"/>
                    </a:lnTo>
                    <a:lnTo>
                      <a:pt x="63" y="700"/>
                    </a:lnTo>
                    <a:lnTo>
                      <a:pt x="45" y="655"/>
                    </a:lnTo>
                    <a:lnTo>
                      <a:pt x="29" y="612"/>
                    </a:lnTo>
                    <a:lnTo>
                      <a:pt x="16" y="569"/>
                    </a:lnTo>
                    <a:lnTo>
                      <a:pt x="8" y="526"/>
                    </a:lnTo>
                    <a:lnTo>
                      <a:pt x="2" y="485"/>
                    </a:lnTo>
                    <a:lnTo>
                      <a:pt x="0" y="446"/>
                    </a:lnTo>
                    <a:lnTo>
                      <a:pt x="0" y="407"/>
                    </a:lnTo>
                    <a:lnTo>
                      <a:pt x="5" y="368"/>
                    </a:lnTo>
                    <a:lnTo>
                      <a:pt x="10" y="333"/>
                    </a:lnTo>
                    <a:lnTo>
                      <a:pt x="20" y="298"/>
                    </a:lnTo>
                    <a:lnTo>
                      <a:pt x="32" y="265"/>
                    </a:lnTo>
                    <a:lnTo>
                      <a:pt x="46" y="234"/>
                    </a:lnTo>
                    <a:lnTo>
                      <a:pt x="63" y="204"/>
                    </a:lnTo>
                    <a:lnTo>
                      <a:pt x="82" y="175"/>
                    </a:lnTo>
                    <a:lnTo>
                      <a:pt x="104" y="148"/>
                    </a:lnTo>
                    <a:lnTo>
                      <a:pt x="127" y="124"/>
                    </a:lnTo>
                    <a:lnTo>
                      <a:pt x="152" y="101"/>
                    </a:lnTo>
                    <a:lnTo>
                      <a:pt x="180" y="82"/>
                    </a:lnTo>
                    <a:lnTo>
                      <a:pt x="209" y="63"/>
                    </a:lnTo>
                    <a:lnTo>
                      <a:pt x="238" y="47"/>
                    </a:lnTo>
                    <a:lnTo>
                      <a:pt x="271" y="32"/>
                    </a:lnTo>
                    <a:lnTo>
                      <a:pt x="304" y="21"/>
                    </a:lnTo>
                    <a:lnTo>
                      <a:pt x="339" y="11"/>
                    </a:lnTo>
                    <a:lnTo>
                      <a:pt x="374" y="6"/>
                    </a:lnTo>
                    <a:lnTo>
                      <a:pt x="411" y="1"/>
                    </a:lnTo>
                    <a:lnTo>
                      <a:pt x="449" y="0"/>
                    </a:lnTo>
                    <a:lnTo>
                      <a:pt x="488" y="1"/>
                    </a:lnTo>
                    <a:lnTo>
                      <a:pt x="524" y="4"/>
                    </a:lnTo>
                    <a:lnTo>
                      <a:pt x="560" y="10"/>
                    </a:lnTo>
                    <a:lnTo>
                      <a:pt x="597" y="18"/>
                    </a:lnTo>
                    <a:lnTo>
                      <a:pt x="635" y="29"/>
                    </a:lnTo>
                    <a:lnTo>
                      <a:pt x="673" y="40"/>
                    </a:lnTo>
                    <a:lnTo>
                      <a:pt x="711" y="54"/>
                    </a:lnTo>
                    <a:lnTo>
                      <a:pt x="749" y="70"/>
                    </a:lnTo>
                    <a:lnTo>
                      <a:pt x="788" y="87"/>
                    </a:lnTo>
                    <a:lnTo>
                      <a:pt x="826" y="106"/>
                    </a:lnTo>
                    <a:lnTo>
                      <a:pt x="864" y="127"/>
                    </a:lnTo>
                    <a:lnTo>
                      <a:pt x="902" y="150"/>
                    </a:lnTo>
                    <a:lnTo>
                      <a:pt x="939" y="174"/>
                    </a:lnTo>
                    <a:lnTo>
                      <a:pt x="976" y="199"/>
                    </a:lnTo>
                    <a:lnTo>
                      <a:pt x="1011" y="226"/>
                    </a:lnTo>
                    <a:lnTo>
                      <a:pt x="1047" y="254"/>
                    </a:lnTo>
                    <a:lnTo>
                      <a:pt x="1081" y="283"/>
                    </a:lnTo>
                    <a:lnTo>
                      <a:pt x="1113" y="314"/>
                    </a:lnTo>
                    <a:lnTo>
                      <a:pt x="1144" y="345"/>
                    </a:lnTo>
                    <a:lnTo>
                      <a:pt x="1174" y="379"/>
                    </a:lnTo>
                    <a:lnTo>
                      <a:pt x="1201" y="412"/>
                    </a:lnTo>
                    <a:lnTo>
                      <a:pt x="1228" y="447"/>
                    </a:lnTo>
                    <a:lnTo>
                      <a:pt x="1252" y="483"/>
                    </a:lnTo>
                    <a:lnTo>
                      <a:pt x="1274" y="519"/>
                    </a:lnTo>
                    <a:lnTo>
                      <a:pt x="1295" y="556"/>
                    </a:lnTo>
                    <a:lnTo>
                      <a:pt x="1312" y="594"/>
                    </a:lnTo>
                    <a:lnTo>
                      <a:pt x="1327" y="633"/>
                    </a:lnTo>
                    <a:lnTo>
                      <a:pt x="1340" y="673"/>
                    </a:lnTo>
                    <a:lnTo>
                      <a:pt x="1349" y="712"/>
                    </a:lnTo>
                    <a:lnTo>
                      <a:pt x="1356" y="752"/>
                    </a:lnTo>
                    <a:lnTo>
                      <a:pt x="1359" y="792"/>
                    </a:lnTo>
                    <a:lnTo>
                      <a:pt x="1360" y="833"/>
                    </a:lnTo>
                    <a:lnTo>
                      <a:pt x="1357" y="874"/>
                    </a:lnTo>
                    <a:close/>
                  </a:path>
                </a:pathLst>
              </a:custGeom>
              <a:solidFill>
                <a:srgbClr val="00E21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210" name="Freeform 136"/>
              <p:cNvSpPr>
                <a:spLocks/>
              </p:cNvSpPr>
              <p:nvPr/>
            </p:nvSpPr>
            <p:spPr bwMode="auto">
              <a:xfrm>
                <a:off x="2342" y="965"/>
                <a:ext cx="683" cy="660"/>
              </a:xfrm>
              <a:custGeom>
                <a:avLst/>
                <a:gdLst>
                  <a:gd name="T0" fmla="*/ 1364 w 1365"/>
                  <a:gd name="T1" fmla="*/ 708 h 1319"/>
                  <a:gd name="T2" fmla="*/ 1362 w 1365"/>
                  <a:gd name="T3" fmla="*/ 812 h 1319"/>
                  <a:gd name="T4" fmla="*/ 1345 w 1365"/>
                  <a:gd name="T5" fmla="*/ 908 h 1319"/>
                  <a:gd name="T6" fmla="*/ 1313 w 1365"/>
                  <a:gd name="T7" fmla="*/ 994 h 1319"/>
                  <a:gd name="T8" fmla="*/ 1271 w 1365"/>
                  <a:gd name="T9" fmla="*/ 1072 h 1319"/>
                  <a:gd name="T10" fmla="*/ 1216 w 1365"/>
                  <a:gd name="T11" fmla="*/ 1140 h 1319"/>
                  <a:gd name="T12" fmla="*/ 1151 w 1365"/>
                  <a:gd name="T13" fmla="*/ 1199 h 1319"/>
                  <a:gd name="T14" fmla="*/ 1078 w 1365"/>
                  <a:gd name="T15" fmla="*/ 1246 h 1319"/>
                  <a:gd name="T16" fmla="*/ 998 w 1365"/>
                  <a:gd name="T17" fmla="*/ 1282 h 1319"/>
                  <a:gd name="T18" fmla="*/ 910 w 1365"/>
                  <a:gd name="T19" fmla="*/ 1306 h 1319"/>
                  <a:gd name="T20" fmla="*/ 819 w 1365"/>
                  <a:gd name="T21" fmla="*/ 1318 h 1319"/>
                  <a:gd name="T22" fmla="*/ 724 w 1365"/>
                  <a:gd name="T23" fmla="*/ 1317 h 1319"/>
                  <a:gd name="T24" fmla="*/ 626 w 1365"/>
                  <a:gd name="T25" fmla="*/ 1302 h 1319"/>
                  <a:gd name="T26" fmla="*/ 527 w 1365"/>
                  <a:gd name="T27" fmla="*/ 1273 h 1319"/>
                  <a:gd name="T28" fmla="*/ 428 w 1365"/>
                  <a:gd name="T29" fmla="*/ 1230 h 1319"/>
                  <a:gd name="T30" fmla="*/ 330 w 1365"/>
                  <a:gd name="T31" fmla="*/ 1171 h 1319"/>
                  <a:gd name="T32" fmla="*/ 241 w 1365"/>
                  <a:gd name="T33" fmla="*/ 1101 h 1319"/>
                  <a:gd name="T34" fmla="*/ 168 w 1365"/>
                  <a:gd name="T35" fmla="*/ 1027 h 1319"/>
                  <a:gd name="T36" fmla="*/ 110 w 1365"/>
                  <a:gd name="T37" fmla="*/ 947 h 1319"/>
                  <a:gd name="T38" fmla="*/ 64 w 1365"/>
                  <a:gd name="T39" fmla="*/ 860 h 1319"/>
                  <a:gd name="T40" fmla="*/ 29 w 1365"/>
                  <a:gd name="T41" fmla="*/ 771 h 1319"/>
                  <a:gd name="T42" fmla="*/ 8 w 1365"/>
                  <a:gd name="T43" fmla="*/ 680 h 1319"/>
                  <a:gd name="T44" fmla="*/ 0 w 1365"/>
                  <a:gd name="T45" fmla="*/ 587 h 1319"/>
                  <a:gd name="T46" fmla="*/ 5 w 1365"/>
                  <a:gd name="T47" fmla="*/ 496 h 1319"/>
                  <a:gd name="T48" fmla="*/ 23 w 1365"/>
                  <a:gd name="T49" fmla="*/ 409 h 1319"/>
                  <a:gd name="T50" fmla="*/ 53 w 1365"/>
                  <a:gd name="T51" fmla="*/ 326 h 1319"/>
                  <a:gd name="T52" fmla="*/ 96 w 1365"/>
                  <a:gd name="T53" fmla="*/ 249 h 1319"/>
                  <a:gd name="T54" fmla="*/ 152 w 1365"/>
                  <a:gd name="T55" fmla="*/ 178 h 1319"/>
                  <a:gd name="T56" fmla="*/ 221 w 1365"/>
                  <a:gd name="T57" fmla="*/ 119 h 1319"/>
                  <a:gd name="T58" fmla="*/ 303 w 1365"/>
                  <a:gd name="T59" fmla="*/ 68 h 1319"/>
                  <a:gd name="T60" fmla="*/ 398 w 1365"/>
                  <a:gd name="T61" fmla="*/ 31 h 1319"/>
                  <a:gd name="T62" fmla="*/ 505 w 1365"/>
                  <a:gd name="T63" fmla="*/ 7 h 1319"/>
                  <a:gd name="T64" fmla="*/ 622 w 1365"/>
                  <a:gd name="T65" fmla="*/ 0 h 1319"/>
                  <a:gd name="T66" fmla="*/ 747 w 1365"/>
                  <a:gd name="T67" fmla="*/ 14 h 1319"/>
                  <a:gd name="T68" fmla="*/ 875 w 1365"/>
                  <a:gd name="T69" fmla="*/ 51 h 1319"/>
                  <a:gd name="T70" fmla="*/ 1000 w 1365"/>
                  <a:gd name="T71" fmla="*/ 109 h 1319"/>
                  <a:gd name="T72" fmla="*/ 1089 w 1365"/>
                  <a:gd name="T73" fmla="*/ 168 h 1319"/>
                  <a:gd name="T74" fmla="*/ 1143 w 1365"/>
                  <a:gd name="T75" fmla="*/ 215 h 1319"/>
                  <a:gd name="T76" fmla="*/ 1194 w 1365"/>
                  <a:gd name="T77" fmla="*/ 267 h 1319"/>
                  <a:gd name="T78" fmla="*/ 1239 w 1365"/>
                  <a:gd name="T79" fmla="*/ 325 h 1319"/>
                  <a:gd name="T80" fmla="*/ 1279 w 1365"/>
                  <a:gd name="T81" fmla="*/ 388 h 1319"/>
                  <a:gd name="T82" fmla="*/ 1311 w 1365"/>
                  <a:gd name="T83" fmla="*/ 457 h 1319"/>
                  <a:gd name="T84" fmla="*/ 1336 w 1365"/>
                  <a:gd name="T85" fmla="*/ 531 h 1319"/>
                  <a:gd name="T86" fmla="*/ 1354 w 1365"/>
                  <a:gd name="T87" fmla="*/ 612 h 1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365" h="1319">
                    <a:moveTo>
                      <a:pt x="1360" y="654"/>
                    </a:moveTo>
                    <a:lnTo>
                      <a:pt x="1364" y="708"/>
                    </a:lnTo>
                    <a:lnTo>
                      <a:pt x="1365" y="761"/>
                    </a:lnTo>
                    <a:lnTo>
                      <a:pt x="1362" y="812"/>
                    </a:lnTo>
                    <a:lnTo>
                      <a:pt x="1355" y="860"/>
                    </a:lnTo>
                    <a:lnTo>
                      <a:pt x="1345" y="908"/>
                    </a:lnTo>
                    <a:lnTo>
                      <a:pt x="1331" y="953"/>
                    </a:lnTo>
                    <a:lnTo>
                      <a:pt x="1313" y="994"/>
                    </a:lnTo>
                    <a:lnTo>
                      <a:pt x="1294" y="1034"/>
                    </a:lnTo>
                    <a:lnTo>
                      <a:pt x="1271" y="1072"/>
                    </a:lnTo>
                    <a:lnTo>
                      <a:pt x="1244" y="1108"/>
                    </a:lnTo>
                    <a:lnTo>
                      <a:pt x="1216" y="1140"/>
                    </a:lnTo>
                    <a:lnTo>
                      <a:pt x="1184" y="1171"/>
                    </a:lnTo>
                    <a:lnTo>
                      <a:pt x="1151" y="1199"/>
                    </a:lnTo>
                    <a:lnTo>
                      <a:pt x="1115" y="1223"/>
                    </a:lnTo>
                    <a:lnTo>
                      <a:pt x="1078" y="1246"/>
                    </a:lnTo>
                    <a:lnTo>
                      <a:pt x="1038" y="1266"/>
                    </a:lnTo>
                    <a:lnTo>
                      <a:pt x="998" y="1282"/>
                    </a:lnTo>
                    <a:lnTo>
                      <a:pt x="955" y="1296"/>
                    </a:lnTo>
                    <a:lnTo>
                      <a:pt x="910" y="1306"/>
                    </a:lnTo>
                    <a:lnTo>
                      <a:pt x="865" y="1314"/>
                    </a:lnTo>
                    <a:lnTo>
                      <a:pt x="819" y="1318"/>
                    </a:lnTo>
                    <a:lnTo>
                      <a:pt x="771" y="1319"/>
                    </a:lnTo>
                    <a:lnTo>
                      <a:pt x="724" y="1317"/>
                    </a:lnTo>
                    <a:lnTo>
                      <a:pt x="674" y="1311"/>
                    </a:lnTo>
                    <a:lnTo>
                      <a:pt x="626" y="1302"/>
                    </a:lnTo>
                    <a:lnTo>
                      <a:pt x="576" y="1289"/>
                    </a:lnTo>
                    <a:lnTo>
                      <a:pt x="527" y="1273"/>
                    </a:lnTo>
                    <a:lnTo>
                      <a:pt x="476" y="1253"/>
                    </a:lnTo>
                    <a:lnTo>
                      <a:pt x="428" y="1230"/>
                    </a:lnTo>
                    <a:lnTo>
                      <a:pt x="378" y="1203"/>
                    </a:lnTo>
                    <a:lnTo>
                      <a:pt x="330" y="1171"/>
                    </a:lnTo>
                    <a:lnTo>
                      <a:pt x="281" y="1136"/>
                    </a:lnTo>
                    <a:lnTo>
                      <a:pt x="241" y="1101"/>
                    </a:lnTo>
                    <a:lnTo>
                      <a:pt x="203" y="1065"/>
                    </a:lnTo>
                    <a:lnTo>
                      <a:pt x="168" y="1027"/>
                    </a:lnTo>
                    <a:lnTo>
                      <a:pt x="137" y="987"/>
                    </a:lnTo>
                    <a:lnTo>
                      <a:pt x="110" y="947"/>
                    </a:lnTo>
                    <a:lnTo>
                      <a:pt x="84" y="904"/>
                    </a:lnTo>
                    <a:lnTo>
                      <a:pt x="64" y="860"/>
                    </a:lnTo>
                    <a:lnTo>
                      <a:pt x="45" y="815"/>
                    </a:lnTo>
                    <a:lnTo>
                      <a:pt x="29" y="771"/>
                    </a:lnTo>
                    <a:lnTo>
                      <a:pt x="18" y="726"/>
                    </a:lnTo>
                    <a:lnTo>
                      <a:pt x="8" y="680"/>
                    </a:lnTo>
                    <a:lnTo>
                      <a:pt x="3" y="633"/>
                    </a:lnTo>
                    <a:lnTo>
                      <a:pt x="0" y="587"/>
                    </a:lnTo>
                    <a:lnTo>
                      <a:pt x="1" y="542"/>
                    </a:lnTo>
                    <a:lnTo>
                      <a:pt x="5" y="496"/>
                    </a:lnTo>
                    <a:lnTo>
                      <a:pt x="13" y="453"/>
                    </a:lnTo>
                    <a:lnTo>
                      <a:pt x="23" y="409"/>
                    </a:lnTo>
                    <a:lnTo>
                      <a:pt x="36" y="367"/>
                    </a:lnTo>
                    <a:lnTo>
                      <a:pt x="53" y="326"/>
                    </a:lnTo>
                    <a:lnTo>
                      <a:pt x="73" y="287"/>
                    </a:lnTo>
                    <a:lnTo>
                      <a:pt x="96" y="249"/>
                    </a:lnTo>
                    <a:lnTo>
                      <a:pt x="122" y="213"/>
                    </a:lnTo>
                    <a:lnTo>
                      <a:pt x="152" y="178"/>
                    </a:lnTo>
                    <a:lnTo>
                      <a:pt x="186" y="147"/>
                    </a:lnTo>
                    <a:lnTo>
                      <a:pt x="221" y="119"/>
                    </a:lnTo>
                    <a:lnTo>
                      <a:pt x="261" y="92"/>
                    </a:lnTo>
                    <a:lnTo>
                      <a:pt x="303" y="68"/>
                    </a:lnTo>
                    <a:lnTo>
                      <a:pt x="348" y="48"/>
                    </a:lnTo>
                    <a:lnTo>
                      <a:pt x="398" y="31"/>
                    </a:lnTo>
                    <a:lnTo>
                      <a:pt x="450" y="17"/>
                    </a:lnTo>
                    <a:lnTo>
                      <a:pt x="505" y="7"/>
                    </a:lnTo>
                    <a:lnTo>
                      <a:pt x="564" y="1"/>
                    </a:lnTo>
                    <a:lnTo>
                      <a:pt x="622" y="0"/>
                    </a:lnTo>
                    <a:lnTo>
                      <a:pt x="683" y="4"/>
                    </a:lnTo>
                    <a:lnTo>
                      <a:pt x="747" y="14"/>
                    </a:lnTo>
                    <a:lnTo>
                      <a:pt x="810" y="30"/>
                    </a:lnTo>
                    <a:lnTo>
                      <a:pt x="875" y="51"/>
                    </a:lnTo>
                    <a:lnTo>
                      <a:pt x="938" y="77"/>
                    </a:lnTo>
                    <a:lnTo>
                      <a:pt x="1000" y="109"/>
                    </a:lnTo>
                    <a:lnTo>
                      <a:pt x="1060" y="147"/>
                    </a:lnTo>
                    <a:lnTo>
                      <a:pt x="1089" y="168"/>
                    </a:lnTo>
                    <a:lnTo>
                      <a:pt x="1116" y="191"/>
                    </a:lnTo>
                    <a:lnTo>
                      <a:pt x="1143" y="215"/>
                    </a:lnTo>
                    <a:lnTo>
                      <a:pt x="1169" y="241"/>
                    </a:lnTo>
                    <a:lnTo>
                      <a:pt x="1194" y="267"/>
                    </a:lnTo>
                    <a:lnTo>
                      <a:pt x="1217" y="295"/>
                    </a:lnTo>
                    <a:lnTo>
                      <a:pt x="1239" y="325"/>
                    </a:lnTo>
                    <a:lnTo>
                      <a:pt x="1259" y="356"/>
                    </a:lnTo>
                    <a:lnTo>
                      <a:pt x="1279" y="388"/>
                    </a:lnTo>
                    <a:lnTo>
                      <a:pt x="1296" y="422"/>
                    </a:lnTo>
                    <a:lnTo>
                      <a:pt x="1311" y="457"/>
                    </a:lnTo>
                    <a:lnTo>
                      <a:pt x="1325" y="493"/>
                    </a:lnTo>
                    <a:lnTo>
                      <a:pt x="1336" y="531"/>
                    </a:lnTo>
                    <a:lnTo>
                      <a:pt x="1347" y="571"/>
                    </a:lnTo>
                    <a:lnTo>
                      <a:pt x="1354" y="612"/>
                    </a:lnTo>
                    <a:lnTo>
                      <a:pt x="1360" y="654"/>
                    </a:lnTo>
                    <a:close/>
                  </a:path>
                </a:pathLst>
              </a:custGeom>
              <a:solidFill>
                <a:srgbClr val="34FF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211" name="Freeform 137"/>
              <p:cNvSpPr>
                <a:spLocks/>
              </p:cNvSpPr>
              <p:nvPr/>
            </p:nvSpPr>
            <p:spPr bwMode="auto">
              <a:xfrm>
                <a:off x="1327" y="2098"/>
                <a:ext cx="658" cy="604"/>
              </a:xfrm>
              <a:custGeom>
                <a:avLst/>
                <a:gdLst>
                  <a:gd name="T0" fmla="*/ 1314 w 1317"/>
                  <a:gd name="T1" fmla="*/ 841 h 1207"/>
                  <a:gd name="T2" fmla="*/ 1296 w 1317"/>
                  <a:gd name="T3" fmla="*/ 928 h 1207"/>
                  <a:gd name="T4" fmla="*/ 1264 w 1317"/>
                  <a:gd name="T5" fmla="*/ 1003 h 1207"/>
                  <a:gd name="T6" fmla="*/ 1220 w 1317"/>
                  <a:gd name="T7" fmla="*/ 1067 h 1207"/>
                  <a:gd name="T8" fmla="*/ 1165 w 1317"/>
                  <a:gd name="T9" fmla="*/ 1117 h 1207"/>
                  <a:gd name="T10" fmla="*/ 1099 w 1317"/>
                  <a:gd name="T11" fmla="*/ 1156 h 1207"/>
                  <a:gd name="T12" fmla="*/ 1027 w 1317"/>
                  <a:gd name="T13" fmla="*/ 1185 h 1207"/>
                  <a:gd name="T14" fmla="*/ 947 w 1317"/>
                  <a:gd name="T15" fmla="*/ 1201 h 1207"/>
                  <a:gd name="T16" fmla="*/ 863 w 1317"/>
                  <a:gd name="T17" fmla="*/ 1207 h 1207"/>
                  <a:gd name="T18" fmla="*/ 776 w 1317"/>
                  <a:gd name="T19" fmla="*/ 1202 h 1207"/>
                  <a:gd name="T20" fmla="*/ 686 w 1317"/>
                  <a:gd name="T21" fmla="*/ 1186 h 1207"/>
                  <a:gd name="T22" fmla="*/ 595 w 1317"/>
                  <a:gd name="T23" fmla="*/ 1160 h 1207"/>
                  <a:gd name="T24" fmla="*/ 506 w 1317"/>
                  <a:gd name="T25" fmla="*/ 1122 h 1207"/>
                  <a:gd name="T26" fmla="*/ 419 w 1317"/>
                  <a:gd name="T27" fmla="*/ 1075 h 1207"/>
                  <a:gd name="T28" fmla="*/ 337 w 1317"/>
                  <a:gd name="T29" fmla="*/ 1017 h 1207"/>
                  <a:gd name="T30" fmla="*/ 258 w 1317"/>
                  <a:gd name="T31" fmla="*/ 950 h 1207"/>
                  <a:gd name="T32" fmla="*/ 186 w 1317"/>
                  <a:gd name="T33" fmla="*/ 870 h 1207"/>
                  <a:gd name="T34" fmla="*/ 123 w 1317"/>
                  <a:gd name="T35" fmla="*/ 783 h 1207"/>
                  <a:gd name="T36" fmla="*/ 73 w 1317"/>
                  <a:gd name="T37" fmla="*/ 698 h 1207"/>
                  <a:gd name="T38" fmla="*/ 36 w 1317"/>
                  <a:gd name="T39" fmla="*/ 614 h 1207"/>
                  <a:gd name="T40" fmla="*/ 13 w 1317"/>
                  <a:gd name="T41" fmla="*/ 532 h 1207"/>
                  <a:gd name="T42" fmla="*/ 2 w 1317"/>
                  <a:gd name="T43" fmla="*/ 454 h 1207"/>
                  <a:gd name="T44" fmla="*/ 2 w 1317"/>
                  <a:gd name="T45" fmla="*/ 379 h 1207"/>
                  <a:gd name="T46" fmla="*/ 13 w 1317"/>
                  <a:gd name="T47" fmla="*/ 307 h 1207"/>
                  <a:gd name="T48" fmla="*/ 35 w 1317"/>
                  <a:gd name="T49" fmla="*/ 243 h 1207"/>
                  <a:gd name="T50" fmla="*/ 66 w 1317"/>
                  <a:gd name="T51" fmla="*/ 183 h 1207"/>
                  <a:gd name="T52" fmla="*/ 106 w 1317"/>
                  <a:gd name="T53" fmla="*/ 131 h 1207"/>
                  <a:gd name="T54" fmla="*/ 156 w 1317"/>
                  <a:gd name="T55" fmla="*/ 86 h 1207"/>
                  <a:gd name="T56" fmla="*/ 215 w 1317"/>
                  <a:gd name="T57" fmla="*/ 49 h 1207"/>
                  <a:gd name="T58" fmla="*/ 279 w 1317"/>
                  <a:gd name="T59" fmla="*/ 23 h 1207"/>
                  <a:gd name="T60" fmla="*/ 352 w 1317"/>
                  <a:gd name="T61" fmla="*/ 5 h 1207"/>
                  <a:gd name="T62" fmla="*/ 431 w 1317"/>
                  <a:gd name="T63" fmla="*/ 0 h 1207"/>
                  <a:gd name="T64" fmla="*/ 485 w 1317"/>
                  <a:gd name="T65" fmla="*/ 2 h 1207"/>
                  <a:gd name="T66" fmla="*/ 518 w 1317"/>
                  <a:gd name="T67" fmla="*/ 8 h 1207"/>
                  <a:gd name="T68" fmla="*/ 559 w 1317"/>
                  <a:gd name="T69" fmla="*/ 17 h 1207"/>
                  <a:gd name="T70" fmla="*/ 609 w 1317"/>
                  <a:gd name="T71" fmla="*/ 30 h 1207"/>
                  <a:gd name="T72" fmla="*/ 665 w 1317"/>
                  <a:gd name="T73" fmla="*/ 49 h 1207"/>
                  <a:gd name="T74" fmla="*/ 727 w 1317"/>
                  <a:gd name="T75" fmla="*/ 72 h 1207"/>
                  <a:gd name="T76" fmla="*/ 792 w 1317"/>
                  <a:gd name="T77" fmla="*/ 102 h 1207"/>
                  <a:gd name="T78" fmla="*/ 893 w 1317"/>
                  <a:gd name="T79" fmla="*/ 158 h 1207"/>
                  <a:gd name="T80" fmla="*/ 995 w 1317"/>
                  <a:gd name="T81" fmla="*/ 227 h 1207"/>
                  <a:gd name="T82" fmla="*/ 1059 w 1317"/>
                  <a:gd name="T83" fmla="*/ 283 h 1207"/>
                  <a:gd name="T84" fmla="*/ 1120 w 1317"/>
                  <a:gd name="T85" fmla="*/ 345 h 1207"/>
                  <a:gd name="T86" fmla="*/ 1177 w 1317"/>
                  <a:gd name="T87" fmla="*/ 417 h 1207"/>
                  <a:gd name="T88" fmla="*/ 1226 w 1317"/>
                  <a:gd name="T89" fmla="*/ 496 h 1207"/>
                  <a:gd name="T90" fmla="*/ 1268 w 1317"/>
                  <a:gd name="T91" fmla="*/ 584 h 1207"/>
                  <a:gd name="T92" fmla="*/ 1300 w 1317"/>
                  <a:gd name="T93" fmla="*/ 681 h 1207"/>
                  <a:gd name="T94" fmla="*/ 1317 w 1317"/>
                  <a:gd name="T95" fmla="*/ 792 h 1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317" h="1207">
                    <a:moveTo>
                      <a:pt x="1317" y="792"/>
                    </a:moveTo>
                    <a:lnTo>
                      <a:pt x="1314" y="841"/>
                    </a:lnTo>
                    <a:lnTo>
                      <a:pt x="1307" y="886"/>
                    </a:lnTo>
                    <a:lnTo>
                      <a:pt x="1296" y="928"/>
                    </a:lnTo>
                    <a:lnTo>
                      <a:pt x="1281" y="967"/>
                    </a:lnTo>
                    <a:lnTo>
                      <a:pt x="1264" y="1003"/>
                    </a:lnTo>
                    <a:lnTo>
                      <a:pt x="1243" y="1035"/>
                    </a:lnTo>
                    <a:lnTo>
                      <a:pt x="1220" y="1067"/>
                    </a:lnTo>
                    <a:lnTo>
                      <a:pt x="1194" y="1093"/>
                    </a:lnTo>
                    <a:lnTo>
                      <a:pt x="1165" y="1117"/>
                    </a:lnTo>
                    <a:lnTo>
                      <a:pt x="1133" y="1139"/>
                    </a:lnTo>
                    <a:lnTo>
                      <a:pt x="1099" y="1156"/>
                    </a:lnTo>
                    <a:lnTo>
                      <a:pt x="1065" y="1172"/>
                    </a:lnTo>
                    <a:lnTo>
                      <a:pt x="1027" y="1185"/>
                    </a:lnTo>
                    <a:lnTo>
                      <a:pt x="988" y="1194"/>
                    </a:lnTo>
                    <a:lnTo>
                      <a:pt x="947" y="1201"/>
                    </a:lnTo>
                    <a:lnTo>
                      <a:pt x="906" y="1206"/>
                    </a:lnTo>
                    <a:lnTo>
                      <a:pt x="863" y="1207"/>
                    </a:lnTo>
                    <a:lnTo>
                      <a:pt x="819" y="1206"/>
                    </a:lnTo>
                    <a:lnTo>
                      <a:pt x="776" y="1202"/>
                    </a:lnTo>
                    <a:lnTo>
                      <a:pt x="731" y="1196"/>
                    </a:lnTo>
                    <a:lnTo>
                      <a:pt x="686" y="1186"/>
                    </a:lnTo>
                    <a:lnTo>
                      <a:pt x="641" y="1174"/>
                    </a:lnTo>
                    <a:lnTo>
                      <a:pt x="595" y="1160"/>
                    </a:lnTo>
                    <a:lnTo>
                      <a:pt x="550" y="1143"/>
                    </a:lnTo>
                    <a:lnTo>
                      <a:pt x="506" y="1122"/>
                    </a:lnTo>
                    <a:lnTo>
                      <a:pt x="462" y="1100"/>
                    </a:lnTo>
                    <a:lnTo>
                      <a:pt x="419" y="1075"/>
                    </a:lnTo>
                    <a:lnTo>
                      <a:pt x="377" y="1047"/>
                    </a:lnTo>
                    <a:lnTo>
                      <a:pt x="337" y="1017"/>
                    </a:lnTo>
                    <a:lnTo>
                      <a:pt x="297" y="985"/>
                    </a:lnTo>
                    <a:lnTo>
                      <a:pt x="258" y="950"/>
                    </a:lnTo>
                    <a:lnTo>
                      <a:pt x="223" y="912"/>
                    </a:lnTo>
                    <a:lnTo>
                      <a:pt x="186" y="870"/>
                    </a:lnTo>
                    <a:lnTo>
                      <a:pt x="153" y="826"/>
                    </a:lnTo>
                    <a:lnTo>
                      <a:pt x="123" y="783"/>
                    </a:lnTo>
                    <a:lnTo>
                      <a:pt x="96" y="740"/>
                    </a:lnTo>
                    <a:lnTo>
                      <a:pt x="73" y="698"/>
                    </a:lnTo>
                    <a:lnTo>
                      <a:pt x="53" y="655"/>
                    </a:lnTo>
                    <a:lnTo>
                      <a:pt x="36" y="614"/>
                    </a:lnTo>
                    <a:lnTo>
                      <a:pt x="24" y="572"/>
                    </a:lnTo>
                    <a:lnTo>
                      <a:pt x="13" y="532"/>
                    </a:lnTo>
                    <a:lnTo>
                      <a:pt x="6" y="493"/>
                    </a:lnTo>
                    <a:lnTo>
                      <a:pt x="2" y="454"/>
                    </a:lnTo>
                    <a:lnTo>
                      <a:pt x="0" y="416"/>
                    </a:lnTo>
                    <a:lnTo>
                      <a:pt x="2" y="379"/>
                    </a:lnTo>
                    <a:lnTo>
                      <a:pt x="6" y="342"/>
                    </a:lnTo>
                    <a:lnTo>
                      <a:pt x="13" y="307"/>
                    </a:lnTo>
                    <a:lnTo>
                      <a:pt x="22" y="274"/>
                    </a:lnTo>
                    <a:lnTo>
                      <a:pt x="35" y="243"/>
                    </a:lnTo>
                    <a:lnTo>
                      <a:pt x="49" y="212"/>
                    </a:lnTo>
                    <a:lnTo>
                      <a:pt x="66" y="183"/>
                    </a:lnTo>
                    <a:lnTo>
                      <a:pt x="86" y="156"/>
                    </a:lnTo>
                    <a:lnTo>
                      <a:pt x="106" y="131"/>
                    </a:lnTo>
                    <a:lnTo>
                      <a:pt x="131" y="107"/>
                    </a:lnTo>
                    <a:lnTo>
                      <a:pt x="156" y="86"/>
                    </a:lnTo>
                    <a:lnTo>
                      <a:pt x="185" y="67"/>
                    </a:lnTo>
                    <a:lnTo>
                      <a:pt x="215" y="49"/>
                    </a:lnTo>
                    <a:lnTo>
                      <a:pt x="246" y="35"/>
                    </a:lnTo>
                    <a:lnTo>
                      <a:pt x="279" y="23"/>
                    </a:lnTo>
                    <a:lnTo>
                      <a:pt x="315" y="14"/>
                    </a:lnTo>
                    <a:lnTo>
                      <a:pt x="352" y="5"/>
                    </a:lnTo>
                    <a:lnTo>
                      <a:pt x="391" y="1"/>
                    </a:lnTo>
                    <a:lnTo>
                      <a:pt x="431" y="0"/>
                    </a:lnTo>
                    <a:lnTo>
                      <a:pt x="473" y="1"/>
                    </a:lnTo>
                    <a:lnTo>
                      <a:pt x="485" y="2"/>
                    </a:lnTo>
                    <a:lnTo>
                      <a:pt x="500" y="4"/>
                    </a:lnTo>
                    <a:lnTo>
                      <a:pt x="518" y="8"/>
                    </a:lnTo>
                    <a:lnTo>
                      <a:pt x="537" y="11"/>
                    </a:lnTo>
                    <a:lnTo>
                      <a:pt x="559" y="17"/>
                    </a:lnTo>
                    <a:lnTo>
                      <a:pt x="583" y="23"/>
                    </a:lnTo>
                    <a:lnTo>
                      <a:pt x="609" y="30"/>
                    </a:lnTo>
                    <a:lnTo>
                      <a:pt x="636" y="39"/>
                    </a:lnTo>
                    <a:lnTo>
                      <a:pt x="665" y="49"/>
                    </a:lnTo>
                    <a:lnTo>
                      <a:pt x="696" y="60"/>
                    </a:lnTo>
                    <a:lnTo>
                      <a:pt x="727" y="72"/>
                    </a:lnTo>
                    <a:lnTo>
                      <a:pt x="760" y="86"/>
                    </a:lnTo>
                    <a:lnTo>
                      <a:pt x="792" y="102"/>
                    </a:lnTo>
                    <a:lnTo>
                      <a:pt x="825" y="118"/>
                    </a:lnTo>
                    <a:lnTo>
                      <a:pt x="893" y="158"/>
                    </a:lnTo>
                    <a:lnTo>
                      <a:pt x="928" y="178"/>
                    </a:lnTo>
                    <a:lnTo>
                      <a:pt x="995" y="227"/>
                    </a:lnTo>
                    <a:lnTo>
                      <a:pt x="1027" y="254"/>
                    </a:lnTo>
                    <a:lnTo>
                      <a:pt x="1059" y="283"/>
                    </a:lnTo>
                    <a:lnTo>
                      <a:pt x="1090" y="313"/>
                    </a:lnTo>
                    <a:lnTo>
                      <a:pt x="1120" y="345"/>
                    </a:lnTo>
                    <a:lnTo>
                      <a:pt x="1149" y="380"/>
                    </a:lnTo>
                    <a:lnTo>
                      <a:pt x="1177" y="417"/>
                    </a:lnTo>
                    <a:lnTo>
                      <a:pt x="1202" y="455"/>
                    </a:lnTo>
                    <a:lnTo>
                      <a:pt x="1226" y="496"/>
                    </a:lnTo>
                    <a:lnTo>
                      <a:pt x="1248" y="539"/>
                    </a:lnTo>
                    <a:lnTo>
                      <a:pt x="1268" y="584"/>
                    </a:lnTo>
                    <a:lnTo>
                      <a:pt x="1285" y="631"/>
                    </a:lnTo>
                    <a:lnTo>
                      <a:pt x="1300" y="681"/>
                    </a:lnTo>
                    <a:lnTo>
                      <a:pt x="1311" y="732"/>
                    </a:lnTo>
                    <a:lnTo>
                      <a:pt x="1317" y="792"/>
                    </a:lnTo>
                    <a:close/>
                  </a:path>
                </a:pathLst>
              </a:custGeom>
              <a:solidFill>
                <a:srgbClr val="00E91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212" name="Freeform 138"/>
              <p:cNvSpPr>
                <a:spLocks/>
              </p:cNvSpPr>
              <p:nvPr/>
            </p:nvSpPr>
            <p:spPr bwMode="auto">
              <a:xfrm>
                <a:off x="2353" y="984"/>
                <a:ext cx="656" cy="626"/>
              </a:xfrm>
              <a:custGeom>
                <a:avLst/>
                <a:gdLst>
                  <a:gd name="T0" fmla="*/ 1312 w 1312"/>
                  <a:gd name="T1" fmla="*/ 729 h 1252"/>
                  <a:gd name="T2" fmla="*/ 1303 w 1312"/>
                  <a:gd name="T3" fmla="*/ 814 h 1252"/>
                  <a:gd name="T4" fmla="*/ 1280 w 1312"/>
                  <a:gd name="T5" fmla="*/ 895 h 1252"/>
                  <a:gd name="T6" fmla="*/ 1245 w 1312"/>
                  <a:gd name="T7" fmla="*/ 969 h 1252"/>
                  <a:gd name="T8" fmla="*/ 1200 w 1312"/>
                  <a:gd name="T9" fmla="*/ 1037 h 1252"/>
                  <a:gd name="T10" fmla="*/ 1146 w 1312"/>
                  <a:gd name="T11" fmla="*/ 1095 h 1252"/>
                  <a:gd name="T12" fmla="*/ 1083 w 1312"/>
                  <a:gd name="T13" fmla="*/ 1147 h 1252"/>
                  <a:gd name="T14" fmla="*/ 1011 w 1312"/>
                  <a:gd name="T15" fmla="*/ 1189 h 1252"/>
                  <a:gd name="T16" fmla="*/ 934 w 1312"/>
                  <a:gd name="T17" fmla="*/ 1221 h 1252"/>
                  <a:gd name="T18" fmla="*/ 852 w 1312"/>
                  <a:gd name="T19" fmla="*/ 1242 h 1252"/>
                  <a:gd name="T20" fmla="*/ 765 w 1312"/>
                  <a:gd name="T21" fmla="*/ 1252 h 1252"/>
                  <a:gd name="T22" fmla="*/ 675 w 1312"/>
                  <a:gd name="T23" fmla="*/ 1250 h 1252"/>
                  <a:gd name="T24" fmla="*/ 583 w 1312"/>
                  <a:gd name="T25" fmla="*/ 1235 h 1252"/>
                  <a:gd name="T26" fmla="*/ 490 w 1312"/>
                  <a:gd name="T27" fmla="*/ 1206 h 1252"/>
                  <a:gd name="T28" fmla="*/ 396 w 1312"/>
                  <a:gd name="T29" fmla="*/ 1163 h 1252"/>
                  <a:gd name="T30" fmla="*/ 304 w 1312"/>
                  <a:gd name="T31" fmla="*/ 1105 h 1252"/>
                  <a:gd name="T32" fmla="*/ 218 w 1312"/>
                  <a:gd name="T33" fmla="*/ 1034 h 1252"/>
                  <a:gd name="T34" fmla="*/ 147 w 1312"/>
                  <a:gd name="T35" fmla="*/ 957 h 1252"/>
                  <a:gd name="T36" fmla="*/ 91 w 1312"/>
                  <a:gd name="T37" fmla="*/ 876 h 1252"/>
                  <a:gd name="T38" fmla="*/ 48 w 1312"/>
                  <a:gd name="T39" fmla="*/ 791 h 1252"/>
                  <a:gd name="T40" fmla="*/ 20 w 1312"/>
                  <a:gd name="T41" fmla="*/ 704 h 1252"/>
                  <a:gd name="T42" fmla="*/ 3 w 1312"/>
                  <a:gd name="T43" fmla="*/ 616 h 1252"/>
                  <a:gd name="T44" fmla="*/ 1 w 1312"/>
                  <a:gd name="T45" fmla="*/ 530 h 1252"/>
                  <a:gd name="T46" fmla="*/ 10 w 1312"/>
                  <a:gd name="T47" fmla="*/ 444 h 1252"/>
                  <a:gd name="T48" fmla="*/ 32 w 1312"/>
                  <a:gd name="T49" fmla="*/ 363 h 1252"/>
                  <a:gd name="T50" fmla="*/ 67 w 1312"/>
                  <a:gd name="T51" fmla="*/ 287 h 1252"/>
                  <a:gd name="T52" fmla="*/ 112 w 1312"/>
                  <a:gd name="T53" fmla="*/ 215 h 1252"/>
                  <a:gd name="T54" fmla="*/ 168 w 1312"/>
                  <a:gd name="T55" fmla="*/ 153 h 1252"/>
                  <a:gd name="T56" fmla="*/ 235 w 1312"/>
                  <a:gd name="T57" fmla="*/ 99 h 1252"/>
                  <a:gd name="T58" fmla="*/ 312 w 1312"/>
                  <a:gd name="T59" fmla="*/ 55 h 1252"/>
                  <a:gd name="T60" fmla="*/ 400 w 1312"/>
                  <a:gd name="T61" fmla="*/ 23 h 1252"/>
                  <a:gd name="T62" fmla="*/ 496 w 1312"/>
                  <a:gd name="T63" fmla="*/ 4 h 1252"/>
                  <a:gd name="T64" fmla="*/ 577 w 1312"/>
                  <a:gd name="T65" fmla="*/ 0 h 1252"/>
                  <a:gd name="T66" fmla="*/ 666 w 1312"/>
                  <a:gd name="T67" fmla="*/ 7 h 1252"/>
                  <a:gd name="T68" fmla="*/ 790 w 1312"/>
                  <a:gd name="T69" fmla="*/ 37 h 1252"/>
                  <a:gd name="T70" fmla="*/ 916 w 1312"/>
                  <a:gd name="T71" fmla="*/ 90 h 1252"/>
                  <a:gd name="T72" fmla="*/ 1034 w 1312"/>
                  <a:gd name="T73" fmla="*/ 166 h 1252"/>
                  <a:gd name="T74" fmla="*/ 1089 w 1312"/>
                  <a:gd name="T75" fmla="*/ 211 h 1252"/>
                  <a:gd name="T76" fmla="*/ 1139 w 1312"/>
                  <a:gd name="T77" fmla="*/ 262 h 1252"/>
                  <a:gd name="T78" fmla="*/ 1185 w 1312"/>
                  <a:gd name="T79" fmla="*/ 319 h 1252"/>
                  <a:gd name="T80" fmla="*/ 1226 w 1312"/>
                  <a:gd name="T81" fmla="*/ 381 h 1252"/>
                  <a:gd name="T82" fmla="*/ 1259 w 1312"/>
                  <a:gd name="T83" fmla="*/ 449 h 1252"/>
                  <a:gd name="T84" fmla="*/ 1286 w 1312"/>
                  <a:gd name="T85" fmla="*/ 523 h 1252"/>
                  <a:gd name="T86" fmla="*/ 1303 w 1312"/>
                  <a:gd name="T87" fmla="*/ 600 h 1252"/>
                  <a:gd name="T88" fmla="*/ 1312 w 1312"/>
                  <a:gd name="T89" fmla="*/ 684 h 1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312" h="1252">
                    <a:moveTo>
                      <a:pt x="1312" y="684"/>
                    </a:moveTo>
                    <a:lnTo>
                      <a:pt x="1312" y="729"/>
                    </a:lnTo>
                    <a:lnTo>
                      <a:pt x="1309" y="773"/>
                    </a:lnTo>
                    <a:lnTo>
                      <a:pt x="1303" y="814"/>
                    </a:lnTo>
                    <a:lnTo>
                      <a:pt x="1292" y="856"/>
                    </a:lnTo>
                    <a:lnTo>
                      <a:pt x="1280" y="895"/>
                    </a:lnTo>
                    <a:lnTo>
                      <a:pt x="1264" y="933"/>
                    </a:lnTo>
                    <a:lnTo>
                      <a:pt x="1245" y="969"/>
                    </a:lnTo>
                    <a:lnTo>
                      <a:pt x="1224" y="1003"/>
                    </a:lnTo>
                    <a:lnTo>
                      <a:pt x="1200" y="1037"/>
                    </a:lnTo>
                    <a:lnTo>
                      <a:pt x="1174" y="1066"/>
                    </a:lnTo>
                    <a:lnTo>
                      <a:pt x="1146" y="1095"/>
                    </a:lnTo>
                    <a:lnTo>
                      <a:pt x="1115" y="1122"/>
                    </a:lnTo>
                    <a:lnTo>
                      <a:pt x="1083" y="1147"/>
                    </a:lnTo>
                    <a:lnTo>
                      <a:pt x="1048" y="1169"/>
                    </a:lnTo>
                    <a:lnTo>
                      <a:pt x="1011" y="1189"/>
                    </a:lnTo>
                    <a:lnTo>
                      <a:pt x="975" y="1206"/>
                    </a:lnTo>
                    <a:lnTo>
                      <a:pt x="934" y="1221"/>
                    </a:lnTo>
                    <a:lnTo>
                      <a:pt x="894" y="1232"/>
                    </a:lnTo>
                    <a:lnTo>
                      <a:pt x="852" y="1242"/>
                    </a:lnTo>
                    <a:lnTo>
                      <a:pt x="809" y="1249"/>
                    </a:lnTo>
                    <a:lnTo>
                      <a:pt x="765" y="1252"/>
                    </a:lnTo>
                    <a:lnTo>
                      <a:pt x="721" y="1252"/>
                    </a:lnTo>
                    <a:lnTo>
                      <a:pt x="675" y="1250"/>
                    </a:lnTo>
                    <a:lnTo>
                      <a:pt x="629" y="1244"/>
                    </a:lnTo>
                    <a:lnTo>
                      <a:pt x="583" y="1235"/>
                    </a:lnTo>
                    <a:lnTo>
                      <a:pt x="537" y="1222"/>
                    </a:lnTo>
                    <a:lnTo>
                      <a:pt x="490" y="1206"/>
                    </a:lnTo>
                    <a:lnTo>
                      <a:pt x="443" y="1186"/>
                    </a:lnTo>
                    <a:lnTo>
                      <a:pt x="396" y="1163"/>
                    </a:lnTo>
                    <a:lnTo>
                      <a:pt x="350" y="1136"/>
                    </a:lnTo>
                    <a:lnTo>
                      <a:pt x="304" y="1105"/>
                    </a:lnTo>
                    <a:lnTo>
                      <a:pt x="259" y="1070"/>
                    </a:lnTo>
                    <a:lnTo>
                      <a:pt x="218" y="1034"/>
                    </a:lnTo>
                    <a:lnTo>
                      <a:pt x="181" y="996"/>
                    </a:lnTo>
                    <a:lnTo>
                      <a:pt x="147" y="957"/>
                    </a:lnTo>
                    <a:lnTo>
                      <a:pt x="118" y="917"/>
                    </a:lnTo>
                    <a:lnTo>
                      <a:pt x="91" y="876"/>
                    </a:lnTo>
                    <a:lnTo>
                      <a:pt x="68" y="834"/>
                    </a:lnTo>
                    <a:lnTo>
                      <a:pt x="48" y="791"/>
                    </a:lnTo>
                    <a:lnTo>
                      <a:pt x="32" y="747"/>
                    </a:lnTo>
                    <a:lnTo>
                      <a:pt x="20" y="704"/>
                    </a:lnTo>
                    <a:lnTo>
                      <a:pt x="9" y="660"/>
                    </a:lnTo>
                    <a:lnTo>
                      <a:pt x="3" y="616"/>
                    </a:lnTo>
                    <a:lnTo>
                      <a:pt x="0" y="572"/>
                    </a:lnTo>
                    <a:lnTo>
                      <a:pt x="1" y="530"/>
                    </a:lnTo>
                    <a:lnTo>
                      <a:pt x="5" y="487"/>
                    </a:lnTo>
                    <a:lnTo>
                      <a:pt x="10" y="444"/>
                    </a:lnTo>
                    <a:lnTo>
                      <a:pt x="21" y="403"/>
                    </a:lnTo>
                    <a:lnTo>
                      <a:pt x="32" y="363"/>
                    </a:lnTo>
                    <a:lnTo>
                      <a:pt x="48" y="323"/>
                    </a:lnTo>
                    <a:lnTo>
                      <a:pt x="67" y="287"/>
                    </a:lnTo>
                    <a:lnTo>
                      <a:pt x="88" y="250"/>
                    </a:lnTo>
                    <a:lnTo>
                      <a:pt x="112" y="215"/>
                    </a:lnTo>
                    <a:lnTo>
                      <a:pt x="138" y="183"/>
                    </a:lnTo>
                    <a:lnTo>
                      <a:pt x="168" y="153"/>
                    </a:lnTo>
                    <a:lnTo>
                      <a:pt x="200" y="124"/>
                    </a:lnTo>
                    <a:lnTo>
                      <a:pt x="235" y="99"/>
                    </a:lnTo>
                    <a:lnTo>
                      <a:pt x="272" y="76"/>
                    </a:lnTo>
                    <a:lnTo>
                      <a:pt x="312" y="55"/>
                    </a:lnTo>
                    <a:lnTo>
                      <a:pt x="355" y="38"/>
                    </a:lnTo>
                    <a:lnTo>
                      <a:pt x="400" y="23"/>
                    </a:lnTo>
                    <a:lnTo>
                      <a:pt x="447" y="11"/>
                    </a:lnTo>
                    <a:lnTo>
                      <a:pt x="496" y="4"/>
                    </a:lnTo>
                    <a:lnTo>
                      <a:pt x="548" y="0"/>
                    </a:lnTo>
                    <a:lnTo>
                      <a:pt x="577" y="0"/>
                    </a:lnTo>
                    <a:lnTo>
                      <a:pt x="606" y="1"/>
                    </a:lnTo>
                    <a:lnTo>
                      <a:pt x="666" y="7"/>
                    </a:lnTo>
                    <a:lnTo>
                      <a:pt x="728" y="19"/>
                    </a:lnTo>
                    <a:lnTo>
                      <a:pt x="790" y="37"/>
                    </a:lnTo>
                    <a:lnTo>
                      <a:pt x="854" y="61"/>
                    </a:lnTo>
                    <a:lnTo>
                      <a:pt x="916" y="90"/>
                    </a:lnTo>
                    <a:lnTo>
                      <a:pt x="976" y="125"/>
                    </a:lnTo>
                    <a:lnTo>
                      <a:pt x="1034" y="166"/>
                    </a:lnTo>
                    <a:lnTo>
                      <a:pt x="1062" y="188"/>
                    </a:lnTo>
                    <a:lnTo>
                      <a:pt x="1089" y="211"/>
                    </a:lnTo>
                    <a:lnTo>
                      <a:pt x="1115" y="236"/>
                    </a:lnTo>
                    <a:lnTo>
                      <a:pt x="1139" y="262"/>
                    </a:lnTo>
                    <a:lnTo>
                      <a:pt x="1163" y="290"/>
                    </a:lnTo>
                    <a:lnTo>
                      <a:pt x="1185" y="319"/>
                    </a:lnTo>
                    <a:lnTo>
                      <a:pt x="1206" y="350"/>
                    </a:lnTo>
                    <a:lnTo>
                      <a:pt x="1226" y="381"/>
                    </a:lnTo>
                    <a:lnTo>
                      <a:pt x="1243" y="414"/>
                    </a:lnTo>
                    <a:lnTo>
                      <a:pt x="1259" y="449"/>
                    </a:lnTo>
                    <a:lnTo>
                      <a:pt x="1273" y="485"/>
                    </a:lnTo>
                    <a:lnTo>
                      <a:pt x="1286" y="523"/>
                    </a:lnTo>
                    <a:lnTo>
                      <a:pt x="1295" y="561"/>
                    </a:lnTo>
                    <a:lnTo>
                      <a:pt x="1303" y="600"/>
                    </a:lnTo>
                    <a:lnTo>
                      <a:pt x="1309" y="641"/>
                    </a:lnTo>
                    <a:lnTo>
                      <a:pt x="1312" y="684"/>
                    </a:lnTo>
                    <a:close/>
                  </a:path>
                </a:pathLst>
              </a:custGeom>
              <a:solidFill>
                <a:srgbClr val="3DFF3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213" name="Freeform 139"/>
              <p:cNvSpPr>
                <a:spLocks/>
              </p:cNvSpPr>
              <p:nvPr/>
            </p:nvSpPr>
            <p:spPr bwMode="auto">
              <a:xfrm>
                <a:off x="1337" y="2108"/>
                <a:ext cx="638" cy="585"/>
              </a:xfrm>
              <a:custGeom>
                <a:avLst/>
                <a:gdLst>
                  <a:gd name="T0" fmla="*/ 1275 w 1276"/>
                  <a:gd name="T1" fmla="*/ 815 h 1170"/>
                  <a:gd name="T2" fmla="*/ 1263 w 1276"/>
                  <a:gd name="T3" fmla="*/ 893 h 1170"/>
                  <a:gd name="T4" fmla="*/ 1236 w 1276"/>
                  <a:gd name="T5" fmla="*/ 962 h 1170"/>
                  <a:gd name="T6" fmla="*/ 1197 w 1276"/>
                  <a:gd name="T7" fmla="*/ 1021 h 1170"/>
                  <a:gd name="T8" fmla="*/ 1147 w 1276"/>
                  <a:gd name="T9" fmla="*/ 1071 h 1170"/>
                  <a:gd name="T10" fmla="*/ 1087 w 1276"/>
                  <a:gd name="T11" fmla="*/ 1110 h 1170"/>
                  <a:gd name="T12" fmla="*/ 1019 w 1276"/>
                  <a:gd name="T13" fmla="*/ 1140 h 1170"/>
                  <a:gd name="T14" fmla="*/ 945 w 1276"/>
                  <a:gd name="T15" fmla="*/ 1159 h 1170"/>
                  <a:gd name="T16" fmla="*/ 865 w 1276"/>
                  <a:gd name="T17" fmla="*/ 1169 h 1170"/>
                  <a:gd name="T18" fmla="*/ 781 w 1276"/>
                  <a:gd name="T19" fmla="*/ 1167 h 1170"/>
                  <a:gd name="T20" fmla="*/ 693 w 1276"/>
                  <a:gd name="T21" fmla="*/ 1155 h 1170"/>
                  <a:gd name="T22" fmla="*/ 605 w 1276"/>
                  <a:gd name="T23" fmla="*/ 1133 h 1170"/>
                  <a:gd name="T24" fmla="*/ 516 w 1276"/>
                  <a:gd name="T25" fmla="*/ 1098 h 1170"/>
                  <a:gd name="T26" fmla="*/ 429 w 1276"/>
                  <a:gd name="T27" fmla="*/ 1053 h 1170"/>
                  <a:gd name="T28" fmla="*/ 344 w 1276"/>
                  <a:gd name="T29" fmla="*/ 998 h 1170"/>
                  <a:gd name="T30" fmla="*/ 263 w 1276"/>
                  <a:gd name="T31" fmla="*/ 930 h 1170"/>
                  <a:gd name="T32" fmla="*/ 190 w 1276"/>
                  <a:gd name="T33" fmla="*/ 854 h 1170"/>
                  <a:gd name="T34" fmla="*/ 130 w 1276"/>
                  <a:gd name="T35" fmla="*/ 776 h 1170"/>
                  <a:gd name="T36" fmla="*/ 81 w 1276"/>
                  <a:gd name="T37" fmla="*/ 697 h 1170"/>
                  <a:gd name="T38" fmla="*/ 44 w 1276"/>
                  <a:gd name="T39" fmla="*/ 618 h 1170"/>
                  <a:gd name="T40" fmla="*/ 18 w 1276"/>
                  <a:gd name="T41" fmla="*/ 540 h 1170"/>
                  <a:gd name="T42" fmla="*/ 4 w 1276"/>
                  <a:gd name="T43" fmla="*/ 464 h 1170"/>
                  <a:gd name="T44" fmla="*/ 0 w 1276"/>
                  <a:gd name="T45" fmla="*/ 389 h 1170"/>
                  <a:gd name="T46" fmla="*/ 7 w 1276"/>
                  <a:gd name="T47" fmla="*/ 318 h 1170"/>
                  <a:gd name="T48" fmla="*/ 24 w 1276"/>
                  <a:gd name="T49" fmla="*/ 253 h 1170"/>
                  <a:gd name="T50" fmla="*/ 51 w 1276"/>
                  <a:gd name="T51" fmla="*/ 193 h 1170"/>
                  <a:gd name="T52" fmla="*/ 88 w 1276"/>
                  <a:gd name="T53" fmla="*/ 139 h 1170"/>
                  <a:gd name="T54" fmla="*/ 135 w 1276"/>
                  <a:gd name="T55" fmla="*/ 93 h 1170"/>
                  <a:gd name="T56" fmla="*/ 190 w 1276"/>
                  <a:gd name="T57" fmla="*/ 55 h 1170"/>
                  <a:gd name="T58" fmla="*/ 255 w 1276"/>
                  <a:gd name="T59" fmla="*/ 26 h 1170"/>
                  <a:gd name="T60" fmla="*/ 328 w 1276"/>
                  <a:gd name="T61" fmla="*/ 7 h 1170"/>
                  <a:gd name="T62" fmla="*/ 411 w 1276"/>
                  <a:gd name="T63" fmla="*/ 0 h 1170"/>
                  <a:gd name="T64" fmla="*/ 482 w 1276"/>
                  <a:gd name="T65" fmla="*/ 4 h 1170"/>
                  <a:gd name="T66" fmla="*/ 539 w 1276"/>
                  <a:gd name="T67" fmla="*/ 14 h 1170"/>
                  <a:gd name="T68" fmla="*/ 600 w 1276"/>
                  <a:gd name="T69" fmla="*/ 30 h 1170"/>
                  <a:gd name="T70" fmla="*/ 666 w 1276"/>
                  <a:gd name="T71" fmla="*/ 53 h 1170"/>
                  <a:gd name="T72" fmla="*/ 766 w 1276"/>
                  <a:gd name="T73" fmla="*/ 100 h 1170"/>
                  <a:gd name="T74" fmla="*/ 901 w 1276"/>
                  <a:gd name="T75" fmla="*/ 180 h 1170"/>
                  <a:gd name="T76" fmla="*/ 1028 w 1276"/>
                  <a:gd name="T77" fmla="*/ 282 h 1170"/>
                  <a:gd name="T78" fmla="*/ 1112 w 1276"/>
                  <a:gd name="T79" fmla="*/ 370 h 1170"/>
                  <a:gd name="T80" fmla="*/ 1161 w 1276"/>
                  <a:gd name="T81" fmla="*/ 435 h 1170"/>
                  <a:gd name="T82" fmla="*/ 1203 w 1276"/>
                  <a:gd name="T83" fmla="*/ 504 h 1170"/>
                  <a:gd name="T84" fmla="*/ 1236 w 1276"/>
                  <a:gd name="T85" fmla="*/ 576 h 1170"/>
                  <a:gd name="T86" fmla="*/ 1260 w 1276"/>
                  <a:gd name="T87" fmla="*/ 653 h 1170"/>
                  <a:gd name="T88" fmla="*/ 1274 w 1276"/>
                  <a:gd name="T89" fmla="*/ 732 h 1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76" h="1170">
                    <a:moveTo>
                      <a:pt x="1276" y="772"/>
                    </a:moveTo>
                    <a:lnTo>
                      <a:pt x="1275" y="815"/>
                    </a:lnTo>
                    <a:lnTo>
                      <a:pt x="1271" y="855"/>
                    </a:lnTo>
                    <a:lnTo>
                      <a:pt x="1263" y="893"/>
                    </a:lnTo>
                    <a:lnTo>
                      <a:pt x="1251" y="929"/>
                    </a:lnTo>
                    <a:lnTo>
                      <a:pt x="1236" y="962"/>
                    </a:lnTo>
                    <a:lnTo>
                      <a:pt x="1218" y="992"/>
                    </a:lnTo>
                    <a:lnTo>
                      <a:pt x="1197" y="1021"/>
                    </a:lnTo>
                    <a:lnTo>
                      <a:pt x="1173" y="1048"/>
                    </a:lnTo>
                    <a:lnTo>
                      <a:pt x="1147" y="1071"/>
                    </a:lnTo>
                    <a:lnTo>
                      <a:pt x="1119" y="1091"/>
                    </a:lnTo>
                    <a:lnTo>
                      <a:pt x="1087" y="1110"/>
                    </a:lnTo>
                    <a:lnTo>
                      <a:pt x="1054" y="1126"/>
                    </a:lnTo>
                    <a:lnTo>
                      <a:pt x="1019" y="1140"/>
                    </a:lnTo>
                    <a:lnTo>
                      <a:pt x="983" y="1151"/>
                    </a:lnTo>
                    <a:lnTo>
                      <a:pt x="945" y="1159"/>
                    </a:lnTo>
                    <a:lnTo>
                      <a:pt x="905" y="1165"/>
                    </a:lnTo>
                    <a:lnTo>
                      <a:pt x="865" y="1169"/>
                    </a:lnTo>
                    <a:lnTo>
                      <a:pt x="824" y="1170"/>
                    </a:lnTo>
                    <a:lnTo>
                      <a:pt x="781" y="1167"/>
                    </a:lnTo>
                    <a:lnTo>
                      <a:pt x="737" y="1163"/>
                    </a:lnTo>
                    <a:lnTo>
                      <a:pt x="693" y="1155"/>
                    </a:lnTo>
                    <a:lnTo>
                      <a:pt x="650" y="1146"/>
                    </a:lnTo>
                    <a:lnTo>
                      <a:pt x="605" y="1133"/>
                    </a:lnTo>
                    <a:lnTo>
                      <a:pt x="561" y="1117"/>
                    </a:lnTo>
                    <a:lnTo>
                      <a:pt x="516" y="1098"/>
                    </a:lnTo>
                    <a:lnTo>
                      <a:pt x="472" y="1078"/>
                    </a:lnTo>
                    <a:lnTo>
                      <a:pt x="429" y="1053"/>
                    </a:lnTo>
                    <a:lnTo>
                      <a:pt x="386" y="1027"/>
                    </a:lnTo>
                    <a:lnTo>
                      <a:pt x="344" y="998"/>
                    </a:lnTo>
                    <a:lnTo>
                      <a:pt x="303" y="966"/>
                    </a:lnTo>
                    <a:lnTo>
                      <a:pt x="263" y="930"/>
                    </a:lnTo>
                    <a:lnTo>
                      <a:pt x="225" y="892"/>
                    </a:lnTo>
                    <a:lnTo>
                      <a:pt x="190" y="854"/>
                    </a:lnTo>
                    <a:lnTo>
                      <a:pt x="158" y="815"/>
                    </a:lnTo>
                    <a:lnTo>
                      <a:pt x="130" y="776"/>
                    </a:lnTo>
                    <a:lnTo>
                      <a:pt x="104" y="737"/>
                    </a:lnTo>
                    <a:lnTo>
                      <a:pt x="81" y="697"/>
                    </a:lnTo>
                    <a:lnTo>
                      <a:pt x="61" y="658"/>
                    </a:lnTo>
                    <a:lnTo>
                      <a:pt x="44" y="618"/>
                    </a:lnTo>
                    <a:lnTo>
                      <a:pt x="30" y="579"/>
                    </a:lnTo>
                    <a:lnTo>
                      <a:pt x="18" y="540"/>
                    </a:lnTo>
                    <a:lnTo>
                      <a:pt x="10" y="502"/>
                    </a:lnTo>
                    <a:lnTo>
                      <a:pt x="4" y="464"/>
                    </a:lnTo>
                    <a:lnTo>
                      <a:pt x="1" y="426"/>
                    </a:lnTo>
                    <a:lnTo>
                      <a:pt x="0" y="389"/>
                    </a:lnTo>
                    <a:lnTo>
                      <a:pt x="2" y="353"/>
                    </a:lnTo>
                    <a:lnTo>
                      <a:pt x="7" y="318"/>
                    </a:lnTo>
                    <a:lnTo>
                      <a:pt x="14" y="285"/>
                    </a:lnTo>
                    <a:lnTo>
                      <a:pt x="24" y="253"/>
                    </a:lnTo>
                    <a:lnTo>
                      <a:pt x="36" y="222"/>
                    </a:lnTo>
                    <a:lnTo>
                      <a:pt x="51" y="193"/>
                    </a:lnTo>
                    <a:lnTo>
                      <a:pt x="68" y="165"/>
                    </a:lnTo>
                    <a:lnTo>
                      <a:pt x="88" y="139"/>
                    </a:lnTo>
                    <a:lnTo>
                      <a:pt x="109" y="115"/>
                    </a:lnTo>
                    <a:lnTo>
                      <a:pt x="135" y="93"/>
                    </a:lnTo>
                    <a:lnTo>
                      <a:pt x="161" y="72"/>
                    </a:lnTo>
                    <a:lnTo>
                      <a:pt x="190" y="55"/>
                    </a:lnTo>
                    <a:lnTo>
                      <a:pt x="221" y="38"/>
                    </a:lnTo>
                    <a:lnTo>
                      <a:pt x="255" y="26"/>
                    </a:lnTo>
                    <a:lnTo>
                      <a:pt x="290" y="15"/>
                    </a:lnTo>
                    <a:lnTo>
                      <a:pt x="328" y="7"/>
                    </a:lnTo>
                    <a:lnTo>
                      <a:pt x="369" y="3"/>
                    </a:lnTo>
                    <a:lnTo>
                      <a:pt x="411" y="0"/>
                    </a:lnTo>
                    <a:lnTo>
                      <a:pt x="455" y="2"/>
                    </a:lnTo>
                    <a:lnTo>
                      <a:pt x="482" y="4"/>
                    </a:lnTo>
                    <a:lnTo>
                      <a:pt x="509" y="9"/>
                    </a:lnTo>
                    <a:lnTo>
                      <a:pt x="539" y="14"/>
                    </a:lnTo>
                    <a:lnTo>
                      <a:pt x="569" y="21"/>
                    </a:lnTo>
                    <a:lnTo>
                      <a:pt x="600" y="30"/>
                    </a:lnTo>
                    <a:lnTo>
                      <a:pt x="632" y="42"/>
                    </a:lnTo>
                    <a:lnTo>
                      <a:pt x="666" y="53"/>
                    </a:lnTo>
                    <a:lnTo>
                      <a:pt x="699" y="67"/>
                    </a:lnTo>
                    <a:lnTo>
                      <a:pt x="766" y="100"/>
                    </a:lnTo>
                    <a:lnTo>
                      <a:pt x="834" y="138"/>
                    </a:lnTo>
                    <a:lnTo>
                      <a:pt x="901" y="180"/>
                    </a:lnTo>
                    <a:lnTo>
                      <a:pt x="967" y="229"/>
                    </a:lnTo>
                    <a:lnTo>
                      <a:pt x="1028" y="282"/>
                    </a:lnTo>
                    <a:lnTo>
                      <a:pt x="1085" y="339"/>
                    </a:lnTo>
                    <a:lnTo>
                      <a:pt x="1112" y="370"/>
                    </a:lnTo>
                    <a:lnTo>
                      <a:pt x="1137" y="403"/>
                    </a:lnTo>
                    <a:lnTo>
                      <a:pt x="1161" y="435"/>
                    </a:lnTo>
                    <a:lnTo>
                      <a:pt x="1183" y="468"/>
                    </a:lnTo>
                    <a:lnTo>
                      <a:pt x="1203" y="504"/>
                    </a:lnTo>
                    <a:lnTo>
                      <a:pt x="1221" y="540"/>
                    </a:lnTo>
                    <a:lnTo>
                      <a:pt x="1236" y="576"/>
                    </a:lnTo>
                    <a:lnTo>
                      <a:pt x="1250" y="613"/>
                    </a:lnTo>
                    <a:lnTo>
                      <a:pt x="1260" y="653"/>
                    </a:lnTo>
                    <a:lnTo>
                      <a:pt x="1268" y="692"/>
                    </a:lnTo>
                    <a:lnTo>
                      <a:pt x="1274" y="732"/>
                    </a:lnTo>
                    <a:lnTo>
                      <a:pt x="1276" y="772"/>
                    </a:lnTo>
                    <a:close/>
                  </a:path>
                </a:pathLst>
              </a:custGeom>
              <a:solidFill>
                <a:srgbClr val="00F00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214" name="Freeform 140"/>
              <p:cNvSpPr>
                <a:spLocks/>
              </p:cNvSpPr>
              <p:nvPr/>
            </p:nvSpPr>
            <p:spPr bwMode="auto">
              <a:xfrm>
                <a:off x="1348" y="2119"/>
                <a:ext cx="616" cy="566"/>
              </a:xfrm>
              <a:custGeom>
                <a:avLst/>
                <a:gdLst>
                  <a:gd name="T0" fmla="*/ 1231 w 1233"/>
                  <a:gd name="T1" fmla="*/ 789 h 1133"/>
                  <a:gd name="T2" fmla="*/ 1219 w 1233"/>
                  <a:gd name="T3" fmla="*/ 860 h 1133"/>
                  <a:gd name="T4" fmla="*/ 1195 w 1233"/>
                  <a:gd name="T5" fmla="*/ 923 h 1133"/>
                  <a:gd name="T6" fmla="*/ 1159 w 1233"/>
                  <a:gd name="T7" fmla="*/ 978 h 1133"/>
                  <a:gd name="T8" fmla="*/ 1113 w 1233"/>
                  <a:gd name="T9" fmla="*/ 1027 h 1133"/>
                  <a:gd name="T10" fmla="*/ 1059 w 1233"/>
                  <a:gd name="T11" fmla="*/ 1066 h 1133"/>
                  <a:gd name="T12" fmla="*/ 996 w 1233"/>
                  <a:gd name="T13" fmla="*/ 1097 h 1133"/>
                  <a:gd name="T14" fmla="*/ 927 w 1233"/>
                  <a:gd name="T15" fmla="*/ 1118 h 1133"/>
                  <a:gd name="T16" fmla="*/ 853 w 1233"/>
                  <a:gd name="T17" fmla="*/ 1130 h 1133"/>
                  <a:gd name="T18" fmla="*/ 773 w 1233"/>
                  <a:gd name="T19" fmla="*/ 1133 h 1133"/>
                  <a:gd name="T20" fmla="*/ 691 w 1233"/>
                  <a:gd name="T21" fmla="*/ 1123 h 1133"/>
                  <a:gd name="T22" fmla="*/ 606 w 1233"/>
                  <a:gd name="T23" fmla="*/ 1104 h 1133"/>
                  <a:gd name="T24" fmla="*/ 520 w 1233"/>
                  <a:gd name="T25" fmla="*/ 1074 h 1133"/>
                  <a:gd name="T26" fmla="*/ 433 w 1233"/>
                  <a:gd name="T27" fmla="*/ 1031 h 1133"/>
                  <a:gd name="T28" fmla="*/ 348 w 1233"/>
                  <a:gd name="T29" fmla="*/ 977 h 1133"/>
                  <a:gd name="T30" fmla="*/ 264 w 1233"/>
                  <a:gd name="T31" fmla="*/ 909 h 1133"/>
                  <a:gd name="T32" fmla="*/ 189 w 1233"/>
                  <a:gd name="T33" fmla="*/ 835 h 1133"/>
                  <a:gd name="T34" fmla="*/ 130 w 1233"/>
                  <a:gd name="T35" fmla="*/ 762 h 1133"/>
                  <a:gd name="T36" fmla="*/ 82 w 1233"/>
                  <a:gd name="T37" fmla="*/ 687 h 1133"/>
                  <a:gd name="T38" fmla="*/ 45 w 1233"/>
                  <a:gd name="T39" fmla="*/ 611 h 1133"/>
                  <a:gd name="T40" fmla="*/ 20 w 1233"/>
                  <a:gd name="T41" fmla="*/ 535 h 1133"/>
                  <a:gd name="T42" fmla="*/ 5 w 1233"/>
                  <a:gd name="T43" fmla="*/ 460 h 1133"/>
                  <a:gd name="T44" fmla="*/ 0 w 1233"/>
                  <a:gd name="T45" fmla="*/ 387 h 1133"/>
                  <a:gd name="T46" fmla="*/ 6 w 1233"/>
                  <a:gd name="T47" fmla="*/ 318 h 1133"/>
                  <a:gd name="T48" fmla="*/ 22 w 1233"/>
                  <a:gd name="T49" fmla="*/ 252 h 1133"/>
                  <a:gd name="T50" fmla="*/ 47 w 1233"/>
                  <a:gd name="T51" fmla="*/ 193 h 1133"/>
                  <a:gd name="T52" fmla="*/ 82 w 1233"/>
                  <a:gd name="T53" fmla="*/ 140 h 1133"/>
                  <a:gd name="T54" fmla="*/ 127 w 1233"/>
                  <a:gd name="T55" fmla="*/ 92 h 1133"/>
                  <a:gd name="T56" fmla="*/ 180 w 1233"/>
                  <a:gd name="T57" fmla="*/ 54 h 1133"/>
                  <a:gd name="T58" fmla="*/ 242 w 1233"/>
                  <a:gd name="T59" fmla="*/ 26 h 1133"/>
                  <a:gd name="T60" fmla="*/ 312 w 1233"/>
                  <a:gd name="T61" fmla="*/ 7 h 1133"/>
                  <a:gd name="T62" fmla="*/ 391 w 1233"/>
                  <a:gd name="T63" fmla="*/ 0 h 1133"/>
                  <a:gd name="T64" fmla="*/ 460 w 1233"/>
                  <a:gd name="T65" fmla="*/ 4 h 1133"/>
                  <a:gd name="T66" fmla="*/ 516 w 1233"/>
                  <a:gd name="T67" fmla="*/ 13 h 1133"/>
                  <a:gd name="T68" fmla="*/ 576 w 1233"/>
                  <a:gd name="T69" fmla="*/ 29 h 1133"/>
                  <a:gd name="T70" fmla="*/ 673 w 1233"/>
                  <a:gd name="T71" fmla="*/ 65 h 1133"/>
                  <a:gd name="T72" fmla="*/ 805 w 1233"/>
                  <a:gd name="T73" fmla="*/ 132 h 1133"/>
                  <a:gd name="T74" fmla="*/ 933 w 1233"/>
                  <a:gd name="T75" fmla="*/ 221 h 1133"/>
                  <a:gd name="T76" fmla="*/ 1049 w 1233"/>
                  <a:gd name="T77" fmla="*/ 330 h 1133"/>
                  <a:gd name="T78" fmla="*/ 1100 w 1233"/>
                  <a:gd name="T79" fmla="*/ 390 h 1133"/>
                  <a:gd name="T80" fmla="*/ 1144 w 1233"/>
                  <a:gd name="T81" fmla="*/ 455 h 1133"/>
                  <a:gd name="T82" fmla="*/ 1181 w 1233"/>
                  <a:gd name="T83" fmla="*/ 524 h 1133"/>
                  <a:gd name="T84" fmla="*/ 1208 w 1233"/>
                  <a:gd name="T85" fmla="*/ 596 h 1133"/>
                  <a:gd name="T86" fmla="*/ 1226 w 1233"/>
                  <a:gd name="T87" fmla="*/ 672 h 1133"/>
                  <a:gd name="T88" fmla="*/ 1233 w 1233"/>
                  <a:gd name="T89" fmla="*/ 751 h 11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33" h="1133">
                    <a:moveTo>
                      <a:pt x="1233" y="751"/>
                    </a:moveTo>
                    <a:lnTo>
                      <a:pt x="1231" y="789"/>
                    </a:lnTo>
                    <a:lnTo>
                      <a:pt x="1227" y="825"/>
                    </a:lnTo>
                    <a:lnTo>
                      <a:pt x="1219" y="860"/>
                    </a:lnTo>
                    <a:lnTo>
                      <a:pt x="1208" y="892"/>
                    </a:lnTo>
                    <a:lnTo>
                      <a:pt x="1195" y="923"/>
                    </a:lnTo>
                    <a:lnTo>
                      <a:pt x="1177" y="952"/>
                    </a:lnTo>
                    <a:lnTo>
                      <a:pt x="1159" y="978"/>
                    </a:lnTo>
                    <a:lnTo>
                      <a:pt x="1137" y="1004"/>
                    </a:lnTo>
                    <a:lnTo>
                      <a:pt x="1113" y="1027"/>
                    </a:lnTo>
                    <a:lnTo>
                      <a:pt x="1086" y="1047"/>
                    </a:lnTo>
                    <a:lnTo>
                      <a:pt x="1059" y="1066"/>
                    </a:lnTo>
                    <a:lnTo>
                      <a:pt x="1028" y="1082"/>
                    </a:lnTo>
                    <a:lnTo>
                      <a:pt x="996" y="1097"/>
                    </a:lnTo>
                    <a:lnTo>
                      <a:pt x="962" y="1108"/>
                    </a:lnTo>
                    <a:lnTo>
                      <a:pt x="927" y="1118"/>
                    </a:lnTo>
                    <a:lnTo>
                      <a:pt x="891" y="1126"/>
                    </a:lnTo>
                    <a:lnTo>
                      <a:pt x="853" y="1130"/>
                    </a:lnTo>
                    <a:lnTo>
                      <a:pt x="813" y="1133"/>
                    </a:lnTo>
                    <a:lnTo>
                      <a:pt x="773" y="1133"/>
                    </a:lnTo>
                    <a:lnTo>
                      <a:pt x="733" y="1129"/>
                    </a:lnTo>
                    <a:lnTo>
                      <a:pt x="691" y="1123"/>
                    </a:lnTo>
                    <a:lnTo>
                      <a:pt x="649" y="1115"/>
                    </a:lnTo>
                    <a:lnTo>
                      <a:pt x="606" y="1104"/>
                    </a:lnTo>
                    <a:lnTo>
                      <a:pt x="563" y="1090"/>
                    </a:lnTo>
                    <a:lnTo>
                      <a:pt x="520" y="1074"/>
                    </a:lnTo>
                    <a:lnTo>
                      <a:pt x="477" y="1054"/>
                    </a:lnTo>
                    <a:lnTo>
                      <a:pt x="433" y="1031"/>
                    </a:lnTo>
                    <a:lnTo>
                      <a:pt x="391" y="1006"/>
                    </a:lnTo>
                    <a:lnTo>
                      <a:pt x="348" y="977"/>
                    </a:lnTo>
                    <a:lnTo>
                      <a:pt x="305" y="945"/>
                    </a:lnTo>
                    <a:lnTo>
                      <a:pt x="264" y="909"/>
                    </a:lnTo>
                    <a:lnTo>
                      <a:pt x="224" y="871"/>
                    </a:lnTo>
                    <a:lnTo>
                      <a:pt x="189" y="835"/>
                    </a:lnTo>
                    <a:lnTo>
                      <a:pt x="158" y="799"/>
                    </a:lnTo>
                    <a:lnTo>
                      <a:pt x="130" y="762"/>
                    </a:lnTo>
                    <a:lnTo>
                      <a:pt x="105" y="725"/>
                    </a:lnTo>
                    <a:lnTo>
                      <a:pt x="82" y="687"/>
                    </a:lnTo>
                    <a:lnTo>
                      <a:pt x="62" y="649"/>
                    </a:lnTo>
                    <a:lnTo>
                      <a:pt x="45" y="611"/>
                    </a:lnTo>
                    <a:lnTo>
                      <a:pt x="31" y="573"/>
                    </a:lnTo>
                    <a:lnTo>
                      <a:pt x="20" y="535"/>
                    </a:lnTo>
                    <a:lnTo>
                      <a:pt x="10" y="497"/>
                    </a:lnTo>
                    <a:lnTo>
                      <a:pt x="5" y="460"/>
                    </a:lnTo>
                    <a:lnTo>
                      <a:pt x="1" y="423"/>
                    </a:lnTo>
                    <a:lnTo>
                      <a:pt x="0" y="387"/>
                    </a:lnTo>
                    <a:lnTo>
                      <a:pt x="2" y="352"/>
                    </a:lnTo>
                    <a:lnTo>
                      <a:pt x="6" y="318"/>
                    </a:lnTo>
                    <a:lnTo>
                      <a:pt x="13" y="285"/>
                    </a:lnTo>
                    <a:lnTo>
                      <a:pt x="22" y="252"/>
                    </a:lnTo>
                    <a:lnTo>
                      <a:pt x="33" y="223"/>
                    </a:lnTo>
                    <a:lnTo>
                      <a:pt x="47" y="193"/>
                    </a:lnTo>
                    <a:lnTo>
                      <a:pt x="63" y="165"/>
                    </a:lnTo>
                    <a:lnTo>
                      <a:pt x="82" y="140"/>
                    </a:lnTo>
                    <a:lnTo>
                      <a:pt x="103" y="115"/>
                    </a:lnTo>
                    <a:lnTo>
                      <a:pt x="127" y="92"/>
                    </a:lnTo>
                    <a:lnTo>
                      <a:pt x="152" y="73"/>
                    </a:lnTo>
                    <a:lnTo>
                      <a:pt x="180" y="54"/>
                    </a:lnTo>
                    <a:lnTo>
                      <a:pt x="210" y="39"/>
                    </a:lnTo>
                    <a:lnTo>
                      <a:pt x="242" y="26"/>
                    </a:lnTo>
                    <a:lnTo>
                      <a:pt x="275" y="15"/>
                    </a:lnTo>
                    <a:lnTo>
                      <a:pt x="312" y="7"/>
                    </a:lnTo>
                    <a:lnTo>
                      <a:pt x="350" y="3"/>
                    </a:lnTo>
                    <a:lnTo>
                      <a:pt x="391" y="0"/>
                    </a:lnTo>
                    <a:lnTo>
                      <a:pt x="433" y="1"/>
                    </a:lnTo>
                    <a:lnTo>
                      <a:pt x="460" y="4"/>
                    </a:lnTo>
                    <a:lnTo>
                      <a:pt x="487" y="7"/>
                    </a:lnTo>
                    <a:lnTo>
                      <a:pt x="516" y="13"/>
                    </a:lnTo>
                    <a:lnTo>
                      <a:pt x="546" y="20"/>
                    </a:lnTo>
                    <a:lnTo>
                      <a:pt x="576" y="29"/>
                    </a:lnTo>
                    <a:lnTo>
                      <a:pt x="608" y="39"/>
                    </a:lnTo>
                    <a:lnTo>
                      <a:pt x="673" y="65"/>
                    </a:lnTo>
                    <a:lnTo>
                      <a:pt x="738" y="96"/>
                    </a:lnTo>
                    <a:lnTo>
                      <a:pt x="805" y="132"/>
                    </a:lnTo>
                    <a:lnTo>
                      <a:pt x="870" y="174"/>
                    </a:lnTo>
                    <a:lnTo>
                      <a:pt x="933" y="221"/>
                    </a:lnTo>
                    <a:lnTo>
                      <a:pt x="994" y="273"/>
                    </a:lnTo>
                    <a:lnTo>
                      <a:pt x="1049" y="330"/>
                    </a:lnTo>
                    <a:lnTo>
                      <a:pt x="1076" y="358"/>
                    </a:lnTo>
                    <a:lnTo>
                      <a:pt x="1100" y="390"/>
                    </a:lnTo>
                    <a:lnTo>
                      <a:pt x="1123" y="422"/>
                    </a:lnTo>
                    <a:lnTo>
                      <a:pt x="1144" y="455"/>
                    </a:lnTo>
                    <a:lnTo>
                      <a:pt x="1164" y="489"/>
                    </a:lnTo>
                    <a:lnTo>
                      <a:pt x="1181" y="524"/>
                    </a:lnTo>
                    <a:lnTo>
                      <a:pt x="1196" y="560"/>
                    </a:lnTo>
                    <a:lnTo>
                      <a:pt x="1208" y="596"/>
                    </a:lnTo>
                    <a:lnTo>
                      <a:pt x="1219" y="634"/>
                    </a:lnTo>
                    <a:lnTo>
                      <a:pt x="1226" y="672"/>
                    </a:lnTo>
                    <a:lnTo>
                      <a:pt x="1230" y="711"/>
                    </a:lnTo>
                    <a:lnTo>
                      <a:pt x="1233" y="751"/>
                    </a:lnTo>
                    <a:close/>
                  </a:path>
                </a:pathLst>
              </a:custGeom>
              <a:solidFill>
                <a:srgbClr val="00F70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215" name="Freeform 141"/>
              <p:cNvSpPr>
                <a:spLocks/>
              </p:cNvSpPr>
              <p:nvPr/>
            </p:nvSpPr>
            <p:spPr bwMode="auto">
              <a:xfrm>
                <a:off x="2366" y="1001"/>
                <a:ext cx="626" cy="601"/>
              </a:xfrm>
              <a:custGeom>
                <a:avLst/>
                <a:gdLst>
                  <a:gd name="T0" fmla="*/ 1251 w 1251"/>
                  <a:gd name="T1" fmla="*/ 691 h 1204"/>
                  <a:gd name="T2" fmla="*/ 1243 w 1251"/>
                  <a:gd name="T3" fmla="*/ 771 h 1204"/>
                  <a:gd name="T4" fmla="*/ 1223 w 1251"/>
                  <a:gd name="T5" fmla="*/ 847 h 1204"/>
                  <a:gd name="T6" fmla="*/ 1193 w 1251"/>
                  <a:gd name="T7" fmla="*/ 917 h 1204"/>
                  <a:gd name="T8" fmla="*/ 1153 w 1251"/>
                  <a:gd name="T9" fmla="*/ 983 h 1204"/>
                  <a:gd name="T10" fmla="*/ 1103 w 1251"/>
                  <a:gd name="T11" fmla="*/ 1043 h 1204"/>
                  <a:gd name="T12" fmla="*/ 1046 w 1251"/>
                  <a:gd name="T13" fmla="*/ 1093 h 1204"/>
                  <a:gd name="T14" fmla="*/ 980 w 1251"/>
                  <a:gd name="T15" fmla="*/ 1136 h 1204"/>
                  <a:gd name="T16" fmla="*/ 909 w 1251"/>
                  <a:gd name="T17" fmla="*/ 1169 h 1204"/>
                  <a:gd name="T18" fmla="*/ 830 w 1251"/>
                  <a:gd name="T19" fmla="*/ 1192 h 1204"/>
                  <a:gd name="T20" fmla="*/ 747 w 1251"/>
                  <a:gd name="T21" fmla="*/ 1203 h 1204"/>
                  <a:gd name="T22" fmla="*/ 660 w 1251"/>
                  <a:gd name="T23" fmla="*/ 1202 h 1204"/>
                  <a:gd name="T24" fmla="*/ 569 w 1251"/>
                  <a:gd name="T25" fmla="*/ 1186 h 1204"/>
                  <a:gd name="T26" fmla="*/ 474 w 1251"/>
                  <a:gd name="T27" fmla="*/ 1156 h 1204"/>
                  <a:gd name="T28" fmla="*/ 377 w 1251"/>
                  <a:gd name="T29" fmla="*/ 1110 h 1204"/>
                  <a:gd name="T30" fmla="*/ 281 w 1251"/>
                  <a:gd name="T31" fmla="*/ 1046 h 1204"/>
                  <a:gd name="T32" fmla="*/ 195 w 1251"/>
                  <a:gd name="T33" fmla="*/ 977 h 1204"/>
                  <a:gd name="T34" fmla="*/ 134 w 1251"/>
                  <a:gd name="T35" fmla="*/ 909 h 1204"/>
                  <a:gd name="T36" fmla="*/ 84 w 1251"/>
                  <a:gd name="T37" fmla="*/ 835 h 1204"/>
                  <a:gd name="T38" fmla="*/ 46 w 1251"/>
                  <a:gd name="T39" fmla="*/ 757 h 1204"/>
                  <a:gd name="T40" fmla="*/ 19 w 1251"/>
                  <a:gd name="T41" fmla="*/ 676 h 1204"/>
                  <a:gd name="T42" fmla="*/ 3 w 1251"/>
                  <a:gd name="T43" fmla="*/ 593 h 1204"/>
                  <a:gd name="T44" fmla="*/ 0 w 1251"/>
                  <a:gd name="T45" fmla="*/ 512 h 1204"/>
                  <a:gd name="T46" fmla="*/ 8 w 1251"/>
                  <a:gd name="T47" fmla="*/ 430 h 1204"/>
                  <a:gd name="T48" fmla="*/ 27 w 1251"/>
                  <a:gd name="T49" fmla="*/ 352 h 1204"/>
                  <a:gd name="T50" fmla="*/ 57 w 1251"/>
                  <a:gd name="T51" fmla="*/ 277 h 1204"/>
                  <a:gd name="T52" fmla="*/ 99 w 1251"/>
                  <a:gd name="T53" fmla="*/ 209 h 1204"/>
                  <a:gd name="T54" fmla="*/ 152 w 1251"/>
                  <a:gd name="T55" fmla="*/ 148 h 1204"/>
                  <a:gd name="T56" fmla="*/ 215 w 1251"/>
                  <a:gd name="T57" fmla="*/ 95 h 1204"/>
                  <a:gd name="T58" fmla="*/ 291 w 1251"/>
                  <a:gd name="T59" fmla="*/ 52 h 1204"/>
                  <a:gd name="T60" fmla="*/ 376 w 1251"/>
                  <a:gd name="T61" fmla="*/ 22 h 1204"/>
                  <a:gd name="T62" fmla="*/ 473 w 1251"/>
                  <a:gd name="T63" fmla="*/ 4 h 1204"/>
                  <a:gd name="T64" fmla="*/ 557 w 1251"/>
                  <a:gd name="T65" fmla="*/ 0 h 1204"/>
                  <a:gd name="T66" fmla="*/ 650 w 1251"/>
                  <a:gd name="T67" fmla="*/ 9 h 1204"/>
                  <a:gd name="T68" fmla="*/ 774 w 1251"/>
                  <a:gd name="T69" fmla="*/ 44 h 1204"/>
                  <a:gd name="T70" fmla="*/ 894 w 1251"/>
                  <a:gd name="T71" fmla="*/ 100 h 1204"/>
                  <a:gd name="T72" fmla="*/ 1004 w 1251"/>
                  <a:gd name="T73" fmla="*/ 178 h 1204"/>
                  <a:gd name="T74" fmla="*/ 1100 w 1251"/>
                  <a:gd name="T75" fmla="*/ 273 h 1204"/>
                  <a:gd name="T76" fmla="*/ 1158 w 1251"/>
                  <a:gd name="T77" fmla="*/ 356 h 1204"/>
                  <a:gd name="T78" fmla="*/ 1191 w 1251"/>
                  <a:gd name="T79" fmla="*/ 416 h 1204"/>
                  <a:gd name="T80" fmla="*/ 1217 w 1251"/>
                  <a:gd name="T81" fmla="*/ 479 h 1204"/>
                  <a:gd name="T82" fmla="*/ 1237 w 1251"/>
                  <a:gd name="T83" fmla="*/ 546 h 1204"/>
                  <a:gd name="T84" fmla="*/ 1251 w 1251"/>
                  <a:gd name="T85" fmla="*/ 651 h 1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251" h="1204">
                    <a:moveTo>
                      <a:pt x="1251" y="651"/>
                    </a:moveTo>
                    <a:lnTo>
                      <a:pt x="1251" y="691"/>
                    </a:lnTo>
                    <a:lnTo>
                      <a:pt x="1248" y="732"/>
                    </a:lnTo>
                    <a:lnTo>
                      <a:pt x="1243" y="771"/>
                    </a:lnTo>
                    <a:lnTo>
                      <a:pt x="1234" y="809"/>
                    </a:lnTo>
                    <a:lnTo>
                      <a:pt x="1223" y="847"/>
                    </a:lnTo>
                    <a:lnTo>
                      <a:pt x="1209" y="883"/>
                    </a:lnTo>
                    <a:lnTo>
                      <a:pt x="1193" y="917"/>
                    </a:lnTo>
                    <a:lnTo>
                      <a:pt x="1173" y="952"/>
                    </a:lnTo>
                    <a:lnTo>
                      <a:pt x="1153" y="983"/>
                    </a:lnTo>
                    <a:lnTo>
                      <a:pt x="1129" y="1014"/>
                    </a:lnTo>
                    <a:lnTo>
                      <a:pt x="1103" y="1043"/>
                    </a:lnTo>
                    <a:lnTo>
                      <a:pt x="1076" y="1069"/>
                    </a:lnTo>
                    <a:lnTo>
                      <a:pt x="1046" y="1093"/>
                    </a:lnTo>
                    <a:lnTo>
                      <a:pt x="1013" y="1116"/>
                    </a:lnTo>
                    <a:lnTo>
                      <a:pt x="980" y="1136"/>
                    </a:lnTo>
                    <a:lnTo>
                      <a:pt x="945" y="1154"/>
                    </a:lnTo>
                    <a:lnTo>
                      <a:pt x="909" y="1169"/>
                    </a:lnTo>
                    <a:lnTo>
                      <a:pt x="870" y="1182"/>
                    </a:lnTo>
                    <a:lnTo>
                      <a:pt x="830" y="1192"/>
                    </a:lnTo>
                    <a:lnTo>
                      <a:pt x="790" y="1199"/>
                    </a:lnTo>
                    <a:lnTo>
                      <a:pt x="747" y="1203"/>
                    </a:lnTo>
                    <a:lnTo>
                      <a:pt x="705" y="1204"/>
                    </a:lnTo>
                    <a:lnTo>
                      <a:pt x="660" y="1202"/>
                    </a:lnTo>
                    <a:lnTo>
                      <a:pt x="615" y="1196"/>
                    </a:lnTo>
                    <a:lnTo>
                      <a:pt x="569" y="1186"/>
                    </a:lnTo>
                    <a:lnTo>
                      <a:pt x="521" y="1173"/>
                    </a:lnTo>
                    <a:lnTo>
                      <a:pt x="474" y="1156"/>
                    </a:lnTo>
                    <a:lnTo>
                      <a:pt x="426" y="1135"/>
                    </a:lnTo>
                    <a:lnTo>
                      <a:pt x="377" y="1110"/>
                    </a:lnTo>
                    <a:lnTo>
                      <a:pt x="329" y="1080"/>
                    </a:lnTo>
                    <a:lnTo>
                      <a:pt x="281" y="1046"/>
                    </a:lnTo>
                    <a:lnTo>
                      <a:pt x="231" y="1008"/>
                    </a:lnTo>
                    <a:lnTo>
                      <a:pt x="195" y="977"/>
                    </a:lnTo>
                    <a:lnTo>
                      <a:pt x="163" y="944"/>
                    </a:lnTo>
                    <a:lnTo>
                      <a:pt x="134" y="909"/>
                    </a:lnTo>
                    <a:lnTo>
                      <a:pt x="108" y="873"/>
                    </a:lnTo>
                    <a:lnTo>
                      <a:pt x="84" y="835"/>
                    </a:lnTo>
                    <a:lnTo>
                      <a:pt x="63" y="797"/>
                    </a:lnTo>
                    <a:lnTo>
                      <a:pt x="46" y="757"/>
                    </a:lnTo>
                    <a:lnTo>
                      <a:pt x="31" y="717"/>
                    </a:lnTo>
                    <a:lnTo>
                      <a:pt x="19" y="676"/>
                    </a:lnTo>
                    <a:lnTo>
                      <a:pt x="10" y="635"/>
                    </a:lnTo>
                    <a:lnTo>
                      <a:pt x="3" y="593"/>
                    </a:lnTo>
                    <a:lnTo>
                      <a:pt x="1" y="552"/>
                    </a:lnTo>
                    <a:lnTo>
                      <a:pt x="0" y="512"/>
                    </a:lnTo>
                    <a:lnTo>
                      <a:pt x="2" y="470"/>
                    </a:lnTo>
                    <a:lnTo>
                      <a:pt x="8" y="430"/>
                    </a:lnTo>
                    <a:lnTo>
                      <a:pt x="16" y="391"/>
                    </a:lnTo>
                    <a:lnTo>
                      <a:pt x="27" y="352"/>
                    </a:lnTo>
                    <a:lnTo>
                      <a:pt x="41" y="313"/>
                    </a:lnTo>
                    <a:lnTo>
                      <a:pt x="57" y="277"/>
                    </a:lnTo>
                    <a:lnTo>
                      <a:pt x="77" y="242"/>
                    </a:lnTo>
                    <a:lnTo>
                      <a:pt x="99" y="209"/>
                    </a:lnTo>
                    <a:lnTo>
                      <a:pt x="124" y="178"/>
                    </a:lnTo>
                    <a:lnTo>
                      <a:pt x="152" y="148"/>
                    </a:lnTo>
                    <a:lnTo>
                      <a:pt x="183" y="120"/>
                    </a:lnTo>
                    <a:lnTo>
                      <a:pt x="215" y="95"/>
                    </a:lnTo>
                    <a:lnTo>
                      <a:pt x="252" y="73"/>
                    </a:lnTo>
                    <a:lnTo>
                      <a:pt x="291" y="52"/>
                    </a:lnTo>
                    <a:lnTo>
                      <a:pt x="333" y="36"/>
                    </a:lnTo>
                    <a:lnTo>
                      <a:pt x="376" y="22"/>
                    </a:lnTo>
                    <a:lnTo>
                      <a:pt x="424" y="11"/>
                    </a:lnTo>
                    <a:lnTo>
                      <a:pt x="473" y="4"/>
                    </a:lnTo>
                    <a:lnTo>
                      <a:pt x="526" y="0"/>
                    </a:lnTo>
                    <a:lnTo>
                      <a:pt x="557" y="0"/>
                    </a:lnTo>
                    <a:lnTo>
                      <a:pt x="588" y="1"/>
                    </a:lnTo>
                    <a:lnTo>
                      <a:pt x="650" y="9"/>
                    </a:lnTo>
                    <a:lnTo>
                      <a:pt x="713" y="23"/>
                    </a:lnTo>
                    <a:lnTo>
                      <a:pt x="774" y="44"/>
                    </a:lnTo>
                    <a:lnTo>
                      <a:pt x="835" y="69"/>
                    </a:lnTo>
                    <a:lnTo>
                      <a:pt x="894" y="100"/>
                    </a:lnTo>
                    <a:lnTo>
                      <a:pt x="950" y="136"/>
                    </a:lnTo>
                    <a:lnTo>
                      <a:pt x="1004" y="178"/>
                    </a:lnTo>
                    <a:lnTo>
                      <a:pt x="1054" y="224"/>
                    </a:lnTo>
                    <a:lnTo>
                      <a:pt x="1100" y="273"/>
                    </a:lnTo>
                    <a:lnTo>
                      <a:pt x="1140" y="327"/>
                    </a:lnTo>
                    <a:lnTo>
                      <a:pt x="1158" y="356"/>
                    </a:lnTo>
                    <a:lnTo>
                      <a:pt x="1176" y="386"/>
                    </a:lnTo>
                    <a:lnTo>
                      <a:pt x="1191" y="416"/>
                    </a:lnTo>
                    <a:lnTo>
                      <a:pt x="1205" y="447"/>
                    </a:lnTo>
                    <a:lnTo>
                      <a:pt x="1217" y="479"/>
                    </a:lnTo>
                    <a:lnTo>
                      <a:pt x="1228" y="512"/>
                    </a:lnTo>
                    <a:lnTo>
                      <a:pt x="1237" y="546"/>
                    </a:lnTo>
                    <a:lnTo>
                      <a:pt x="1248" y="615"/>
                    </a:lnTo>
                    <a:lnTo>
                      <a:pt x="1251" y="651"/>
                    </a:lnTo>
                    <a:close/>
                  </a:path>
                </a:pathLst>
              </a:custGeom>
              <a:solidFill>
                <a:srgbClr val="44FF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216" name="Freeform 142"/>
              <p:cNvSpPr>
                <a:spLocks/>
              </p:cNvSpPr>
              <p:nvPr/>
            </p:nvSpPr>
            <p:spPr bwMode="auto">
              <a:xfrm>
                <a:off x="1357" y="2128"/>
                <a:ext cx="597" cy="548"/>
              </a:xfrm>
              <a:custGeom>
                <a:avLst/>
                <a:gdLst>
                  <a:gd name="T0" fmla="*/ 1194 w 1195"/>
                  <a:gd name="T1" fmla="*/ 767 h 1094"/>
                  <a:gd name="T2" fmla="*/ 1181 w 1195"/>
                  <a:gd name="T3" fmla="*/ 834 h 1094"/>
                  <a:gd name="T4" fmla="*/ 1157 w 1195"/>
                  <a:gd name="T5" fmla="*/ 894 h 1094"/>
                  <a:gd name="T6" fmla="*/ 1122 w 1195"/>
                  <a:gd name="T7" fmla="*/ 947 h 1094"/>
                  <a:gd name="T8" fmla="*/ 1079 w 1195"/>
                  <a:gd name="T9" fmla="*/ 992 h 1094"/>
                  <a:gd name="T10" fmla="*/ 1027 w 1195"/>
                  <a:gd name="T11" fmla="*/ 1030 h 1094"/>
                  <a:gd name="T12" fmla="*/ 968 w 1195"/>
                  <a:gd name="T13" fmla="*/ 1058 h 1094"/>
                  <a:gd name="T14" fmla="*/ 902 w 1195"/>
                  <a:gd name="T15" fmla="*/ 1079 h 1094"/>
                  <a:gd name="T16" fmla="*/ 831 w 1195"/>
                  <a:gd name="T17" fmla="*/ 1092 h 1094"/>
                  <a:gd name="T18" fmla="*/ 756 w 1195"/>
                  <a:gd name="T19" fmla="*/ 1094 h 1094"/>
                  <a:gd name="T20" fmla="*/ 677 w 1195"/>
                  <a:gd name="T21" fmla="*/ 1086 h 1094"/>
                  <a:gd name="T22" fmla="*/ 596 w 1195"/>
                  <a:gd name="T23" fmla="*/ 1069 h 1094"/>
                  <a:gd name="T24" fmla="*/ 513 w 1195"/>
                  <a:gd name="T25" fmla="*/ 1040 h 1094"/>
                  <a:gd name="T26" fmla="*/ 430 w 1195"/>
                  <a:gd name="T27" fmla="*/ 1001 h 1094"/>
                  <a:gd name="T28" fmla="*/ 348 w 1195"/>
                  <a:gd name="T29" fmla="*/ 950 h 1094"/>
                  <a:gd name="T30" fmla="*/ 268 w 1195"/>
                  <a:gd name="T31" fmla="*/ 887 h 1094"/>
                  <a:gd name="T32" fmla="*/ 194 w 1195"/>
                  <a:gd name="T33" fmla="*/ 817 h 1094"/>
                  <a:gd name="T34" fmla="*/ 135 w 1195"/>
                  <a:gd name="T35" fmla="*/ 745 h 1094"/>
                  <a:gd name="T36" fmla="*/ 87 w 1195"/>
                  <a:gd name="T37" fmla="*/ 671 h 1094"/>
                  <a:gd name="T38" fmla="*/ 49 w 1195"/>
                  <a:gd name="T39" fmla="*/ 598 h 1094"/>
                  <a:gd name="T40" fmla="*/ 22 w 1195"/>
                  <a:gd name="T41" fmla="*/ 523 h 1094"/>
                  <a:gd name="T42" fmla="*/ 6 w 1195"/>
                  <a:gd name="T43" fmla="*/ 450 h 1094"/>
                  <a:gd name="T44" fmla="*/ 0 w 1195"/>
                  <a:gd name="T45" fmla="*/ 379 h 1094"/>
                  <a:gd name="T46" fmla="*/ 5 w 1195"/>
                  <a:gd name="T47" fmla="*/ 312 h 1094"/>
                  <a:gd name="T48" fmla="*/ 19 w 1195"/>
                  <a:gd name="T49" fmla="*/ 247 h 1094"/>
                  <a:gd name="T50" fmla="*/ 43 w 1195"/>
                  <a:gd name="T51" fmla="*/ 189 h 1094"/>
                  <a:gd name="T52" fmla="*/ 76 w 1195"/>
                  <a:gd name="T53" fmla="*/ 137 h 1094"/>
                  <a:gd name="T54" fmla="*/ 118 w 1195"/>
                  <a:gd name="T55" fmla="*/ 91 h 1094"/>
                  <a:gd name="T56" fmla="*/ 170 w 1195"/>
                  <a:gd name="T57" fmla="*/ 54 h 1094"/>
                  <a:gd name="T58" fmla="*/ 231 w 1195"/>
                  <a:gd name="T59" fmla="*/ 25 h 1094"/>
                  <a:gd name="T60" fmla="*/ 300 w 1195"/>
                  <a:gd name="T61" fmla="*/ 8 h 1094"/>
                  <a:gd name="T62" fmla="*/ 377 w 1195"/>
                  <a:gd name="T63" fmla="*/ 0 h 1094"/>
                  <a:gd name="T64" fmla="*/ 447 w 1195"/>
                  <a:gd name="T65" fmla="*/ 3 h 1094"/>
                  <a:gd name="T66" fmla="*/ 508 w 1195"/>
                  <a:gd name="T67" fmla="*/ 14 h 1094"/>
                  <a:gd name="T68" fmla="*/ 572 w 1195"/>
                  <a:gd name="T69" fmla="*/ 31 h 1094"/>
                  <a:gd name="T70" fmla="*/ 670 w 1195"/>
                  <a:gd name="T71" fmla="*/ 69 h 1094"/>
                  <a:gd name="T72" fmla="*/ 800 w 1195"/>
                  <a:gd name="T73" fmla="*/ 139 h 1094"/>
                  <a:gd name="T74" fmla="*/ 923 w 1195"/>
                  <a:gd name="T75" fmla="*/ 230 h 1094"/>
                  <a:gd name="T76" fmla="*/ 1031 w 1195"/>
                  <a:gd name="T77" fmla="*/ 337 h 1094"/>
                  <a:gd name="T78" fmla="*/ 1077 w 1195"/>
                  <a:gd name="T79" fmla="*/ 397 h 1094"/>
                  <a:gd name="T80" fmla="*/ 1118 w 1195"/>
                  <a:gd name="T81" fmla="*/ 459 h 1094"/>
                  <a:gd name="T82" fmla="*/ 1150 w 1195"/>
                  <a:gd name="T83" fmla="*/ 524 h 1094"/>
                  <a:gd name="T84" fmla="*/ 1174 w 1195"/>
                  <a:gd name="T85" fmla="*/ 592 h 1094"/>
                  <a:gd name="T86" fmla="*/ 1190 w 1195"/>
                  <a:gd name="T87" fmla="*/ 661 h 1094"/>
                  <a:gd name="T88" fmla="*/ 1195 w 1195"/>
                  <a:gd name="T89" fmla="*/ 731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195" h="1094">
                    <a:moveTo>
                      <a:pt x="1195" y="731"/>
                    </a:moveTo>
                    <a:lnTo>
                      <a:pt x="1194" y="767"/>
                    </a:lnTo>
                    <a:lnTo>
                      <a:pt x="1188" y="802"/>
                    </a:lnTo>
                    <a:lnTo>
                      <a:pt x="1181" y="834"/>
                    </a:lnTo>
                    <a:lnTo>
                      <a:pt x="1170" y="864"/>
                    </a:lnTo>
                    <a:lnTo>
                      <a:pt x="1157" y="894"/>
                    </a:lnTo>
                    <a:lnTo>
                      <a:pt x="1141" y="920"/>
                    </a:lnTo>
                    <a:lnTo>
                      <a:pt x="1122" y="947"/>
                    </a:lnTo>
                    <a:lnTo>
                      <a:pt x="1102" y="970"/>
                    </a:lnTo>
                    <a:lnTo>
                      <a:pt x="1079" y="992"/>
                    </a:lnTo>
                    <a:lnTo>
                      <a:pt x="1054" y="1011"/>
                    </a:lnTo>
                    <a:lnTo>
                      <a:pt x="1027" y="1030"/>
                    </a:lnTo>
                    <a:lnTo>
                      <a:pt x="998" y="1045"/>
                    </a:lnTo>
                    <a:lnTo>
                      <a:pt x="968" y="1058"/>
                    </a:lnTo>
                    <a:lnTo>
                      <a:pt x="936" y="1070"/>
                    </a:lnTo>
                    <a:lnTo>
                      <a:pt x="902" y="1079"/>
                    </a:lnTo>
                    <a:lnTo>
                      <a:pt x="868" y="1087"/>
                    </a:lnTo>
                    <a:lnTo>
                      <a:pt x="831" y="1092"/>
                    </a:lnTo>
                    <a:lnTo>
                      <a:pt x="794" y="1094"/>
                    </a:lnTo>
                    <a:lnTo>
                      <a:pt x="756" y="1094"/>
                    </a:lnTo>
                    <a:lnTo>
                      <a:pt x="717" y="1091"/>
                    </a:lnTo>
                    <a:lnTo>
                      <a:pt x="677" y="1086"/>
                    </a:lnTo>
                    <a:lnTo>
                      <a:pt x="636" y="1079"/>
                    </a:lnTo>
                    <a:lnTo>
                      <a:pt x="596" y="1069"/>
                    </a:lnTo>
                    <a:lnTo>
                      <a:pt x="554" y="1056"/>
                    </a:lnTo>
                    <a:lnTo>
                      <a:pt x="513" y="1040"/>
                    </a:lnTo>
                    <a:lnTo>
                      <a:pt x="471" y="1022"/>
                    </a:lnTo>
                    <a:lnTo>
                      <a:pt x="430" y="1001"/>
                    </a:lnTo>
                    <a:lnTo>
                      <a:pt x="390" y="977"/>
                    </a:lnTo>
                    <a:lnTo>
                      <a:pt x="348" y="950"/>
                    </a:lnTo>
                    <a:lnTo>
                      <a:pt x="308" y="920"/>
                    </a:lnTo>
                    <a:lnTo>
                      <a:pt x="268" y="887"/>
                    </a:lnTo>
                    <a:lnTo>
                      <a:pt x="228" y="851"/>
                    </a:lnTo>
                    <a:lnTo>
                      <a:pt x="194" y="817"/>
                    </a:lnTo>
                    <a:lnTo>
                      <a:pt x="163" y="781"/>
                    </a:lnTo>
                    <a:lnTo>
                      <a:pt x="135" y="745"/>
                    </a:lnTo>
                    <a:lnTo>
                      <a:pt x="109" y="708"/>
                    </a:lnTo>
                    <a:lnTo>
                      <a:pt x="87" y="671"/>
                    </a:lnTo>
                    <a:lnTo>
                      <a:pt x="66" y="635"/>
                    </a:lnTo>
                    <a:lnTo>
                      <a:pt x="49" y="598"/>
                    </a:lnTo>
                    <a:lnTo>
                      <a:pt x="34" y="560"/>
                    </a:lnTo>
                    <a:lnTo>
                      <a:pt x="22" y="523"/>
                    </a:lnTo>
                    <a:lnTo>
                      <a:pt x="13" y="486"/>
                    </a:lnTo>
                    <a:lnTo>
                      <a:pt x="6" y="450"/>
                    </a:lnTo>
                    <a:lnTo>
                      <a:pt x="2" y="415"/>
                    </a:lnTo>
                    <a:lnTo>
                      <a:pt x="0" y="379"/>
                    </a:lnTo>
                    <a:lnTo>
                      <a:pt x="2" y="345"/>
                    </a:lnTo>
                    <a:lnTo>
                      <a:pt x="5" y="312"/>
                    </a:lnTo>
                    <a:lnTo>
                      <a:pt x="11" y="280"/>
                    </a:lnTo>
                    <a:lnTo>
                      <a:pt x="19" y="247"/>
                    </a:lnTo>
                    <a:lnTo>
                      <a:pt x="29" y="218"/>
                    </a:lnTo>
                    <a:lnTo>
                      <a:pt x="43" y="189"/>
                    </a:lnTo>
                    <a:lnTo>
                      <a:pt x="58" y="162"/>
                    </a:lnTo>
                    <a:lnTo>
                      <a:pt x="76" y="137"/>
                    </a:lnTo>
                    <a:lnTo>
                      <a:pt x="96" y="113"/>
                    </a:lnTo>
                    <a:lnTo>
                      <a:pt x="118" y="91"/>
                    </a:lnTo>
                    <a:lnTo>
                      <a:pt x="143" y="71"/>
                    </a:lnTo>
                    <a:lnTo>
                      <a:pt x="170" y="54"/>
                    </a:lnTo>
                    <a:lnTo>
                      <a:pt x="200" y="39"/>
                    </a:lnTo>
                    <a:lnTo>
                      <a:pt x="231" y="25"/>
                    </a:lnTo>
                    <a:lnTo>
                      <a:pt x="264" y="15"/>
                    </a:lnTo>
                    <a:lnTo>
                      <a:pt x="300" y="8"/>
                    </a:lnTo>
                    <a:lnTo>
                      <a:pt x="337" y="2"/>
                    </a:lnTo>
                    <a:lnTo>
                      <a:pt x="377" y="0"/>
                    </a:lnTo>
                    <a:lnTo>
                      <a:pt x="419" y="1"/>
                    </a:lnTo>
                    <a:lnTo>
                      <a:pt x="447" y="3"/>
                    </a:lnTo>
                    <a:lnTo>
                      <a:pt x="478" y="8"/>
                    </a:lnTo>
                    <a:lnTo>
                      <a:pt x="508" y="14"/>
                    </a:lnTo>
                    <a:lnTo>
                      <a:pt x="541" y="22"/>
                    </a:lnTo>
                    <a:lnTo>
                      <a:pt x="572" y="31"/>
                    </a:lnTo>
                    <a:lnTo>
                      <a:pt x="604" y="41"/>
                    </a:lnTo>
                    <a:lnTo>
                      <a:pt x="670" y="69"/>
                    </a:lnTo>
                    <a:lnTo>
                      <a:pt x="735" y="101"/>
                    </a:lnTo>
                    <a:lnTo>
                      <a:pt x="800" y="139"/>
                    </a:lnTo>
                    <a:lnTo>
                      <a:pt x="862" y="182"/>
                    </a:lnTo>
                    <a:lnTo>
                      <a:pt x="923" y="230"/>
                    </a:lnTo>
                    <a:lnTo>
                      <a:pt x="979" y="282"/>
                    </a:lnTo>
                    <a:lnTo>
                      <a:pt x="1031" y="337"/>
                    </a:lnTo>
                    <a:lnTo>
                      <a:pt x="1054" y="366"/>
                    </a:lnTo>
                    <a:lnTo>
                      <a:pt x="1077" y="397"/>
                    </a:lnTo>
                    <a:lnTo>
                      <a:pt x="1098" y="427"/>
                    </a:lnTo>
                    <a:lnTo>
                      <a:pt x="1118" y="459"/>
                    </a:lnTo>
                    <a:lnTo>
                      <a:pt x="1135" y="492"/>
                    </a:lnTo>
                    <a:lnTo>
                      <a:pt x="1150" y="524"/>
                    </a:lnTo>
                    <a:lnTo>
                      <a:pt x="1164" y="557"/>
                    </a:lnTo>
                    <a:lnTo>
                      <a:pt x="1174" y="592"/>
                    </a:lnTo>
                    <a:lnTo>
                      <a:pt x="1183" y="625"/>
                    </a:lnTo>
                    <a:lnTo>
                      <a:pt x="1190" y="661"/>
                    </a:lnTo>
                    <a:lnTo>
                      <a:pt x="1194" y="696"/>
                    </a:lnTo>
                    <a:lnTo>
                      <a:pt x="1195" y="731"/>
                    </a:lnTo>
                    <a:close/>
                  </a:path>
                </a:pathLst>
              </a:custGeom>
              <a:solidFill>
                <a:srgbClr val="00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217" name="Freeform 143"/>
              <p:cNvSpPr>
                <a:spLocks/>
              </p:cNvSpPr>
              <p:nvPr/>
            </p:nvSpPr>
            <p:spPr bwMode="auto">
              <a:xfrm>
                <a:off x="2376" y="1016"/>
                <a:ext cx="599" cy="572"/>
              </a:xfrm>
              <a:custGeom>
                <a:avLst/>
                <a:gdLst>
                  <a:gd name="T0" fmla="*/ 1199 w 1199"/>
                  <a:gd name="T1" fmla="*/ 666 h 1143"/>
                  <a:gd name="T2" fmla="*/ 1190 w 1199"/>
                  <a:gd name="T3" fmla="*/ 754 h 1143"/>
                  <a:gd name="T4" fmla="*/ 1167 w 1199"/>
                  <a:gd name="T5" fmla="*/ 833 h 1143"/>
                  <a:gd name="T6" fmla="*/ 1134 w 1199"/>
                  <a:gd name="T7" fmla="*/ 905 h 1143"/>
                  <a:gd name="T8" fmla="*/ 1089 w 1199"/>
                  <a:gd name="T9" fmla="*/ 968 h 1143"/>
                  <a:gd name="T10" fmla="*/ 1034 w 1199"/>
                  <a:gd name="T11" fmla="*/ 1022 h 1143"/>
                  <a:gd name="T12" fmla="*/ 972 w 1199"/>
                  <a:gd name="T13" fmla="*/ 1066 h 1143"/>
                  <a:gd name="T14" fmla="*/ 903 w 1199"/>
                  <a:gd name="T15" fmla="*/ 1102 h 1143"/>
                  <a:gd name="T16" fmla="*/ 828 w 1199"/>
                  <a:gd name="T17" fmla="*/ 1126 h 1143"/>
                  <a:gd name="T18" fmla="*/ 749 w 1199"/>
                  <a:gd name="T19" fmla="*/ 1141 h 1143"/>
                  <a:gd name="T20" fmla="*/ 667 w 1199"/>
                  <a:gd name="T21" fmla="*/ 1143 h 1143"/>
                  <a:gd name="T22" fmla="*/ 582 w 1199"/>
                  <a:gd name="T23" fmla="*/ 1135 h 1143"/>
                  <a:gd name="T24" fmla="*/ 498 w 1199"/>
                  <a:gd name="T25" fmla="*/ 1115 h 1143"/>
                  <a:gd name="T26" fmla="*/ 412 w 1199"/>
                  <a:gd name="T27" fmla="*/ 1083 h 1143"/>
                  <a:gd name="T28" fmla="*/ 331 w 1199"/>
                  <a:gd name="T29" fmla="*/ 1038 h 1143"/>
                  <a:gd name="T30" fmla="*/ 250 w 1199"/>
                  <a:gd name="T31" fmla="*/ 981 h 1143"/>
                  <a:gd name="T32" fmla="*/ 175 w 1199"/>
                  <a:gd name="T33" fmla="*/ 910 h 1143"/>
                  <a:gd name="T34" fmla="*/ 112 w 1199"/>
                  <a:gd name="T35" fmla="*/ 833 h 1143"/>
                  <a:gd name="T36" fmla="*/ 63 w 1199"/>
                  <a:gd name="T37" fmla="*/ 755 h 1143"/>
                  <a:gd name="T38" fmla="*/ 30 w 1199"/>
                  <a:gd name="T39" fmla="*/ 674 h 1143"/>
                  <a:gd name="T40" fmla="*/ 8 w 1199"/>
                  <a:gd name="T41" fmla="*/ 595 h 1143"/>
                  <a:gd name="T42" fmla="*/ 0 w 1199"/>
                  <a:gd name="T43" fmla="*/ 515 h 1143"/>
                  <a:gd name="T44" fmla="*/ 5 w 1199"/>
                  <a:gd name="T45" fmla="*/ 438 h 1143"/>
                  <a:gd name="T46" fmla="*/ 20 w 1199"/>
                  <a:gd name="T47" fmla="*/ 364 h 1143"/>
                  <a:gd name="T48" fmla="*/ 45 w 1199"/>
                  <a:gd name="T49" fmla="*/ 294 h 1143"/>
                  <a:gd name="T50" fmla="*/ 81 w 1199"/>
                  <a:gd name="T51" fmla="*/ 229 h 1143"/>
                  <a:gd name="T52" fmla="*/ 127 w 1199"/>
                  <a:gd name="T53" fmla="*/ 171 h 1143"/>
                  <a:gd name="T54" fmla="*/ 180 w 1199"/>
                  <a:gd name="T55" fmla="*/ 119 h 1143"/>
                  <a:gd name="T56" fmla="*/ 242 w 1199"/>
                  <a:gd name="T57" fmla="*/ 75 h 1143"/>
                  <a:gd name="T58" fmla="*/ 311 w 1199"/>
                  <a:gd name="T59" fmla="*/ 41 h 1143"/>
                  <a:gd name="T60" fmla="*/ 387 w 1199"/>
                  <a:gd name="T61" fmla="*/ 15 h 1143"/>
                  <a:gd name="T62" fmla="*/ 470 w 1199"/>
                  <a:gd name="T63" fmla="*/ 3 h 1143"/>
                  <a:gd name="T64" fmla="*/ 571 w 1199"/>
                  <a:gd name="T65" fmla="*/ 3 h 1143"/>
                  <a:gd name="T66" fmla="*/ 690 w 1199"/>
                  <a:gd name="T67" fmla="*/ 24 h 1143"/>
                  <a:gd name="T68" fmla="*/ 805 w 1199"/>
                  <a:gd name="T69" fmla="*/ 69 h 1143"/>
                  <a:gd name="T70" fmla="*/ 915 w 1199"/>
                  <a:gd name="T71" fmla="*/ 134 h 1143"/>
                  <a:gd name="T72" fmla="*/ 1013 w 1199"/>
                  <a:gd name="T73" fmla="*/ 217 h 1143"/>
                  <a:gd name="T74" fmla="*/ 1094 w 1199"/>
                  <a:gd name="T75" fmla="*/ 316 h 1143"/>
                  <a:gd name="T76" fmla="*/ 1143 w 1199"/>
                  <a:gd name="T77" fmla="*/ 400 h 1143"/>
                  <a:gd name="T78" fmla="*/ 1168 w 1199"/>
                  <a:gd name="T79" fmla="*/ 459 h 1143"/>
                  <a:gd name="T80" fmla="*/ 1185 w 1199"/>
                  <a:gd name="T81" fmla="*/ 522 h 1143"/>
                  <a:gd name="T82" fmla="*/ 1197 w 1199"/>
                  <a:gd name="T83" fmla="*/ 587 h 1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1199" h="1143">
                    <a:moveTo>
                      <a:pt x="1199" y="620"/>
                    </a:moveTo>
                    <a:lnTo>
                      <a:pt x="1199" y="666"/>
                    </a:lnTo>
                    <a:lnTo>
                      <a:pt x="1197" y="711"/>
                    </a:lnTo>
                    <a:lnTo>
                      <a:pt x="1190" y="754"/>
                    </a:lnTo>
                    <a:lnTo>
                      <a:pt x="1181" y="794"/>
                    </a:lnTo>
                    <a:lnTo>
                      <a:pt x="1167" y="833"/>
                    </a:lnTo>
                    <a:lnTo>
                      <a:pt x="1152" y="870"/>
                    </a:lnTo>
                    <a:lnTo>
                      <a:pt x="1134" y="905"/>
                    </a:lnTo>
                    <a:lnTo>
                      <a:pt x="1112" y="937"/>
                    </a:lnTo>
                    <a:lnTo>
                      <a:pt x="1089" y="968"/>
                    </a:lnTo>
                    <a:lnTo>
                      <a:pt x="1062" y="996"/>
                    </a:lnTo>
                    <a:lnTo>
                      <a:pt x="1034" y="1022"/>
                    </a:lnTo>
                    <a:lnTo>
                      <a:pt x="1003" y="1045"/>
                    </a:lnTo>
                    <a:lnTo>
                      <a:pt x="972" y="1066"/>
                    </a:lnTo>
                    <a:lnTo>
                      <a:pt x="938" y="1085"/>
                    </a:lnTo>
                    <a:lnTo>
                      <a:pt x="903" y="1102"/>
                    </a:lnTo>
                    <a:lnTo>
                      <a:pt x="866" y="1115"/>
                    </a:lnTo>
                    <a:lnTo>
                      <a:pt x="828" y="1126"/>
                    </a:lnTo>
                    <a:lnTo>
                      <a:pt x="789" y="1135"/>
                    </a:lnTo>
                    <a:lnTo>
                      <a:pt x="749" y="1141"/>
                    </a:lnTo>
                    <a:lnTo>
                      <a:pt x="709" y="1143"/>
                    </a:lnTo>
                    <a:lnTo>
                      <a:pt x="667" y="1143"/>
                    </a:lnTo>
                    <a:lnTo>
                      <a:pt x="624" y="1141"/>
                    </a:lnTo>
                    <a:lnTo>
                      <a:pt x="582" y="1135"/>
                    </a:lnTo>
                    <a:lnTo>
                      <a:pt x="540" y="1127"/>
                    </a:lnTo>
                    <a:lnTo>
                      <a:pt x="498" y="1115"/>
                    </a:lnTo>
                    <a:lnTo>
                      <a:pt x="455" y="1100"/>
                    </a:lnTo>
                    <a:lnTo>
                      <a:pt x="412" y="1083"/>
                    </a:lnTo>
                    <a:lnTo>
                      <a:pt x="371" y="1062"/>
                    </a:lnTo>
                    <a:lnTo>
                      <a:pt x="331" y="1038"/>
                    </a:lnTo>
                    <a:lnTo>
                      <a:pt x="290" y="1012"/>
                    </a:lnTo>
                    <a:lnTo>
                      <a:pt x="250" y="981"/>
                    </a:lnTo>
                    <a:lnTo>
                      <a:pt x="212" y="947"/>
                    </a:lnTo>
                    <a:lnTo>
                      <a:pt x="175" y="910"/>
                    </a:lnTo>
                    <a:lnTo>
                      <a:pt x="142" y="872"/>
                    </a:lnTo>
                    <a:lnTo>
                      <a:pt x="112" y="833"/>
                    </a:lnTo>
                    <a:lnTo>
                      <a:pt x="86" y="794"/>
                    </a:lnTo>
                    <a:lnTo>
                      <a:pt x="63" y="755"/>
                    </a:lnTo>
                    <a:lnTo>
                      <a:pt x="45" y="714"/>
                    </a:lnTo>
                    <a:lnTo>
                      <a:pt x="30" y="674"/>
                    </a:lnTo>
                    <a:lnTo>
                      <a:pt x="17" y="634"/>
                    </a:lnTo>
                    <a:lnTo>
                      <a:pt x="8" y="595"/>
                    </a:lnTo>
                    <a:lnTo>
                      <a:pt x="4" y="554"/>
                    </a:lnTo>
                    <a:lnTo>
                      <a:pt x="0" y="515"/>
                    </a:lnTo>
                    <a:lnTo>
                      <a:pt x="1" y="476"/>
                    </a:lnTo>
                    <a:lnTo>
                      <a:pt x="5" y="438"/>
                    </a:lnTo>
                    <a:lnTo>
                      <a:pt x="10" y="401"/>
                    </a:lnTo>
                    <a:lnTo>
                      <a:pt x="20" y="364"/>
                    </a:lnTo>
                    <a:lnTo>
                      <a:pt x="31" y="329"/>
                    </a:lnTo>
                    <a:lnTo>
                      <a:pt x="45" y="294"/>
                    </a:lnTo>
                    <a:lnTo>
                      <a:pt x="62" y="261"/>
                    </a:lnTo>
                    <a:lnTo>
                      <a:pt x="81" y="229"/>
                    </a:lnTo>
                    <a:lnTo>
                      <a:pt x="103" y="198"/>
                    </a:lnTo>
                    <a:lnTo>
                      <a:pt x="127" y="171"/>
                    </a:lnTo>
                    <a:lnTo>
                      <a:pt x="152" y="143"/>
                    </a:lnTo>
                    <a:lnTo>
                      <a:pt x="180" y="119"/>
                    </a:lnTo>
                    <a:lnTo>
                      <a:pt x="210" y="96"/>
                    </a:lnTo>
                    <a:lnTo>
                      <a:pt x="242" y="75"/>
                    </a:lnTo>
                    <a:lnTo>
                      <a:pt x="277" y="56"/>
                    </a:lnTo>
                    <a:lnTo>
                      <a:pt x="311" y="41"/>
                    </a:lnTo>
                    <a:lnTo>
                      <a:pt x="349" y="27"/>
                    </a:lnTo>
                    <a:lnTo>
                      <a:pt x="387" y="15"/>
                    </a:lnTo>
                    <a:lnTo>
                      <a:pt x="427" y="7"/>
                    </a:lnTo>
                    <a:lnTo>
                      <a:pt x="470" y="3"/>
                    </a:lnTo>
                    <a:lnTo>
                      <a:pt x="513" y="0"/>
                    </a:lnTo>
                    <a:lnTo>
                      <a:pt x="571" y="3"/>
                    </a:lnTo>
                    <a:lnTo>
                      <a:pt x="630" y="11"/>
                    </a:lnTo>
                    <a:lnTo>
                      <a:pt x="690" y="24"/>
                    </a:lnTo>
                    <a:lnTo>
                      <a:pt x="749" y="45"/>
                    </a:lnTo>
                    <a:lnTo>
                      <a:pt x="805" y="69"/>
                    </a:lnTo>
                    <a:lnTo>
                      <a:pt x="862" y="99"/>
                    </a:lnTo>
                    <a:lnTo>
                      <a:pt x="915" y="134"/>
                    </a:lnTo>
                    <a:lnTo>
                      <a:pt x="965" y="174"/>
                    </a:lnTo>
                    <a:lnTo>
                      <a:pt x="1013" y="217"/>
                    </a:lnTo>
                    <a:lnTo>
                      <a:pt x="1056" y="265"/>
                    </a:lnTo>
                    <a:lnTo>
                      <a:pt x="1094" y="316"/>
                    </a:lnTo>
                    <a:lnTo>
                      <a:pt x="1128" y="371"/>
                    </a:lnTo>
                    <a:lnTo>
                      <a:pt x="1143" y="400"/>
                    </a:lnTo>
                    <a:lnTo>
                      <a:pt x="1155" y="429"/>
                    </a:lnTo>
                    <a:lnTo>
                      <a:pt x="1168" y="459"/>
                    </a:lnTo>
                    <a:lnTo>
                      <a:pt x="1177" y="490"/>
                    </a:lnTo>
                    <a:lnTo>
                      <a:pt x="1185" y="522"/>
                    </a:lnTo>
                    <a:lnTo>
                      <a:pt x="1192" y="553"/>
                    </a:lnTo>
                    <a:lnTo>
                      <a:pt x="1197" y="587"/>
                    </a:lnTo>
                    <a:lnTo>
                      <a:pt x="1199" y="620"/>
                    </a:lnTo>
                    <a:close/>
                  </a:path>
                </a:pathLst>
              </a:custGeom>
              <a:solidFill>
                <a:srgbClr val="4AFF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218" name="Freeform 144"/>
              <p:cNvSpPr>
                <a:spLocks/>
              </p:cNvSpPr>
              <p:nvPr/>
            </p:nvSpPr>
            <p:spPr bwMode="auto">
              <a:xfrm>
                <a:off x="2900" y="2599"/>
                <a:ext cx="583" cy="539"/>
              </a:xfrm>
              <a:custGeom>
                <a:avLst/>
                <a:gdLst>
                  <a:gd name="T0" fmla="*/ 0 w 1166"/>
                  <a:gd name="T1" fmla="*/ 1078 h 1078"/>
                  <a:gd name="T2" fmla="*/ 12 w 1166"/>
                  <a:gd name="T3" fmla="*/ 1067 h 1078"/>
                  <a:gd name="T4" fmla="*/ 25 w 1166"/>
                  <a:gd name="T5" fmla="*/ 1054 h 1078"/>
                  <a:gd name="T6" fmla="*/ 36 w 1166"/>
                  <a:gd name="T7" fmla="*/ 1039 h 1078"/>
                  <a:gd name="T8" fmla="*/ 50 w 1166"/>
                  <a:gd name="T9" fmla="*/ 1022 h 1078"/>
                  <a:gd name="T10" fmla="*/ 63 w 1166"/>
                  <a:gd name="T11" fmla="*/ 1000 h 1078"/>
                  <a:gd name="T12" fmla="*/ 76 w 1166"/>
                  <a:gd name="T13" fmla="*/ 975 h 1078"/>
                  <a:gd name="T14" fmla="*/ 89 w 1166"/>
                  <a:gd name="T15" fmla="*/ 946 h 1078"/>
                  <a:gd name="T16" fmla="*/ 103 w 1166"/>
                  <a:gd name="T17" fmla="*/ 910 h 1078"/>
                  <a:gd name="T18" fmla="*/ 116 w 1166"/>
                  <a:gd name="T19" fmla="*/ 878 h 1078"/>
                  <a:gd name="T20" fmla="*/ 132 w 1166"/>
                  <a:gd name="T21" fmla="*/ 847 h 1078"/>
                  <a:gd name="T22" fmla="*/ 151 w 1166"/>
                  <a:gd name="T23" fmla="*/ 814 h 1078"/>
                  <a:gd name="T24" fmla="*/ 174 w 1166"/>
                  <a:gd name="T25" fmla="*/ 782 h 1078"/>
                  <a:gd name="T26" fmla="*/ 201 w 1166"/>
                  <a:gd name="T27" fmla="*/ 749 h 1078"/>
                  <a:gd name="T28" fmla="*/ 232 w 1166"/>
                  <a:gd name="T29" fmla="*/ 713 h 1078"/>
                  <a:gd name="T30" fmla="*/ 268 w 1166"/>
                  <a:gd name="T31" fmla="*/ 677 h 1078"/>
                  <a:gd name="T32" fmla="*/ 308 w 1166"/>
                  <a:gd name="T33" fmla="*/ 638 h 1078"/>
                  <a:gd name="T34" fmla="*/ 359 w 1166"/>
                  <a:gd name="T35" fmla="*/ 593 h 1078"/>
                  <a:gd name="T36" fmla="*/ 409 w 1166"/>
                  <a:gd name="T37" fmla="*/ 551 h 1078"/>
                  <a:gd name="T38" fmla="*/ 515 w 1166"/>
                  <a:gd name="T39" fmla="*/ 469 h 1078"/>
                  <a:gd name="T40" fmla="*/ 625 w 1166"/>
                  <a:gd name="T41" fmla="*/ 392 h 1078"/>
                  <a:gd name="T42" fmla="*/ 735 w 1166"/>
                  <a:gd name="T43" fmla="*/ 316 h 1078"/>
                  <a:gd name="T44" fmla="*/ 846 w 1166"/>
                  <a:gd name="T45" fmla="*/ 241 h 1078"/>
                  <a:gd name="T46" fmla="*/ 955 w 1166"/>
                  <a:gd name="T47" fmla="*/ 165 h 1078"/>
                  <a:gd name="T48" fmla="*/ 1063 w 1166"/>
                  <a:gd name="T49" fmla="*/ 85 h 1078"/>
                  <a:gd name="T50" fmla="*/ 1116 w 1166"/>
                  <a:gd name="T51" fmla="*/ 44 h 1078"/>
                  <a:gd name="T52" fmla="*/ 1166 w 1166"/>
                  <a:gd name="T53" fmla="*/ 0 h 1078"/>
                  <a:gd name="T54" fmla="*/ 1111 w 1166"/>
                  <a:gd name="T55" fmla="*/ 85 h 1078"/>
                  <a:gd name="T56" fmla="*/ 1052 w 1166"/>
                  <a:gd name="T57" fmla="*/ 167 h 1078"/>
                  <a:gd name="T58" fmla="*/ 992 w 1166"/>
                  <a:gd name="T59" fmla="*/ 248 h 1078"/>
                  <a:gd name="T60" fmla="*/ 929 w 1166"/>
                  <a:gd name="T61" fmla="*/ 327 h 1078"/>
                  <a:gd name="T62" fmla="*/ 863 w 1166"/>
                  <a:gd name="T63" fmla="*/ 403 h 1078"/>
                  <a:gd name="T64" fmla="*/ 795 w 1166"/>
                  <a:gd name="T65" fmla="*/ 477 h 1078"/>
                  <a:gd name="T66" fmla="*/ 725 w 1166"/>
                  <a:gd name="T67" fmla="*/ 548 h 1078"/>
                  <a:gd name="T68" fmla="*/ 652 w 1166"/>
                  <a:gd name="T69" fmla="*/ 619 h 1078"/>
                  <a:gd name="T70" fmla="*/ 579 w 1166"/>
                  <a:gd name="T71" fmla="*/ 685 h 1078"/>
                  <a:gd name="T72" fmla="*/ 502 w 1166"/>
                  <a:gd name="T73" fmla="*/ 749 h 1078"/>
                  <a:gd name="T74" fmla="*/ 423 w 1166"/>
                  <a:gd name="T75" fmla="*/ 811 h 1078"/>
                  <a:gd name="T76" fmla="*/ 343 w 1166"/>
                  <a:gd name="T77" fmla="*/ 870 h 1078"/>
                  <a:gd name="T78" fmla="*/ 260 w 1166"/>
                  <a:gd name="T79" fmla="*/ 926 h 1078"/>
                  <a:gd name="T80" fmla="*/ 174 w 1166"/>
                  <a:gd name="T81" fmla="*/ 980 h 1078"/>
                  <a:gd name="T82" fmla="*/ 89 w 1166"/>
                  <a:gd name="T83" fmla="*/ 1031 h 1078"/>
                  <a:gd name="T84" fmla="*/ 0 w 1166"/>
                  <a:gd name="T85" fmla="*/ 1078 h 10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166" h="1078">
                    <a:moveTo>
                      <a:pt x="0" y="1078"/>
                    </a:moveTo>
                    <a:lnTo>
                      <a:pt x="12" y="1067"/>
                    </a:lnTo>
                    <a:lnTo>
                      <a:pt x="25" y="1054"/>
                    </a:lnTo>
                    <a:lnTo>
                      <a:pt x="36" y="1039"/>
                    </a:lnTo>
                    <a:lnTo>
                      <a:pt x="50" y="1022"/>
                    </a:lnTo>
                    <a:lnTo>
                      <a:pt x="63" y="1000"/>
                    </a:lnTo>
                    <a:lnTo>
                      <a:pt x="76" y="975"/>
                    </a:lnTo>
                    <a:lnTo>
                      <a:pt x="89" y="946"/>
                    </a:lnTo>
                    <a:lnTo>
                      <a:pt x="103" y="910"/>
                    </a:lnTo>
                    <a:lnTo>
                      <a:pt x="116" y="878"/>
                    </a:lnTo>
                    <a:lnTo>
                      <a:pt x="132" y="847"/>
                    </a:lnTo>
                    <a:lnTo>
                      <a:pt x="151" y="814"/>
                    </a:lnTo>
                    <a:lnTo>
                      <a:pt x="174" y="782"/>
                    </a:lnTo>
                    <a:lnTo>
                      <a:pt x="201" y="749"/>
                    </a:lnTo>
                    <a:lnTo>
                      <a:pt x="232" y="713"/>
                    </a:lnTo>
                    <a:lnTo>
                      <a:pt x="268" y="677"/>
                    </a:lnTo>
                    <a:lnTo>
                      <a:pt x="308" y="638"/>
                    </a:lnTo>
                    <a:lnTo>
                      <a:pt x="359" y="593"/>
                    </a:lnTo>
                    <a:lnTo>
                      <a:pt x="409" y="551"/>
                    </a:lnTo>
                    <a:lnTo>
                      <a:pt x="515" y="469"/>
                    </a:lnTo>
                    <a:lnTo>
                      <a:pt x="625" y="392"/>
                    </a:lnTo>
                    <a:lnTo>
                      <a:pt x="735" y="316"/>
                    </a:lnTo>
                    <a:lnTo>
                      <a:pt x="846" y="241"/>
                    </a:lnTo>
                    <a:lnTo>
                      <a:pt x="955" y="165"/>
                    </a:lnTo>
                    <a:lnTo>
                      <a:pt x="1063" y="85"/>
                    </a:lnTo>
                    <a:lnTo>
                      <a:pt x="1116" y="44"/>
                    </a:lnTo>
                    <a:lnTo>
                      <a:pt x="1166" y="0"/>
                    </a:lnTo>
                    <a:lnTo>
                      <a:pt x="1111" y="85"/>
                    </a:lnTo>
                    <a:lnTo>
                      <a:pt x="1052" y="167"/>
                    </a:lnTo>
                    <a:lnTo>
                      <a:pt x="992" y="248"/>
                    </a:lnTo>
                    <a:lnTo>
                      <a:pt x="929" y="327"/>
                    </a:lnTo>
                    <a:lnTo>
                      <a:pt x="863" y="403"/>
                    </a:lnTo>
                    <a:lnTo>
                      <a:pt x="795" y="477"/>
                    </a:lnTo>
                    <a:lnTo>
                      <a:pt x="725" y="548"/>
                    </a:lnTo>
                    <a:lnTo>
                      <a:pt x="652" y="619"/>
                    </a:lnTo>
                    <a:lnTo>
                      <a:pt x="579" y="685"/>
                    </a:lnTo>
                    <a:lnTo>
                      <a:pt x="502" y="749"/>
                    </a:lnTo>
                    <a:lnTo>
                      <a:pt x="423" y="811"/>
                    </a:lnTo>
                    <a:lnTo>
                      <a:pt x="343" y="870"/>
                    </a:lnTo>
                    <a:lnTo>
                      <a:pt x="260" y="926"/>
                    </a:lnTo>
                    <a:lnTo>
                      <a:pt x="174" y="980"/>
                    </a:lnTo>
                    <a:lnTo>
                      <a:pt x="89" y="1031"/>
                    </a:lnTo>
                    <a:lnTo>
                      <a:pt x="0" y="1078"/>
                    </a:lnTo>
                    <a:close/>
                  </a:path>
                </a:pathLst>
              </a:custGeom>
              <a:solidFill>
                <a:srgbClr val="005A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219" name="Freeform 145"/>
              <p:cNvSpPr>
                <a:spLocks/>
              </p:cNvSpPr>
              <p:nvPr/>
            </p:nvSpPr>
            <p:spPr bwMode="auto">
              <a:xfrm>
                <a:off x="1366" y="2138"/>
                <a:ext cx="578" cy="532"/>
              </a:xfrm>
              <a:custGeom>
                <a:avLst/>
                <a:gdLst>
                  <a:gd name="T0" fmla="*/ 1153 w 1155"/>
                  <a:gd name="T1" fmla="*/ 749 h 1065"/>
                  <a:gd name="T2" fmla="*/ 1139 w 1155"/>
                  <a:gd name="T3" fmla="*/ 818 h 1065"/>
                  <a:gd name="T4" fmla="*/ 1113 w 1155"/>
                  <a:gd name="T5" fmla="*/ 879 h 1065"/>
                  <a:gd name="T6" fmla="*/ 1077 w 1155"/>
                  <a:gd name="T7" fmla="*/ 932 h 1065"/>
                  <a:gd name="T8" fmla="*/ 1031 w 1155"/>
                  <a:gd name="T9" fmla="*/ 977 h 1065"/>
                  <a:gd name="T10" fmla="*/ 977 w 1155"/>
                  <a:gd name="T11" fmla="*/ 1013 h 1065"/>
                  <a:gd name="T12" fmla="*/ 914 w 1155"/>
                  <a:gd name="T13" fmla="*/ 1039 h 1065"/>
                  <a:gd name="T14" fmla="*/ 846 w 1155"/>
                  <a:gd name="T15" fmla="*/ 1057 h 1065"/>
                  <a:gd name="T16" fmla="*/ 774 w 1155"/>
                  <a:gd name="T17" fmla="*/ 1065 h 1065"/>
                  <a:gd name="T18" fmla="*/ 697 w 1155"/>
                  <a:gd name="T19" fmla="*/ 1063 h 1065"/>
                  <a:gd name="T20" fmla="*/ 617 w 1155"/>
                  <a:gd name="T21" fmla="*/ 1049 h 1065"/>
                  <a:gd name="T22" fmla="*/ 535 w 1155"/>
                  <a:gd name="T23" fmla="*/ 1026 h 1065"/>
                  <a:gd name="T24" fmla="*/ 452 w 1155"/>
                  <a:gd name="T25" fmla="*/ 990 h 1065"/>
                  <a:gd name="T26" fmla="*/ 371 w 1155"/>
                  <a:gd name="T27" fmla="*/ 943 h 1065"/>
                  <a:gd name="T28" fmla="*/ 290 w 1155"/>
                  <a:gd name="T29" fmla="*/ 884 h 1065"/>
                  <a:gd name="T30" fmla="*/ 212 w 1155"/>
                  <a:gd name="T31" fmla="*/ 813 h 1065"/>
                  <a:gd name="T32" fmla="*/ 146 w 1155"/>
                  <a:gd name="T33" fmla="*/ 739 h 1065"/>
                  <a:gd name="T34" fmla="*/ 98 w 1155"/>
                  <a:gd name="T35" fmla="*/ 671 h 1065"/>
                  <a:gd name="T36" fmla="*/ 59 w 1155"/>
                  <a:gd name="T37" fmla="*/ 602 h 1065"/>
                  <a:gd name="T38" fmla="*/ 30 w 1155"/>
                  <a:gd name="T39" fmla="*/ 534 h 1065"/>
                  <a:gd name="T40" fmla="*/ 11 w 1155"/>
                  <a:gd name="T41" fmla="*/ 466 h 1065"/>
                  <a:gd name="T42" fmla="*/ 1 w 1155"/>
                  <a:gd name="T43" fmla="*/ 399 h 1065"/>
                  <a:gd name="T44" fmla="*/ 1 w 1155"/>
                  <a:gd name="T45" fmla="*/ 336 h 1065"/>
                  <a:gd name="T46" fmla="*/ 9 w 1155"/>
                  <a:gd name="T47" fmla="*/ 275 h 1065"/>
                  <a:gd name="T48" fmla="*/ 25 w 1155"/>
                  <a:gd name="T49" fmla="*/ 218 h 1065"/>
                  <a:gd name="T50" fmla="*/ 50 w 1155"/>
                  <a:gd name="T51" fmla="*/ 166 h 1065"/>
                  <a:gd name="T52" fmla="*/ 84 w 1155"/>
                  <a:gd name="T53" fmla="*/ 120 h 1065"/>
                  <a:gd name="T54" fmla="*/ 125 w 1155"/>
                  <a:gd name="T55" fmla="*/ 80 h 1065"/>
                  <a:gd name="T56" fmla="*/ 174 w 1155"/>
                  <a:gd name="T57" fmla="*/ 48 h 1065"/>
                  <a:gd name="T58" fmla="*/ 230 w 1155"/>
                  <a:gd name="T59" fmla="*/ 22 h 1065"/>
                  <a:gd name="T60" fmla="*/ 294 w 1155"/>
                  <a:gd name="T61" fmla="*/ 7 h 1065"/>
                  <a:gd name="T62" fmla="*/ 364 w 1155"/>
                  <a:gd name="T63" fmla="*/ 0 h 1065"/>
                  <a:gd name="T64" fmla="*/ 431 w 1155"/>
                  <a:gd name="T65" fmla="*/ 4 h 1065"/>
                  <a:gd name="T66" fmla="*/ 491 w 1155"/>
                  <a:gd name="T67" fmla="*/ 14 h 1065"/>
                  <a:gd name="T68" fmla="*/ 584 w 1155"/>
                  <a:gd name="T69" fmla="*/ 42 h 1065"/>
                  <a:gd name="T70" fmla="*/ 712 w 1155"/>
                  <a:gd name="T71" fmla="*/ 99 h 1065"/>
                  <a:gd name="T72" fmla="*/ 835 w 1155"/>
                  <a:gd name="T73" fmla="*/ 178 h 1065"/>
                  <a:gd name="T74" fmla="*/ 948 w 1155"/>
                  <a:gd name="T75" fmla="*/ 275 h 1065"/>
                  <a:gd name="T76" fmla="*/ 1022 w 1155"/>
                  <a:gd name="T77" fmla="*/ 358 h 1065"/>
                  <a:gd name="T78" fmla="*/ 1063 w 1155"/>
                  <a:gd name="T79" fmla="*/ 417 h 1065"/>
                  <a:gd name="T80" fmla="*/ 1099 w 1155"/>
                  <a:gd name="T81" fmla="*/ 478 h 1065"/>
                  <a:gd name="T82" fmla="*/ 1126 w 1155"/>
                  <a:gd name="T83" fmla="*/ 543 h 1065"/>
                  <a:gd name="T84" fmla="*/ 1145 w 1155"/>
                  <a:gd name="T85" fmla="*/ 610 h 1065"/>
                  <a:gd name="T86" fmla="*/ 1154 w 1155"/>
                  <a:gd name="T87" fmla="*/ 678 h 10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155" h="1065">
                    <a:moveTo>
                      <a:pt x="1155" y="712"/>
                    </a:moveTo>
                    <a:lnTo>
                      <a:pt x="1153" y="749"/>
                    </a:lnTo>
                    <a:lnTo>
                      <a:pt x="1147" y="785"/>
                    </a:lnTo>
                    <a:lnTo>
                      <a:pt x="1139" y="818"/>
                    </a:lnTo>
                    <a:lnTo>
                      <a:pt x="1128" y="849"/>
                    </a:lnTo>
                    <a:lnTo>
                      <a:pt x="1113" y="879"/>
                    </a:lnTo>
                    <a:lnTo>
                      <a:pt x="1096" y="907"/>
                    </a:lnTo>
                    <a:lnTo>
                      <a:pt x="1077" y="932"/>
                    </a:lnTo>
                    <a:lnTo>
                      <a:pt x="1055" y="955"/>
                    </a:lnTo>
                    <a:lnTo>
                      <a:pt x="1031" y="977"/>
                    </a:lnTo>
                    <a:lnTo>
                      <a:pt x="1004" y="996"/>
                    </a:lnTo>
                    <a:lnTo>
                      <a:pt x="977" y="1013"/>
                    </a:lnTo>
                    <a:lnTo>
                      <a:pt x="947" y="1028"/>
                    </a:lnTo>
                    <a:lnTo>
                      <a:pt x="914" y="1039"/>
                    </a:lnTo>
                    <a:lnTo>
                      <a:pt x="881" y="1050"/>
                    </a:lnTo>
                    <a:lnTo>
                      <a:pt x="846" y="1057"/>
                    </a:lnTo>
                    <a:lnTo>
                      <a:pt x="811" y="1063"/>
                    </a:lnTo>
                    <a:lnTo>
                      <a:pt x="774" y="1065"/>
                    </a:lnTo>
                    <a:lnTo>
                      <a:pt x="736" y="1065"/>
                    </a:lnTo>
                    <a:lnTo>
                      <a:pt x="697" y="1063"/>
                    </a:lnTo>
                    <a:lnTo>
                      <a:pt x="658" y="1057"/>
                    </a:lnTo>
                    <a:lnTo>
                      <a:pt x="617" y="1049"/>
                    </a:lnTo>
                    <a:lnTo>
                      <a:pt x="576" y="1038"/>
                    </a:lnTo>
                    <a:lnTo>
                      <a:pt x="535" y="1026"/>
                    </a:lnTo>
                    <a:lnTo>
                      <a:pt x="494" y="1008"/>
                    </a:lnTo>
                    <a:lnTo>
                      <a:pt x="452" y="990"/>
                    </a:lnTo>
                    <a:lnTo>
                      <a:pt x="411" y="968"/>
                    </a:lnTo>
                    <a:lnTo>
                      <a:pt x="371" y="943"/>
                    </a:lnTo>
                    <a:lnTo>
                      <a:pt x="329" y="915"/>
                    </a:lnTo>
                    <a:lnTo>
                      <a:pt x="290" y="884"/>
                    </a:lnTo>
                    <a:lnTo>
                      <a:pt x="250" y="849"/>
                    </a:lnTo>
                    <a:lnTo>
                      <a:pt x="212" y="813"/>
                    </a:lnTo>
                    <a:lnTo>
                      <a:pt x="174" y="772"/>
                    </a:lnTo>
                    <a:lnTo>
                      <a:pt x="146" y="739"/>
                    </a:lnTo>
                    <a:lnTo>
                      <a:pt x="120" y="705"/>
                    </a:lnTo>
                    <a:lnTo>
                      <a:pt x="98" y="671"/>
                    </a:lnTo>
                    <a:lnTo>
                      <a:pt x="77" y="636"/>
                    </a:lnTo>
                    <a:lnTo>
                      <a:pt x="59" y="602"/>
                    </a:lnTo>
                    <a:lnTo>
                      <a:pt x="44" y="568"/>
                    </a:lnTo>
                    <a:lnTo>
                      <a:pt x="30" y="534"/>
                    </a:lnTo>
                    <a:lnTo>
                      <a:pt x="19" y="499"/>
                    </a:lnTo>
                    <a:lnTo>
                      <a:pt x="11" y="466"/>
                    </a:lnTo>
                    <a:lnTo>
                      <a:pt x="4" y="432"/>
                    </a:lnTo>
                    <a:lnTo>
                      <a:pt x="1" y="399"/>
                    </a:lnTo>
                    <a:lnTo>
                      <a:pt x="0" y="367"/>
                    </a:lnTo>
                    <a:lnTo>
                      <a:pt x="1" y="336"/>
                    </a:lnTo>
                    <a:lnTo>
                      <a:pt x="3" y="305"/>
                    </a:lnTo>
                    <a:lnTo>
                      <a:pt x="9" y="275"/>
                    </a:lnTo>
                    <a:lnTo>
                      <a:pt x="16" y="246"/>
                    </a:lnTo>
                    <a:lnTo>
                      <a:pt x="25" y="218"/>
                    </a:lnTo>
                    <a:lnTo>
                      <a:pt x="37" y="192"/>
                    </a:lnTo>
                    <a:lnTo>
                      <a:pt x="50" y="166"/>
                    </a:lnTo>
                    <a:lnTo>
                      <a:pt x="67" y="142"/>
                    </a:lnTo>
                    <a:lnTo>
                      <a:pt x="84" y="120"/>
                    </a:lnTo>
                    <a:lnTo>
                      <a:pt x="103" y="98"/>
                    </a:lnTo>
                    <a:lnTo>
                      <a:pt x="125" y="80"/>
                    </a:lnTo>
                    <a:lnTo>
                      <a:pt x="148" y="63"/>
                    </a:lnTo>
                    <a:lnTo>
                      <a:pt x="174" y="48"/>
                    </a:lnTo>
                    <a:lnTo>
                      <a:pt x="201" y="34"/>
                    </a:lnTo>
                    <a:lnTo>
                      <a:pt x="230" y="22"/>
                    </a:lnTo>
                    <a:lnTo>
                      <a:pt x="261" y="13"/>
                    </a:lnTo>
                    <a:lnTo>
                      <a:pt x="294" y="7"/>
                    </a:lnTo>
                    <a:lnTo>
                      <a:pt x="328" y="3"/>
                    </a:lnTo>
                    <a:lnTo>
                      <a:pt x="364" y="0"/>
                    </a:lnTo>
                    <a:lnTo>
                      <a:pt x="402" y="2"/>
                    </a:lnTo>
                    <a:lnTo>
                      <a:pt x="431" y="4"/>
                    </a:lnTo>
                    <a:lnTo>
                      <a:pt x="461" y="8"/>
                    </a:lnTo>
                    <a:lnTo>
                      <a:pt x="491" y="14"/>
                    </a:lnTo>
                    <a:lnTo>
                      <a:pt x="520" y="21"/>
                    </a:lnTo>
                    <a:lnTo>
                      <a:pt x="584" y="42"/>
                    </a:lnTo>
                    <a:lnTo>
                      <a:pt x="647" y="67"/>
                    </a:lnTo>
                    <a:lnTo>
                      <a:pt x="712" y="99"/>
                    </a:lnTo>
                    <a:lnTo>
                      <a:pt x="774" y="136"/>
                    </a:lnTo>
                    <a:lnTo>
                      <a:pt x="835" y="178"/>
                    </a:lnTo>
                    <a:lnTo>
                      <a:pt x="894" y="224"/>
                    </a:lnTo>
                    <a:lnTo>
                      <a:pt x="948" y="275"/>
                    </a:lnTo>
                    <a:lnTo>
                      <a:pt x="999" y="329"/>
                    </a:lnTo>
                    <a:lnTo>
                      <a:pt x="1022" y="358"/>
                    </a:lnTo>
                    <a:lnTo>
                      <a:pt x="1043" y="386"/>
                    </a:lnTo>
                    <a:lnTo>
                      <a:pt x="1063" y="417"/>
                    </a:lnTo>
                    <a:lnTo>
                      <a:pt x="1081" y="447"/>
                    </a:lnTo>
                    <a:lnTo>
                      <a:pt x="1099" y="478"/>
                    </a:lnTo>
                    <a:lnTo>
                      <a:pt x="1114" y="511"/>
                    </a:lnTo>
                    <a:lnTo>
                      <a:pt x="1126" y="543"/>
                    </a:lnTo>
                    <a:lnTo>
                      <a:pt x="1137" y="576"/>
                    </a:lnTo>
                    <a:lnTo>
                      <a:pt x="1145" y="610"/>
                    </a:lnTo>
                    <a:lnTo>
                      <a:pt x="1151" y="643"/>
                    </a:lnTo>
                    <a:lnTo>
                      <a:pt x="1154" y="678"/>
                    </a:lnTo>
                    <a:lnTo>
                      <a:pt x="1155" y="712"/>
                    </a:lnTo>
                    <a:close/>
                  </a:path>
                </a:pathLst>
              </a:custGeom>
              <a:solidFill>
                <a:srgbClr val="1EFF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220" name="Freeform 146"/>
              <p:cNvSpPr>
                <a:spLocks/>
              </p:cNvSpPr>
              <p:nvPr/>
            </p:nvSpPr>
            <p:spPr bwMode="auto">
              <a:xfrm>
                <a:off x="2388" y="1031"/>
                <a:ext cx="570" cy="545"/>
              </a:xfrm>
              <a:custGeom>
                <a:avLst/>
                <a:gdLst>
                  <a:gd name="T0" fmla="*/ 1142 w 1142"/>
                  <a:gd name="T1" fmla="*/ 632 h 1091"/>
                  <a:gd name="T2" fmla="*/ 1134 w 1142"/>
                  <a:gd name="T3" fmla="*/ 713 h 1091"/>
                  <a:gd name="T4" fmla="*/ 1113 w 1142"/>
                  <a:gd name="T5" fmla="*/ 787 h 1091"/>
                  <a:gd name="T6" fmla="*/ 1082 w 1142"/>
                  <a:gd name="T7" fmla="*/ 855 h 1091"/>
                  <a:gd name="T8" fmla="*/ 1040 w 1142"/>
                  <a:gd name="T9" fmla="*/ 915 h 1091"/>
                  <a:gd name="T10" fmla="*/ 991 w 1142"/>
                  <a:gd name="T11" fmla="*/ 968 h 1091"/>
                  <a:gd name="T12" fmla="*/ 933 w 1142"/>
                  <a:gd name="T13" fmla="*/ 1012 h 1091"/>
                  <a:gd name="T14" fmla="*/ 869 w 1142"/>
                  <a:gd name="T15" fmla="*/ 1047 h 1091"/>
                  <a:gd name="T16" fmla="*/ 799 w 1142"/>
                  <a:gd name="T17" fmla="*/ 1073 h 1091"/>
                  <a:gd name="T18" fmla="*/ 723 w 1142"/>
                  <a:gd name="T19" fmla="*/ 1088 h 1091"/>
                  <a:gd name="T20" fmla="*/ 644 w 1142"/>
                  <a:gd name="T21" fmla="*/ 1091 h 1091"/>
                  <a:gd name="T22" fmla="*/ 562 w 1142"/>
                  <a:gd name="T23" fmla="*/ 1084 h 1091"/>
                  <a:gd name="T24" fmla="*/ 478 w 1142"/>
                  <a:gd name="T25" fmla="*/ 1063 h 1091"/>
                  <a:gd name="T26" fmla="*/ 394 w 1142"/>
                  <a:gd name="T27" fmla="*/ 1031 h 1091"/>
                  <a:gd name="T28" fmla="*/ 310 w 1142"/>
                  <a:gd name="T29" fmla="*/ 984 h 1091"/>
                  <a:gd name="T30" fmla="*/ 227 w 1142"/>
                  <a:gd name="T31" fmla="*/ 923 h 1091"/>
                  <a:gd name="T32" fmla="*/ 155 w 1142"/>
                  <a:gd name="T33" fmla="*/ 855 h 1091"/>
                  <a:gd name="T34" fmla="*/ 100 w 1142"/>
                  <a:gd name="T35" fmla="*/ 788 h 1091"/>
                  <a:gd name="T36" fmla="*/ 58 w 1142"/>
                  <a:gd name="T37" fmla="*/ 717 h 1091"/>
                  <a:gd name="T38" fmla="*/ 28 w 1142"/>
                  <a:gd name="T39" fmla="*/ 644 h 1091"/>
                  <a:gd name="T40" fmla="*/ 8 w 1142"/>
                  <a:gd name="T41" fmla="*/ 570 h 1091"/>
                  <a:gd name="T42" fmla="*/ 0 w 1142"/>
                  <a:gd name="T43" fmla="*/ 497 h 1091"/>
                  <a:gd name="T44" fmla="*/ 4 w 1142"/>
                  <a:gd name="T45" fmla="*/ 423 h 1091"/>
                  <a:gd name="T46" fmla="*/ 16 w 1142"/>
                  <a:gd name="T47" fmla="*/ 353 h 1091"/>
                  <a:gd name="T48" fmla="*/ 41 w 1142"/>
                  <a:gd name="T49" fmla="*/ 286 h 1091"/>
                  <a:gd name="T50" fmla="*/ 73 w 1142"/>
                  <a:gd name="T51" fmla="*/ 222 h 1091"/>
                  <a:gd name="T52" fmla="*/ 115 w 1142"/>
                  <a:gd name="T53" fmla="*/ 166 h 1091"/>
                  <a:gd name="T54" fmla="*/ 166 w 1142"/>
                  <a:gd name="T55" fmla="*/ 115 h 1091"/>
                  <a:gd name="T56" fmla="*/ 225 w 1142"/>
                  <a:gd name="T57" fmla="*/ 73 h 1091"/>
                  <a:gd name="T58" fmla="*/ 293 w 1142"/>
                  <a:gd name="T59" fmla="*/ 38 h 1091"/>
                  <a:gd name="T60" fmla="*/ 368 w 1142"/>
                  <a:gd name="T61" fmla="*/ 15 h 1091"/>
                  <a:gd name="T62" fmla="*/ 450 w 1142"/>
                  <a:gd name="T63" fmla="*/ 2 h 1091"/>
                  <a:gd name="T64" fmla="*/ 553 w 1142"/>
                  <a:gd name="T65" fmla="*/ 2 h 1091"/>
                  <a:gd name="T66" fmla="*/ 672 w 1142"/>
                  <a:gd name="T67" fmla="*/ 27 h 1091"/>
                  <a:gd name="T68" fmla="*/ 784 w 1142"/>
                  <a:gd name="T69" fmla="*/ 74 h 1091"/>
                  <a:gd name="T70" fmla="*/ 886 w 1142"/>
                  <a:gd name="T71" fmla="*/ 138 h 1091"/>
                  <a:gd name="T72" fmla="*/ 976 w 1142"/>
                  <a:gd name="T73" fmla="*/ 220 h 1091"/>
                  <a:gd name="T74" fmla="*/ 1050 w 1142"/>
                  <a:gd name="T75" fmla="*/ 316 h 1091"/>
                  <a:gd name="T76" fmla="*/ 1104 w 1142"/>
                  <a:gd name="T77" fmla="*/ 421 h 1091"/>
                  <a:gd name="T78" fmla="*/ 1135 w 1142"/>
                  <a:gd name="T79" fmla="*/ 533 h 1091"/>
                  <a:gd name="T80" fmla="*/ 1142 w 1142"/>
                  <a:gd name="T81" fmla="*/ 591 h 10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142" h="1091">
                    <a:moveTo>
                      <a:pt x="1142" y="591"/>
                    </a:moveTo>
                    <a:lnTo>
                      <a:pt x="1142" y="632"/>
                    </a:lnTo>
                    <a:lnTo>
                      <a:pt x="1140" y="674"/>
                    </a:lnTo>
                    <a:lnTo>
                      <a:pt x="1134" y="713"/>
                    </a:lnTo>
                    <a:lnTo>
                      <a:pt x="1125" y="751"/>
                    </a:lnTo>
                    <a:lnTo>
                      <a:pt x="1113" y="787"/>
                    </a:lnTo>
                    <a:lnTo>
                      <a:pt x="1099" y="821"/>
                    </a:lnTo>
                    <a:lnTo>
                      <a:pt x="1082" y="855"/>
                    </a:lnTo>
                    <a:lnTo>
                      <a:pt x="1062" y="886"/>
                    </a:lnTo>
                    <a:lnTo>
                      <a:pt x="1040" y="915"/>
                    </a:lnTo>
                    <a:lnTo>
                      <a:pt x="1017" y="942"/>
                    </a:lnTo>
                    <a:lnTo>
                      <a:pt x="991" y="968"/>
                    </a:lnTo>
                    <a:lnTo>
                      <a:pt x="963" y="991"/>
                    </a:lnTo>
                    <a:lnTo>
                      <a:pt x="933" y="1012"/>
                    </a:lnTo>
                    <a:lnTo>
                      <a:pt x="902" y="1031"/>
                    </a:lnTo>
                    <a:lnTo>
                      <a:pt x="869" y="1047"/>
                    </a:lnTo>
                    <a:lnTo>
                      <a:pt x="834" y="1061"/>
                    </a:lnTo>
                    <a:lnTo>
                      <a:pt x="799" y="1073"/>
                    </a:lnTo>
                    <a:lnTo>
                      <a:pt x="762" y="1081"/>
                    </a:lnTo>
                    <a:lnTo>
                      <a:pt x="723" y="1088"/>
                    </a:lnTo>
                    <a:lnTo>
                      <a:pt x="683" y="1091"/>
                    </a:lnTo>
                    <a:lnTo>
                      <a:pt x="644" y="1091"/>
                    </a:lnTo>
                    <a:lnTo>
                      <a:pt x="604" y="1089"/>
                    </a:lnTo>
                    <a:lnTo>
                      <a:pt x="562" y="1084"/>
                    </a:lnTo>
                    <a:lnTo>
                      <a:pt x="521" y="1075"/>
                    </a:lnTo>
                    <a:lnTo>
                      <a:pt x="478" y="1063"/>
                    </a:lnTo>
                    <a:lnTo>
                      <a:pt x="437" y="1048"/>
                    </a:lnTo>
                    <a:lnTo>
                      <a:pt x="394" y="1031"/>
                    </a:lnTo>
                    <a:lnTo>
                      <a:pt x="353" y="1009"/>
                    </a:lnTo>
                    <a:lnTo>
                      <a:pt x="310" y="984"/>
                    </a:lnTo>
                    <a:lnTo>
                      <a:pt x="269" y="955"/>
                    </a:lnTo>
                    <a:lnTo>
                      <a:pt x="227" y="923"/>
                    </a:lnTo>
                    <a:lnTo>
                      <a:pt x="187" y="887"/>
                    </a:lnTo>
                    <a:lnTo>
                      <a:pt x="155" y="855"/>
                    </a:lnTo>
                    <a:lnTo>
                      <a:pt x="126" y="821"/>
                    </a:lnTo>
                    <a:lnTo>
                      <a:pt x="100" y="788"/>
                    </a:lnTo>
                    <a:lnTo>
                      <a:pt x="77" y="752"/>
                    </a:lnTo>
                    <a:lnTo>
                      <a:pt x="58" y="717"/>
                    </a:lnTo>
                    <a:lnTo>
                      <a:pt x="42" y="681"/>
                    </a:lnTo>
                    <a:lnTo>
                      <a:pt x="28" y="644"/>
                    </a:lnTo>
                    <a:lnTo>
                      <a:pt x="16" y="607"/>
                    </a:lnTo>
                    <a:lnTo>
                      <a:pt x="8" y="570"/>
                    </a:lnTo>
                    <a:lnTo>
                      <a:pt x="4" y="533"/>
                    </a:lnTo>
                    <a:lnTo>
                      <a:pt x="0" y="497"/>
                    </a:lnTo>
                    <a:lnTo>
                      <a:pt x="1" y="460"/>
                    </a:lnTo>
                    <a:lnTo>
                      <a:pt x="4" y="423"/>
                    </a:lnTo>
                    <a:lnTo>
                      <a:pt x="9" y="388"/>
                    </a:lnTo>
                    <a:lnTo>
                      <a:pt x="16" y="353"/>
                    </a:lnTo>
                    <a:lnTo>
                      <a:pt x="28" y="319"/>
                    </a:lnTo>
                    <a:lnTo>
                      <a:pt x="41" y="286"/>
                    </a:lnTo>
                    <a:lnTo>
                      <a:pt x="56" y="253"/>
                    </a:lnTo>
                    <a:lnTo>
                      <a:pt x="73" y="222"/>
                    </a:lnTo>
                    <a:lnTo>
                      <a:pt x="92" y="194"/>
                    </a:lnTo>
                    <a:lnTo>
                      <a:pt x="115" y="166"/>
                    </a:lnTo>
                    <a:lnTo>
                      <a:pt x="140" y="139"/>
                    </a:lnTo>
                    <a:lnTo>
                      <a:pt x="166" y="115"/>
                    </a:lnTo>
                    <a:lnTo>
                      <a:pt x="194" y="93"/>
                    </a:lnTo>
                    <a:lnTo>
                      <a:pt x="225" y="73"/>
                    </a:lnTo>
                    <a:lnTo>
                      <a:pt x="257" y="54"/>
                    </a:lnTo>
                    <a:lnTo>
                      <a:pt x="293" y="38"/>
                    </a:lnTo>
                    <a:lnTo>
                      <a:pt x="329" y="25"/>
                    </a:lnTo>
                    <a:lnTo>
                      <a:pt x="368" y="15"/>
                    </a:lnTo>
                    <a:lnTo>
                      <a:pt x="408" y="7"/>
                    </a:lnTo>
                    <a:lnTo>
                      <a:pt x="450" y="2"/>
                    </a:lnTo>
                    <a:lnTo>
                      <a:pt x="493" y="0"/>
                    </a:lnTo>
                    <a:lnTo>
                      <a:pt x="553" y="2"/>
                    </a:lnTo>
                    <a:lnTo>
                      <a:pt x="613" y="12"/>
                    </a:lnTo>
                    <a:lnTo>
                      <a:pt x="672" y="27"/>
                    </a:lnTo>
                    <a:lnTo>
                      <a:pt x="729" y="47"/>
                    </a:lnTo>
                    <a:lnTo>
                      <a:pt x="784" y="74"/>
                    </a:lnTo>
                    <a:lnTo>
                      <a:pt x="837" y="104"/>
                    </a:lnTo>
                    <a:lnTo>
                      <a:pt x="886" y="138"/>
                    </a:lnTo>
                    <a:lnTo>
                      <a:pt x="933" y="177"/>
                    </a:lnTo>
                    <a:lnTo>
                      <a:pt x="976" y="220"/>
                    </a:lnTo>
                    <a:lnTo>
                      <a:pt x="1015" y="266"/>
                    </a:lnTo>
                    <a:lnTo>
                      <a:pt x="1050" y="316"/>
                    </a:lnTo>
                    <a:lnTo>
                      <a:pt x="1080" y="366"/>
                    </a:lnTo>
                    <a:lnTo>
                      <a:pt x="1104" y="421"/>
                    </a:lnTo>
                    <a:lnTo>
                      <a:pt x="1122" y="476"/>
                    </a:lnTo>
                    <a:lnTo>
                      <a:pt x="1135" y="533"/>
                    </a:lnTo>
                    <a:lnTo>
                      <a:pt x="1140" y="562"/>
                    </a:lnTo>
                    <a:lnTo>
                      <a:pt x="1142" y="591"/>
                    </a:lnTo>
                    <a:close/>
                  </a:path>
                </a:pathLst>
              </a:custGeom>
              <a:solidFill>
                <a:srgbClr val="50FF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221" name="Freeform 147"/>
              <p:cNvSpPr>
                <a:spLocks/>
              </p:cNvSpPr>
              <p:nvPr/>
            </p:nvSpPr>
            <p:spPr bwMode="auto">
              <a:xfrm>
                <a:off x="1375" y="2148"/>
                <a:ext cx="558" cy="510"/>
              </a:xfrm>
              <a:custGeom>
                <a:avLst/>
                <a:gdLst>
                  <a:gd name="T0" fmla="*/ 1113 w 1115"/>
                  <a:gd name="T1" fmla="*/ 727 h 1021"/>
                  <a:gd name="T2" fmla="*/ 1099 w 1115"/>
                  <a:gd name="T3" fmla="*/ 790 h 1021"/>
                  <a:gd name="T4" fmla="*/ 1074 w 1115"/>
                  <a:gd name="T5" fmla="*/ 847 h 1021"/>
                  <a:gd name="T6" fmla="*/ 1038 w 1115"/>
                  <a:gd name="T7" fmla="*/ 896 h 1021"/>
                  <a:gd name="T8" fmla="*/ 993 w 1115"/>
                  <a:gd name="T9" fmla="*/ 938 h 1021"/>
                  <a:gd name="T10" fmla="*/ 941 w 1115"/>
                  <a:gd name="T11" fmla="*/ 972 h 1021"/>
                  <a:gd name="T12" fmla="*/ 881 w 1115"/>
                  <a:gd name="T13" fmla="*/ 996 h 1021"/>
                  <a:gd name="T14" fmla="*/ 817 w 1115"/>
                  <a:gd name="T15" fmla="*/ 1014 h 1021"/>
                  <a:gd name="T16" fmla="*/ 747 w 1115"/>
                  <a:gd name="T17" fmla="*/ 1021 h 1021"/>
                  <a:gd name="T18" fmla="*/ 673 w 1115"/>
                  <a:gd name="T19" fmla="*/ 1018 h 1021"/>
                  <a:gd name="T20" fmla="*/ 597 w 1115"/>
                  <a:gd name="T21" fmla="*/ 1007 h 1021"/>
                  <a:gd name="T22" fmla="*/ 519 w 1115"/>
                  <a:gd name="T23" fmla="*/ 985 h 1021"/>
                  <a:gd name="T24" fmla="*/ 440 w 1115"/>
                  <a:gd name="T25" fmla="*/ 953 h 1021"/>
                  <a:gd name="T26" fmla="*/ 362 w 1115"/>
                  <a:gd name="T27" fmla="*/ 910 h 1021"/>
                  <a:gd name="T28" fmla="*/ 285 w 1115"/>
                  <a:gd name="T29" fmla="*/ 855 h 1021"/>
                  <a:gd name="T30" fmla="*/ 211 w 1115"/>
                  <a:gd name="T31" fmla="*/ 789 h 1021"/>
                  <a:gd name="T32" fmla="*/ 148 w 1115"/>
                  <a:gd name="T33" fmla="*/ 720 h 1021"/>
                  <a:gd name="T34" fmla="*/ 99 w 1115"/>
                  <a:gd name="T35" fmla="*/ 654 h 1021"/>
                  <a:gd name="T36" fmla="*/ 61 w 1115"/>
                  <a:gd name="T37" fmla="*/ 587 h 1021"/>
                  <a:gd name="T38" fmla="*/ 32 w 1115"/>
                  <a:gd name="T39" fmla="*/ 522 h 1021"/>
                  <a:gd name="T40" fmla="*/ 13 w 1115"/>
                  <a:gd name="T41" fmla="*/ 455 h 1021"/>
                  <a:gd name="T42" fmla="*/ 3 w 1115"/>
                  <a:gd name="T43" fmla="*/ 390 h 1021"/>
                  <a:gd name="T44" fmla="*/ 0 w 1115"/>
                  <a:gd name="T45" fmla="*/ 328 h 1021"/>
                  <a:gd name="T46" fmla="*/ 7 w 1115"/>
                  <a:gd name="T47" fmla="*/ 270 h 1021"/>
                  <a:gd name="T48" fmla="*/ 23 w 1115"/>
                  <a:gd name="T49" fmla="*/ 214 h 1021"/>
                  <a:gd name="T50" fmla="*/ 46 w 1115"/>
                  <a:gd name="T51" fmla="*/ 164 h 1021"/>
                  <a:gd name="T52" fmla="*/ 79 w 1115"/>
                  <a:gd name="T53" fmla="*/ 117 h 1021"/>
                  <a:gd name="T54" fmla="*/ 118 w 1115"/>
                  <a:gd name="T55" fmla="*/ 78 h 1021"/>
                  <a:gd name="T56" fmla="*/ 165 w 1115"/>
                  <a:gd name="T57" fmla="*/ 46 h 1021"/>
                  <a:gd name="T58" fmla="*/ 219 w 1115"/>
                  <a:gd name="T59" fmla="*/ 22 h 1021"/>
                  <a:gd name="T60" fmla="*/ 281 w 1115"/>
                  <a:gd name="T61" fmla="*/ 6 h 1021"/>
                  <a:gd name="T62" fmla="*/ 349 w 1115"/>
                  <a:gd name="T63" fmla="*/ 0 h 1021"/>
                  <a:gd name="T64" fmla="*/ 414 w 1115"/>
                  <a:gd name="T65" fmla="*/ 2 h 1021"/>
                  <a:gd name="T66" fmla="*/ 471 w 1115"/>
                  <a:gd name="T67" fmla="*/ 11 h 1021"/>
                  <a:gd name="T68" fmla="*/ 531 w 1115"/>
                  <a:gd name="T69" fmla="*/ 28 h 1021"/>
                  <a:gd name="T70" fmla="*/ 623 w 1115"/>
                  <a:gd name="T71" fmla="*/ 63 h 1021"/>
                  <a:gd name="T72" fmla="*/ 747 w 1115"/>
                  <a:gd name="T73" fmla="*/ 130 h 1021"/>
                  <a:gd name="T74" fmla="*/ 863 w 1115"/>
                  <a:gd name="T75" fmla="*/ 217 h 1021"/>
                  <a:gd name="T76" fmla="*/ 966 w 1115"/>
                  <a:gd name="T77" fmla="*/ 319 h 1021"/>
                  <a:gd name="T78" fmla="*/ 1009 w 1115"/>
                  <a:gd name="T79" fmla="*/ 376 h 1021"/>
                  <a:gd name="T80" fmla="*/ 1046 w 1115"/>
                  <a:gd name="T81" fmla="*/ 434 h 1021"/>
                  <a:gd name="T82" fmla="*/ 1076 w 1115"/>
                  <a:gd name="T83" fmla="*/ 496 h 1021"/>
                  <a:gd name="T84" fmla="*/ 1099 w 1115"/>
                  <a:gd name="T85" fmla="*/ 560 h 1021"/>
                  <a:gd name="T86" fmla="*/ 1112 w 1115"/>
                  <a:gd name="T87" fmla="*/ 626 h 1021"/>
                  <a:gd name="T88" fmla="*/ 1115 w 1115"/>
                  <a:gd name="T89" fmla="*/ 692 h 10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115" h="1021">
                    <a:moveTo>
                      <a:pt x="1115" y="692"/>
                    </a:moveTo>
                    <a:lnTo>
                      <a:pt x="1113" y="727"/>
                    </a:lnTo>
                    <a:lnTo>
                      <a:pt x="1107" y="759"/>
                    </a:lnTo>
                    <a:lnTo>
                      <a:pt x="1099" y="790"/>
                    </a:lnTo>
                    <a:lnTo>
                      <a:pt x="1088" y="820"/>
                    </a:lnTo>
                    <a:lnTo>
                      <a:pt x="1074" y="847"/>
                    </a:lnTo>
                    <a:lnTo>
                      <a:pt x="1057" y="873"/>
                    </a:lnTo>
                    <a:lnTo>
                      <a:pt x="1038" y="896"/>
                    </a:lnTo>
                    <a:lnTo>
                      <a:pt x="1017" y="918"/>
                    </a:lnTo>
                    <a:lnTo>
                      <a:pt x="993" y="938"/>
                    </a:lnTo>
                    <a:lnTo>
                      <a:pt x="968" y="956"/>
                    </a:lnTo>
                    <a:lnTo>
                      <a:pt x="941" y="972"/>
                    </a:lnTo>
                    <a:lnTo>
                      <a:pt x="913" y="985"/>
                    </a:lnTo>
                    <a:lnTo>
                      <a:pt x="881" y="996"/>
                    </a:lnTo>
                    <a:lnTo>
                      <a:pt x="850" y="1006"/>
                    </a:lnTo>
                    <a:lnTo>
                      <a:pt x="817" y="1014"/>
                    </a:lnTo>
                    <a:lnTo>
                      <a:pt x="782" y="1018"/>
                    </a:lnTo>
                    <a:lnTo>
                      <a:pt x="747" y="1021"/>
                    </a:lnTo>
                    <a:lnTo>
                      <a:pt x="710" y="1021"/>
                    </a:lnTo>
                    <a:lnTo>
                      <a:pt x="673" y="1018"/>
                    </a:lnTo>
                    <a:lnTo>
                      <a:pt x="635" y="1014"/>
                    </a:lnTo>
                    <a:lnTo>
                      <a:pt x="597" y="1007"/>
                    </a:lnTo>
                    <a:lnTo>
                      <a:pt x="558" y="998"/>
                    </a:lnTo>
                    <a:lnTo>
                      <a:pt x="519" y="985"/>
                    </a:lnTo>
                    <a:lnTo>
                      <a:pt x="479" y="970"/>
                    </a:lnTo>
                    <a:lnTo>
                      <a:pt x="440" y="953"/>
                    </a:lnTo>
                    <a:lnTo>
                      <a:pt x="401" y="932"/>
                    </a:lnTo>
                    <a:lnTo>
                      <a:pt x="362" y="910"/>
                    </a:lnTo>
                    <a:lnTo>
                      <a:pt x="323" y="884"/>
                    </a:lnTo>
                    <a:lnTo>
                      <a:pt x="285" y="855"/>
                    </a:lnTo>
                    <a:lnTo>
                      <a:pt x="248" y="824"/>
                    </a:lnTo>
                    <a:lnTo>
                      <a:pt x="211" y="789"/>
                    </a:lnTo>
                    <a:lnTo>
                      <a:pt x="175" y="752"/>
                    </a:lnTo>
                    <a:lnTo>
                      <a:pt x="148" y="720"/>
                    </a:lnTo>
                    <a:lnTo>
                      <a:pt x="122" y="688"/>
                    </a:lnTo>
                    <a:lnTo>
                      <a:pt x="99" y="654"/>
                    </a:lnTo>
                    <a:lnTo>
                      <a:pt x="79" y="621"/>
                    </a:lnTo>
                    <a:lnTo>
                      <a:pt x="61" y="587"/>
                    </a:lnTo>
                    <a:lnTo>
                      <a:pt x="45" y="554"/>
                    </a:lnTo>
                    <a:lnTo>
                      <a:pt x="32" y="522"/>
                    </a:lnTo>
                    <a:lnTo>
                      <a:pt x="21" y="488"/>
                    </a:lnTo>
                    <a:lnTo>
                      <a:pt x="13" y="455"/>
                    </a:lnTo>
                    <a:lnTo>
                      <a:pt x="6" y="423"/>
                    </a:lnTo>
                    <a:lnTo>
                      <a:pt x="3" y="390"/>
                    </a:lnTo>
                    <a:lnTo>
                      <a:pt x="0" y="359"/>
                    </a:lnTo>
                    <a:lnTo>
                      <a:pt x="0" y="328"/>
                    </a:lnTo>
                    <a:lnTo>
                      <a:pt x="3" y="298"/>
                    </a:lnTo>
                    <a:lnTo>
                      <a:pt x="7" y="270"/>
                    </a:lnTo>
                    <a:lnTo>
                      <a:pt x="14" y="242"/>
                    </a:lnTo>
                    <a:lnTo>
                      <a:pt x="23" y="214"/>
                    </a:lnTo>
                    <a:lnTo>
                      <a:pt x="34" y="188"/>
                    </a:lnTo>
                    <a:lnTo>
                      <a:pt x="46" y="164"/>
                    </a:lnTo>
                    <a:lnTo>
                      <a:pt x="61" y="141"/>
                    </a:lnTo>
                    <a:lnTo>
                      <a:pt x="79" y="117"/>
                    </a:lnTo>
                    <a:lnTo>
                      <a:pt x="97" y="98"/>
                    </a:lnTo>
                    <a:lnTo>
                      <a:pt x="118" y="78"/>
                    </a:lnTo>
                    <a:lnTo>
                      <a:pt x="141" y="62"/>
                    </a:lnTo>
                    <a:lnTo>
                      <a:pt x="165" y="46"/>
                    </a:lnTo>
                    <a:lnTo>
                      <a:pt x="191" y="33"/>
                    </a:lnTo>
                    <a:lnTo>
                      <a:pt x="219" y="22"/>
                    </a:lnTo>
                    <a:lnTo>
                      <a:pt x="249" y="13"/>
                    </a:lnTo>
                    <a:lnTo>
                      <a:pt x="281" y="6"/>
                    </a:lnTo>
                    <a:lnTo>
                      <a:pt x="315" y="1"/>
                    </a:lnTo>
                    <a:lnTo>
                      <a:pt x="349" y="0"/>
                    </a:lnTo>
                    <a:lnTo>
                      <a:pt x="386" y="0"/>
                    </a:lnTo>
                    <a:lnTo>
                      <a:pt x="414" y="2"/>
                    </a:lnTo>
                    <a:lnTo>
                      <a:pt x="441" y="6"/>
                    </a:lnTo>
                    <a:lnTo>
                      <a:pt x="471" y="11"/>
                    </a:lnTo>
                    <a:lnTo>
                      <a:pt x="500" y="18"/>
                    </a:lnTo>
                    <a:lnTo>
                      <a:pt x="531" y="28"/>
                    </a:lnTo>
                    <a:lnTo>
                      <a:pt x="561" y="38"/>
                    </a:lnTo>
                    <a:lnTo>
                      <a:pt x="623" y="63"/>
                    </a:lnTo>
                    <a:lnTo>
                      <a:pt x="684" y="94"/>
                    </a:lnTo>
                    <a:lnTo>
                      <a:pt x="747" y="130"/>
                    </a:lnTo>
                    <a:lnTo>
                      <a:pt x="805" y="172"/>
                    </a:lnTo>
                    <a:lnTo>
                      <a:pt x="863" y="217"/>
                    </a:lnTo>
                    <a:lnTo>
                      <a:pt x="916" y="266"/>
                    </a:lnTo>
                    <a:lnTo>
                      <a:pt x="966" y="319"/>
                    </a:lnTo>
                    <a:lnTo>
                      <a:pt x="987" y="347"/>
                    </a:lnTo>
                    <a:lnTo>
                      <a:pt x="1009" y="376"/>
                    </a:lnTo>
                    <a:lnTo>
                      <a:pt x="1029" y="404"/>
                    </a:lnTo>
                    <a:lnTo>
                      <a:pt x="1046" y="434"/>
                    </a:lnTo>
                    <a:lnTo>
                      <a:pt x="1062" y="465"/>
                    </a:lnTo>
                    <a:lnTo>
                      <a:pt x="1076" y="496"/>
                    </a:lnTo>
                    <a:lnTo>
                      <a:pt x="1089" y="528"/>
                    </a:lnTo>
                    <a:lnTo>
                      <a:pt x="1099" y="560"/>
                    </a:lnTo>
                    <a:lnTo>
                      <a:pt x="1106" y="593"/>
                    </a:lnTo>
                    <a:lnTo>
                      <a:pt x="1112" y="626"/>
                    </a:lnTo>
                    <a:lnTo>
                      <a:pt x="1115" y="659"/>
                    </a:lnTo>
                    <a:lnTo>
                      <a:pt x="1115" y="692"/>
                    </a:lnTo>
                    <a:close/>
                  </a:path>
                </a:pathLst>
              </a:custGeom>
              <a:solidFill>
                <a:srgbClr val="2BFF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222" name="Freeform 148"/>
              <p:cNvSpPr>
                <a:spLocks/>
              </p:cNvSpPr>
              <p:nvPr/>
            </p:nvSpPr>
            <p:spPr bwMode="auto">
              <a:xfrm>
                <a:off x="1385" y="2157"/>
                <a:ext cx="537" cy="495"/>
              </a:xfrm>
              <a:custGeom>
                <a:avLst/>
                <a:gdLst>
                  <a:gd name="T0" fmla="*/ 1072 w 1075"/>
                  <a:gd name="T1" fmla="*/ 709 h 991"/>
                  <a:gd name="T2" fmla="*/ 1057 w 1075"/>
                  <a:gd name="T3" fmla="*/ 770 h 991"/>
                  <a:gd name="T4" fmla="*/ 1033 w 1075"/>
                  <a:gd name="T5" fmla="*/ 824 h 991"/>
                  <a:gd name="T6" fmla="*/ 1000 w 1075"/>
                  <a:gd name="T7" fmla="*/ 871 h 991"/>
                  <a:gd name="T8" fmla="*/ 957 w 1075"/>
                  <a:gd name="T9" fmla="*/ 910 h 991"/>
                  <a:gd name="T10" fmla="*/ 908 w 1075"/>
                  <a:gd name="T11" fmla="*/ 943 h 991"/>
                  <a:gd name="T12" fmla="*/ 851 w 1075"/>
                  <a:gd name="T13" fmla="*/ 967 h 991"/>
                  <a:gd name="T14" fmla="*/ 789 w 1075"/>
                  <a:gd name="T15" fmla="*/ 983 h 991"/>
                  <a:gd name="T16" fmla="*/ 722 w 1075"/>
                  <a:gd name="T17" fmla="*/ 990 h 991"/>
                  <a:gd name="T18" fmla="*/ 652 w 1075"/>
                  <a:gd name="T19" fmla="*/ 989 h 991"/>
                  <a:gd name="T20" fmla="*/ 579 w 1075"/>
                  <a:gd name="T21" fmla="*/ 977 h 991"/>
                  <a:gd name="T22" fmla="*/ 505 w 1075"/>
                  <a:gd name="T23" fmla="*/ 956 h 991"/>
                  <a:gd name="T24" fmla="*/ 429 w 1075"/>
                  <a:gd name="T25" fmla="*/ 926 h 991"/>
                  <a:gd name="T26" fmla="*/ 356 w 1075"/>
                  <a:gd name="T27" fmla="*/ 885 h 991"/>
                  <a:gd name="T28" fmla="*/ 282 w 1075"/>
                  <a:gd name="T29" fmla="*/ 833 h 991"/>
                  <a:gd name="T30" fmla="*/ 211 w 1075"/>
                  <a:gd name="T31" fmla="*/ 771 h 991"/>
                  <a:gd name="T32" fmla="*/ 148 w 1075"/>
                  <a:gd name="T33" fmla="*/ 704 h 991"/>
                  <a:gd name="T34" fmla="*/ 101 w 1075"/>
                  <a:gd name="T35" fmla="*/ 640 h 991"/>
                  <a:gd name="T36" fmla="*/ 62 w 1075"/>
                  <a:gd name="T37" fmla="*/ 575 h 991"/>
                  <a:gd name="T38" fmla="*/ 33 w 1075"/>
                  <a:gd name="T39" fmla="*/ 511 h 991"/>
                  <a:gd name="T40" fmla="*/ 14 w 1075"/>
                  <a:gd name="T41" fmla="*/ 446 h 991"/>
                  <a:gd name="T42" fmla="*/ 2 w 1075"/>
                  <a:gd name="T43" fmla="*/ 384 h 991"/>
                  <a:gd name="T44" fmla="*/ 0 w 1075"/>
                  <a:gd name="T45" fmla="*/ 323 h 991"/>
                  <a:gd name="T46" fmla="*/ 6 w 1075"/>
                  <a:gd name="T47" fmla="*/ 265 h 991"/>
                  <a:gd name="T48" fmla="*/ 19 w 1075"/>
                  <a:gd name="T49" fmla="*/ 211 h 991"/>
                  <a:gd name="T50" fmla="*/ 42 w 1075"/>
                  <a:gd name="T51" fmla="*/ 162 h 991"/>
                  <a:gd name="T52" fmla="*/ 72 w 1075"/>
                  <a:gd name="T53" fmla="*/ 118 h 991"/>
                  <a:gd name="T54" fmla="*/ 110 w 1075"/>
                  <a:gd name="T55" fmla="*/ 79 h 991"/>
                  <a:gd name="T56" fmla="*/ 155 w 1075"/>
                  <a:gd name="T57" fmla="*/ 47 h 991"/>
                  <a:gd name="T58" fmla="*/ 207 w 1075"/>
                  <a:gd name="T59" fmla="*/ 23 h 991"/>
                  <a:gd name="T60" fmla="*/ 267 w 1075"/>
                  <a:gd name="T61" fmla="*/ 7 h 991"/>
                  <a:gd name="T62" fmla="*/ 333 w 1075"/>
                  <a:gd name="T63" fmla="*/ 0 h 991"/>
                  <a:gd name="T64" fmla="*/ 397 w 1075"/>
                  <a:gd name="T65" fmla="*/ 3 h 991"/>
                  <a:gd name="T66" fmla="*/ 457 w 1075"/>
                  <a:gd name="T67" fmla="*/ 12 h 991"/>
                  <a:gd name="T68" fmla="*/ 548 w 1075"/>
                  <a:gd name="T69" fmla="*/ 39 h 991"/>
                  <a:gd name="T70" fmla="*/ 670 w 1075"/>
                  <a:gd name="T71" fmla="*/ 98 h 991"/>
                  <a:gd name="T72" fmla="*/ 787 w 1075"/>
                  <a:gd name="T73" fmla="*/ 176 h 991"/>
                  <a:gd name="T74" fmla="*/ 891 w 1075"/>
                  <a:gd name="T75" fmla="*/ 272 h 991"/>
                  <a:gd name="T76" fmla="*/ 978 w 1075"/>
                  <a:gd name="T77" fmla="*/ 379 h 991"/>
                  <a:gd name="T78" fmla="*/ 1012 w 1075"/>
                  <a:gd name="T79" fmla="*/ 437 h 991"/>
                  <a:gd name="T80" fmla="*/ 1040 w 1075"/>
                  <a:gd name="T81" fmla="*/ 496 h 991"/>
                  <a:gd name="T82" fmla="*/ 1061 w 1075"/>
                  <a:gd name="T83" fmla="*/ 554 h 991"/>
                  <a:gd name="T84" fmla="*/ 1072 w 1075"/>
                  <a:gd name="T85" fmla="*/ 615 h 991"/>
                  <a:gd name="T86" fmla="*/ 1075 w 1075"/>
                  <a:gd name="T87" fmla="*/ 675 h 9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075" h="991">
                    <a:moveTo>
                      <a:pt x="1075" y="675"/>
                    </a:moveTo>
                    <a:lnTo>
                      <a:pt x="1072" y="709"/>
                    </a:lnTo>
                    <a:lnTo>
                      <a:pt x="1066" y="740"/>
                    </a:lnTo>
                    <a:lnTo>
                      <a:pt x="1057" y="770"/>
                    </a:lnTo>
                    <a:lnTo>
                      <a:pt x="1047" y="797"/>
                    </a:lnTo>
                    <a:lnTo>
                      <a:pt x="1033" y="824"/>
                    </a:lnTo>
                    <a:lnTo>
                      <a:pt x="1018" y="848"/>
                    </a:lnTo>
                    <a:lnTo>
                      <a:pt x="1000" y="871"/>
                    </a:lnTo>
                    <a:lnTo>
                      <a:pt x="979" y="892"/>
                    </a:lnTo>
                    <a:lnTo>
                      <a:pt x="957" y="910"/>
                    </a:lnTo>
                    <a:lnTo>
                      <a:pt x="933" y="928"/>
                    </a:lnTo>
                    <a:lnTo>
                      <a:pt x="908" y="943"/>
                    </a:lnTo>
                    <a:lnTo>
                      <a:pt x="880" y="956"/>
                    </a:lnTo>
                    <a:lnTo>
                      <a:pt x="851" y="967"/>
                    </a:lnTo>
                    <a:lnTo>
                      <a:pt x="821" y="976"/>
                    </a:lnTo>
                    <a:lnTo>
                      <a:pt x="789" y="983"/>
                    </a:lnTo>
                    <a:lnTo>
                      <a:pt x="757" y="988"/>
                    </a:lnTo>
                    <a:lnTo>
                      <a:pt x="722" y="990"/>
                    </a:lnTo>
                    <a:lnTo>
                      <a:pt x="687" y="991"/>
                    </a:lnTo>
                    <a:lnTo>
                      <a:pt x="652" y="989"/>
                    </a:lnTo>
                    <a:lnTo>
                      <a:pt x="616" y="984"/>
                    </a:lnTo>
                    <a:lnTo>
                      <a:pt x="579" y="977"/>
                    </a:lnTo>
                    <a:lnTo>
                      <a:pt x="542" y="968"/>
                    </a:lnTo>
                    <a:lnTo>
                      <a:pt x="505" y="956"/>
                    </a:lnTo>
                    <a:lnTo>
                      <a:pt x="467" y="943"/>
                    </a:lnTo>
                    <a:lnTo>
                      <a:pt x="429" y="926"/>
                    </a:lnTo>
                    <a:lnTo>
                      <a:pt x="393" y="907"/>
                    </a:lnTo>
                    <a:lnTo>
                      <a:pt x="356" y="885"/>
                    </a:lnTo>
                    <a:lnTo>
                      <a:pt x="318" y="861"/>
                    </a:lnTo>
                    <a:lnTo>
                      <a:pt x="282" y="833"/>
                    </a:lnTo>
                    <a:lnTo>
                      <a:pt x="246" y="803"/>
                    </a:lnTo>
                    <a:lnTo>
                      <a:pt x="211" y="771"/>
                    </a:lnTo>
                    <a:lnTo>
                      <a:pt x="176" y="735"/>
                    </a:lnTo>
                    <a:lnTo>
                      <a:pt x="148" y="704"/>
                    </a:lnTo>
                    <a:lnTo>
                      <a:pt x="123" y="672"/>
                    </a:lnTo>
                    <a:lnTo>
                      <a:pt x="101" y="640"/>
                    </a:lnTo>
                    <a:lnTo>
                      <a:pt x="80" y="607"/>
                    </a:lnTo>
                    <a:lnTo>
                      <a:pt x="62" y="575"/>
                    </a:lnTo>
                    <a:lnTo>
                      <a:pt x="47" y="543"/>
                    </a:lnTo>
                    <a:lnTo>
                      <a:pt x="33" y="511"/>
                    </a:lnTo>
                    <a:lnTo>
                      <a:pt x="22" y="478"/>
                    </a:lnTo>
                    <a:lnTo>
                      <a:pt x="14" y="446"/>
                    </a:lnTo>
                    <a:lnTo>
                      <a:pt x="7" y="415"/>
                    </a:lnTo>
                    <a:lnTo>
                      <a:pt x="2" y="384"/>
                    </a:lnTo>
                    <a:lnTo>
                      <a:pt x="0" y="353"/>
                    </a:lnTo>
                    <a:lnTo>
                      <a:pt x="0" y="323"/>
                    </a:lnTo>
                    <a:lnTo>
                      <a:pt x="2" y="294"/>
                    </a:lnTo>
                    <a:lnTo>
                      <a:pt x="6" y="265"/>
                    </a:lnTo>
                    <a:lnTo>
                      <a:pt x="11" y="238"/>
                    </a:lnTo>
                    <a:lnTo>
                      <a:pt x="19" y="211"/>
                    </a:lnTo>
                    <a:lnTo>
                      <a:pt x="30" y="186"/>
                    </a:lnTo>
                    <a:lnTo>
                      <a:pt x="42" y="162"/>
                    </a:lnTo>
                    <a:lnTo>
                      <a:pt x="56" y="138"/>
                    </a:lnTo>
                    <a:lnTo>
                      <a:pt x="72" y="118"/>
                    </a:lnTo>
                    <a:lnTo>
                      <a:pt x="90" y="97"/>
                    </a:lnTo>
                    <a:lnTo>
                      <a:pt x="110" y="79"/>
                    </a:lnTo>
                    <a:lnTo>
                      <a:pt x="131" y="62"/>
                    </a:lnTo>
                    <a:lnTo>
                      <a:pt x="155" y="47"/>
                    </a:lnTo>
                    <a:lnTo>
                      <a:pt x="181" y="34"/>
                    </a:lnTo>
                    <a:lnTo>
                      <a:pt x="207" y="23"/>
                    </a:lnTo>
                    <a:lnTo>
                      <a:pt x="236" y="14"/>
                    </a:lnTo>
                    <a:lnTo>
                      <a:pt x="267" y="7"/>
                    </a:lnTo>
                    <a:lnTo>
                      <a:pt x="299" y="3"/>
                    </a:lnTo>
                    <a:lnTo>
                      <a:pt x="333" y="0"/>
                    </a:lnTo>
                    <a:lnTo>
                      <a:pt x="368" y="0"/>
                    </a:lnTo>
                    <a:lnTo>
                      <a:pt x="397" y="3"/>
                    </a:lnTo>
                    <a:lnTo>
                      <a:pt x="427" y="6"/>
                    </a:lnTo>
                    <a:lnTo>
                      <a:pt x="457" y="12"/>
                    </a:lnTo>
                    <a:lnTo>
                      <a:pt x="487" y="20"/>
                    </a:lnTo>
                    <a:lnTo>
                      <a:pt x="548" y="39"/>
                    </a:lnTo>
                    <a:lnTo>
                      <a:pt x="609" y="66"/>
                    </a:lnTo>
                    <a:lnTo>
                      <a:pt x="670" y="98"/>
                    </a:lnTo>
                    <a:lnTo>
                      <a:pt x="729" y="135"/>
                    </a:lnTo>
                    <a:lnTo>
                      <a:pt x="787" y="176"/>
                    </a:lnTo>
                    <a:lnTo>
                      <a:pt x="841" y="223"/>
                    </a:lnTo>
                    <a:lnTo>
                      <a:pt x="891" y="272"/>
                    </a:lnTo>
                    <a:lnTo>
                      <a:pt x="937" y="324"/>
                    </a:lnTo>
                    <a:lnTo>
                      <a:pt x="978" y="379"/>
                    </a:lnTo>
                    <a:lnTo>
                      <a:pt x="996" y="408"/>
                    </a:lnTo>
                    <a:lnTo>
                      <a:pt x="1012" y="437"/>
                    </a:lnTo>
                    <a:lnTo>
                      <a:pt x="1027" y="466"/>
                    </a:lnTo>
                    <a:lnTo>
                      <a:pt x="1040" y="496"/>
                    </a:lnTo>
                    <a:lnTo>
                      <a:pt x="1052" y="524"/>
                    </a:lnTo>
                    <a:lnTo>
                      <a:pt x="1061" y="554"/>
                    </a:lnTo>
                    <a:lnTo>
                      <a:pt x="1068" y="585"/>
                    </a:lnTo>
                    <a:lnTo>
                      <a:pt x="1072" y="615"/>
                    </a:lnTo>
                    <a:lnTo>
                      <a:pt x="1075" y="645"/>
                    </a:lnTo>
                    <a:lnTo>
                      <a:pt x="1075" y="675"/>
                    </a:lnTo>
                    <a:close/>
                  </a:path>
                </a:pathLst>
              </a:custGeom>
              <a:solidFill>
                <a:srgbClr val="34FF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223" name="Freeform 149"/>
              <p:cNvSpPr>
                <a:spLocks/>
              </p:cNvSpPr>
              <p:nvPr/>
            </p:nvSpPr>
            <p:spPr bwMode="auto">
              <a:xfrm>
                <a:off x="2401" y="1045"/>
                <a:ext cx="541" cy="520"/>
              </a:xfrm>
              <a:custGeom>
                <a:avLst/>
                <a:gdLst>
                  <a:gd name="T0" fmla="*/ 1082 w 1082"/>
                  <a:gd name="T1" fmla="*/ 601 h 1039"/>
                  <a:gd name="T2" fmla="*/ 1076 w 1082"/>
                  <a:gd name="T3" fmla="*/ 680 h 1039"/>
                  <a:gd name="T4" fmla="*/ 1057 w 1082"/>
                  <a:gd name="T5" fmla="*/ 751 h 1039"/>
                  <a:gd name="T6" fmla="*/ 1030 w 1082"/>
                  <a:gd name="T7" fmla="*/ 816 h 1039"/>
                  <a:gd name="T8" fmla="*/ 992 w 1082"/>
                  <a:gd name="T9" fmla="*/ 873 h 1039"/>
                  <a:gd name="T10" fmla="*/ 944 w 1082"/>
                  <a:gd name="T11" fmla="*/ 924 h 1039"/>
                  <a:gd name="T12" fmla="*/ 890 w 1082"/>
                  <a:gd name="T13" fmla="*/ 965 h 1039"/>
                  <a:gd name="T14" fmla="*/ 829 w 1082"/>
                  <a:gd name="T15" fmla="*/ 999 h 1039"/>
                  <a:gd name="T16" fmla="*/ 762 w 1082"/>
                  <a:gd name="T17" fmla="*/ 1023 h 1039"/>
                  <a:gd name="T18" fmla="*/ 691 w 1082"/>
                  <a:gd name="T19" fmla="*/ 1036 h 1039"/>
                  <a:gd name="T20" fmla="*/ 615 w 1082"/>
                  <a:gd name="T21" fmla="*/ 1039 h 1039"/>
                  <a:gd name="T22" fmla="*/ 537 w 1082"/>
                  <a:gd name="T23" fmla="*/ 1030 h 1039"/>
                  <a:gd name="T24" fmla="*/ 455 w 1082"/>
                  <a:gd name="T25" fmla="*/ 1010 h 1039"/>
                  <a:gd name="T26" fmla="*/ 373 w 1082"/>
                  <a:gd name="T27" fmla="*/ 977 h 1039"/>
                  <a:gd name="T28" fmla="*/ 290 w 1082"/>
                  <a:gd name="T29" fmla="*/ 931 h 1039"/>
                  <a:gd name="T30" fmla="*/ 207 w 1082"/>
                  <a:gd name="T31" fmla="*/ 871 h 1039"/>
                  <a:gd name="T32" fmla="*/ 137 w 1082"/>
                  <a:gd name="T33" fmla="*/ 805 h 1039"/>
                  <a:gd name="T34" fmla="*/ 85 w 1082"/>
                  <a:gd name="T35" fmla="*/ 734 h 1039"/>
                  <a:gd name="T36" fmla="*/ 45 w 1082"/>
                  <a:gd name="T37" fmla="*/ 647 h 1039"/>
                  <a:gd name="T38" fmla="*/ 14 w 1082"/>
                  <a:gd name="T39" fmla="*/ 548 h 1039"/>
                  <a:gd name="T40" fmla="*/ 2 w 1082"/>
                  <a:gd name="T41" fmla="*/ 461 h 1039"/>
                  <a:gd name="T42" fmla="*/ 7 w 1082"/>
                  <a:gd name="T43" fmla="*/ 379 h 1039"/>
                  <a:gd name="T44" fmla="*/ 29 w 1082"/>
                  <a:gd name="T45" fmla="*/ 290 h 1039"/>
                  <a:gd name="T46" fmla="*/ 63 w 1082"/>
                  <a:gd name="T47" fmla="*/ 214 h 1039"/>
                  <a:gd name="T48" fmla="*/ 107 w 1082"/>
                  <a:gd name="T49" fmla="*/ 151 h 1039"/>
                  <a:gd name="T50" fmla="*/ 159 w 1082"/>
                  <a:gd name="T51" fmla="*/ 98 h 1039"/>
                  <a:gd name="T52" fmla="*/ 219 w 1082"/>
                  <a:gd name="T53" fmla="*/ 58 h 1039"/>
                  <a:gd name="T54" fmla="*/ 284 w 1082"/>
                  <a:gd name="T55" fmla="*/ 28 h 1039"/>
                  <a:gd name="T56" fmla="*/ 355 w 1082"/>
                  <a:gd name="T57" fmla="*/ 9 h 1039"/>
                  <a:gd name="T58" fmla="*/ 428 w 1082"/>
                  <a:gd name="T59" fmla="*/ 0 h 1039"/>
                  <a:gd name="T60" fmla="*/ 503 w 1082"/>
                  <a:gd name="T61" fmla="*/ 2 h 1039"/>
                  <a:gd name="T62" fmla="*/ 579 w 1082"/>
                  <a:gd name="T63" fmla="*/ 13 h 1039"/>
                  <a:gd name="T64" fmla="*/ 655 w 1082"/>
                  <a:gd name="T65" fmla="*/ 33 h 1039"/>
                  <a:gd name="T66" fmla="*/ 728 w 1082"/>
                  <a:gd name="T67" fmla="*/ 63 h 1039"/>
                  <a:gd name="T68" fmla="*/ 798 w 1082"/>
                  <a:gd name="T69" fmla="*/ 101 h 1039"/>
                  <a:gd name="T70" fmla="*/ 864 w 1082"/>
                  <a:gd name="T71" fmla="*/ 147 h 1039"/>
                  <a:gd name="T72" fmla="*/ 923 w 1082"/>
                  <a:gd name="T73" fmla="*/ 203 h 1039"/>
                  <a:gd name="T74" fmla="*/ 976 w 1082"/>
                  <a:gd name="T75" fmla="*/ 268 h 1039"/>
                  <a:gd name="T76" fmla="*/ 1022 w 1082"/>
                  <a:gd name="T77" fmla="*/ 347 h 1039"/>
                  <a:gd name="T78" fmla="*/ 1056 w 1082"/>
                  <a:gd name="T79" fmla="*/ 433 h 1039"/>
                  <a:gd name="T80" fmla="*/ 1076 w 1082"/>
                  <a:gd name="T81" fmla="*/ 520 h 10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082" h="1039">
                    <a:moveTo>
                      <a:pt x="1080" y="561"/>
                    </a:moveTo>
                    <a:lnTo>
                      <a:pt x="1082" y="601"/>
                    </a:lnTo>
                    <a:lnTo>
                      <a:pt x="1080" y="642"/>
                    </a:lnTo>
                    <a:lnTo>
                      <a:pt x="1076" y="680"/>
                    </a:lnTo>
                    <a:lnTo>
                      <a:pt x="1068" y="715"/>
                    </a:lnTo>
                    <a:lnTo>
                      <a:pt x="1057" y="751"/>
                    </a:lnTo>
                    <a:lnTo>
                      <a:pt x="1045" y="785"/>
                    </a:lnTo>
                    <a:lnTo>
                      <a:pt x="1030" y="816"/>
                    </a:lnTo>
                    <a:lnTo>
                      <a:pt x="1011" y="846"/>
                    </a:lnTo>
                    <a:lnTo>
                      <a:pt x="992" y="873"/>
                    </a:lnTo>
                    <a:lnTo>
                      <a:pt x="969" y="900"/>
                    </a:lnTo>
                    <a:lnTo>
                      <a:pt x="944" y="924"/>
                    </a:lnTo>
                    <a:lnTo>
                      <a:pt x="919" y="946"/>
                    </a:lnTo>
                    <a:lnTo>
                      <a:pt x="890" y="965"/>
                    </a:lnTo>
                    <a:lnTo>
                      <a:pt x="860" y="984"/>
                    </a:lnTo>
                    <a:lnTo>
                      <a:pt x="829" y="999"/>
                    </a:lnTo>
                    <a:lnTo>
                      <a:pt x="797" y="1011"/>
                    </a:lnTo>
                    <a:lnTo>
                      <a:pt x="762" y="1023"/>
                    </a:lnTo>
                    <a:lnTo>
                      <a:pt x="728" y="1031"/>
                    </a:lnTo>
                    <a:lnTo>
                      <a:pt x="691" y="1036"/>
                    </a:lnTo>
                    <a:lnTo>
                      <a:pt x="653" y="1039"/>
                    </a:lnTo>
                    <a:lnTo>
                      <a:pt x="615" y="1039"/>
                    </a:lnTo>
                    <a:lnTo>
                      <a:pt x="576" y="1036"/>
                    </a:lnTo>
                    <a:lnTo>
                      <a:pt x="537" y="1030"/>
                    </a:lnTo>
                    <a:lnTo>
                      <a:pt x="495" y="1022"/>
                    </a:lnTo>
                    <a:lnTo>
                      <a:pt x="455" y="1010"/>
                    </a:lnTo>
                    <a:lnTo>
                      <a:pt x="413" y="995"/>
                    </a:lnTo>
                    <a:lnTo>
                      <a:pt x="373" y="977"/>
                    </a:lnTo>
                    <a:lnTo>
                      <a:pt x="332" y="956"/>
                    </a:lnTo>
                    <a:lnTo>
                      <a:pt x="290" y="931"/>
                    </a:lnTo>
                    <a:lnTo>
                      <a:pt x="249" y="903"/>
                    </a:lnTo>
                    <a:lnTo>
                      <a:pt x="207" y="871"/>
                    </a:lnTo>
                    <a:lnTo>
                      <a:pt x="167" y="836"/>
                    </a:lnTo>
                    <a:lnTo>
                      <a:pt x="137" y="805"/>
                    </a:lnTo>
                    <a:lnTo>
                      <a:pt x="111" y="772"/>
                    </a:lnTo>
                    <a:lnTo>
                      <a:pt x="85" y="734"/>
                    </a:lnTo>
                    <a:lnTo>
                      <a:pt x="63" y="692"/>
                    </a:lnTo>
                    <a:lnTo>
                      <a:pt x="45" y="647"/>
                    </a:lnTo>
                    <a:lnTo>
                      <a:pt x="28" y="600"/>
                    </a:lnTo>
                    <a:lnTo>
                      <a:pt x="14" y="548"/>
                    </a:lnTo>
                    <a:lnTo>
                      <a:pt x="3" y="494"/>
                    </a:lnTo>
                    <a:lnTo>
                      <a:pt x="2" y="461"/>
                    </a:lnTo>
                    <a:lnTo>
                      <a:pt x="0" y="427"/>
                    </a:lnTo>
                    <a:lnTo>
                      <a:pt x="7" y="379"/>
                    </a:lnTo>
                    <a:lnTo>
                      <a:pt x="16" y="333"/>
                    </a:lnTo>
                    <a:lnTo>
                      <a:pt x="29" y="290"/>
                    </a:lnTo>
                    <a:lnTo>
                      <a:pt x="45" y="251"/>
                    </a:lnTo>
                    <a:lnTo>
                      <a:pt x="63" y="214"/>
                    </a:lnTo>
                    <a:lnTo>
                      <a:pt x="84" y="181"/>
                    </a:lnTo>
                    <a:lnTo>
                      <a:pt x="107" y="151"/>
                    </a:lnTo>
                    <a:lnTo>
                      <a:pt x="132" y="123"/>
                    </a:lnTo>
                    <a:lnTo>
                      <a:pt x="159" y="98"/>
                    </a:lnTo>
                    <a:lnTo>
                      <a:pt x="188" y="76"/>
                    </a:lnTo>
                    <a:lnTo>
                      <a:pt x="219" y="58"/>
                    </a:lnTo>
                    <a:lnTo>
                      <a:pt x="251" y="41"/>
                    </a:lnTo>
                    <a:lnTo>
                      <a:pt x="284" y="28"/>
                    </a:lnTo>
                    <a:lnTo>
                      <a:pt x="319" y="17"/>
                    </a:lnTo>
                    <a:lnTo>
                      <a:pt x="355" y="9"/>
                    </a:lnTo>
                    <a:lnTo>
                      <a:pt x="392" y="3"/>
                    </a:lnTo>
                    <a:lnTo>
                      <a:pt x="428" y="0"/>
                    </a:lnTo>
                    <a:lnTo>
                      <a:pt x="465" y="0"/>
                    </a:lnTo>
                    <a:lnTo>
                      <a:pt x="503" y="2"/>
                    </a:lnTo>
                    <a:lnTo>
                      <a:pt x="541" y="7"/>
                    </a:lnTo>
                    <a:lnTo>
                      <a:pt x="579" y="13"/>
                    </a:lnTo>
                    <a:lnTo>
                      <a:pt x="617" y="22"/>
                    </a:lnTo>
                    <a:lnTo>
                      <a:pt x="655" y="33"/>
                    </a:lnTo>
                    <a:lnTo>
                      <a:pt x="692" y="47"/>
                    </a:lnTo>
                    <a:lnTo>
                      <a:pt x="728" y="63"/>
                    </a:lnTo>
                    <a:lnTo>
                      <a:pt x="764" y="82"/>
                    </a:lnTo>
                    <a:lnTo>
                      <a:pt x="798" y="101"/>
                    </a:lnTo>
                    <a:lnTo>
                      <a:pt x="832" y="123"/>
                    </a:lnTo>
                    <a:lnTo>
                      <a:pt x="864" y="147"/>
                    </a:lnTo>
                    <a:lnTo>
                      <a:pt x="894" y="174"/>
                    </a:lnTo>
                    <a:lnTo>
                      <a:pt x="923" y="203"/>
                    </a:lnTo>
                    <a:lnTo>
                      <a:pt x="949" y="233"/>
                    </a:lnTo>
                    <a:lnTo>
                      <a:pt x="976" y="268"/>
                    </a:lnTo>
                    <a:lnTo>
                      <a:pt x="1000" y="306"/>
                    </a:lnTo>
                    <a:lnTo>
                      <a:pt x="1022" y="347"/>
                    </a:lnTo>
                    <a:lnTo>
                      <a:pt x="1040" y="389"/>
                    </a:lnTo>
                    <a:lnTo>
                      <a:pt x="1056" y="433"/>
                    </a:lnTo>
                    <a:lnTo>
                      <a:pt x="1068" y="476"/>
                    </a:lnTo>
                    <a:lnTo>
                      <a:pt x="1076" y="520"/>
                    </a:lnTo>
                    <a:lnTo>
                      <a:pt x="1080" y="561"/>
                    </a:lnTo>
                    <a:close/>
                  </a:path>
                </a:pathLst>
              </a:custGeom>
              <a:solidFill>
                <a:srgbClr val="56FF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224" name="Freeform 150"/>
              <p:cNvSpPr>
                <a:spLocks/>
              </p:cNvSpPr>
              <p:nvPr/>
            </p:nvSpPr>
            <p:spPr bwMode="auto">
              <a:xfrm>
                <a:off x="1394" y="2166"/>
                <a:ext cx="518" cy="479"/>
              </a:xfrm>
              <a:custGeom>
                <a:avLst/>
                <a:gdLst>
                  <a:gd name="T0" fmla="*/ 1033 w 1037"/>
                  <a:gd name="T1" fmla="*/ 687 h 957"/>
                  <a:gd name="T2" fmla="*/ 1020 w 1037"/>
                  <a:gd name="T3" fmla="*/ 746 h 957"/>
                  <a:gd name="T4" fmla="*/ 996 w 1037"/>
                  <a:gd name="T5" fmla="*/ 798 h 957"/>
                  <a:gd name="T6" fmla="*/ 964 w 1037"/>
                  <a:gd name="T7" fmla="*/ 843 h 957"/>
                  <a:gd name="T8" fmla="*/ 924 w 1037"/>
                  <a:gd name="T9" fmla="*/ 881 h 957"/>
                  <a:gd name="T10" fmla="*/ 878 w 1037"/>
                  <a:gd name="T11" fmla="*/ 912 h 957"/>
                  <a:gd name="T12" fmla="*/ 825 w 1037"/>
                  <a:gd name="T13" fmla="*/ 935 h 957"/>
                  <a:gd name="T14" fmla="*/ 766 w 1037"/>
                  <a:gd name="T15" fmla="*/ 950 h 957"/>
                  <a:gd name="T16" fmla="*/ 703 w 1037"/>
                  <a:gd name="T17" fmla="*/ 957 h 957"/>
                  <a:gd name="T18" fmla="*/ 637 w 1037"/>
                  <a:gd name="T19" fmla="*/ 956 h 957"/>
                  <a:gd name="T20" fmla="*/ 568 w 1037"/>
                  <a:gd name="T21" fmla="*/ 945 h 957"/>
                  <a:gd name="T22" fmla="*/ 497 w 1037"/>
                  <a:gd name="T23" fmla="*/ 926 h 957"/>
                  <a:gd name="T24" fmla="*/ 425 w 1037"/>
                  <a:gd name="T25" fmla="*/ 896 h 957"/>
                  <a:gd name="T26" fmla="*/ 354 w 1037"/>
                  <a:gd name="T27" fmla="*/ 858 h 957"/>
                  <a:gd name="T28" fmla="*/ 282 w 1037"/>
                  <a:gd name="T29" fmla="*/ 808 h 957"/>
                  <a:gd name="T30" fmla="*/ 212 w 1037"/>
                  <a:gd name="T31" fmla="*/ 750 h 957"/>
                  <a:gd name="T32" fmla="*/ 151 w 1037"/>
                  <a:gd name="T33" fmla="*/ 686 h 957"/>
                  <a:gd name="T34" fmla="*/ 104 w 1037"/>
                  <a:gd name="T35" fmla="*/ 625 h 957"/>
                  <a:gd name="T36" fmla="*/ 65 w 1037"/>
                  <a:gd name="T37" fmla="*/ 563 h 957"/>
                  <a:gd name="T38" fmla="*/ 36 w 1037"/>
                  <a:gd name="T39" fmla="*/ 501 h 957"/>
                  <a:gd name="T40" fmla="*/ 15 w 1037"/>
                  <a:gd name="T41" fmla="*/ 439 h 957"/>
                  <a:gd name="T42" fmla="*/ 4 w 1037"/>
                  <a:gd name="T43" fmla="*/ 378 h 957"/>
                  <a:gd name="T44" fmla="*/ 0 w 1037"/>
                  <a:gd name="T45" fmla="*/ 318 h 957"/>
                  <a:gd name="T46" fmla="*/ 5 w 1037"/>
                  <a:gd name="T47" fmla="*/ 261 h 957"/>
                  <a:gd name="T48" fmla="*/ 17 w 1037"/>
                  <a:gd name="T49" fmla="*/ 208 h 957"/>
                  <a:gd name="T50" fmla="*/ 38 w 1037"/>
                  <a:gd name="T51" fmla="*/ 160 h 957"/>
                  <a:gd name="T52" fmla="*/ 67 w 1037"/>
                  <a:gd name="T53" fmla="*/ 116 h 957"/>
                  <a:gd name="T54" fmla="*/ 104 w 1037"/>
                  <a:gd name="T55" fmla="*/ 78 h 957"/>
                  <a:gd name="T56" fmla="*/ 146 w 1037"/>
                  <a:gd name="T57" fmla="*/ 47 h 957"/>
                  <a:gd name="T58" fmla="*/ 197 w 1037"/>
                  <a:gd name="T59" fmla="*/ 23 h 957"/>
                  <a:gd name="T60" fmla="*/ 255 w 1037"/>
                  <a:gd name="T61" fmla="*/ 7 h 957"/>
                  <a:gd name="T62" fmla="*/ 319 w 1037"/>
                  <a:gd name="T63" fmla="*/ 0 h 957"/>
                  <a:gd name="T64" fmla="*/ 385 w 1037"/>
                  <a:gd name="T65" fmla="*/ 2 h 957"/>
                  <a:gd name="T66" fmla="*/ 479 w 1037"/>
                  <a:gd name="T67" fmla="*/ 19 h 957"/>
                  <a:gd name="T68" fmla="*/ 604 w 1037"/>
                  <a:gd name="T69" fmla="*/ 66 h 957"/>
                  <a:gd name="T70" fmla="*/ 720 w 1037"/>
                  <a:gd name="T71" fmla="*/ 136 h 957"/>
                  <a:gd name="T72" fmla="*/ 826 w 1037"/>
                  <a:gd name="T73" fmla="*/ 223 h 957"/>
                  <a:gd name="T74" fmla="*/ 916 w 1037"/>
                  <a:gd name="T75" fmla="*/ 322 h 957"/>
                  <a:gd name="T76" fmla="*/ 984 w 1037"/>
                  <a:gd name="T77" fmla="*/ 432 h 957"/>
                  <a:gd name="T78" fmla="*/ 1008 w 1037"/>
                  <a:gd name="T79" fmla="*/ 488 h 957"/>
                  <a:gd name="T80" fmla="*/ 1025 w 1037"/>
                  <a:gd name="T81" fmla="*/ 545 h 957"/>
                  <a:gd name="T82" fmla="*/ 1036 w 1037"/>
                  <a:gd name="T83" fmla="*/ 601 h 957"/>
                  <a:gd name="T84" fmla="*/ 1037 w 1037"/>
                  <a:gd name="T85" fmla="*/ 656 h 9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037" h="957">
                    <a:moveTo>
                      <a:pt x="1037" y="656"/>
                    </a:moveTo>
                    <a:lnTo>
                      <a:pt x="1033" y="687"/>
                    </a:lnTo>
                    <a:lnTo>
                      <a:pt x="1028" y="717"/>
                    </a:lnTo>
                    <a:lnTo>
                      <a:pt x="1020" y="746"/>
                    </a:lnTo>
                    <a:lnTo>
                      <a:pt x="1009" y="773"/>
                    </a:lnTo>
                    <a:lnTo>
                      <a:pt x="996" y="798"/>
                    </a:lnTo>
                    <a:lnTo>
                      <a:pt x="982" y="821"/>
                    </a:lnTo>
                    <a:lnTo>
                      <a:pt x="964" y="843"/>
                    </a:lnTo>
                    <a:lnTo>
                      <a:pt x="946" y="863"/>
                    </a:lnTo>
                    <a:lnTo>
                      <a:pt x="924" y="881"/>
                    </a:lnTo>
                    <a:lnTo>
                      <a:pt x="902" y="897"/>
                    </a:lnTo>
                    <a:lnTo>
                      <a:pt x="878" y="912"/>
                    </a:lnTo>
                    <a:lnTo>
                      <a:pt x="851" y="925"/>
                    </a:lnTo>
                    <a:lnTo>
                      <a:pt x="825" y="935"/>
                    </a:lnTo>
                    <a:lnTo>
                      <a:pt x="796" y="943"/>
                    </a:lnTo>
                    <a:lnTo>
                      <a:pt x="766" y="950"/>
                    </a:lnTo>
                    <a:lnTo>
                      <a:pt x="735" y="955"/>
                    </a:lnTo>
                    <a:lnTo>
                      <a:pt x="703" y="957"/>
                    </a:lnTo>
                    <a:lnTo>
                      <a:pt x="670" y="957"/>
                    </a:lnTo>
                    <a:lnTo>
                      <a:pt x="637" y="956"/>
                    </a:lnTo>
                    <a:lnTo>
                      <a:pt x="603" y="951"/>
                    </a:lnTo>
                    <a:lnTo>
                      <a:pt x="568" y="945"/>
                    </a:lnTo>
                    <a:lnTo>
                      <a:pt x="532" y="936"/>
                    </a:lnTo>
                    <a:lnTo>
                      <a:pt x="497" y="926"/>
                    </a:lnTo>
                    <a:lnTo>
                      <a:pt x="461" y="912"/>
                    </a:lnTo>
                    <a:lnTo>
                      <a:pt x="425" y="896"/>
                    </a:lnTo>
                    <a:lnTo>
                      <a:pt x="389" y="879"/>
                    </a:lnTo>
                    <a:lnTo>
                      <a:pt x="354" y="858"/>
                    </a:lnTo>
                    <a:lnTo>
                      <a:pt x="318" y="835"/>
                    </a:lnTo>
                    <a:lnTo>
                      <a:pt x="282" y="808"/>
                    </a:lnTo>
                    <a:lnTo>
                      <a:pt x="247" y="781"/>
                    </a:lnTo>
                    <a:lnTo>
                      <a:pt x="212" y="750"/>
                    </a:lnTo>
                    <a:lnTo>
                      <a:pt x="179" y="716"/>
                    </a:lnTo>
                    <a:lnTo>
                      <a:pt x="151" y="686"/>
                    </a:lnTo>
                    <a:lnTo>
                      <a:pt x="126" y="656"/>
                    </a:lnTo>
                    <a:lnTo>
                      <a:pt x="104" y="625"/>
                    </a:lnTo>
                    <a:lnTo>
                      <a:pt x="83" y="594"/>
                    </a:lnTo>
                    <a:lnTo>
                      <a:pt x="65" y="563"/>
                    </a:lnTo>
                    <a:lnTo>
                      <a:pt x="50" y="532"/>
                    </a:lnTo>
                    <a:lnTo>
                      <a:pt x="36" y="501"/>
                    </a:lnTo>
                    <a:lnTo>
                      <a:pt x="24" y="470"/>
                    </a:lnTo>
                    <a:lnTo>
                      <a:pt x="15" y="439"/>
                    </a:lnTo>
                    <a:lnTo>
                      <a:pt x="8" y="407"/>
                    </a:lnTo>
                    <a:lnTo>
                      <a:pt x="4" y="378"/>
                    </a:lnTo>
                    <a:lnTo>
                      <a:pt x="0" y="348"/>
                    </a:lnTo>
                    <a:lnTo>
                      <a:pt x="0" y="318"/>
                    </a:lnTo>
                    <a:lnTo>
                      <a:pt x="1" y="289"/>
                    </a:lnTo>
                    <a:lnTo>
                      <a:pt x="5" y="261"/>
                    </a:lnTo>
                    <a:lnTo>
                      <a:pt x="10" y="235"/>
                    </a:lnTo>
                    <a:lnTo>
                      <a:pt x="17" y="208"/>
                    </a:lnTo>
                    <a:lnTo>
                      <a:pt x="27" y="184"/>
                    </a:lnTo>
                    <a:lnTo>
                      <a:pt x="38" y="160"/>
                    </a:lnTo>
                    <a:lnTo>
                      <a:pt x="52" y="137"/>
                    </a:lnTo>
                    <a:lnTo>
                      <a:pt x="67" y="116"/>
                    </a:lnTo>
                    <a:lnTo>
                      <a:pt x="84" y="96"/>
                    </a:lnTo>
                    <a:lnTo>
                      <a:pt x="104" y="78"/>
                    </a:lnTo>
                    <a:lnTo>
                      <a:pt x="124" y="62"/>
                    </a:lnTo>
                    <a:lnTo>
                      <a:pt x="146" y="47"/>
                    </a:lnTo>
                    <a:lnTo>
                      <a:pt x="171" y="33"/>
                    </a:lnTo>
                    <a:lnTo>
                      <a:pt x="197" y="23"/>
                    </a:lnTo>
                    <a:lnTo>
                      <a:pt x="225" y="13"/>
                    </a:lnTo>
                    <a:lnTo>
                      <a:pt x="255" y="7"/>
                    </a:lnTo>
                    <a:lnTo>
                      <a:pt x="286" y="2"/>
                    </a:lnTo>
                    <a:lnTo>
                      <a:pt x="319" y="0"/>
                    </a:lnTo>
                    <a:lnTo>
                      <a:pt x="354" y="0"/>
                    </a:lnTo>
                    <a:lnTo>
                      <a:pt x="385" y="2"/>
                    </a:lnTo>
                    <a:lnTo>
                      <a:pt x="417" y="5"/>
                    </a:lnTo>
                    <a:lnTo>
                      <a:pt x="479" y="19"/>
                    </a:lnTo>
                    <a:lnTo>
                      <a:pt x="543" y="40"/>
                    </a:lnTo>
                    <a:lnTo>
                      <a:pt x="604" y="66"/>
                    </a:lnTo>
                    <a:lnTo>
                      <a:pt x="664" y="99"/>
                    </a:lnTo>
                    <a:lnTo>
                      <a:pt x="720" y="136"/>
                    </a:lnTo>
                    <a:lnTo>
                      <a:pt x="775" y="177"/>
                    </a:lnTo>
                    <a:lnTo>
                      <a:pt x="826" y="223"/>
                    </a:lnTo>
                    <a:lnTo>
                      <a:pt x="873" y="272"/>
                    </a:lnTo>
                    <a:lnTo>
                      <a:pt x="916" y="322"/>
                    </a:lnTo>
                    <a:lnTo>
                      <a:pt x="953" y="376"/>
                    </a:lnTo>
                    <a:lnTo>
                      <a:pt x="984" y="432"/>
                    </a:lnTo>
                    <a:lnTo>
                      <a:pt x="996" y="459"/>
                    </a:lnTo>
                    <a:lnTo>
                      <a:pt x="1008" y="488"/>
                    </a:lnTo>
                    <a:lnTo>
                      <a:pt x="1017" y="516"/>
                    </a:lnTo>
                    <a:lnTo>
                      <a:pt x="1025" y="545"/>
                    </a:lnTo>
                    <a:lnTo>
                      <a:pt x="1031" y="572"/>
                    </a:lnTo>
                    <a:lnTo>
                      <a:pt x="1036" y="601"/>
                    </a:lnTo>
                    <a:lnTo>
                      <a:pt x="1037" y="629"/>
                    </a:lnTo>
                    <a:lnTo>
                      <a:pt x="1037" y="656"/>
                    </a:lnTo>
                    <a:close/>
                  </a:path>
                </a:pathLst>
              </a:custGeom>
              <a:solidFill>
                <a:srgbClr val="3DFF3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225" name="Freeform 151"/>
              <p:cNvSpPr>
                <a:spLocks/>
              </p:cNvSpPr>
              <p:nvPr/>
            </p:nvSpPr>
            <p:spPr bwMode="auto">
              <a:xfrm>
                <a:off x="2414" y="1057"/>
                <a:ext cx="516" cy="498"/>
              </a:xfrm>
              <a:custGeom>
                <a:avLst/>
                <a:gdLst>
                  <a:gd name="T0" fmla="*/ 1031 w 1031"/>
                  <a:gd name="T1" fmla="*/ 576 h 995"/>
                  <a:gd name="T2" fmla="*/ 1025 w 1031"/>
                  <a:gd name="T3" fmla="*/ 650 h 995"/>
                  <a:gd name="T4" fmla="*/ 1008 w 1031"/>
                  <a:gd name="T5" fmla="*/ 717 h 995"/>
                  <a:gd name="T6" fmla="*/ 982 w 1031"/>
                  <a:gd name="T7" fmla="*/ 779 h 995"/>
                  <a:gd name="T8" fmla="*/ 946 w 1031"/>
                  <a:gd name="T9" fmla="*/ 834 h 995"/>
                  <a:gd name="T10" fmla="*/ 902 w 1031"/>
                  <a:gd name="T11" fmla="*/ 881 h 995"/>
                  <a:gd name="T12" fmla="*/ 852 w 1031"/>
                  <a:gd name="T13" fmla="*/ 923 h 995"/>
                  <a:gd name="T14" fmla="*/ 795 w 1031"/>
                  <a:gd name="T15" fmla="*/ 954 h 995"/>
                  <a:gd name="T16" fmla="*/ 732 w 1031"/>
                  <a:gd name="T17" fmla="*/ 978 h 995"/>
                  <a:gd name="T18" fmla="*/ 665 w 1031"/>
                  <a:gd name="T19" fmla="*/ 992 h 995"/>
                  <a:gd name="T20" fmla="*/ 593 w 1031"/>
                  <a:gd name="T21" fmla="*/ 995 h 995"/>
                  <a:gd name="T22" fmla="*/ 520 w 1031"/>
                  <a:gd name="T23" fmla="*/ 990 h 995"/>
                  <a:gd name="T24" fmla="*/ 444 w 1031"/>
                  <a:gd name="T25" fmla="*/ 971 h 995"/>
                  <a:gd name="T26" fmla="*/ 367 w 1031"/>
                  <a:gd name="T27" fmla="*/ 942 h 995"/>
                  <a:gd name="T28" fmla="*/ 289 w 1031"/>
                  <a:gd name="T29" fmla="*/ 900 h 995"/>
                  <a:gd name="T30" fmla="*/ 212 w 1031"/>
                  <a:gd name="T31" fmla="*/ 846 h 995"/>
                  <a:gd name="T32" fmla="*/ 144 w 1031"/>
                  <a:gd name="T33" fmla="*/ 785 h 995"/>
                  <a:gd name="T34" fmla="*/ 94 w 1031"/>
                  <a:gd name="T35" fmla="*/ 724 h 995"/>
                  <a:gd name="T36" fmla="*/ 54 w 1031"/>
                  <a:gd name="T37" fmla="*/ 659 h 995"/>
                  <a:gd name="T38" fmla="*/ 26 w 1031"/>
                  <a:gd name="T39" fmla="*/ 592 h 995"/>
                  <a:gd name="T40" fmla="*/ 8 w 1031"/>
                  <a:gd name="T41" fmla="*/ 524 h 995"/>
                  <a:gd name="T42" fmla="*/ 0 w 1031"/>
                  <a:gd name="T43" fmla="*/ 456 h 995"/>
                  <a:gd name="T44" fmla="*/ 3 w 1031"/>
                  <a:gd name="T45" fmla="*/ 388 h 995"/>
                  <a:gd name="T46" fmla="*/ 14 w 1031"/>
                  <a:gd name="T47" fmla="*/ 324 h 995"/>
                  <a:gd name="T48" fmla="*/ 36 w 1031"/>
                  <a:gd name="T49" fmla="*/ 262 h 995"/>
                  <a:gd name="T50" fmla="*/ 66 w 1031"/>
                  <a:gd name="T51" fmla="*/ 203 h 995"/>
                  <a:gd name="T52" fmla="*/ 104 w 1031"/>
                  <a:gd name="T53" fmla="*/ 150 h 995"/>
                  <a:gd name="T54" fmla="*/ 150 w 1031"/>
                  <a:gd name="T55" fmla="*/ 104 h 995"/>
                  <a:gd name="T56" fmla="*/ 204 w 1031"/>
                  <a:gd name="T57" fmla="*/ 65 h 995"/>
                  <a:gd name="T58" fmla="*/ 265 w 1031"/>
                  <a:gd name="T59" fmla="*/ 33 h 995"/>
                  <a:gd name="T60" fmla="*/ 333 w 1031"/>
                  <a:gd name="T61" fmla="*/ 12 h 995"/>
                  <a:gd name="T62" fmla="*/ 408 w 1031"/>
                  <a:gd name="T63" fmla="*/ 1 h 995"/>
                  <a:gd name="T64" fmla="*/ 492 w 1031"/>
                  <a:gd name="T65" fmla="*/ 2 h 995"/>
                  <a:gd name="T66" fmla="*/ 584 w 1031"/>
                  <a:gd name="T67" fmla="*/ 21 h 995"/>
                  <a:gd name="T68" fmla="*/ 680 w 1031"/>
                  <a:gd name="T69" fmla="*/ 56 h 995"/>
                  <a:gd name="T70" fmla="*/ 772 w 1031"/>
                  <a:gd name="T71" fmla="*/ 108 h 995"/>
                  <a:gd name="T72" fmla="*/ 857 w 1031"/>
                  <a:gd name="T73" fmla="*/ 176 h 995"/>
                  <a:gd name="T74" fmla="*/ 930 w 1031"/>
                  <a:gd name="T75" fmla="*/ 260 h 995"/>
                  <a:gd name="T76" fmla="*/ 987 w 1031"/>
                  <a:gd name="T77" fmla="*/ 359 h 995"/>
                  <a:gd name="T78" fmla="*/ 1007 w 1031"/>
                  <a:gd name="T79" fmla="*/ 416 h 995"/>
                  <a:gd name="T80" fmla="*/ 1022 w 1031"/>
                  <a:gd name="T81" fmla="*/ 475 h 995"/>
                  <a:gd name="T82" fmla="*/ 1030 w 1031"/>
                  <a:gd name="T83" fmla="*/ 538 h 9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1031" h="995">
                    <a:moveTo>
                      <a:pt x="1030" y="538"/>
                    </a:moveTo>
                    <a:lnTo>
                      <a:pt x="1031" y="576"/>
                    </a:lnTo>
                    <a:lnTo>
                      <a:pt x="1030" y="613"/>
                    </a:lnTo>
                    <a:lnTo>
                      <a:pt x="1025" y="650"/>
                    </a:lnTo>
                    <a:lnTo>
                      <a:pt x="1019" y="684"/>
                    </a:lnTo>
                    <a:lnTo>
                      <a:pt x="1008" y="717"/>
                    </a:lnTo>
                    <a:lnTo>
                      <a:pt x="997" y="749"/>
                    </a:lnTo>
                    <a:lnTo>
                      <a:pt x="982" y="779"/>
                    </a:lnTo>
                    <a:lnTo>
                      <a:pt x="966" y="808"/>
                    </a:lnTo>
                    <a:lnTo>
                      <a:pt x="946" y="834"/>
                    </a:lnTo>
                    <a:lnTo>
                      <a:pt x="925" y="858"/>
                    </a:lnTo>
                    <a:lnTo>
                      <a:pt x="902" y="881"/>
                    </a:lnTo>
                    <a:lnTo>
                      <a:pt x="878" y="903"/>
                    </a:lnTo>
                    <a:lnTo>
                      <a:pt x="852" y="923"/>
                    </a:lnTo>
                    <a:lnTo>
                      <a:pt x="824" y="939"/>
                    </a:lnTo>
                    <a:lnTo>
                      <a:pt x="795" y="954"/>
                    </a:lnTo>
                    <a:lnTo>
                      <a:pt x="764" y="968"/>
                    </a:lnTo>
                    <a:lnTo>
                      <a:pt x="732" y="978"/>
                    </a:lnTo>
                    <a:lnTo>
                      <a:pt x="699" y="986"/>
                    </a:lnTo>
                    <a:lnTo>
                      <a:pt x="665" y="992"/>
                    </a:lnTo>
                    <a:lnTo>
                      <a:pt x="629" y="995"/>
                    </a:lnTo>
                    <a:lnTo>
                      <a:pt x="593" y="995"/>
                    </a:lnTo>
                    <a:lnTo>
                      <a:pt x="557" y="994"/>
                    </a:lnTo>
                    <a:lnTo>
                      <a:pt x="520" y="990"/>
                    </a:lnTo>
                    <a:lnTo>
                      <a:pt x="482" y="982"/>
                    </a:lnTo>
                    <a:lnTo>
                      <a:pt x="444" y="971"/>
                    </a:lnTo>
                    <a:lnTo>
                      <a:pt x="406" y="959"/>
                    </a:lnTo>
                    <a:lnTo>
                      <a:pt x="367" y="942"/>
                    </a:lnTo>
                    <a:lnTo>
                      <a:pt x="327" y="923"/>
                    </a:lnTo>
                    <a:lnTo>
                      <a:pt x="289" y="900"/>
                    </a:lnTo>
                    <a:lnTo>
                      <a:pt x="250" y="874"/>
                    </a:lnTo>
                    <a:lnTo>
                      <a:pt x="212" y="846"/>
                    </a:lnTo>
                    <a:lnTo>
                      <a:pt x="174" y="813"/>
                    </a:lnTo>
                    <a:lnTo>
                      <a:pt x="144" y="785"/>
                    </a:lnTo>
                    <a:lnTo>
                      <a:pt x="118" y="755"/>
                    </a:lnTo>
                    <a:lnTo>
                      <a:pt x="94" y="724"/>
                    </a:lnTo>
                    <a:lnTo>
                      <a:pt x="73" y="691"/>
                    </a:lnTo>
                    <a:lnTo>
                      <a:pt x="54" y="659"/>
                    </a:lnTo>
                    <a:lnTo>
                      <a:pt x="38" y="626"/>
                    </a:lnTo>
                    <a:lnTo>
                      <a:pt x="26" y="592"/>
                    </a:lnTo>
                    <a:lnTo>
                      <a:pt x="15" y="559"/>
                    </a:lnTo>
                    <a:lnTo>
                      <a:pt x="8" y="524"/>
                    </a:lnTo>
                    <a:lnTo>
                      <a:pt x="3" y="490"/>
                    </a:lnTo>
                    <a:lnTo>
                      <a:pt x="0" y="456"/>
                    </a:lnTo>
                    <a:lnTo>
                      <a:pt x="0" y="422"/>
                    </a:lnTo>
                    <a:lnTo>
                      <a:pt x="3" y="388"/>
                    </a:lnTo>
                    <a:lnTo>
                      <a:pt x="7" y="356"/>
                    </a:lnTo>
                    <a:lnTo>
                      <a:pt x="14" y="324"/>
                    </a:lnTo>
                    <a:lnTo>
                      <a:pt x="24" y="291"/>
                    </a:lnTo>
                    <a:lnTo>
                      <a:pt x="36" y="262"/>
                    </a:lnTo>
                    <a:lnTo>
                      <a:pt x="50" y="232"/>
                    </a:lnTo>
                    <a:lnTo>
                      <a:pt x="66" y="203"/>
                    </a:lnTo>
                    <a:lnTo>
                      <a:pt x="83" y="176"/>
                    </a:lnTo>
                    <a:lnTo>
                      <a:pt x="104" y="150"/>
                    </a:lnTo>
                    <a:lnTo>
                      <a:pt x="126" y="126"/>
                    </a:lnTo>
                    <a:lnTo>
                      <a:pt x="150" y="104"/>
                    </a:lnTo>
                    <a:lnTo>
                      <a:pt x="177" y="83"/>
                    </a:lnTo>
                    <a:lnTo>
                      <a:pt x="204" y="65"/>
                    </a:lnTo>
                    <a:lnTo>
                      <a:pt x="234" y="47"/>
                    </a:lnTo>
                    <a:lnTo>
                      <a:pt x="265" y="33"/>
                    </a:lnTo>
                    <a:lnTo>
                      <a:pt x="299" y="21"/>
                    </a:lnTo>
                    <a:lnTo>
                      <a:pt x="333" y="12"/>
                    </a:lnTo>
                    <a:lnTo>
                      <a:pt x="370" y="5"/>
                    </a:lnTo>
                    <a:lnTo>
                      <a:pt x="408" y="1"/>
                    </a:lnTo>
                    <a:lnTo>
                      <a:pt x="448" y="0"/>
                    </a:lnTo>
                    <a:lnTo>
                      <a:pt x="492" y="2"/>
                    </a:lnTo>
                    <a:lnTo>
                      <a:pt x="538" y="9"/>
                    </a:lnTo>
                    <a:lnTo>
                      <a:pt x="584" y="21"/>
                    </a:lnTo>
                    <a:lnTo>
                      <a:pt x="632" y="36"/>
                    </a:lnTo>
                    <a:lnTo>
                      <a:pt x="680" y="56"/>
                    </a:lnTo>
                    <a:lnTo>
                      <a:pt x="726" y="80"/>
                    </a:lnTo>
                    <a:lnTo>
                      <a:pt x="772" y="108"/>
                    </a:lnTo>
                    <a:lnTo>
                      <a:pt x="816" y="139"/>
                    </a:lnTo>
                    <a:lnTo>
                      <a:pt x="857" y="176"/>
                    </a:lnTo>
                    <a:lnTo>
                      <a:pt x="895" y="215"/>
                    </a:lnTo>
                    <a:lnTo>
                      <a:pt x="930" y="260"/>
                    </a:lnTo>
                    <a:lnTo>
                      <a:pt x="961" y="308"/>
                    </a:lnTo>
                    <a:lnTo>
                      <a:pt x="987" y="359"/>
                    </a:lnTo>
                    <a:lnTo>
                      <a:pt x="998" y="387"/>
                    </a:lnTo>
                    <a:lnTo>
                      <a:pt x="1007" y="416"/>
                    </a:lnTo>
                    <a:lnTo>
                      <a:pt x="1015" y="445"/>
                    </a:lnTo>
                    <a:lnTo>
                      <a:pt x="1022" y="475"/>
                    </a:lnTo>
                    <a:lnTo>
                      <a:pt x="1027" y="506"/>
                    </a:lnTo>
                    <a:lnTo>
                      <a:pt x="1030" y="538"/>
                    </a:lnTo>
                    <a:close/>
                  </a:path>
                </a:pathLst>
              </a:custGeom>
              <a:solidFill>
                <a:srgbClr val="5BFF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226" name="Freeform 152"/>
              <p:cNvSpPr>
                <a:spLocks/>
              </p:cNvSpPr>
              <p:nvPr/>
            </p:nvSpPr>
            <p:spPr bwMode="auto">
              <a:xfrm>
                <a:off x="1402" y="2175"/>
                <a:ext cx="499" cy="461"/>
              </a:xfrm>
              <a:custGeom>
                <a:avLst/>
                <a:gdLst>
                  <a:gd name="T0" fmla="*/ 995 w 999"/>
                  <a:gd name="T1" fmla="*/ 668 h 922"/>
                  <a:gd name="T2" fmla="*/ 983 w 999"/>
                  <a:gd name="T3" fmla="*/ 722 h 922"/>
                  <a:gd name="T4" fmla="*/ 960 w 999"/>
                  <a:gd name="T5" fmla="*/ 771 h 922"/>
                  <a:gd name="T6" fmla="*/ 929 w 999"/>
                  <a:gd name="T7" fmla="*/ 813 h 922"/>
                  <a:gd name="T8" fmla="*/ 891 w 999"/>
                  <a:gd name="T9" fmla="*/ 849 h 922"/>
                  <a:gd name="T10" fmla="*/ 846 w 999"/>
                  <a:gd name="T11" fmla="*/ 878 h 922"/>
                  <a:gd name="T12" fmla="*/ 795 w 999"/>
                  <a:gd name="T13" fmla="*/ 900 h 922"/>
                  <a:gd name="T14" fmla="*/ 739 w 999"/>
                  <a:gd name="T15" fmla="*/ 915 h 922"/>
                  <a:gd name="T16" fmla="*/ 679 w 999"/>
                  <a:gd name="T17" fmla="*/ 922 h 922"/>
                  <a:gd name="T18" fmla="*/ 616 w 999"/>
                  <a:gd name="T19" fmla="*/ 921 h 922"/>
                  <a:gd name="T20" fmla="*/ 551 w 999"/>
                  <a:gd name="T21" fmla="*/ 910 h 922"/>
                  <a:gd name="T22" fmla="*/ 483 w 999"/>
                  <a:gd name="T23" fmla="*/ 893 h 922"/>
                  <a:gd name="T24" fmla="*/ 415 w 999"/>
                  <a:gd name="T25" fmla="*/ 865 h 922"/>
                  <a:gd name="T26" fmla="*/ 347 w 999"/>
                  <a:gd name="T27" fmla="*/ 830 h 922"/>
                  <a:gd name="T28" fmla="*/ 279 w 999"/>
                  <a:gd name="T29" fmla="*/ 785 h 922"/>
                  <a:gd name="T30" fmla="*/ 213 w 999"/>
                  <a:gd name="T31" fmla="*/ 729 h 922"/>
                  <a:gd name="T32" fmla="*/ 156 w 999"/>
                  <a:gd name="T33" fmla="*/ 672 h 922"/>
                  <a:gd name="T34" fmla="*/ 111 w 999"/>
                  <a:gd name="T35" fmla="*/ 615 h 922"/>
                  <a:gd name="T36" fmla="*/ 74 w 999"/>
                  <a:gd name="T37" fmla="*/ 557 h 922"/>
                  <a:gd name="T38" fmla="*/ 44 w 999"/>
                  <a:gd name="T39" fmla="*/ 498 h 922"/>
                  <a:gd name="T40" fmla="*/ 22 w 999"/>
                  <a:gd name="T41" fmla="*/ 438 h 922"/>
                  <a:gd name="T42" fmla="*/ 7 w 999"/>
                  <a:gd name="T43" fmla="*/ 378 h 922"/>
                  <a:gd name="T44" fmla="*/ 1 w 999"/>
                  <a:gd name="T45" fmla="*/ 320 h 922"/>
                  <a:gd name="T46" fmla="*/ 3 w 999"/>
                  <a:gd name="T47" fmla="*/ 265 h 922"/>
                  <a:gd name="T48" fmla="*/ 12 w 999"/>
                  <a:gd name="T49" fmla="*/ 212 h 922"/>
                  <a:gd name="T50" fmla="*/ 29 w 999"/>
                  <a:gd name="T51" fmla="*/ 164 h 922"/>
                  <a:gd name="T52" fmla="*/ 53 w 999"/>
                  <a:gd name="T53" fmla="*/ 120 h 922"/>
                  <a:gd name="T54" fmla="*/ 87 w 999"/>
                  <a:gd name="T55" fmla="*/ 81 h 922"/>
                  <a:gd name="T56" fmla="*/ 129 w 999"/>
                  <a:gd name="T57" fmla="*/ 50 h 922"/>
                  <a:gd name="T58" fmla="*/ 179 w 999"/>
                  <a:gd name="T59" fmla="*/ 24 h 922"/>
                  <a:gd name="T60" fmla="*/ 236 w 999"/>
                  <a:gd name="T61" fmla="*/ 8 h 922"/>
                  <a:gd name="T62" fmla="*/ 303 w 999"/>
                  <a:gd name="T63" fmla="*/ 0 h 922"/>
                  <a:gd name="T64" fmla="*/ 372 w 999"/>
                  <a:gd name="T65" fmla="*/ 2 h 922"/>
                  <a:gd name="T66" fmla="*/ 437 w 999"/>
                  <a:gd name="T67" fmla="*/ 12 h 922"/>
                  <a:gd name="T68" fmla="*/ 500 w 999"/>
                  <a:gd name="T69" fmla="*/ 29 h 922"/>
                  <a:gd name="T70" fmla="*/ 561 w 999"/>
                  <a:gd name="T71" fmla="*/ 53 h 922"/>
                  <a:gd name="T72" fmla="*/ 649 w 999"/>
                  <a:gd name="T73" fmla="*/ 100 h 922"/>
                  <a:gd name="T74" fmla="*/ 757 w 999"/>
                  <a:gd name="T75" fmla="*/ 180 h 922"/>
                  <a:gd name="T76" fmla="*/ 849 w 999"/>
                  <a:gd name="T77" fmla="*/ 274 h 922"/>
                  <a:gd name="T78" fmla="*/ 923 w 999"/>
                  <a:gd name="T79" fmla="*/ 378 h 922"/>
                  <a:gd name="T80" fmla="*/ 974 w 999"/>
                  <a:gd name="T81" fmla="*/ 484 h 922"/>
                  <a:gd name="T82" fmla="*/ 990 w 999"/>
                  <a:gd name="T83" fmla="*/ 537 h 922"/>
                  <a:gd name="T84" fmla="*/ 998 w 999"/>
                  <a:gd name="T85" fmla="*/ 589 h 922"/>
                  <a:gd name="T86" fmla="*/ 999 w 999"/>
                  <a:gd name="T87" fmla="*/ 638 h 9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999" h="922">
                    <a:moveTo>
                      <a:pt x="999" y="638"/>
                    </a:moveTo>
                    <a:lnTo>
                      <a:pt x="995" y="668"/>
                    </a:lnTo>
                    <a:lnTo>
                      <a:pt x="990" y="696"/>
                    </a:lnTo>
                    <a:lnTo>
                      <a:pt x="983" y="722"/>
                    </a:lnTo>
                    <a:lnTo>
                      <a:pt x="972" y="748"/>
                    </a:lnTo>
                    <a:lnTo>
                      <a:pt x="960" y="771"/>
                    </a:lnTo>
                    <a:lnTo>
                      <a:pt x="945" y="793"/>
                    </a:lnTo>
                    <a:lnTo>
                      <a:pt x="929" y="813"/>
                    </a:lnTo>
                    <a:lnTo>
                      <a:pt x="910" y="832"/>
                    </a:lnTo>
                    <a:lnTo>
                      <a:pt x="891" y="849"/>
                    </a:lnTo>
                    <a:lnTo>
                      <a:pt x="869" y="864"/>
                    </a:lnTo>
                    <a:lnTo>
                      <a:pt x="846" y="878"/>
                    </a:lnTo>
                    <a:lnTo>
                      <a:pt x="820" y="889"/>
                    </a:lnTo>
                    <a:lnTo>
                      <a:pt x="795" y="900"/>
                    </a:lnTo>
                    <a:lnTo>
                      <a:pt x="767" y="908"/>
                    </a:lnTo>
                    <a:lnTo>
                      <a:pt x="739" y="915"/>
                    </a:lnTo>
                    <a:lnTo>
                      <a:pt x="710" y="919"/>
                    </a:lnTo>
                    <a:lnTo>
                      <a:pt x="679" y="922"/>
                    </a:lnTo>
                    <a:lnTo>
                      <a:pt x="648" y="922"/>
                    </a:lnTo>
                    <a:lnTo>
                      <a:pt x="616" y="921"/>
                    </a:lnTo>
                    <a:lnTo>
                      <a:pt x="583" y="916"/>
                    </a:lnTo>
                    <a:lnTo>
                      <a:pt x="551" y="910"/>
                    </a:lnTo>
                    <a:lnTo>
                      <a:pt x="517" y="903"/>
                    </a:lnTo>
                    <a:lnTo>
                      <a:pt x="483" y="893"/>
                    </a:lnTo>
                    <a:lnTo>
                      <a:pt x="449" y="880"/>
                    </a:lnTo>
                    <a:lnTo>
                      <a:pt x="415" y="865"/>
                    </a:lnTo>
                    <a:lnTo>
                      <a:pt x="380" y="849"/>
                    </a:lnTo>
                    <a:lnTo>
                      <a:pt x="347" y="830"/>
                    </a:lnTo>
                    <a:lnTo>
                      <a:pt x="312" y="809"/>
                    </a:lnTo>
                    <a:lnTo>
                      <a:pt x="279" y="785"/>
                    </a:lnTo>
                    <a:lnTo>
                      <a:pt x="246" y="758"/>
                    </a:lnTo>
                    <a:lnTo>
                      <a:pt x="213" y="729"/>
                    </a:lnTo>
                    <a:lnTo>
                      <a:pt x="181" y="698"/>
                    </a:lnTo>
                    <a:lnTo>
                      <a:pt x="156" y="672"/>
                    </a:lnTo>
                    <a:lnTo>
                      <a:pt x="133" y="643"/>
                    </a:lnTo>
                    <a:lnTo>
                      <a:pt x="111" y="615"/>
                    </a:lnTo>
                    <a:lnTo>
                      <a:pt x="91" y="586"/>
                    </a:lnTo>
                    <a:lnTo>
                      <a:pt x="74" y="557"/>
                    </a:lnTo>
                    <a:lnTo>
                      <a:pt x="58" y="527"/>
                    </a:lnTo>
                    <a:lnTo>
                      <a:pt x="44" y="498"/>
                    </a:lnTo>
                    <a:lnTo>
                      <a:pt x="32" y="468"/>
                    </a:lnTo>
                    <a:lnTo>
                      <a:pt x="22" y="438"/>
                    </a:lnTo>
                    <a:lnTo>
                      <a:pt x="14" y="408"/>
                    </a:lnTo>
                    <a:lnTo>
                      <a:pt x="7" y="378"/>
                    </a:lnTo>
                    <a:lnTo>
                      <a:pt x="4" y="349"/>
                    </a:lnTo>
                    <a:lnTo>
                      <a:pt x="1" y="320"/>
                    </a:lnTo>
                    <a:lnTo>
                      <a:pt x="0" y="293"/>
                    </a:lnTo>
                    <a:lnTo>
                      <a:pt x="3" y="265"/>
                    </a:lnTo>
                    <a:lnTo>
                      <a:pt x="6" y="239"/>
                    </a:lnTo>
                    <a:lnTo>
                      <a:pt x="12" y="212"/>
                    </a:lnTo>
                    <a:lnTo>
                      <a:pt x="19" y="188"/>
                    </a:lnTo>
                    <a:lnTo>
                      <a:pt x="29" y="164"/>
                    </a:lnTo>
                    <a:lnTo>
                      <a:pt x="41" y="141"/>
                    </a:lnTo>
                    <a:lnTo>
                      <a:pt x="53" y="120"/>
                    </a:lnTo>
                    <a:lnTo>
                      <a:pt x="69" y="99"/>
                    </a:lnTo>
                    <a:lnTo>
                      <a:pt x="87" y="81"/>
                    </a:lnTo>
                    <a:lnTo>
                      <a:pt x="107" y="65"/>
                    </a:lnTo>
                    <a:lnTo>
                      <a:pt x="129" y="50"/>
                    </a:lnTo>
                    <a:lnTo>
                      <a:pt x="152" y="36"/>
                    </a:lnTo>
                    <a:lnTo>
                      <a:pt x="179" y="24"/>
                    </a:lnTo>
                    <a:lnTo>
                      <a:pt x="206" y="15"/>
                    </a:lnTo>
                    <a:lnTo>
                      <a:pt x="236" y="8"/>
                    </a:lnTo>
                    <a:lnTo>
                      <a:pt x="269" y="2"/>
                    </a:lnTo>
                    <a:lnTo>
                      <a:pt x="303" y="0"/>
                    </a:lnTo>
                    <a:lnTo>
                      <a:pt x="340" y="0"/>
                    </a:lnTo>
                    <a:lnTo>
                      <a:pt x="372" y="2"/>
                    </a:lnTo>
                    <a:lnTo>
                      <a:pt x="405" y="6"/>
                    </a:lnTo>
                    <a:lnTo>
                      <a:pt x="437" y="12"/>
                    </a:lnTo>
                    <a:lnTo>
                      <a:pt x="468" y="20"/>
                    </a:lnTo>
                    <a:lnTo>
                      <a:pt x="500" y="29"/>
                    </a:lnTo>
                    <a:lnTo>
                      <a:pt x="530" y="40"/>
                    </a:lnTo>
                    <a:lnTo>
                      <a:pt x="561" y="53"/>
                    </a:lnTo>
                    <a:lnTo>
                      <a:pt x="591" y="67"/>
                    </a:lnTo>
                    <a:lnTo>
                      <a:pt x="649" y="100"/>
                    </a:lnTo>
                    <a:lnTo>
                      <a:pt x="705" y="138"/>
                    </a:lnTo>
                    <a:lnTo>
                      <a:pt x="757" y="180"/>
                    </a:lnTo>
                    <a:lnTo>
                      <a:pt x="805" y="226"/>
                    </a:lnTo>
                    <a:lnTo>
                      <a:pt x="849" y="274"/>
                    </a:lnTo>
                    <a:lnTo>
                      <a:pt x="888" y="325"/>
                    </a:lnTo>
                    <a:lnTo>
                      <a:pt x="923" y="378"/>
                    </a:lnTo>
                    <a:lnTo>
                      <a:pt x="952" y="431"/>
                    </a:lnTo>
                    <a:lnTo>
                      <a:pt x="974" y="484"/>
                    </a:lnTo>
                    <a:lnTo>
                      <a:pt x="983" y="510"/>
                    </a:lnTo>
                    <a:lnTo>
                      <a:pt x="990" y="537"/>
                    </a:lnTo>
                    <a:lnTo>
                      <a:pt x="994" y="563"/>
                    </a:lnTo>
                    <a:lnTo>
                      <a:pt x="998" y="589"/>
                    </a:lnTo>
                    <a:lnTo>
                      <a:pt x="999" y="614"/>
                    </a:lnTo>
                    <a:lnTo>
                      <a:pt x="999" y="638"/>
                    </a:lnTo>
                    <a:close/>
                  </a:path>
                </a:pathLst>
              </a:custGeom>
              <a:solidFill>
                <a:srgbClr val="44FF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227" name="Freeform 153"/>
              <p:cNvSpPr>
                <a:spLocks/>
              </p:cNvSpPr>
              <p:nvPr/>
            </p:nvSpPr>
            <p:spPr bwMode="auto">
              <a:xfrm>
                <a:off x="2427" y="1070"/>
                <a:ext cx="489" cy="474"/>
              </a:xfrm>
              <a:custGeom>
                <a:avLst/>
                <a:gdLst>
                  <a:gd name="T0" fmla="*/ 974 w 979"/>
                  <a:gd name="T1" fmla="*/ 611 h 946"/>
                  <a:gd name="T2" fmla="*/ 958 w 979"/>
                  <a:gd name="T3" fmla="*/ 673 h 946"/>
                  <a:gd name="T4" fmla="*/ 934 w 979"/>
                  <a:gd name="T5" fmla="*/ 731 h 946"/>
                  <a:gd name="T6" fmla="*/ 902 w 979"/>
                  <a:gd name="T7" fmla="*/ 783 h 946"/>
                  <a:gd name="T8" fmla="*/ 860 w 979"/>
                  <a:gd name="T9" fmla="*/ 829 h 946"/>
                  <a:gd name="T10" fmla="*/ 814 w 979"/>
                  <a:gd name="T11" fmla="*/ 868 h 946"/>
                  <a:gd name="T12" fmla="*/ 760 w 979"/>
                  <a:gd name="T13" fmla="*/ 900 h 946"/>
                  <a:gd name="T14" fmla="*/ 702 w 979"/>
                  <a:gd name="T15" fmla="*/ 925 h 946"/>
                  <a:gd name="T16" fmla="*/ 639 w 979"/>
                  <a:gd name="T17" fmla="*/ 940 h 946"/>
                  <a:gd name="T18" fmla="*/ 573 w 979"/>
                  <a:gd name="T19" fmla="*/ 946 h 946"/>
                  <a:gd name="T20" fmla="*/ 504 w 979"/>
                  <a:gd name="T21" fmla="*/ 943 h 946"/>
                  <a:gd name="T22" fmla="*/ 433 w 979"/>
                  <a:gd name="T23" fmla="*/ 928 h 946"/>
                  <a:gd name="T24" fmla="*/ 361 w 979"/>
                  <a:gd name="T25" fmla="*/ 903 h 946"/>
                  <a:gd name="T26" fmla="*/ 289 w 979"/>
                  <a:gd name="T27" fmla="*/ 866 h 946"/>
                  <a:gd name="T28" fmla="*/ 216 w 979"/>
                  <a:gd name="T29" fmla="*/ 816 h 946"/>
                  <a:gd name="T30" fmla="*/ 145 w 979"/>
                  <a:gd name="T31" fmla="*/ 753 h 946"/>
                  <a:gd name="T32" fmla="*/ 93 w 979"/>
                  <a:gd name="T33" fmla="*/ 694 h 946"/>
                  <a:gd name="T34" fmla="*/ 61 w 979"/>
                  <a:gd name="T35" fmla="*/ 647 h 946"/>
                  <a:gd name="T36" fmla="*/ 35 w 979"/>
                  <a:gd name="T37" fmla="*/ 595 h 946"/>
                  <a:gd name="T38" fmla="*/ 17 w 979"/>
                  <a:gd name="T39" fmla="*/ 539 h 946"/>
                  <a:gd name="T40" fmla="*/ 5 w 979"/>
                  <a:gd name="T41" fmla="*/ 480 h 946"/>
                  <a:gd name="T42" fmla="*/ 0 w 979"/>
                  <a:gd name="T43" fmla="*/ 420 h 946"/>
                  <a:gd name="T44" fmla="*/ 2 w 979"/>
                  <a:gd name="T45" fmla="*/ 360 h 946"/>
                  <a:gd name="T46" fmla="*/ 11 w 979"/>
                  <a:gd name="T47" fmla="*/ 300 h 946"/>
                  <a:gd name="T48" fmla="*/ 27 w 979"/>
                  <a:gd name="T49" fmla="*/ 243 h 946"/>
                  <a:gd name="T50" fmla="*/ 53 w 979"/>
                  <a:gd name="T51" fmla="*/ 190 h 946"/>
                  <a:gd name="T52" fmla="*/ 86 w 979"/>
                  <a:gd name="T53" fmla="*/ 140 h 946"/>
                  <a:gd name="T54" fmla="*/ 127 w 979"/>
                  <a:gd name="T55" fmla="*/ 95 h 946"/>
                  <a:gd name="T56" fmla="*/ 177 w 979"/>
                  <a:gd name="T57" fmla="*/ 58 h 946"/>
                  <a:gd name="T58" fmla="*/ 237 w 979"/>
                  <a:gd name="T59" fmla="*/ 29 h 946"/>
                  <a:gd name="T60" fmla="*/ 305 w 979"/>
                  <a:gd name="T61" fmla="*/ 10 h 946"/>
                  <a:gd name="T62" fmla="*/ 383 w 979"/>
                  <a:gd name="T63" fmla="*/ 0 h 946"/>
                  <a:gd name="T64" fmla="*/ 478 w 979"/>
                  <a:gd name="T65" fmla="*/ 3 h 946"/>
                  <a:gd name="T66" fmla="*/ 581 w 979"/>
                  <a:gd name="T67" fmla="*/ 28 h 946"/>
                  <a:gd name="T68" fmla="*/ 682 w 979"/>
                  <a:gd name="T69" fmla="*/ 72 h 946"/>
                  <a:gd name="T70" fmla="*/ 774 w 979"/>
                  <a:gd name="T71" fmla="*/ 134 h 946"/>
                  <a:gd name="T72" fmla="*/ 853 w 979"/>
                  <a:gd name="T73" fmla="*/ 213 h 946"/>
                  <a:gd name="T74" fmla="*/ 917 w 979"/>
                  <a:gd name="T75" fmla="*/ 305 h 946"/>
                  <a:gd name="T76" fmla="*/ 960 w 979"/>
                  <a:gd name="T77" fmla="*/ 407 h 946"/>
                  <a:gd name="T78" fmla="*/ 973 w 979"/>
                  <a:gd name="T79" fmla="*/ 463 h 946"/>
                  <a:gd name="T80" fmla="*/ 979 w 979"/>
                  <a:gd name="T81" fmla="*/ 520 h 946"/>
                  <a:gd name="T82" fmla="*/ 978 w 979"/>
                  <a:gd name="T83" fmla="*/ 579 h 9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979" h="946">
                    <a:moveTo>
                      <a:pt x="978" y="579"/>
                    </a:moveTo>
                    <a:lnTo>
                      <a:pt x="974" y="611"/>
                    </a:lnTo>
                    <a:lnTo>
                      <a:pt x="967" y="644"/>
                    </a:lnTo>
                    <a:lnTo>
                      <a:pt x="958" y="673"/>
                    </a:lnTo>
                    <a:lnTo>
                      <a:pt x="948" y="702"/>
                    </a:lnTo>
                    <a:lnTo>
                      <a:pt x="934" y="731"/>
                    </a:lnTo>
                    <a:lnTo>
                      <a:pt x="919" y="758"/>
                    </a:lnTo>
                    <a:lnTo>
                      <a:pt x="902" y="783"/>
                    </a:lnTo>
                    <a:lnTo>
                      <a:pt x="882" y="806"/>
                    </a:lnTo>
                    <a:lnTo>
                      <a:pt x="860" y="829"/>
                    </a:lnTo>
                    <a:lnTo>
                      <a:pt x="838" y="849"/>
                    </a:lnTo>
                    <a:lnTo>
                      <a:pt x="814" y="868"/>
                    </a:lnTo>
                    <a:lnTo>
                      <a:pt x="788" y="885"/>
                    </a:lnTo>
                    <a:lnTo>
                      <a:pt x="760" y="900"/>
                    </a:lnTo>
                    <a:lnTo>
                      <a:pt x="732" y="913"/>
                    </a:lnTo>
                    <a:lnTo>
                      <a:pt x="702" y="925"/>
                    </a:lnTo>
                    <a:lnTo>
                      <a:pt x="671" y="933"/>
                    </a:lnTo>
                    <a:lnTo>
                      <a:pt x="639" y="940"/>
                    </a:lnTo>
                    <a:lnTo>
                      <a:pt x="607" y="944"/>
                    </a:lnTo>
                    <a:lnTo>
                      <a:pt x="573" y="946"/>
                    </a:lnTo>
                    <a:lnTo>
                      <a:pt x="539" y="945"/>
                    </a:lnTo>
                    <a:lnTo>
                      <a:pt x="504" y="943"/>
                    </a:lnTo>
                    <a:lnTo>
                      <a:pt x="468" y="937"/>
                    </a:lnTo>
                    <a:lnTo>
                      <a:pt x="433" y="928"/>
                    </a:lnTo>
                    <a:lnTo>
                      <a:pt x="397" y="917"/>
                    </a:lnTo>
                    <a:lnTo>
                      <a:pt x="361" y="903"/>
                    </a:lnTo>
                    <a:lnTo>
                      <a:pt x="324" y="885"/>
                    </a:lnTo>
                    <a:lnTo>
                      <a:pt x="289" y="866"/>
                    </a:lnTo>
                    <a:lnTo>
                      <a:pt x="252" y="843"/>
                    </a:lnTo>
                    <a:lnTo>
                      <a:pt x="216" y="816"/>
                    </a:lnTo>
                    <a:lnTo>
                      <a:pt x="180" y="786"/>
                    </a:lnTo>
                    <a:lnTo>
                      <a:pt x="145" y="753"/>
                    </a:lnTo>
                    <a:lnTo>
                      <a:pt x="110" y="716"/>
                    </a:lnTo>
                    <a:lnTo>
                      <a:pt x="93" y="694"/>
                    </a:lnTo>
                    <a:lnTo>
                      <a:pt x="76" y="671"/>
                    </a:lnTo>
                    <a:lnTo>
                      <a:pt x="61" y="647"/>
                    </a:lnTo>
                    <a:lnTo>
                      <a:pt x="48" y="622"/>
                    </a:lnTo>
                    <a:lnTo>
                      <a:pt x="35" y="595"/>
                    </a:lnTo>
                    <a:lnTo>
                      <a:pt x="26" y="567"/>
                    </a:lnTo>
                    <a:lnTo>
                      <a:pt x="17" y="539"/>
                    </a:lnTo>
                    <a:lnTo>
                      <a:pt x="10" y="510"/>
                    </a:lnTo>
                    <a:lnTo>
                      <a:pt x="5" y="480"/>
                    </a:lnTo>
                    <a:lnTo>
                      <a:pt x="2" y="450"/>
                    </a:lnTo>
                    <a:lnTo>
                      <a:pt x="0" y="420"/>
                    </a:lnTo>
                    <a:lnTo>
                      <a:pt x="0" y="390"/>
                    </a:lnTo>
                    <a:lnTo>
                      <a:pt x="2" y="360"/>
                    </a:lnTo>
                    <a:lnTo>
                      <a:pt x="5" y="330"/>
                    </a:lnTo>
                    <a:lnTo>
                      <a:pt x="11" y="300"/>
                    </a:lnTo>
                    <a:lnTo>
                      <a:pt x="18" y="271"/>
                    </a:lnTo>
                    <a:lnTo>
                      <a:pt x="27" y="243"/>
                    </a:lnTo>
                    <a:lnTo>
                      <a:pt x="39" y="216"/>
                    </a:lnTo>
                    <a:lnTo>
                      <a:pt x="53" y="190"/>
                    </a:lnTo>
                    <a:lnTo>
                      <a:pt x="69" y="163"/>
                    </a:lnTo>
                    <a:lnTo>
                      <a:pt x="86" y="140"/>
                    </a:lnTo>
                    <a:lnTo>
                      <a:pt x="106" y="117"/>
                    </a:lnTo>
                    <a:lnTo>
                      <a:pt x="127" y="95"/>
                    </a:lnTo>
                    <a:lnTo>
                      <a:pt x="152" y="77"/>
                    </a:lnTo>
                    <a:lnTo>
                      <a:pt x="177" y="58"/>
                    </a:lnTo>
                    <a:lnTo>
                      <a:pt x="206" y="43"/>
                    </a:lnTo>
                    <a:lnTo>
                      <a:pt x="237" y="29"/>
                    </a:lnTo>
                    <a:lnTo>
                      <a:pt x="270" y="18"/>
                    </a:lnTo>
                    <a:lnTo>
                      <a:pt x="305" y="10"/>
                    </a:lnTo>
                    <a:lnTo>
                      <a:pt x="343" y="3"/>
                    </a:lnTo>
                    <a:lnTo>
                      <a:pt x="383" y="0"/>
                    </a:lnTo>
                    <a:lnTo>
                      <a:pt x="426" y="0"/>
                    </a:lnTo>
                    <a:lnTo>
                      <a:pt x="478" y="3"/>
                    </a:lnTo>
                    <a:lnTo>
                      <a:pt x="529" y="13"/>
                    </a:lnTo>
                    <a:lnTo>
                      <a:pt x="581" y="28"/>
                    </a:lnTo>
                    <a:lnTo>
                      <a:pt x="632" y="48"/>
                    </a:lnTo>
                    <a:lnTo>
                      <a:pt x="682" y="72"/>
                    </a:lnTo>
                    <a:lnTo>
                      <a:pt x="729" y="101"/>
                    </a:lnTo>
                    <a:lnTo>
                      <a:pt x="774" y="134"/>
                    </a:lnTo>
                    <a:lnTo>
                      <a:pt x="815" y="172"/>
                    </a:lnTo>
                    <a:lnTo>
                      <a:pt x="853" y="213"/>
                    </a:lnTo>
                    <a:lnTo>
                      <a:pt x="888" y="256"/>
                    </a:lnTo>
                    <a:lnTo>
                      <a:pt x="917" y="305"/>
                    </a:lnTo>
                    <a:lnTo>
                      <a:pt x="942" y="354"/>
                    </a:lnTo>
                    <a:lnTo>
                      <a:pt x="960" y="407"/>
                    </a:lnTo>
                    <a:lnTo>
                      <a:pt x="967" y="435"/>
                    </a:lnTo>
                    <a:lnTo>
                      <a:pt x="973" y="463"/>
                    </a:lnTo>
                    <a:lnTo>
                      <a:pt x="976" y="491"/>
                    </a:lnTo>
                    <a:lnTo>
                      <a:pt x="979" y="520"/>
                    </a:lnTo>
                    <a:lnTo>
                      <a:pt x="979" y="549"/>
                    </a:lnTo>
                    <a:lnTo>
                      <a:pt x="978" y="579"/>
                    </a:lnTo>
                    <a:close/>
                  </a:path>
                </a:pathLst>
              </a:custGeom>
              <a:solidFill>
                <a:srgbClr val="60FF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228" name="Freeform 154"/>
              <p:cNvSpPr>
                <a:spLocks/>
              </p:cNvSpPr>
              <p:nvPr/>
            </p:nvSpPr>
            <p:spPr bwMode="auto">
              <a:xfrm>
                <a:off x="1410" y="2184"/>
                <a:ext cx="481" cy="443"/>
              </a:xfrm>
              <a:custGeom>
                <a:avLst/>
                <a:gdLst>
                  <a:gd name="T0" fmla="*/ 958 w 962"/>
                  <a:gd name="T1" fmla="*/ 651 h 886"/>
                  <a:gd name="T2" fmla="*/ 942 w 962"/>
                  <a:gd name="T3" fmla="*/ 705 h 886"/>
                  <a:gd name="T4" fmla="*/ 916 w 962"/>
                  <a:gd name="T5" fmla="*/ 754 h 886"/>
                  <a:gd name="T6" fmla="*/ 883 w 962"/>
                  <a:gd name="T7" fmla="*/ 794 h 886"/>
                  <a:gd name="T8" fmla="*/ 841 w 962"/>
                  <a:gd name="T9" fmla="*/ 829 h 886"/>
                  <a:gd name="T10" fmla="*/ 794 w 962"/>
                  <a:gd name="T11" fmla="*/ 855 h 886"/>
                  <a:gd name="T12" fmla="*/ 740 w 962"/>
                  <a:gd name="T13" fmla="*/ 874 h 886"/>
                  <a:gd name="T14" fmla="*/ 681 w 962"/>
                  <a:gd name="T15" fmla="*/ 884 h 886"/>
                  <a:gd name="T16" fmla="*/ 620 w 962"/>
                  <a:gd name="T17" fmla="*/ 886 h 886"/>
                  <a:gd name="T18" fmla="*/ 555 w 962"/>
                  <a:gd name="T19" fmla="*/ 881 h 886"/>
                  <a:gd name="T20" fmla="*/ 488 w 962"/>
                  <a:gd name="T21" fmla="*/ 867 h 886"/>
                  <a:gd name="T22" fmla="*/ 420 w 962"/>
                  <a:gd name="T23" fmla="*/ 844 h 886"/>
                  <a:gd name="T24" fmla="*/ 353 w 962"/>
                  <a:gd name="T25" fmla="*/ 810 h 886"/>
                  <a:gd name="T26" fmla="*/ 286 w 962"/>
                  <a:gd name="T27" fmla="*/ 769 h 886"/>
                  <a:gd name="T28" fmla="*/ 221 w 962"/>
                  <a:gd name="T29" fmla="*/ 717 h 886"/>
                  <a:gd name="T30" fmla="*/ 159 w 962"/>
                  <a:gd name="T31" fmla="*/ 656 h 886"/>
                  <a:gd name="T32" fmla="*/ 95 w 962"/>
                  <a:gd name="T33" fmla="*/ 574 h 886"/>
                  <a:gd name="T34" fmla="*/ 41 w 962"/>
                  <a:gd name="T35" fmla="*/ 473 h 886"/>
                  <a:gd name="T36" fmla="*/ 9 w 962"/>
                  <a:gd name="T37" fmla="*/ 367 h 886"/>
                  <a:gd name="T38" fmla="*/ 0 w 962"/>
                  <a:gd name="T39" fmla="*/ 290 h 886"/>
                  <a:gd name="T40" fmla="*/ 4 w 962"/>
                  <a:gd name="T41" fmla="*/ 240 h 886"/>
                  <a:gd name="T42" fmla="*/ 13 w 962"/>
                  <a:gd name="T43" fmla="*/ 193 h 886"/>
                  <a:gd name="T44" fmla="*/ 29 w 962"/>
                  <a:gd name="T45" fmla="*/ 149 h 886"/>
                  <a:gd name="T46" fmla="*/ 53 w 962"/>
                  <a:gd name="T47" fmla="*/ 110 h 886"/>
                  <a:gd name="T48" fmla="*/ 85 w 962"/>
                  <a:gd name="T49" fmla="*/ 75 h 886"/>
                  <a:gd name="T50" fmla="*/ 124 w 962"/>
                  <a:gd name="T51" fmla="*/ 45 h 886"/>
                  <a:gd name="T52" fmla="*/ 171 w 962"/>
                  <a:gd name="T53" fmla="*/ 23 h 886"/>
                  <a:gd name="T54" fmla="*/ 226 w 962"/>
                  <a:gd name="T55" fmla="*/ 8 h 886"/>
                  <a:gd name="T56" fmla="*/ 290 w 962"/>
                  <a:gd name="T57" fmla="*/ 0 h 886"/>
                  <a:gd name="T58" fmla="*/ 356 w 962"/>
                  <a:gd name="T59" fmla="*/ 2 h 886"/>
                  <a:gd name="T60" fmla="*/ 419 w 962"/>
                  <a:gd name="T61" fmla="*/ 12 h 886"/>
                  <a:gd name="T62" fmla="*/ 480 w 962"/>
                  <a:gd name="T63" fmla="*/ 28 h 886"/>
                  <a:gd name="T64" fmla="*/ 567 w 962"/>
                  <a:gd name="T65" fmla="*/ 65 h 886"/>
                  <a:gd name="T66" fmla="*/ 678 w 962"/>
                  <a:gd name="T67" fmla="*/ 134 h 886"/>
                  <a:gd name="T68" fmla="*/ 776 w 962"/>
                  <a:gd name="T69" fmla="*/ 219 h 886"/>
                  <a:gd name="T70" fmla="*/ 858 w 962"/>
                  <a:gd name="T71" fmla="*/ 317 h 886"/>
                  <a:gd name="T72" fmla="*/ 917 w 962"/>
                  <a:gd name="T73" fmla="*/ 420 h 886"/>
                  <a:gd name="T74" fmla="*/ 947 w 962"/>
                  <a:gd name="T75" fmla="*/ 498 h 886"/>
                  <a:gd name="T76" fmla="*/ 959 w 962"/>
                  <a:gd name="T77" fmla="*/ 549 h 886"/>
                  <a:gd name="T78" fmla="*/ 962 w 962"/>
                  <a:gd name="T79" fmla="*/ 597 h 8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962" h="886">
                    <a:moveTo>
                      <a:pt x="961" y="621"/>
                    </a:moveTo>
                    <a:lnTo>
                      <a:pt x="958" y="651"/>
                    </a:lnTo>
                    <a:lnTo>
                      <a:pt x="951" y="679"/>
                    </a:lnTo>
                    <a:lnTo>
                      <a:pt x="942" y="705"/>
                    </a:lnTo>
                    <a:lnTo>
                      <a:pt x="930" y="731"/>
                    </a:lnTo>
                    <a:lnTo>
                      <a:pt x="916" y="754"/>
                    </a:lnTo>
                    <a:lnTo>
                      <a:pt x="901" y="775"/>
                    </a:lnTo>
                    <a:lnTo>
                      <a:pt x="883" y="794"/>
                    </a:lnTo>
                    <a:lnTo>
                      <a:pt x="863" y="813"/>
                    </a:lnTo>
                    <a:lnTo>
                      <a:pt x="841" y="829"/>
                    </a:lnTo>
                    <a:lnTo>
                      <a:pt x="818" y="843"/>
                    </a:lnTo>
                    <a:lnTo>
                      <a:pt x="794" y="855"/>
                    </a:lnTo>
                    <a:lnTo>
                      <a:pt x="768" y="866"/>
                    </a:lnTo>
                    <a:lnTo>
                      <a:pt x="740" y="874"/>
                    </a:lnTo>
                    <a:lnTo>
                      <a:pt x="711" y="879"/>
                    </a:lnTo>
                    <a:lnTo>
                      <a:pt x="681" y="884"/>
                    </a:lnTo>
                    <a:lnTo>
                      <a:pt x="651" y="886"/>
                    </a:lnTo>
                    <a:lnTo>
                      <a:pt x="620" y="886"/>
                    </a:lnTo>
                    <a:lnTo>
                      <a:pt x="588" y="885"/>
                    </a:lnTo>
                    <a:lnTo>
                      <a:pt x="555" y="881"/>
                    </a:lnTo>
                    <a:lnTo>
                      <a:pt x="521" y="875"/>
                    </a:lnTo>
                    <a:lnTo>
                      <a:pt x="488" y="867"/>
                    </a:lnTo>
                    <a:lnTo>
                      <a:pt x="454" y="856"/>
                    </a:lnTo>
                    <a:lnTo>
                      <a:pt x="420" y="844"/>
                    </a:lnTo>
                    <a:lnTo>
                      <a:pt x="386" y="828"/>
                    </a:lnTo>
                    <a:lnTo>
                      <a:pt x="353" y="810"/>
                    </a:lnTo>
                    <a:lnTo>
                      <a:pt x="318" y="791"/>
                    </a:lnTo>
                    <a:lnTo>
                      <a:pt x="286" y="769"/>
                    </a:lnTo>
                    <a:lnTo>
                      <a:pt x="253" y="745"/>
                    </a:lnTo>
                    <a:lnTo>
                      <a:pt x="221" y="717"/>
                    </a:lnTo>
                    <a:lnTo>
                      <a:pt x="189" y="688"/>
                    </a:lnTo>
                    <a:lnTo>
                      <a:pt x="159" y="656"/>
                    </a:lnTo>
                    <a:lnTo>
                      <a:pt x="130" y="621"/>
                    </a:lnTo>
                    <a:lnTo>
                      <a:pt x="95" y="574"/>
                    </a:lnTo>
                    <a:lnTo>
                      <a:pt x="65" y="523"/>
                    </a:lnTo>
                    <a:lnTo>
                      <a:pt x="41" y="473"/>
                    </a:lnTo>
                    <a:lnTo>
                      <a:pt x="21" y="420"/>
                    </a:lnTo>
                    <a:lnTo>
                      <a:pt x="9" y="367"/>
                    </a:lnTo>
                    <a:lnTo>
                      <a:pt x="2" y="315"/>
                    </a:lnTo>
                    <a:lnTo>
                      <a:pt x="0" y="290"/>
                    </a:lnTo>
                    <a:lnTo>
                      <a:pt x="2" y="264"/>
                    </a:lnTo>
                    <a:lnTo>
                      <a:pt x="4" y="240"/>
                    </a:lnTo>
                    <a:lnTo>
                      <a:pt x="7" y="216"/>
                    </a:lnTo>
                    <a:lnTo>
                      <a:pt x="13" y="193"/>
                    </a:lnTo>
                    <a:lnTo>
                      <a:pt x="20" y="171"/>
                    </a:lnTo>
                    <a:lnTo>
                      <a:pt x="29" y="149"/>
                    </a:lnTo>
                    <a:lnTo>
                      <a:pt x="41" y="128"/>
                    </a:lnTo>
                    <a:lnTo>
                      <a:pt x="53" y="110"/>
                    </a:lnTo>
                    <a:lnTo>
                      <a:pt x="68" y="91"/>
                    </a:lnTo>
                    <a:lnTo>
                      <a:pt x="85" y="75"/>
                    </a:lnTo>
                    <a:lnTo>
                      <a:pt x="103" y="59"/>
                    </a:lnTo>
                    <a:lnTo>
                      <a:pt x="124" y="45"/>
                    </a:lnTo>
                    <a:lnTo>
                      <a:pt x="147" y="34"/>
                    </a:lnTo>
                    <a:lnTo>
                      <a:pt x="171" y="23"/>
                    </a:lnTo>
                    <a:lnTo>
                      <a:pt x="197" y="14"/>
                    </a:lnTo>
                    <a:lnTo>
                      <a:pt x="226" y="8"/>
                    </a:lnTo>
                    <a:lnTo>
                      <a:pt x="257" y="4"/>
                    </a:lnTo>
                    <a:lnTo>
                      <a:pt x="290" y="0"/>
                    </a:lnTo>
                    <a:lnTo>
                      <a:pt x="325" y="0"/>
                    </a:lnTo>
                    <a:lnTo>
                      <a:pt x="356" y="2"/>
                    </a:lnTo>
                    <a:lnTo>
                      <a:pt x="388" y="6"/>
                    </a:lnTo>
                    <a:lnTo>
                      <a:pt x="419" y="12"/>
                    </a:lnTo>
                    <a:lnTo>
                      <a:pt x="449" y="19"/>
                    </a:lnTo>
                    <a:lnTo>
                      <a:pt x="480" y="28"/>
                    </a:lnTo>
                    <a:lnTo>
                      <a:pt x="510" y="38"/>
                    </a:lnTo>
                    <a:lnTo>
                      <a:pt x="567" y="65"/>
                    </a:lnTo>
                    <a:lnTo>
                      <a:pt x="624" y="97"/>
                    </a:lnTo>
                    <a:lnTo>
                      <a:pt x="678" y="134"/>
                    </a:lnTo>
                    <a:lnTo>
                      <a:pt x="729" y="175"/>
                    </a:lnTo>
                    <a:lnTo>
                      <a:pt x="776" y="219"/>
                    </a:lnTo>
                    <a:lnTo>
                      <a:pt x="818" y="268"/>
                    </a:lnTo>
                    <a:lnTo>
                      <a:pt x="858" y="317"/>
                    </a:lnTo>
                    <a:lnTo>
                      <a:pt x="890" y="368"/>
                    </a:lnTo>
                    <a:lnTo>
                      <a:pt x="917" y="420"/>
                    </a:lnTo>
                    <a:lnTo>
                      <a:pt x="939" y="472"/>
                    </a:lnTo>
                    <a:lnTo>
                      <a:pt x="947" y="498"/>
                    </a:lnTo>
                    <a:lnTo>
                      <a:pt x="954" y="523"/>
                    </a:lnTo>
                    <a:lnTo>
                      <a:pt x="959" y="549"/>
                    </a:lnTo>
                    <a:lnTo>
                      <a:pt x="961" y="573"/>
                    </a:lnTo>
                    <a:lnTo>
                      <a:pt x="962" y="597"/>
                    </a:lnTo>
                    <a:lnTo>
                      <a:pt x="961" y="621"/>
                    </a:lnTo>
                    <a:close/>
                  </a:path>
                </a:pathLst>
              </a:custGeom>
              <a:solidFill>
                <a:srgbClr val="4AFF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229" name="Freeform 155"/>
              <p:cNvSpPr>
                <a:spLocks/>
              </p:cNvSpPr>
              <p:nvPr/>
            </p:nvSpPr>
            <p:spPr bwMode="auto">
              <a:xfrm>
                <a:off x="1420" y="2192"/>
                <a:ext cx="461" cy="428"/>
              </a:xfrm>
              <a:custGeom>
                <a:avLst/>
                <a:gdLst>
                  <a:gd name="T0" fmla="*/ 916 w 923"/>
                  <a:gd name="T1" fmla="*/ 633 h 854"/>
                  <a:gd name="T2" fmla="*/ 900 w 923"/>
                  <a:gd name="T3" fmla="*/ 689 h 854"/>
                  <a:gd name="T4" fmla="*/ 873 w 923"/>
                  <a:gd name="T5" fmla="*/ 736 h 854"/>
                  <a:gd name="T6" fmla="*/ 840 w 923"/>
                  <a:gd name="T7" fmla="*/ 775 h 854"/>
                  <a:gd name="T8" fmla="*/ 798 w 923"/>
                  <a:gd name="T9" fmla="*/ 806 h 854"/>
                  <a:gd name="T10" fmla="*/ 752 w 923"/>
                  <a:gd name="T11" fmla="*/ 829 h 854"/>
                  <a:gd name="T12" fmla="*/ 699 w 923"/>
                  <a:gd name="T13" fmla="*/ 845 h 854"/>
                  <a:gd name="T14" fmla="*/ 643 w 923"/>
                  <a:gd name="T15" fmla="*/ 853 h 854"/>
                  <a:gd name="T16" fmla="*/ 583 w 923"/>
                  <a:gd name="T17" fmla="*/ 853 h 854"/>
                  <a:gd name="T18" fmla="*/ 522 w 923"/>
                  <a:gd name="T19" fmla="*/ 845 h 854"/>
                  <a:gd name="T20" fmla="*/ 457 w 923"/>
                  <a:gd name="T21" fmla="*/ 829 h 854"/>
                  <a:gd name="T22" fmla="*/ 394 w 923"/>
                  <a:gd name="T23" fmla="*/ 806 h 854"/>
                  <a:gd name="T24" fmla="*/ 331 w 923"/>
                  <a:gd name="T25" fmla="*/ 775 h 854"/>
                  <a:gd name="T26" fmla="*/ 270 w 923"/>
                  <a:gd name="T27" fmla="*/ 736 h 854"/>
                  <a:gd name="T28" fmla="*/ 210 w 923"/>
                  <a:gd name="T29" fmla="*/ 689 h 854"/>
                  <a:gd name="T30" fmla="*/ 154 w 923"/>
                  <a:gd name="T31" fmla="*/ 633 h 854"/>
                  <a:gd name="T32" fmla="*/ 107 w 923"/>
                  <a:gd name="T33" fmla="*/ 577 h 854"/>
                  <a:gd name="T34" fmla="*/ 71 w 923"/>
                  <a:gd name="T35" fmla="*/ 524 h 854"/>
                  <a:gd name="T36" fmla="*/ 43 w 923"/>
                  <a:gd name="T37" fmla="*/ 470 h 854"/>
                  <a:gd name="T38" fmla="*/ 22 w 923"/>
                  <a:gd name="T39" fmla="*/ 417 h 854"/>
                  <a:gd name="T40" fmla="*/ 7 w 923"/>
                  <a:gd name="T41" fmla="*/ 364 h 854"/>
                  <a:gd name="T42" fmla="*/ 0 w 923"/>
                  <a:gd name="T43" fmla="*/ 263 h 854"/>
                  <a:gd name="T44" fmla="*/ 7 w 923"/>
                  <a:gd name="T45" fmla="*/ 216 h 854"/>
                  <a:gd name="T46" fmla="*/ 20 w 923"/>
                  <a:gd name="T47" fmla="*/ 172 h 854"/>
                  <a:gd name="T48" fmla="*/ 39 w 923"/>
                  <a:gd name="T49" fmla="*/ 133 h 854"/>
                  <a:gd name="T50" fmla="*/ 65 w 923"/>
                  <a:gd name="T51" fmla="*/ 98 h 854"/>
                  <a:gd name="T52" fmla="*/ 96 w 923"/>
                  <a:gd name="T53" fmla="*/ 66 h 854"/>
                  <a:gd name="T54" fmla="*/ 134 w 923"/>
                  <a:gd name="T55" fmla="*/ 40 h 854"/>
                  <a:gd name="T56" fmla="*/ 176 w 923"/>
                  <a:gd name="T57" fmla="*/ 20 h 854"/>
                  <a:gd name="T58" fmla="*/ 225 w 923"/>
                  <a:gd name="T59" fmla="*/ 7 h 854"/>
                  <a:gd name="T60" fmla="*/ 279 w 923"/>
                  <a:gd name="T61" fmla="*/ 0 h 854"/>
                  <a:gd name="T62" fmla="*/ 334 w 923"/>
                  <a:gd name="T63" fmla="*/ 1 h 854"/>
                  <a:gd name="T64" fmla="*/ 415 w 923"/>
                  <a:gd name="T65" fmla="*/ 16 h 854"/>
                  <a:gd name="T66" fmla="*/ 525 w 923"/>
                  <a:gd name="T67" fmla="*/ 56 h 854"/>
                  <a:gd name="T68" fmla="*/ 632 w 923"/>
                  <a:gd name="T69" fmla="*/ 118 h 854"/>
                  <a:gd name="T70" fmla="*/ 730 w 923"/>
                  <a:gd name="T71" fmla="*/ 197 h 854"/>
                  <a:gd name="T72" fmla="*/ 813 w 923"/>
                  <a:gd name="T73" fmla="*/ 289 h 854"/>
                  <a:gd name="T74" fmla="*/ 877 w 923"/>
                  <a:gd name="T75" fmla="*/ 389 h 854"/>
                  <a:gd name="T76" fmla="*/ 900 w 923"/>
                  <a:gd name="T77" fmla="*/ 442 h 854"/>
                  <a:gd name="T78" fmla="*/ 915 w 923"/>
                  <a:gd name="T79" fmla="*/ 495 h 854"/>
                  <a:gd name="T80" fmla="*/ 922 w 923"/>
                  <a:gd name="T81" fmla="*/ 549 h 854"/>
                  <a:gd name="T82" fmla="*/ 920 w 923"/>
                  <a:gd name="T83" fmla="*/ 603 h 8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923" h="854">
                    <a:moveTo>
                      <a:pt x="920" y="603"/>
                    </a:moveTo>
                    <a:lnTo>
                      <a:pt x="916" y="633"/>
                    </a:lnTo>
                    <a:lnTo>
                      <a:pt x="909" y="662"/>
                    </a:lnTo>
                    <a:lnTo>
                      <a:pt x="900" y="689"/>
                    </a:lnTo>
                    <a:lnTo>
                      <a:pt x="887" y="713"/>
                    </a:lnTo>
                    <a:lnTo>
                      <a:pt x="873" y="736"/>
                    </a:lnTo>
                    <a:lnTo>
                      <a:pt x="857" y="757"/>
                    </a:lnTo>
                    <a:lnTo>
                      <a:pt x="840" y="775"/>
                    </a:lnTo>
                    <a:lnTo>
                      <a:pt x="820" y="791"/>
                    </a:lnTo>
                    <a:lnTo>
                      <a:pt x="798" y="806"/>
                    </a:lnTo>
                    <a:lnTo>
                      <a:pt x="776" y="819"/>
                    </a:lnTo>
                    <a:lnTo>
                      <a:pt x="752" y="829"/>
                    </a:lnTo>
                    <a:lnTo>
                      <a:pt x="726" y="838"/>
                    </a:lnTo>
                    <a:lnTo>
                      <a:pt x="699" y="845"/>
                    </a:lnTo>
                    <a:lnTo>
                      <a:pt x="672" y="850"/>
                    </a:lnTo>
                    <a:lnTo>
                      <a:pt x="643" y="853"/>
                    </a:lnTo>
                    <a:lnTo>
                      <a:pt x="614" y="854"/>
                    </a:lnTo>
                    <a:lnTo>
                      <a:pt x="583" y="853"/>
                    </a:lnTo>
                    <a:lnTo>
                      <a:pt x="553" y="850"/>
                    </a:lnTo>
                    <a:lnTo>
                      <a:pt x="522" y="845"/>
                    </a:lnTo>
                    <a:lnTo>
                      <a:pt x="490" y="838"/>
                    </a:lnTo>
                    <a:lnTo>
                      <a:pt x="457" y="829"/>
                    </a:lnTo>
                    <a:lnTo>
                      <a:pt x="426" y="819"/>
                    </a:lnTo>
                    <a:lnTo>
                      <a:pt x="394" y="806"/>
                    </a:lnTo>
                    <a:lnTo>
                      <a:pt x="363" y="791"/>
                    </a:lnTo>
                    <a:lnTo>
                      <a:pt x="331" y="775"/>
                    </a:lnTo>
                    <a:lnTo>
                      <a:pt x="300" y="757"/>
                    </a:lnTo>
                    <a:lnTo>
                      <a:pt x="270" y="736"/>
                    </a:lnTo>
                    <a:lnTo>
                      <a:pt x="240" y="713"/>
                    </a:lnTo>
                    <a:lnTo>
                      <a:pt x="210" y="689"/>
                    </a:lnTo>
                    <a:lnTo>
                      <a:pt x="182" y="662"/>
                    </a:lnTo>
                    <a:lnTo>
                      <a:pt x="154" y="633"/>
                    </a:lnTo>
                    <a:lnTo>
                      <a:pt x="128" y="603"/>
                    </a:lnTo>
                    <a:lnTo>
                      <a:pt x="107" y="577"/>
                    </a:lnTo>
                    <a:lnTo>
                      <a:pt x="88" y="550"/>
                    </a:lnTo>
                    <a:lnTo>
                      <a:pt x="71" y="524"/>
                    </a:lnTo>
                    <a:lnTo>
                      <a:pt x="57" y="496"/>
                    </a:lnTo>
                    <a:lnTo>
                      <a:pt x="43" y="470"/>
                    </a:lnTo>
                    <a:lnTo>
                      <a:pt x="31" y="443"/>
                    </a:lnTo>
                    <a:lnTo>
                      <a:pt x="22" y="417"/>
                    </a:lnTo>
                    <a:lnTo>
                      <a:pt x="14" y="390"/>
                    </a:lnTo>
                    <a:lnTo>
                      <a:pt x="7" y="364"/>
                    </a:lnTo>
                    <a:lnTo>
                      <a:pt x="0" y="313"/>
                    </a:lnTo>
                    <a:lnTo>
                      <a:pt x="0" y="263"/>
                    </a:lnTo>
                    <a:lnTo>
                      <a:pt x="2" y="239"/>
                    </a:lnTo>
                    <a:lnTo>
                      <a:pt x="7" y="216"/>
                    </a:lnTo>
                    <a:lnTo>
                      <a:pt x="13" y="194"/>
                    </a:lnTo>
                    <a:lnTo>
                      <a:pt x="20" y="172"/>
                    </a:lnTo>
                    <a:lnTo>
                      <a:pt x="29" y="153"/>
                    </a:lnTo>
                    <a:lnTo>
                      <a:pt x="39" y="133"/>
                    </a:lnTo>
                    <a:lnTo>
                      <a:pt x="51" y="115"/>
                    </a:lnTo>
                    <a:lnTo>
                      <a:pt x="65" y="98"/>
                    </a:lnTo>
                    <a:lnTo>
                      <a:pt x="80" y="81"/>
                    </a:lnTo>
                    <a:lnTo>
                      <a:pt x="96" y="66"/>
                    </a:lnTo>
                    <a:lnTo>
                      <a:pt x="114" y="53"/>
                    </a:lnTo>
                    <a:lnTo>
                      <a:pt x="134" y="40"/>
                    </a:lnTo>
                    <a:lnTo>
                      <a:pt x="154" y="30"/>
                    </a:lnTo>
                    <a:lnTo>
                      <a:pt x="176" y="20"/>
                    </a:lnTo>
                    <a:lnTo>
                      <a:pt x="201" y="12"/>
                    </a:lnTo>
                    <a:lnTo>
                      <a:pt x="225" y="7"/>
                    </a:lnTo>
                    <a:lnTo>
                      <a:pt x="251" y="3"/>
                    </a:lnTo>
                    <a:lnTo>
                      <a:pt x="279" y="0"/>
                    </a:lnTo>
                    <a:lnTo>
                      <a:pt x="308" y="0"/>
                    </a:lnTo>
                    <a:lnTo>
                      <a:pt x="334" y="1"/>
                    </a:lnTo>
                    <a:lnTo>
                      <a:pt x="361" y="4"/>
                    </a:lnTo>
                    <a:lnTo>
                      <a:pt x="415" y="16"/>
                    </a:lnTo>
                    <a:lnTo>
                      <a:pt x="470" y="33"/>
                    </a:lnTo>
                    <a:lnTo>
                      <a:pt x="525" y="56"/>
                    </a:lnTo>
                    <a:lnTo>
                      <a:pt x="579" y="85"/>
                    </a:lnTo>
                    <a:lnTo>
                      <a:pt x="632" y="118"/>
                    </a:lnTo>
                    <a:lnTo>
                      <a:pt x="683" y="155"/>
                    </a:lnTo>
                    <a:lnTo>
                      <a:pt x="730" y="197"/>
                    </a:lnTo>
                    <a:lnTo>
                      <a:pt x="774" y="240"/>
                    </a:lnTo>
                    <a:lnTo>
                      <a:pt x="813" y="289"/>
                    </a:lnTo>
                    <a:lnTo>
                      <a:pt x="848" y="338"/>
                    </a:lnTo>
                    <a:lnTo>
                      <a:pt x="877" y="389"/>
                    </a:lnTo>
                    <a:lnTo>
                      <a:pt x="889" y="416"/>
                    </a:lnTo>
                    <a:lnTo>
                      <a:pt x="900" y="442"/>
                    </a:lnTo>
                    <a:lnTo>
                      <a:pt x="908" y="469"/>
                    </a:lnTo>
                    <a:lnTo>
                      <a:pt x="915" y="495"/>
                    </a:lnTo>
                    <a:lnTo>
                      <a:pt x="919" y="523"/>
                    </a:lnTo>
                    <a:lnTo>
                      <a:pt x="922" y="549"/>
                    </a:lnTo>
                    <a:lnTo>
                      <a:pt x="923" y="577"/>
                    </a:lnTo>
                    <a:lnTo>
                      <a:pt x="920" y="603"/>
                    </a:lnTo>
                    <a:close/>
                  </a:path>
                </a:pathLst>
              </a:custGeom>
              <a:solidFill>
                <a:srgbClr val="50FF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230" name="Freeform 156"/>
              <p:cNvSpPr>
                <a:spLocks/>
              </p:cNvSpPr>
              <p:nvPr/>
            </p:nvSpPr>
            <p:spPr bwMode="auto">
              <a:xfrm>
                <a:off x="2435" y="1082"/>
                <a:ext cx="469" cy="449"/>
              </a:xfrm>
              <a:custGeom>
                <a:avLst/>
                <a:gdLst>
                  <a:gd name="T0" fmla="*/ 931 w 936"/>
                  <a:gd name="T1" fmla="*/ 585 h 897"/>
                  <a:gd name="T2" fmla="*/ 916 w 936"/>
                  <a:gd name="T3" fmla="*/ 641 h 897"/>
                  <a:gd name="T4" fmla="*/ 891 w 936"/>
                  <a:gd name="T5" fmla="*/ 694 h 897"/>
                  <a:gd name="T6" fmla="*/ 860 w 936"/>
                  <a:gd name="T7" fmla="*/ 743 h 897"/>
                  <a:gd name="T8" fmla="*/ 822 w 936"/>
                  <a:gd name="T9" fmla="*/ 785 h 897"/>
                  <a:gd name="T10" fmla="*/ 779 w 936"/>
                  <a:gd name="T11" fmla="*/ 822 h 897"/>
                  <a:gd name="T12" fmla="*/ 728 w 936"/>
                  <a:gd name="T13" fmla="*/ 852 h 897"/>
                  <a:gd name="T14" fmla="*/ 674 w 936"/>
                  <a:gd name="T15" fmla="*/ 875 h 897"/>
                  <a:gd name="T16" fmla="*/ 615 w 936"/>
                  <a:gd name="T17" fmla="*/ 890 h 897"/>
                  <a:gd name="T18" fmla="*/ 553 w 936"/>
                  <a:gd name="T19" fmla="*/ 897 h 897"/>
                  <a:gd name="T20" fmla="*/ 488 w 936"/>
                  <a:gd name="T21" fmla="*/ 895 h 897"/>
                  <a:gd name="T22" fmla="*/ 423 w 936"/>
                  <a:gd name="T23" fmla="*/ 882 h 897"/>
                  <a:gd name="T24" fmla="*/ 355 w 936"/>
                  <a:gd name="T25" fmla="*/ 860 h 897"/>
                  <a:gd name="T26" fmla="*/ 287 w 936"/>
                  <a:gd name="T27" fmla="*/ 827 h 897"/>
                  <a:gd name="T28" fmla="*/ 220 w 936"/>
                  <a:gd name="T29" fmla="*/ 782 h 897"/>
                  <a:gd name="T30" fmla="*/ 154 w 936"/>
                  <a:gd name="T31" fmla="*/ 725 h 897"/>
                  <a:gd name="T32" fmla="*/ 100 w 936"/>
                  <a:gd name="T33" fmla="*/ 667 h 897"/>
                  <a:gd name="T34" fmla="*/ 64 w 936"/>
                  <a:gd name="T35" fmla="*/ 614 h 897"/>
                  <a:gd name="T36" fmla="*/ 36 w 936"/>
                  <a:gd name="T37" fmla="*/ 558 h 897"/>
                  <a:gd name="T38" fmla="*/ 16 w 936"/>
                  <a:gd name="T39" fmla="*/ 501 h 897"/>
                  <a:gd name="T40" fmla="*/ 3 w 936"/>
                  <a:gd name="T41" fmla="*/ 442 h 897"/>
                  <a:gd name="T42" fmla="*/ 0 w 936"/>
                  <a:gd name="T43" fmla="*/ 383 h 897"/>
                  <a:gd name="T44" fmla="*/ 3 w 936"/>
                  <a:gd name="T45" fmla="*/ 327 h 897"/>
                  <a:gd name="T46" fmla="*/ 16 w 936"/>
                  <a:gd name="T47" fmla="*/ 270 h 897"/>
                  <a:gd name="T48" fmla="*/ 36 w 936"/>
                  <a:gd name="T49" fmla="*/ 217 h 897"/>
                  <a:gd name="T50" fmla="*/ 62 w 936"/>
                  <a:gd name="T51" fmla="*/ 169 h 897"/>
                  <a:gd name="T52" fmla="*/ 97 w 936"/>
                  <a:gd name="T53" fmla="*/ 124 h 897"/>
                  <a:gd name="T54" fmla="*/ 138 w 936"/>
                  <a:gd name="T55" fmla="*/ 85 h 897"/>
                  <a:gd name="T56" fmla="*/ 186 w 936"/>
                  <a:gd name="T57" fmla="*/ 52 h 897"/>
                  <a:gd name="T58" fmla="*/ 243 w 936"/>
                  <a:gd name="T59" fmla="*/ 26 h 897"/>
                  <a:gd name="T60" fmla="*/ 305 w 936"/>
                  <a:gd name="T61" fmla="*/ 9 h 897"/>
                  <a:gd name="T62" fmla="*/ 375 w 936"/>
                  <a:gd name="T63" fmla="*/ 0 h 897"/>
                  <a:gd name="T64" fmla="*/ 462 w 936"/>
                  <a:gd name="T65" fmla="*/ 3 h 897"/>
                  <a:gd name="T66" fmla="*/ 560 w 936"/>
                  <a:gd name="T67" fmla="*/ 27 h 897"/>
                  <a:gd name="T68" fmla="*/ 654 w 936"/>
                  <a:gd name="T69" fmla="*/ 70 h 897"/>
                  <a:gd name="T70" fmla="*/ 742 w 936"/>
                  <a:gd name="T71" fmla="*/ 131 h 897"/>
                  <a:gd name="T72" fmla="*/ 818 w 936"/>
                  <a:gd name="T73" fmla="*/ 206 h 897"/>
                  <a:gd name="T74" fmla="*/ 879 w 936"/>
                  <a:gd name="T75" fmla="*/ 295 h 897"/>
                  <a:gd name="T76" fmla="*/ 919 w 936"/>
                  <a:gd name="T77" fmla="*/ 393 h 897"/>
                  <a:gd name="T78" fmla="*/ 931 w 936"/>
                  <a:gd name="T79" fmla="*/ 446 h 897"/>
                  <a:gd name="T80" fmla="*/ 936 w 936"/>
                  <a:gd name="T81" fmla="*/ 500 h 897"/>
                  <a:gd name="T82" fmla="*/ 934 w 936"/>
                  <a:gd name="T83" fmla="*/ 555 h 8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936" h="897">
                    <a:moveTo>
                      <a:pt x="934" y="555"/>
                    </a:moveTo>
                    <a:lnTo>
                      <a:pt x="931" y="585"/>
                    </a:lnTo>
                    <a:lnTo>
                      <a:pt x="924" y="614"/>
                    </a:lnTo>
                    <a:lnTo>
                      <a:pt x="916" y="641"/>
                    </a:lnTo>
                    <a:lnTo>
                      <a:pt x="904" y="669"/>
                    </a:lnTo>
                    <a:lnTo>
                      <a:pt x="891" y="694"/>
                    </a:lnTo>
                    <a:lnTo>
                      <a:pt x="878" y="720"/>
                    </a:lnTo>
                    <a:lnTo>
                      <a:pt x="860" y="743"/>
                    </a:lnTo>
                    <a:lnTo>
                      <a:pt x="843" y="765"/>
                    </a:lnTo>
                    <a:lnTo>
                      <a:pt x="822" y="785"/>
                    </a:lnTo>
                    <a:lnTo>
                      <a:pt x="802" y="805"/>
                    </a:lnTo>
                    <a:lnTo>
                      <a:pt x="779" y="822"/>
                    </a:lnTo>
                    <a:lnTo>
                      <a:pt x="754" y="838"/>
                    </a:lnTo>
                    <a:lnTo>
                      <a:pt x="728" y="852"/>
                    </a:lnTo>
                    <a:lnTo>
                      <a:pt x="701" y="865"/>
                    </a:lnTo>
                    <a:lnTo>
                      <a:pt x="674" y="875"/>
                    </a:lnTo>
                    <a:lnTo>
                      <a:pt x="645" y="883"/>
                    </a:lnTo>
                    <a:lnTo>
                      <a:pt x="615" y="890"/>
                    </a:lnTo>
                    <a:lnTo>
                      <a:pt x="584" y="895"/>
                    </a:lnTo>
                    <a:lnTo>
                      <a:pt x="553" y="897"/>
                    </a:lnTo>
                    <a:lnTo>
                      <a:pt x="521" y="897"/>
                    </a:lnTo>
                    <a:lnTo>
                      <a:pt x="488" y="895"/>
                    </a:lnTo>
                    <a:lnTo>
                      <a:pt x="455" y="889"/>
                    </a:lnTo>
                    <a:lnTo>
                      <a:pt x="423" y="882"/>
                    </a:lnTo>
                    <a:lnTo>
                      <a:pt x="388" y="873"/>
                    </a:lnTo>
                    <a:lnTo>
                      <a:pt x="355" y="860"/>
                    </a:lnTo>
                    <a:lnTo>
                      <a:pt x="321" y="845"/>
                    </a:lnTo>
                    <a:lnTo>
                      <a:pt x="287" y="827"/>
                    </a:lnTo>
                    <a:lnTo>
                      <a:pt x="253" y="806"/>
                    </a:lnTo>
                    <a:lnTo>
                      <a:pt x="220" y="782"/>
                    </a:lnTo>
                    <a:lnTo>
                      <a:pt x="186" y="755"/>
                    </a:lnTo>
                    <a:lnTo>
                      <a:pt x="154" y="725"/>
                    </a:lnTo>
                    <a:lnTo>
                      <a:pt x="122" y="692"/>
                    </a:lnTo>
                    <a:lnTo>
                      <a:pt x="100" y="667"/>
                    </a:lnTo>
                    <a:lnTo>
                      <a:pt x="82" y="640"/>
                    </a:lnTo>
                    <a:lnTo>
                      <a:pt x="64" y="614"/>
                    </a:lnTo>
                    <a:lnTo>
                      <a:pt x="48" y="586"/>
                    </a:lnTo>
                    <a:lnTo>
                      <a:pt x="36" y="558"/>
                    </a:lnTo>
                    <a:lnTo>
                      <a:pt x="24" y="530"/>
                    </a:lnTo>
                    <a:lnTo>
                      <a:pt x="16" y="501"/>
                    </a:lnTo>
                    <a:lnTo>
                      <a:pt x="9" y="472"/>
                    </a:lnTo>
                    <a:lnTo>
                      <a:pt x="3" y="442"/>
                    </a:lnTo>
                    <a:lnTo>
                      <a:pt x="1" y="413"/>
                    </a:lnTo>
                    <a:lnTo>
                      <a:pt x="0" y="383"/>
                    </a:lnTo>
                    <a:lnTo>
                      <a:pt x="1" y="355"/>
                    </a:lnTo>
                    <a:lnTo>
                      <a:pt x="3" y="327"/>
                    </a:lnTo>
                    <a:lnTo>
                      <a:pt x="9" y="298"/>
                    </a:lnTo>
                    <a:lnTo>
                      <a:pt x="16" y="270"/>
                    </a:lnTo>
                    <a:lnTo>
                      <a:pt x="24" y="244"/>
                    </a:lnTo>
                    <a:lnTo>
                      <a:pt x="36" y="217"/>
                    </a:lnTo>
                    <a:lnTo>
                      <a:pt x="47" y="193"/>
                    </a:lnTo>
                    <a:lnTo>
                      <a:pt x="62" y="169"/>
                    </a:lnTo>
                    <a:lnTo>
                      <a:pt x="78" y="146"/>
                    </a:lnTo>
                    <a:lnTo>
                      <a:pt x="97" y="124"/>
                    </a:lnTo>
                    <a:lnTo>
                      <a:pt x="116" y="103"/>
                    </a:lnTo>
                    <a:lnTo>
                      <a:pt x="138" y="85"/>
                    </a:lnTo>
                    <a:lnTo>
                      <a:pt x="161" y="68"/>
                    </a:lnTo>
                    <a:lnTo>
                      <a:pt x="186" y="52"/>
                    </a:lnTo>
                    <a:lnTo>
                      <a:pt x="214" y="38"/>
                    </a:lnTo>
                    <a:lnTo>
                      <a:pt x="243" y="26"/>
                    </a:lnTo>
                    <a:lnTo>
                      <a:pt x="273" y="16"/>
                    </a:lnTo>
                    <a:lnTo>
                      <a:pt x="305" y="9"/>
                    </a:lnTo>
                    <a:lnTo>
                      <a:pt x="340" y="3"/>
                    </a:lnTo>
                    <a:lnTo>
                      <a:pt x="375" y="0"/>
                    </a:lnTo>
                    <a:lnTo>
                      <a:pt x="412" y="0"/>
                    </a:lnTo>
                    <a:lnTo>
                      <a:pt x="462" y="3"/>
                    </a:lnTo>
                    <a:lnTo>
                      <a:pt x="510" y="12"/>
                    </a:lnTo>
                    <a:lnTo>
                      <a:pt x="560" y="27"/>
                    </a:lnTo>
                    <a:lnTo>
                      <a:pt x="608" y="47"/>
                    </a:lnTo>
                    <a:lnTo>
                      <a:pt x="654" y="70"/>
                    </a:lnTo>
                    <a:lnTo>
                      <a:pt x="699" y="99"/>
                    </a:lnTo>
                    <a:lnTo>
                      <a:pt x="742" y="131"/>
                    </a:lnTo>
                    <a:lnTo>
                      <a:pt x="782" y="167"/>
                    </a:lnTo>
                    <a:lnTo>
                      <a:pt x="818" y="206"/>
                    </a:lnTo>
                    <a:lnTo>
                      <a:pt x="850" y="249"/>
                    </a:lnTo>
                    <a:lnTo>
                      <a:pt x="879" y="295"/>
                    </a:lnTo>
                    <a:lnTo>
                      <a:pt x="902" y="342"/>
                    </a:lnTo>
                    <a:lnTo>
                      <a:pt x="919" y="393"/>
                    </a:lnTo>
                    <a:lnTo>
                      <a:pt x="926" y="419"/>
                    </a:lnTo>
                    <a:lnTo>
                      <a:pt x="931" y="446"/>
                    </a:lnTo>
                    <a:lnTo>
                      <a:pt x="934" y="472"/>
                    </a:lnTo>
                    <a:lnTo>
                      <a:pt x="936" y="500"/>
                    </a:lnTo>
                    <a:lnTo>
                      <a:pt x="936" y="527"/>
                    </a:lnTo>
                    <a:lnTo>
                      <a:pt x="934" y="555"/>
                    </a:lnTo>
                    <a:close/>
                  </a:path>
                </a:pathLst>
              </a:custGeom>
              <a:solidFill>
                <a:srgbClr val="65FF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231" name="Freeform 157"/>
              <p:cNvSpPr>
                <a:spLocks/>
              </p:cNvSpPr>
              <p:nvPr/>
            </p:nvSpPr>
            <p:spPr bwMode="auto">
              <a:xfrm>
                <a:off x="1429" y="2202"/>
                <a:ext cx="441" cy="412"/>
              </a:xfrm>
              <a:custGeom>
                <a:avLst/>
                <a:gdLst>
                  <a:gd name="T0" fmla="*/ 876 w 884"/>
                  <a:gd name="T1" fmla="*/ 616 h 825"/>
                  <a:gd name="T2" fmla="*/ 859 w 884"/>
                  <a:gd name="T3" fmla="*/ 672 h 825"/>
                  <a:gd name="T4" fmla="*/ 833 w 884"/>
                  <a:gd name="T5" fmla="*/ 718 h 825"/>
                  <a:gd name="T6" fmla="*/ 800 w 884"/>
                  <a:gd name="T7" fmla="*/ 756 h 825"/>
                  <a:gd name="T8" fmla="*/ 759 w 884"/>
                  <a:gd name="T9" fmla="*/ 786 h 825"/>
                  <a:gd name="T10" fmla="*/ 715 w 884"/>
                  <a:gd name="T11" fmla="*/ 807 h 825"/>
                  <a:gd name="T12" fmla="*/ 664 w 884"/>
                  <a:gd name="T13" fmla="*/ 819 h 825"/>
                  <a:gd name="T14" fmla="*/ 610 w 884"/>
                  <a:gd name="T15" fmla="*/ 825 h 825"/>
                  <a:gd name="T16" fmla="*/ 553 w 884"/>
                  <a:gd name="T17" fmla="*/ 823 h 825"/>
                  <a:gd name="T18" fmla="*/ 495 w 884"/>
                  <a:gd name="T19" fmla="*/ 813 h 825"/>
                  <a:gd name="T20" fmla="*/ 435 w 884"/>
                  <a:gd name="T21" fmla="*/ 796 h 825"/>
                  <a:gd name="T22" fmla="*/ 375 w 884"/>
                  <a:gd name="T23" fmla="*/ 772 h 825"/>
                  <a:gd name="T24" fmla="*/ 315 w 884"/>
                  <a:gd name="T25" fmla="*/ 742 h 825"/>
                  <a:gd name="T26" fmla="*/ 258 w 884"/>
                  <a:gd name="T27" fmla="*/ 705 h 825"/>
                  <a:gd name="T28" fmla="*/ 203 w 884"/>
                  <a:gd name="T29" fmla="*/ 661 h 825"/>
                  <a:gd name="T30" fmla="*/ 152 w 884"/>
                  <a:gd name="T31" fmla="*/ 612 h 825"/>
                  <a:gd name="T32" fmla="*/ 91 w 884"/>
                  <a:gd name="T33" fmla="*/ 537 h 825"/>
                  <a:gd name="T34" fmla="*/ 37 w 884"/>
                  <a:gd name="T35" fmla="*/ 438 h 825"/>
                  <a:gd name="T36" fmla="*/ 6 w 884"/>
                  <a:gd name="T37" fmla="*/ 338 h 825"/>
                  <a:gd name="T38" fmla="*/ 0 w 884"/>
                  <a:gd name="T39" fmla="*/ 241 h 825"/>
                  <a:gd name="T40" fmla="*/ 7 w 884"/>
                  <a:gd name="T41" fmla="*/ 196 h 825"/>
                  <a:gd name="T42" fmla="*/ 20 w 884"/>
                  <a:gd name="T43" fmla="*/ 154 h 825"/>
                  <a:gd name="T44" fmla="*/ 40 w 884"/>
                  <a:gd name="T45" fmla="*/ 116 h 825"/>
                  <a:gd name="T46" fmla="*/ 65 w 884"/>
                  <a:gd name="T47" fmla="*/ 82 h 825"/>
                  <a:gd name="T48" fmla="*/ 97 w 884"/>
                  <a:gd name="T49" fmla="*/ 53 h 825"/>
                  <a:gd name="T50" fmla="*/ 136 w 884"/>
                  <a:gd name="T51" fmla="*/ 30 h 825"/>
                  <a:gd name="T52" fmla="*/ 181 w 884"/>
                  <a:gd name="T53" fmla="*/ 13 h 825"/>
                  <a:gd name="T54" fmla="*/ 233 w 884"/>
                  <a:gd name="T55" fmla="*/ 2 h 825"/>
                  <a:gd name="T56" fmla="*/ 292 w 884"/>
                  <a:gd name="T57" fmla="*/ 0 h 825"/>
                  <a:gd name="T58" fmla="*/ 348 w 884"/>
                  <a:gd name="T59" fmla="*/ 5 h 825"/>
                  <a:gd name="T60" fmla="*/ 460 w 884"/>
                  <a:gd name="T61" fmla="*/ 34 h 825"/>
                  <a:gd name="T62" fmla="*/ 568 w 884"/>
                  <a:gd name="T63" fmla="*/ 86 h 825"/>
                  <a:gd name="T64" fmla="*/ 666 w 884"/>
                  <a:gd name="T65" fmla="*/ 157 h 825"/>
                  <a:gd name="T66" fmla="*/ 753 w 884"/>
                  <a:gd name="T67" fmla="*/ 242 h 825"/>
                  <a:gd name="T68" fmla="*/ 821 w 884"/>
                  <a:gd name="T69" fmla="*/ 336 h 825"/>
                  <a:gd name="T70" fmla="*/ 865 w 884"/>
                  <a:gd name="T71" fmla="*/ 437 h 825"/>
                  <a:gd name="T72" fmla="*/ 878 w 884"/>
                  <a:gd name="T73" fmla="*/ 486 h 825"/>
                  <a:gd name="T74" fmla="*/ 884 w 884"/>
                  <a:gd name="T75" fmla="*/ 537 h 825"/>
                  <a:gd name="T76" fmla="*/ 882 w 884"/>
                  <a:gd name="T77" fmla="*/ 585 h 8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884" h="825">
                    <a:moveTo>
                      <a:pt x="882" y="585"/>
                    </a:moveTo>
                    <a:lnTo>
                      <a:pt x="876" y="616"/>
                    </a:lnTo>
                    <a:lnTo>
                      <a:pt x="869" y="645"/>
                    </a:lnTo>
                    <a:lnTo>
                      <a:pt x="859" y="672"/>
                    </a:lnTo>
                    <a:lnTo>
                      <a:pt x="847" y="696"/>
                    </a:lnTo>
                    <a:lnTo>
                      <a:pt x="833" y="718"/>
                    </a:lnTo>
                    <a:lnTo>
                      <a:pt x="817" y="739"/>
                    </a:lnTo>
                    <a:lnTo>
                      <a:pt x="800" y="756"/>
                    </a:lnTo>
                    <a:lnTo>
                      <a:pt x="780" y="772"/>
                    </a:lnTo>
                    <a:lnTo>
                      <a:pt x="759" y="786"/>
                    </a:lnTo>
                    <a:lnTo>
                      <a:pt x="738" y="797"/>
                    </a:lnTo>
                    <a:lnTo>
                      <a:pt x="715" y="807"/>
                    </a:lnTo>
                    <a:lnTo>
                      <a:pt x="689" y="813"/>
                    </a:lnTo>
                    <a:lnTo>
                      <a:pt x="664" y="819"/>
                    </a:lnTo>
                    <a:lnTo>
                      <a:pt x="637" y="823"/>
                    </a:lnTo>
                    <a:lnTo>
                      <a:pt x="610" y="825"/>
                    </a:lnTo>
                    <a:lnTo>
                      <a:pt x="582" y="825"/>
                    </a:lnTo>
                    <a:lnTo>
                      <a:pt x="553" y="823"/>
                    </a:lnTo>
                    <a:lnTo>
                      <a:pt x="523" y="819"/>
                    </a:lnTo>
                    <a:lnTo>
                      <a:pt x="495" y="813"/>
                    </a:lnTo>
                    <a:lnTo>
                      <a:pt x="465" y="805"/>
                    </a:lnTo>
                    <a:lnTo>
                      <a:pt x="435" y="796"/>
                    </a:lnTo>
                    <a:lnTo>
                      <a:pt x="405" y="785"/>
                    </a:lnTo>
                    <a:lnTo>
                      <a:pt x="375" y="772"/>
                    </a:lnTo>
                    <a:lnTo>
                      <a:pt x="345" y="758"/>
                    </a:lnTo>
                    <a:lnTo>
                      <a:pt x="315" y="742"/>
                    </a:lnTo>
                    <a:lnTo>
                      <a:pt x="286" y="725"/>
                    </a:lnTo>
                    <a:lnTo>
                      <a:pt x="258" y="705"/>
                    </a:lnTo>
                    <a:lnTo>
                      <a:pt x="231" y="684"/>
                    </a:lnTo>
                    <a:lnTo>
                      <a:pt x="203" y="661"/>
                    </a:lnTo>
                    <a:lnTo>
                      <a:pt x="178" y="637"/>
                    </a:lnTo>
                    <a:lnTo>
                      <a:pt x="152" y="612"/>
                    </a:lnTo>
                    <a:lnTo>
                      <a:pt x="128" y="585"/>
                    </a:lnTo>
                    <a:lnTo>
                      <a:pt x="91" y="537"/>
                    </a:lnTo>
                    <a:lnTo>
                      <a:pt x="61" y="489"/>
                    </a:lnTo>
                    <a:lnTo>
                      <a:pt x="37" y="438"/>
                    </a:lnTo>
                    <a:lnTo>
                      <a:pt x="19" y="387"/>
                    </a:lnTo>
                    <a:lnTo>
                      <a:pt x="6" y="338"/>
                    </a:lnTo>
                    <a:lnTo>
                      <a:pt x="0" y="288"/>
                    </a:lnTo>
                    <a:lnTo>
                      <a:pt x="0" y="241"/>
                    </a:lnTo>
                    <a:lnTo>
                      <a:pt x="4" y="219"/>
                    </a:lnTo>
                    <a:lnTo>
                      <a:pt x="7" y="196"/>
                    </a:lnTo>
                    <a:lnTo>
                      <a:pt x="13" y="175"/>
                    </a:lnTo>
                    <a:lnTo>
                      <a:pt x="20" y="154"/>
                    </a:lnTo>
                    <a:lnTo>
                      <a:pt x="29" y="135"/>
                    </a:lnTo>
                    <a:lnTo>
                      <a:pt x="40" y="116"/>
                    </a:lnTo>
                    <a:lnTo>
                      <a:pt x="51" y="99"/>
                    </a:lnTo>
                    <a:lnTo>
                      <a:pt x="65" y="82"/>
                    </a:lnTo>
                    <a:lnTo>
                      <a:pt x="80" y="67"/>
                    </a:lnTo>
                    <a:lnTo>
                      <a:pt x="97" y="53"/>
                    </a:lnTo>
                    <a:lnTo>
                      <a:pt x="116" y="42"/>
                    </a:lnTo>
                    <a:lnTo>
                      <a:pt x="136" y="30"/>
                    </a:lnTo>
                    <a:lnTo>
                      <a:pt x="158" y="21"/>
                    </a:lnTo>
                    <a:lnTo>
                      <a:pt x="181" y="13"/>
                    </a:lnTo>
                    <a:lnTo>
                      <a:pt x="207" y="7"/>
                    </a:lnTo>
                    <a:lnTo>
                      <a:pt x="233" y="2"/>
                    </a:lnTo>
                    <a:lnTo>
                      <a:pt x="262" y="0"/>
                    </a:lnTo>
                    <a:lnTo>
                      <a:pt x="292" y="0"/>
                    </a:lnTo>
                    <a:lnTo>
                      <a:pt x="319" y="1"/>
                    </a:lnTo>
                    <a:lnTo>
                      <a:pt x="348" y="5"/>
                    </a:lnTo>
                    <a:lnTo>
                      <a:pt x="405" y="16"/>
                    </a:lnTo>
                    <a:lnTo>
                      <a:pt x="460" y="34"/>
                    </a:lnTo>
                    <a:lnTo>
                      <a:pt x="514" y="58"/>
                    </a:lnTo>
                    <a:lnTo>
                      <a:pt x="568" y="86"/>
                    </a:lnTo>
                    <a:lnTo>
                      <a:pt x="619" y="120"/>
                    </a:lnTo>
                    <a:lnTo>
                      <a:pt x="666" y="157"/>
                    </a:lnTo>
                    <a:lnTo>
                      <a:pt x="711" y="198"/>
                    </a:lnTo>
                    <a:lnTo>
                      <a:pt x="753" y="242"/>
                    </a:lnTo>
                    <a:lnTo>
                      <a:pt x="788" y="288"/>
                    </a:lnTo>
                    <a:lnTo>
                      <a:pt x="821" y="336"/>
                    </a:lnTo>
                    <a:lnTo>
                      <a:pt x="846" y="386"/>
                    </a:lnTo>
                    <a:lnTo>
                      <a:pt x="865" y="437"/>
                    </a:lnTo>
                    <a:lnTo>
                      <a:pt x="872" y="461"/>
                    </a:lnTo>
                    <a:lnTo>
                      <a:pt x="878" y="486"/>
                    </a:lnTo>
                    <a:lnTo>
                      <a:pt x="882" y="512"/>
                    </a:lnTo>
                    <a:lnTo>
                      <a:pt x="884" y="537"/>
                    </a:lnTo>
                    <a:lnTo>
                      <a:pt x="884" y="561"/>
                    </a:lnTo>
                    <a:lnTo>
                      <a:pt x="882" y="585"/>
                    </a:lnTo>
                    <a:close/>
                  </a:path>
                </a:pathLst>
              </a:custGeom>
              <a:solidFill>
                <a:srgbClr val="56FF5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232" name="Freeform 158"/>
              <p:cNvSpPr>
                <a:spLocks/>
              </p:cNvSpPr>
              <p:nvPr/>
            </p:nvSpPr>
            <p:spPr bwMode="auto">
              <a:xfrm>
                <a:off x="2448" y="1095"/>
                <a:ext cx="443" cy="426"/>
              </a:xfrm>
              <a:custGeom>
                <a:avLst/>
                <a:gdLst>
                  <a:gd name="T0" fmla="*/ 879 w 887"/>
                  <a:gd name="T1" fmla="*/ 566 h 851"/>
                  <a:gd name="T2" fmla="*/ 859 w 887"/>
                  <a:gd name="T3" fmla="*/ 630 h 851"/>
                  <a:gd name="T4" fmla="*/ 832 w 887"/>
                  <a:gd name="T5" fmla="*/ 683 h 851"/>
                  <a:gd name="T6" fmla="*/ 801 w 887"/>
                  <a:gd name="T7" fmla="*/ 724 h 851"/>
                  <a:gd name="T8" fmla="*/ 763 w 887"/>
                  <a:gd name="T9" fmla="*/ 755 h 851"/>
                  <a:gd name="T10" fmla="*/ 725 w 887"/>
                  <a:gd name="T11" fmla="*/ 783 h 851"/>
                  <a:gd name="T12" fmla="*/ 694 w 887"/>
                  <a:gd name="T13" fmla="*/ 804 h 851"/>
                  <a:gd name="T14" fmla="*/ 650 w 887"/>
                  <a:gd name="T15" fmla="*/ 825 h 851"/>
                  <a:gd name="T16" fmla="*/ 600 w 887"/>
                  <a:gd name="T17" fmla="*/ 838 h 851"/>
                  <a:gd name="T18" fmla="*/ 556 w 887"/>
                  <a:gd name="T19" fmla="*/ 843 h 851"/>
                  <a:gd name="T20" fmla="*/ 501 w 887"/>
                  <a:gd name="T21" fmla="*/ 849 h 851"/>
                  <a:gd name="T22" fmla="*/ 464 w 887"/>
                  <a:gd name="T23" fmla="*/ 851 h 851"/>
                  <a:gd name="T24" fmla="*/ 446 w 887"/>
                  <a:gd name="T25" fmla="*/ 849 h 851"/>
                  <a:gd name="T26" fmla="*/ 410 w 887"/>
                  <a:gd name="T27" fmla="*/ 843 h 851"/>
                  <a:gd name="T28" fmla="*/ 363 w 887"/>
                  <a:gd name="T29" fmla="*/ 830 h 851"/>
                  <a:gd name="T30" fmla="*/ 305 w 887"/>
                  <a:gd name="T31" fmla="*/ 805 h 851"/>
                  <a:gd name="T32" fmla="*/ 242 w 887"/>
                  <a:gd name="T33" fmla="*/ 767 h 851"/>
                  <a:gd name="T34" fmla="*/ 174 w 887"/>
                  <a:gd name="T35" fmla="*/ 714 h 851"/>
                  <a:gd name="T36" fmla="*/ 105 w 887"/>
                  <a:gd name="T37" fmla="*/ 642 h 851"/>
                  <a:gd name="T38" fmla="*/ 59 w 887"/>
                  <a:gd name="T39" fmla="*/ 578 h 851"/>
                  <a:gd name="T40" fmla="*/ 37 w 887"/>
                  <a:gd name="T41" fmla="*/ 536 h 851"/>
                  <a:gd name="T42" fmla="*/ 19 w 887"/>
                  <a:gd name="T43" fmla="*/ 487 h 851"/>
                  <a:gd name="T44" fmla="*/ 7 w 887"/>
                  <a:gd name="T45" fmla="*/ 436 h 851"/>
                  <a:gd name="T46" fmla="*/ 0 w 887"/>
                  <a:gd name="T47" fmla="*/ 380 h 851"/>
                  <a:gd name="T48" fmla="*/ 1 w 887"/>
                  <a:gd name="T49" fmla="*/ 325 h 851"/>
                  <a:gd name="T50" fmla="*/ 10 w 887"/>
                  <a:gd name="T51" fmla="*/ 268 h 851"/>
                  <a:gd name="T52" fmla="*/ 28 w 887"/>
                  <a:gd name="T53" fmla="*/ 215 h 851"/>
                  <a:gd name="T54" fmla="*/ 46 w 887"/>
                  <a:gd name="T55" fmla="*/ 180 h 851"/>
                  <a:gd name="T56" fmla="*/ 62 w 887"/>
                  <a:gd name="T57" fmla="*/ 154 h 851"/>
                  <a:gd name="T58" fmla="*/ 86 w 887"/>
                  <a:gd name="T59" fmla="*/ 123 h 851"/>
                  <a:gd name="T60" fmla="*/ 120 w 887"/>
                  <a:gd name="T61" fmla="*/ 91 h 851"/>
                  <a:gd name="T62" fmla="*/ 161 w 887"/>
                  <a:gd name="T63" fmla="*/ 60 h 851"/>
                  <a:gd name="T64" fmla="*/ 214 w 887"/>
                  <a:gd name="T65" fmla="*/ 32 h 851"/>
                  <a:gd name="T66" fmla="*/ 277 w 887"/>
                  <a:gd name="T67" fmla="*/ 12 h 851"/>
                  <a:gd name="T68" fmla="*/ 350 w 887"/>
                  <a:gd name="T69" fmla="*/ 1 h 851"/>
                  <a:gd name="T70" fmla="*/ 444 w 887"/>
                  <a:gd name="T71" fmla="*/ 4 h 851"/>
                  <a:gd name="T72" fmla="*/ 543 w 887"/>
                  <a:gd name="T73" fmla="*/ 29 h 851"/>
                  <a:gd name="T74" fmla="*/ 634 w 887"/>
                  <a:gd name="T75" fmla="*/ 73 h 851"/>
                  <a:gd name="T76" fmla="*/ 717 w 887"/>
                  <a:gd name="T77" fmla="*/ 134 h 851"/>
                  <a:gd name="T78" fmla="*/ 785 w 887"/>
                  <a:gd name="T79" fmla="*/ 207 h 851"/>
                  <a:gd name="T80" fmla="*/ 839 w 887"/>
                  <a:gd name="T81" fmla="*/ 293 h 851"/>
                  <a:gd name="T82" fmla="*/ 873 w 887"/>
                  <a:gd name="T83" fmla="*/ 385 h 851"/>
                  <a:gd name="T84" fmla="*/ 887 w 887"/>
                  <a:gd name="T85" fmla="*/ 480 h 8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887" h="851">
                    <a:moveTo>
                      <a:pt x="885" y="530"/>
                    </a:moveTo>
                    <a:lnTo>
                      <a:pt x="879" y="566"/>
                    </a:lnTo>
                    <a:lnTo>
                      <a:pt x="870" y="599"/>
                    </a:lnTo>
                    <a:lnTo>
                      <a:pt x="859" y="630"/>
                    </a:lnTo>
                    <a:lnTo>
                      <a:pt x="846" y="658"/>
                    </a:lnTo>
                    <a:lnTo>
                      <a:pt x="832" y="683"/>
                    </a:lnTo>
                    <a:lnTo>
                      <a:pt x="817" y="705"/>
                    </a:lnTo>
                    <a:lnTo>
                      <a:pt x="801" y="724"/>
                    </a:lnTo>
                    <a:lnTo>
                      <a:pt x="786" y="737"/>
                    </a:lnTo>
                    <a:lnTo>
                      <a:pt x="763" y="755"/>
                    </a:lnTo>
                    <a:lnTo>
                      <a:pt x="743" y="770"/>
                    </a:lnTo>
                    <a:lnTo>
                      <a:pt x="725" y="783"/>
                    </a:lnTo>
                    <a:lnTo>
                      <a:pt x="708" y="794"/>
                    </a:lnTo>
                    <a:lnTo>
                      <a:pt x="694" y="804"/>
                    </a:lnTo>
                    <a:lnTo>
                      <a:pt x="679" y="812"/>
                    </a:lnTo>
                    <a:lnTo>
                      <a:pt x="650" y="825"/>
                    </a:lnTo>
                    <a:lnTo>
                      <a:pt x="619" y="834"/>
                    </a:lnTo>
                    <a:lnTo>
                      <a:pt x="600" y="838"/>
                    </a:lnTo>
                    <a:lnTo>
                      <a:pt x="579" y="841"/>
                    </a:lnTo>
                    <a:lnTo>
                      <a:pt x="556" y="843"/>
                    </a:lnTo>
                    <a:lnTo>
                      <a:pt x="531" y="846"/>
                    </a:lnTo>
                    <a:lnTo>
                      <a:pt x="501" y="849"/>
                    </a:lnTo>
                    <a:lnTo>
                      <a:pt x="468" y="851"/>
                    </a:lnTo>
                    <a:lnTo>
                      <a:pt x="464" y="851"/>
                    </a:lnTo>
                    <a:lnTo>
                      <a:pt x="457" y="850"/>
                    </a:lnTo>
                    <a:lnTo>
                      <a:pt x="446" y="849"/>
                    </a:lnTo>
                    <a:lnTo>
                      <a:pt x="430" y="847"/>
                    </a:lnTo>
                    <a:lnTo>
                      <a:pt x="410" y="843"/>
                    </a:lnTo>
                    <a:lnTo>
                      <a:pt x="388" y="838"/>
                    </a:lnTo>
                    <a:lnTo>
                      <a:pt x="363" y="830"/>
                    </a:lnTo>
                    <a:lnTo>
                      <a:pt x="335" y="818"/>
                    </a:lnTo>
                    <a:lnTo>
                      <a:pt x="305" y="805"/>
                    </a:lnTo>
                    <a:lnTo>
                      <a:pt x="274" y="788"/>
                    </a:lnTo>
                    <a:lnTo>
                      <a:pt x="242" y="767"/>
                    </a:lnTo>
                    <a:lnTo>
                      <a:pt x="207" y="743"/>
                    </a:lnTo>
                    <a:lnTo>
                      <a:pt x="174" y="714"/>
                    </a:lnTo>
                    <a:lnTo>
                      <a:pt x="139" y="681"/>
                    </a:lnTo>
                    <a:lnTo>
                      <a:pt x="105" y="642"/>
                    </a:lnTo>
                    <a:lnTo>
                      <a:pt x="71" y="598"/>
                    </a:lnTo>
                    <a:lnTo>
                      <a:pt x="59" y="578"/>
                    </a:lnTo>
                    <a:lnTo>
                      <a:pt x="47" y="558"/>
                    </a:lnTo>
                    <a:lnTo>
                      <a:pt x="37" y="536"/>
                    </a:lnTo>
                    <a:lnTo>
                      <a:pt x="28" y="513"/>
                    </a:lnTo>
                    <a:lnTo>
                      <a:pt x="19" y="487"/>
                    </a:lnTo>
                    <a:lnTo>
                      <a:pt x="12" y="462"/>
                    </a:lnTo>
                    <a:lnTo>
                      <a:pt x="7" y="436"/>
                    </a:lnTo>
                    <a:lnTo>
                      <a:pt x="2" y="408"/>
                    </a:lnTo>
                    <a:lnTo>
                      <a:pt x="0" y="380"/>
                    </a:lnTo>
                    <a:lnTo>
                      <a:pt x="0" y="353"/>
                    </a:lnTo>
                    <a:lnTo>
                      <a:pt x="1" y="325"/>
                    </a:lnTo>
                    <a:lnTo>
                      <a:pt x="5" y="296"/>
                    </a:lnTo>
                    <a:lnTo>
                      <a:pt x="10" y="268"/>
                    </a:lnTo>
                    <a:lnTo>
                      <a:pt x="19" y="242"/>
                    </a:lnTo>
                    <a:lnTo>
                      <a:pt x="28" y="215"/>
                    </a:lnTo>
                    <a:lnTo>
                      <a:pt x="40" y="189"/>
                    </a:lnTo>
                    <a:lnTo>
                      <a:pt x="46" y="180"/>
                    </a:lnTo>
                    <a:lnTo>
                      <a:pt x="53" y="167"/>
                    </a:lnTo>
                    <a:lnTo>
                      <a:pt x="62" y="154"/>
                    </a:lnTo>
                    <a:lnTo>
                      <a:pt x="74" y="139"/>
                    </a:lnTo>
                    <a:lnTo>
                      <a:pt x="86" y="123"/>
                    </a:lnTo>
                    <a:lnTo>
                      <a:pt x="103" y="107"/>
                    </a:lnTo>
                    <a:lnTo>
                      <a:pt x="120" y="91"/>
                    </a:lnTo>
                    <a:lnTo>
                      <a:pt x="139" y="75"/>
                    </a:lnTo>
                    <a:lnTo>
                      <a:pt x="161" y="60"/>
                    </a:lnTo>
                    <a:lnTo>
                      <a:pt x="187" y="45"/>
                    </a:lnTo>
                    <a:lnTo>
                      <a:pt x="214" y="32"/>
                    </a:lnTo>
                    <a:lnTo>
                      <a:pt x="243" y="21"/>
                    </a:lnTo>
                    <a:lnTo>
                      <a:pt x="277" y="12"/>
                    </a:lnTo>
                    <a:lnTo>
                      <a:pt x="312" y="5"/>
                    </a:lnTo>
                    <a:lnTo>
                      <a:pt x="350" y="1"/>
                    </a:lnTo>
                    <a:lnTo>
                      <a:pt x="392" y="0"/>
                    </a:lnTo>
                    <a:lnTo>
                      <a:pt x="444" y="4"/>
                    </a:lnTo>
                    <a:lnTo>
                      <a:pt x="493" y="14"/>
                    </a:lnTo>
                    <a:lnTo>
                      <a:pt x="543" y="29"/>
                    </a:lnTo>
                    <a:lnTo>
                      <a:pt x="590" y="48"/>
                    </a:lnTo>
                    <a:lnTo>
                      <a:pt x="634" y="73"/>
                    </a:lnTo>
                    <a:lnTo>
                      <a:pt x="676" y="101"/>
                    </a:lnTo>
                    <a:lnTo>
                      <a:pt x="717" y="134"/>
                    </a:lnTo>
                    <a:lnTo>
                      <a:pt x="752" y="169"/>
                    </a:lnTo>
                    <a:lnTo>
                      <a:pt x="785" y="207"/>
                    </a:lnTo>
                    <a:lnTo>
                      <a:pt x="813" y="249"/>
                    </a:lnTo>
                    <a:lnTo>
                      <a:pt x="839" y="293"/>
                    </a:lnTo>
                    <a:lnTo>
                      <a:pt x="858" y="338"/>
                    </a:lnTo>
                    <a:lnTo>
                      <a:pt x="873" y="385"/>
                    </a:lnTo>
                    <a:lnTo>
                      <a:pt x="882" y="432"/>
                    </a:lnTo>
                    <a:lnTo>
                      <a:pt x="887" y="480"/>
                    </a:lnTo>
                    <a:lnTo>
                      <a:pt x="885" y="530"/>
                    </a:lnTo>
                    <a:close/>
                  </a:path>
                </a:pathLst>
              </a:custGeom>
              <a:solidFill>
                <a:srgbClr val="6AFF6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233" name="Freeform 159"/>
              <p:cNvSpPr>
                <a:spLocks/>
              </p:cNvSpPr>
              <p:nvPr/>
            </p:nvSpPr>
            <p:spPr bwMode="auto">
              <a:xfrm>
                <a:off x="1438" y="2210"/>
                <a:ext cx="423" cy="394"/>
              </a:xfrm>
              <a:custGeom>
                <a:avLst/>
                <a:gdLst>
                  <a:gd name="T0" fmla="*/ 835 w 844"/>
                  <a:gd name="T1" fmla="*/ 597 h 787"/>
                  <a:gd name="T2" fmla="*/ 817 w 844"/>
                  <a:gd name="T3" fmla="*/ 649 h 787"/>
                  <a:gd name="T4" fmla="*/ 789 w 844"/>
                  <a:gd name="T5" fmla="*/ 692 h 787"/>
                  <a:gd name="T6" fmla="*/ 753 w 844"/>
                  <a:gd name="T7" fmla="*/ 727 h 787"/>
                  <a:gd name="T8" fmla="*/ 712 w 844"/>
                  <a:gd name="T9" fmla="*/ 754 h 787"/>
                  <a:gd name="T10" fmla="*/ 665 w 844"/>
                  <a:gd name="T11" fmla="*/ 773 h 787"/>
                  <a:gd name="T12" fmla="*/ 613 w 844"/>
                  <a:gd name="T13" fmla="*/ 784 h 787"/>
                  <a:gd name="T14" fmla="*/ 556 w 844"/>
                  <a:gd name="T15" fmla="*/ 787 h 787"/>
                  <a:gd name="T16" fmla="*/ 499 w 844"/>
                  <a:gd name="T17" fmla="*/ 783 h 787"/>
                  <a:gd name="T18" fmla="*/ 409 w 844"/>
                  <a:gd name="T19" fmla="*/ 762 h 787"/>
                  <a:gd name="T20" fmla="*/ 348 w 844"/>
                  <a:gd name="T21" fmla="*/ 738 h 787"/>
                  <a:gd name="T22" fmla="*/ 288 w 844"/>
                  <a:gd name="T23" fmla="*/ 707 h 787"/>
                  <a:gd name="T24" fmla="*/ 230 w 844"/>
                  <a:gd name="T25" fmla="*/ 667 h 787"/>
                  <a:gd name="T26" fmla="*/ 176 w 844"/>
                  <a:gd name="T27" fmla="*/ 622 h 787"/>
                  <a:gd name="T28" fmla="*/ 125 w 844"/>
                  <a:gd name="T29" fmla="*/ 568 h 787"/>
                  <a:gd name="T30" fmla="*/ 79 w 844"/>
                  <a:gd name="T31" fmla="*/ 508 h 787"/>
                  <a:gd name="T32" fmla="*/ 41 w 844"/>
                  <a:gd name="T33" fmla="*/ 437 h 787"/>
                  <a:gd name="T34" fmla="*/ 14 w 844"/>
                  <a:gd name="T35" fmla="*/ 358 h 787"/>
                  <a:gd name="T36" fmla="*/ 0 w 844"/>
                  <a:gd name="T37" fmla="*/ 273 h 787"/>
                  <a:gd name="T38" fmla="*/ 5 w 844"/>
                  <a:gd name="T39" fmla="*/ 190 h 787"/>
                  <a:gd name="T40" fmla="*/ 22 w 844"/>
                  <a:gd name="T41" fmla="*/ 134 h 787"/>
                  <a:gd name="T42" fmla="*/ 41 w 844"/>
                  <a:gd name="T43" fmla="*/ 101 h 787"/>
                  <a:gd name="T44" fmla="*/ 67 w 844"/>
                  <a:gd name="T45" fmla="*/ 69 h 787"/>
                  <a:gd name="T46" fmla="*/ 119 w 844"/>
                  <a:gd name="T47" fmla="*/ 34 h 787"/>
                  <a:gd name="T48" fmla="*/ 162 w 844"/>
                  <a:gd name="T49" fmla="*/ 15 h 787"/>
                  <a:gd name="T50" fmla="*/ 214 w 844"/>
                  <a:gd name="T51" fmla="*/ 5 h 787"/>
                  <a:gd name="T52" fmla="*/ 274 w 844"/>
                  <a:gd name="T53" fmla="*/ 0 h 787"/>
                  <a:gd name="T54" fmla="*/ 328 w 844"/>
                  <a:gd name="T55" fmla="*/ 4 h 787"/>
                  <a:gd name="T56" fmla="*/ 437 w 844"/>
                  <a:gd name="T57" fmla="*/ 30 h 787"/>
                  <a:gd name="T58" fmla="*/ 541 w 844"/>
                  <a:gd name="T59" fmla="*/ 81 h 787"/>
                  <a:gd name="T60" fmla="*/ 637 w 844"/>
                  <a:gd name="T61" fmla="*/ 150 h 787"/>
                  <a:gd name="T62" fmla="*/ 719 w 844"/>
                  <a:gd name="T63" fmla="*/ 233 h 787"/>
                  <a:gd name="T64" fmla="*/ 784 w 844"/>
                  <a:gd name="T65" fmla="*/ 325 h 787"/>
                  <a:gd name="T66" fmla="*/ 827 w 844"/>
                  <a:gd name="T67" fmla="*/ 422 h 787"/>
                  <a:gd name="T68" fmla="*/ 840 w 844"/>
                  <a:gd name="T69" fmla="*/ 472 h 787"/>
                  <a:gd name="T70" fmla="*/ 844 w 844"/>
                  <a:gd name="T71" fmla="*/ 521 h 787"/>
                  <a:gd name="T72" fmla="*/ 841 w 844"/>
                  <a:gd name="T73" fmla="*/ 568 h 7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844" h="787">
                    <a:moveTo>
                      <a:pt x="841" y="568"/>
                    </a:moveTo>
                    <a:lnTo>
                      <a:pt x="835" y="597"/>
                    </a:lnTo>
                    <a:lnTo>
                      <a:pt x="827" y="624"/>
                    </a:lnTo>
                    <a:lnTo>
                      <a:pt x="817" y="649"/>
                    </a:lnTo>
                    <a:lnTo>
                      <a:pt x="804" y="671"/>
                    </a:lnTo>
                    <a:lnTo>
                      <a:pt x="789" y="692"/>
                    </a:lnTo>
                    <a:lnTo>
                      <a:pt x="772" y="710"/>
                    </a:lnTo>
                    <a:lnTo>
                      <a:pt x="753" y="727"/>
                    </a:lnTo>
                    <a:lnTo>
                      <a:pt x="734" y="741"/>
                    </a:lnTo>
                    <a:lnTo>
                      <a:pt x="712" y="754"/>
                    </a:lnTo>
                    <a:lnTo>
                      <a:pt x="689" y="764"/>
                    </a:lnTo>
                    <a:lnTo>
                      <a:pt x="665" y="773"/>
                    </a:lnTo>
                    <a:lnTo>
                      <a:pt x="639" y="779"/>
                    </a:lnTo>
                    <a:lnTo>
                      <a:pt x="613" y="784"/>
                    </a:lnTo>
                    <a:lnTo>
                      <a:pt x="585" y="786"/>
                    </a:lnTo>
                    <a:lnTo>
                      <a:pt x="556" y="787"/>
                    </a:lnTo>
                    <a:lnTo>
                      <a:pt x="528" y="786"/>
                    </a:lnTo>
                    <a:lnTo>
                      <a:pt x="499" y="783"/>
                    </a:lnTo>
                    <a:lnTo>
                      <a:pt x="469" y="778"/>
                    </a:lnTo>
                    <a:lnTo>
                      <a:pt x="409" y="762"/>
                    </a:lnTo>
                    <a:lnTo>
                      <a:pt x="378" y="750"/>
                    </a:lnTo>
                    <a:lnTo>
                      <a:pt x="348" y="738"/>
                    </a:lnTo>
                    <a:lnTo>
                      <a:pt x="318" y="723"/>
                    </a:lnTo>
                    <a:lnTo>
                      <a:pt x="288" y="707"/>
                    </a:lnTo>
                    <a:lnTo>
                      <a:pt x="259" y="688"/>
                    </a:lnTo>
                    <a:lnTo>
                      <a:pt x="230" y="667"/>
                    </a:lnTo>
                    <a:lnTo>
                      <a:pt x="203" y="646"/>
                    </a:lnTo>
                    <a:lnTo>
                      <a:pt x="176" y="622"/>
                    </a:lnTo>
                    <a:lnTo>
                      <a:pt x="150" y="596"/>
                    </a:lnTo>
                    <a:lnTo>
                      <a:pt x="125" y="568"/>
                    </a:lnTo>
                    <a:lnTo>
                      <a:pt x="101" y="540"/>
                    </a:lnTo>
                    <a:lnTo>
                      <a:pt x="79" y="508"/>
                    </a:lnTo>
                    <a:lnTo>
                      <a:pt x="59" y="475"/>
                    </a:lnTo>
                    <a:lnTo>
                      <a:pt x="41" y="437"/>
                    </a:lnTo>
                    <a:lnTo>
                      <a:pt x="25" y="398"/>
                    </a:lnTo>
                    <a:lnTo>
                      <a:pt x="14" y="358"/>
                    </a:lnTo>
                    <a:lnTo>
                      <a:pt x="5" y="315"/>
                    </a:lnTo>
                    <a:lnTo>
                      <a:pt x="0" y="273"/>
                    </a:lnTo>
                    <a:lnTo>
                      <a:pt x="0" y="231"/>
                    </a:lnTo>
                    <a:lnTo>
                      <a:pt x="5" y="190"/>
                    </a:lnTo>
                    <a:lnTo>
                      <a:pt x="15" y="152"/>
                    </a:lnTo>
                    <a:lnTo>
                      <a:pt x="22" y="134"/>
                    </a:lnTo>
                    <a:lnTo>
                      <a:pt x="31" y="117"/>
                    </a:lnTo>
                    <a:lnTo>
                      <a:pt x="41" y="101"/>
                    </a:lnTo>
                    <a:lnTo>
                      <a:pt x="53" y="84"/>
                    </a:lnTo>
                    <a:lnTo>
                      <a:pt x="67" y="69"/>
                    </a:lnTo>
                    <a:lnTo>
                      <a:pt x="99" y="44"/>
                    </a:lnTo>
                    <a:lnTo>
                      <a:pt x="119" y="34"/>
                    </a:lnTo>
                    <a:lnTo>
                      <a:pt x="139" y="23"/>
                    </a:lnTo>
                    <a:lnTo>
                      <a:pt x="162" y="15"/>
                    </a:lnTo>
                    <a:lnTo>
                      <a:pt x="187" y="10"/>
                    </a:lnTo>
                    <a:lnTo>
                      <a:pt x="214" y="5"/>
                    </a:lnTo>
                    <a:lnTo>
                      <a:pt x="243" y="2"/>
                    </a:lnTo>
                    <a:lnTo>
                      <a:pt x="274" y="0"/>
                    </a:lnTo>
                    <a:lnTo>
                      <a:pt x="302" y="2"/>
                    </a:lnTo>
                    <a:lnTo>
                      <a:pt x="328" y="4"/>
                    </a:lnTo>
                    <a:lnTo>
                      <a:pt x="382" y="14"/>
                    </a:lnTo>
                    <a:lnTo>
                      <a:pt x="437" y="30"/>
                    </a:lnTo>
                    <a:lnTo>
                      <a:pt x="489" y="53"/>
                    </a:lnTo>
                    <a:lnTo>
                      <a:pt x="541" y="81"/>
                    </a:lnTo>
                    <a:lnTo>
                      <a:pt x="590" y="113"/>
                    </a:lnTo>
                    <a:lnTo>
                      <a:pt x="637" y="150"/>
                    </a:lnTo>
                    <a:lnTo>
                      <a:pt x="680" y="189"/>
                    </a:lnTo>
                    <a:lnTo>
                      <a:pt x="719" y="233"/>
                    </a:lnTo>
                    <a:lnTo>
                      <a:pt x="754" y="278"/>
                    </a:lnTo>
                    <a:lnTo>
                      <a:pt x="784" y="325"/>
                    </a:lnTo>
                    <a:lnTo>
                      <a:pt x="809" y="374"/>
                    </a:lnTo>
                    <a:lnTo>
                      <a:pt x="827" y="422"/>
                    </a:lnTo>
                    <a:lnTo>
                      <a:pt x="834" y="447"/>
                    </a:lnTo>
                    <a:lnTo>
                      <a:pt x="840" y="472"/>
                    </a:lnTo>
                    <a:lnTo>
                      <a:pt x="842" y="496"/>
                    </a:lnTo>
                    <a:lnTo>
                      <a:pt x="844" y="521"/>
                    </a:lnTo>
                    <a:lnTo>
                      <a:pt x="843" y="544"/>
                    </a:lnTo>
                    <a:lnTo>
                      <a:pt x="841" y="568"/>
                    </a:lnTo>
                    <a:close/>
                  </a:path>
                </a:pathLst>
              </a:custGeom>
              <a:solidFill>
                <a:srgbClr val="5BFF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234" name="Freeform 160"/>
              <p:cNvSpPr>
                <a:spLocks/>
              </p:cNvSpPr>
              <p:nvPr/>
            </p:nvSpPr>
            <p:spPr bwMode="auto">
              <a:xfrm>
                <a:off x="2461" y="1107"/>
                <a:ext cx="417" cy="402"/>
              </a:xfrm>
              <a:custGeom>
                <a:avLst/>
                <a:gdLst>
                  <a:gd name="T0" fmla="*/ 827 w 833"/>
                  <a:gd name="T1" fmla="*/ 530 h 804"/>
                  <a:gd name="T2" fmla="*/ 815 w 833"/>
                  <a:gd name="T3" fmla="*/ 573 h 804"/>
                  <a:gd name="T4" fmla="*/ 791 w 833"/>
                  <a:gd name="T5" fmla="*/ 627 h 804"/>
                  <a:gd name="T6" fmla="*/ 754 w 833"/>
                  <a:gd name="T7" fmla="*/ 679 h 804"/>
                  <a:gd name="T8" fmla="*/ 738 w 833"/>
                  <a:gd name="T9" fmla="*/ 696 h 804"/>
                  <a:gd name="T10" fmla="*/ 729 w 833"/>
                  <a:gd name="T11" fmla="*/ 705 h 804"/>
                  <a:gd name="T12" fmla="*/ 722 w 833"/>
                  <a:gd name="T13" fmla="*/ 711 h 804"/>
                  <a:gd name="T14" fmla="*/ 702 w 833"/>
                  <a:gd name="T15" fmla="*/ 726 h 804"/>
                  <a:gd name="T16" fmla="*/ 672 w 833"/>
                  <a:gd name="T17" fmla="*/ 748 h 804"/>
                  <a:gd name="T18" fmla="*/ 634 w 833"/>
                  <a:gd name="T19" fmla="*/ 771 h 804"/>
                  <a:gd name="T20" fmla="*/ 580 w 833"/>
                  <a:gd name="T21" fmla="*/ 788 h 804"/>
                  <a:gd name="T22" fmla="*/ 545 w 833"/>
                  <a:gd name="T23" fmla="*/ 794 h 804"/>
                  <a:gd name="T24" fmla="*/ 498 w 833"/>
                  <a:gd name="T25" fmla="*/ 799 h 804"/>
                  <a:gd name="T26" fmla="*/ 439 w 833"/>
                  <a:gd name="T27" fmla="*/ 804 h 804"/>
                  <a:gd name="T28" fmla="*/ 388 w 833"/>
                  <a:gd name="T29" fmla="*/ 801 h 804"/>
                  <a:gd name="T30" fmla="*/ 335 w 833"/>
                  <a:gd name="T31" fmla="*/ 786 h 804"/>
                  <a:gd name="T32" fmla="*/ 284 w 833"/>
                  <a:gd name="T33" fmla="*/ 764 h 804"/>
                  <a:gd name="T34" fmla="*/ 239 w 833"/>
                  <a:gd name="T35" fmla="*/ 739 h 804"/>
                  <a:gd name="T36" fmla="*/ 235 w 833"/>
                  <a:gd name="T37" fmla="*/ 735 h 804"/>
                  <a:gd name="T38" fmla="*/ 223 w 833"/>
                  <a:gd name="T39" fmla="*/ 726 h 804"/>
                  <a:gd name="T40" fmla="*/ 205 w 833"/>
                  <a:gd name="T41" fmla="*/ 712 h 804"/>
                  <a:gd name="T42" fmla="*/ 155 w 833"/>
                  <a:gd name="T43" fmla="*/ 668 h 804"/>
                  <a:gd name="T44" fmla="*/ 100 w 833"/>
                  <a:gd name="T45" fmla="*/ 610 h 804"/>
                  <a:gd name="T46" fmla="*/ 58 w 833"/>
                  <a:gd name="T47" fmla="*/ 553 h 804"/>
                  <a:gd name="T48" fmla="*/ 25 w 833"/>
                  <a:gd name="T49" fmla="*/ 488 h 804"/>
                  <a:gd name="T50" fmla="*/ 2 w 833"/>
                  <a:gd name="T51" fmla="*/ 392 h 804"/>
                  <a:gd name="T52" fmla="*/ 2 w 833"/>
                  <a:gd name="T53" fmla="*/ 295 h 804"/>
                  <a:gd name="T54" fmla="*/ 18 w 833"/>
                  <a:gd name="T55" fmla="*/ 225 h 804"/>
                  <a:gd name="T56" fmla="*/ 35 w 833"/>
                  <a:gd name="T57" fmla="*/ 180 h 804"/>
                  <a:gd name="T58" fmla="*/ 60 w 833"/>
                  <a:gd name="T59" fmla="*/ 139 h 804"/>
                  <a:gd name="T60" fmla="*/ 91 w 833"/>
                  <a:gd name="T61" fmla="*/ 102 h 804"/>
                  <a:gd name="T62" fmla="*/ 126 w 833"/>
                  <a:gd name="T63" fmla="*/ 69 h 804"/>
                  <a:gd name="T64" fmla="*/ 169 w 833"/>
                  <a:gd name="T65" fmla="*/ 42 h 804"/>
                  <a:gd name="T66" fmla="*/ 217 w 833"/>
                  <a:gd name="T67" fmla="*/ 21 h 804"/>
                  <a:gd name="T68" fmla="*/ 273 w 833"/>
                  <a:gd name="T69" fmla="*/ 6 h 804"/>
                  <a:gd name="T70" fmla="*/ 334 w 833"/>
                  <a:gd name="T71" fmla="*/ 0 h 804"/>
                  <a:gd name="T72" fmla="*/ 416 w 833"/>
                  <a:gd name="T73" fmla="*/ 5 h 804"/>
                  <a:gd name="T74" fmla="*/ 508 w 833"/>
                  <a:gd name="T75" fmla="*/ 29 h 804"/>
                  <a:gd name="T76" fmla="*/ 594 w 833"/>
                  <a:gd name="T77" fmla="*/ 73 h 804"/>
                  <a:gd name="T78" fmla="*/ 671 w 833"/>
                  <a:gd name="T79" fmla="*/ 132 h 804"/>
                  <a:gd name="T80" fmla="*/ 736 w 833"/>
                  <a:gd name="T81" fmla="*/ 203 h 804"/>
                  <a:gd name="T82" fmla="*/ 786 w 833"/>
                  <a:gd name="T83" fmla="*/ 284 h 804"/>
                  <a:gd name="T84" fmla="*/ 820 w 833"/>
                  <a:gd name="T85" fmla="*/ 370 h 804"/>
                  <a:gd name="T86" fmla="*/ 833 w 833"/>
                  <a:gd name="T87" fmla="*/ 461 h 8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833" h="804">
                    <a:moveTo>
                      <a:pt x="830" y="506"/>
                    </a:moveTo>
                    <a:lnTo>
                      <a:pt x="827" y="530"/>
                    </a:lnTo>
                    <a:lnTo>
                      <a:pt x="821" y="552"/>
                    </a:lnTo>
                    <a:lnTo>
                      <a:pt x="815" y="573"/>
                    </a:lnTo>
                    <a:lnTo>
                      <a:pt x="807" y="592"/>
                    </a:lnTo>
                    <a:lnTo>
                      <a:pt x="791" y="627"/>
                    </a:lnTo>
                    <a:lnTo>
                      <a:pt x="773" y="656"/>
                    </a:lnTo>
                    <a:lnTo>
                      <a:pt x="754" y="679"/>
                    </a:lnTo>
                    <a:lnTo>
                      <a:pt x="746" y="688"/>
                    </a:lnTo>
                    <a:lnTo>
                      <a:pt x="738" y="696"/>
                    </a:lnTo>
                    <a:lnTo>
                      <a:pt x="732" y="702"/>
                    </a:lnTo>
                    <a:lnTo>
                      <a:pt x="729" y="705"/>
                    </a:lnTo>
                    <a:lnTo>
                      <a:pt x="727" y="708"/>
                    </a:lnTo>
                    <a:lnTo>
                      <a:pt x="722" y="711"/>
                    </a:lnTo>
                    <a:lnTo>
                      <a:pt x="720" y="713"/>
                    </a:lnTo>
                    <a:lnTo>
                      <a:pt x="702" y="726"/>
                    </a:lnTo>
                    <a:lnTo>
                      <a:pt x="686" y="738"/>
                    </a:lnTo>
                    <a:lnTo>
                      <a:pt x="672" y="748"/>
                    </a:lnTo>
                    <a:lnTo>
                      <a:pt x="659" y="757"/>
                    </a:lnTo>
                    <a:lnTo>
                      <a:pt x="634" y="771"/>
                    </a:lnTo>
                    <a:lnTo>
                      <a:pt x="609" y="781"/>
                    </a:lnTo>
                    <a:lnTo>
                      <a:pt x="580" y="788"/>
                    </a:lnTo>
                    <a:lnTo>
                      <a:pt x="564" y="792"/>
                    </a:lnTo>
                    <a:lnTo>
                      <a:pt x="545" y="794"/>
                    </a:lnTo>
                    <a:lnTo>
                      <a:pt x="523" y="796"/>
                    </a:lnTo>
                    <a:lnTo>
                      <a:pt x="498" y="799"/>
                    </a:lnTo>
                    <a:lnTo>
                      <a:pt x="471" y="802"/>
                    </a:lnTo>
                    <a:lnTo>
                      <a:pt x="439" y="804"/>
                    </a:lnTo>
                    <a:lnTo>
                      <a:pt x="414" y="804"/>
                    </a:lnTo>
                    <a:lnTo>
                      <a:pt x="388" y="801"/>
                    </a:lnTo>
                    <a:lnTo>
                      <a:pt x="361" y="795"/>
                    </a:lnTo>
                    <a:lnTo>
                      <a:pt x="335" y="786"/>
                    </a:lnTo>
                    <a:lnTo>
                      <a:pt x="308" y="776"/>
                    </a:lnTo>
                    <a:lnTo>
                      <a:pt x="284" y="764"/>
                    </a:lnTo>
                    <a:lnTo>
                      <a:pt x="260" y="751"/>
                    </a:lnTo>
                    <a:lnTo>
                      <a:pt x="239" y="739"/>
                    </a:lnTo>
                    <a:lnTo>
                      <a:pt x="238" y="738"/>
                    </a:lnTo>
                    <a:lnTo>
                      <a:pt x="235" y="735"/>
                    </a:lnTo>
                    <a:lnTo>
                      <a:pt x="229" y="732"/>
                    </a:lnTo>
                    <a:lnTo>
                      <a:pt x="223" y="726"/>
                    </a:lnTo>
                    <a:lnTo>
                      <a:pt x="214" y="720"/>
                    </a:lnTo>
                    <a:lnTo>
                      <a:pt x="205" y="712"/>
                    </a:lnTo>
                    <a:lnTo>
                      <a:pt x="182" y="693"/>
                    </a:lnTo>
                    <a:lnTo>
                      <a:pt x="155" y="668"/>
                    </a:lnTo>
                    <a:lnTo>
                      <a:pt x="128" y="641"/>
                    </a:lnTo>
                    <a:lnTo>
                      <a:pt x="100" y="610"/>
                    </a:lnTo>
                    <a:lnTo>
                      <a:pt x="72" y="574"/>
                    </a:lnTo>
                    <a:lnTo>
                      <a:pt x="58" y="553"/>
                    </a:lnTo>
                    <a:lnTo>
                      <a:pt x="46" y="532"/>
                    </a:lnTo>
                    <a:lnTo>
                      <a:pt x="25" y="488"/>
                    </a:lnTo>
                    <a:lnTo>
                      <a:pt x="11" y="440"/>
                    </a:lnTo>
                    <a:lnTo>
                      <a:pt x="2" y="392"/>
                    </a:lnTo>
                    <a:lnTo>
                      <a:pt x="0" y="344"/>
                    </a:lnTo>
                    <a:lnTo>
                      <a:pt x="2" y="295"/>
                    </a:lnTo>
                    <a:lnTo>
                      <a:pt x="11" y="248"/>
                    </a:lnTo>
                    <a:lnTo>
                      <a:pt x="18" y="225"/>
                    </a:lnTo>
                    <a:lnTo>
                      <a:pt x="26" y="202"/>
                    </a:lnTo>
                    <a:lnTo>
                      <a:pt x="35" y="180"/>
                    </a:lnTo>
                    <a:lnTo>
                      <a:pt x="47" y="159"/>
                    </a:lnTo>
                    <a:lnTo>
                      <a:pt x="60" y="139"/>
                    </a:lnTo>
                    <a:lnTo>
                      <a:pt x="75" y="120"/>
                    </a:lnTo>
                    <a:lnTo>
                      <a:pt x="91" y="102"/>
                    </a:lnTo>
                    <a:lnTo>
                      <a:pt x="108" y="84"/>
                    </a:lnTo>
                    <a:lnTo>
                      <a:pt x="126" y="69"/>
                    </a:lnTo>
                    <a:lnTo>
                      <a:pt x="147" y="54"/>
                    </a:lnTo>
                    <a:lnTo>
                      <a:pt x="169" y="42"/>
                    </a:lnTo>
                    <a:lnTo>
                      <a:pt x="193" y="30"/>
                    </a:lnTo>
                    <a:lnTo>
                      <a:pt x="217" y="21"/>
                    </a:lnTo>
                    <a:lnTo>
                      <a:pt x="245" y="13"/>
                    </a:lnTo>
                    <a:lnTo>
                      <a:pt x="273" y="6"/>
                    </a:lnTo>
                    <a:lnTo>
                      <a:pt x="303" y="3"/>
                    </a:lnTo>
                    <a:lnTo>
                      <a:pt x="334" y="0"/>
                    </a:lnTo>
                    <a:lnTo>
                      <a:pt x="367" y="0"/>
                    </a:lnTo>
                    <a:lnTo>
                      <a:pt x="416" y="5"/>
                    </a:lnTo>
                    <a:lnTo>
                      <a:pt x="462" y="15"/>
                    </a:lnTo>
                    <a:lnTo>
                      <a:pt x="508" y="29"/>
                    </a:lnTo>
                    <a:lnTo>
                      <a:pt x="551" y="49"/>
                    </a:lnTo>
                    <a:lnTo>
                      <a:pt x="594" y="73"/>
                    </a:lnTo>
                    <a:lnTo>
                      <a:pt x="634" y="100"/>
                    </a:lnTo>
                    <a:lnTo>
                      <a:pt x="671" y="132"/>
                    </a:lnTo>
                    <a:lnTo>
                      <a:pt x="706" y="166"/>
                    </a:lnTo>
                    <a:lnTo>
                      <a:pt x="736" y="203"/>
                    </a:lnTo>
                    <a:lnTo>
                      <a:pt x="763" y="242"/>
                    </a:lnTo>
                    <a:lnTo>
                      <a:pt x="786" y="284"/>
                    </a:lnTo>
                    <a:lnTo>
                      <a:pt x="806" y="326"/>
                    </a:lnTo>
                    <a:lnTo>
                      <a:pt x="820" y="370"/>
                    </a:lnTo>
                    <a:lnTo>
                      <a:pt x="829" y="415"/>
                    </a:lnTo>
                    <a:lnTo>
                      <a:pt x="833" y="461"/>
                    </a:lnTo>
                    <a:lnTo>
                      <a:pt x="830" y="506"/>
                    </a:lnTo>
                    <a:close/>
                  </a:path>
                </a:pathLst>
              </a:custGeom>
              <a:solidFill>
                <a:srgbClr val="6EFF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235" name="Freeform 161"/>
              <p:cNvSpPr>
                <a:spLocks/>
              </p:cNvSpPr>
              <p:nvPr/>
            </p:nvSpPr>
            <p:spPr bwMode="auto">
              <a:xfrm>
                <a:off x="1447" y="2219"/>
                <a:ext cx="404" cy="376"/>
              </a:xfrm>
              <a:custGeom>
                <a:avLst/>
                <a:gdLst>
                  <a:gd name="T0" fmla="*/ 797 w 809"/>
                  <a:gd name="T1" fmla="*/ 578 h 751"/>
                  <a:gd name="T2" fmla="*/ 778 w 809"/>
                  <a:gd name="T3" fmla="*/ 627 h 751"/>
                  <a:gd name="T4" fmla="*/ 757 w 809"/>
                  <a:gd name="T5" fmla="*/ 661 h 751"/>
                  <a:gd name="T6" fmla="*/ 742 w 809"/>
                  <a:gd name="T7" fmla="*/ 680 h 751"/>
                  <a:gd name="T8" fmla="*/ 723 w 809"/>
                  <a:gd name="T9" fmla="*/ 694 h 751"/>
                  <a:gd name="T10" fmla="*/ 687 w 809"/>
                  <a:gd name="T11" fmla="*/ 720 h 751"/>
                  <a:gd name="T12" fmla="*/ 644 w 809"/>
                  <a:gd name="T13" fmla="*/ 741 h 751"/>
                  <a:gd name="T14" fmla="*/ 601 w 809"/>
                  <a:gd name="T15" fmla="*/ 751 h 751"/>
                  <a:gd name="T16" fmla="*/ 551 w 809"/>
                  <a:gd name="T17" fmla="*/ 749 h 751"/>
                  <a:gd name="T18" fmla="*/ 498 w 809"/>
                  <a:gd name="T19" fmla="*/ 744 h 751"/>
                  <a:gd name="T20" fmla="*/ 456 w 809"/>
                  <a:gd name="T21" fmla="*/ 738 h 751"/>
                  <a:gd name="T22" fmla="*/ 409 w 809"/>
                  <a:gd name="T23" fmla="*/ 729 h 751"/>
                  <a:gd name="T24" fmla="*/ 350 w 809"/>
                  <a:gd name="T25" fmla="*/ 708 h 751"/>
                  <a:gd name="T26" fmla="*/ 316 w 809"/>
                  <a:gd name="T27" fmla="*/ 691 h 751"/>
                  <a:gd name="T28" fmla="*/ 273 w 809"/>
                  <a:gd name="T29" fmla="*/ 669 h 751"/>
                  <a:gd name="T30" fmla="*/ 205 w 809"/>
                  <a:gd name="T31" fmla="*/ 624 h 751"/>
                  <a:gd name="T32" fmla="*/ 150 w 809"/>
                  <a:gd name="T33" fmla="*/ 574 h 751"/>
                  <a:gd name="T34" fmla="*/ 108 w 809"/>
                  <a:gd name="T35" fmla="*/ 526 h 751"/>
                  <a:gd name="T36" fmla="*/ 81 w 809"/>
                  <a:gd name="T37" fmla="*/ 489 h 751"/>
                  <a:gd name="T38" fmla="*/ 38 w 809"/>
                  <a:gd name="T39" fmla="*/ 413 h 751"/>
                  <a:gd name="T40" fmla="*/ 12 w 809"/>
                  <a:gd name="T41" fmla="*/ 333 h 751"/>
                  <a:gd name="T42" fmla="*/ 0 w 809"/>
                  <a:gd name="T43" fmla="*/ 251 h 751"/>
                  <a:gd name="T44" fmla="*/ 8 w 809"/>
                  <a:gd name="T45" fmla="*/ 174 h 751"/>
                  <a:gd name="T46" fmla="*/ 36 w 809"/>
                  <a:gd name="T47" fmla="*/ 106 h 751"/>
                  <a:gd name="T48" fmla="*/ 58 w 809"/>
                  <a:gd name="T49" fmla="*/ 77 h 751"/>
                  <a:gd name="T50" fmla="*/ 86 w 809"/>
                  <a:gd name="T51" fmla="*/ 52 h 751"/>
                  <a:gd name="T52" fmla="*/ 120 w 809"/>
                  <a:gd name="T53" fmla="*/ 30 h 751"/>
                  <a:gd name="T54" fmla="*/ 183 w 809"/>
                  <a:gd name="T55" fmla="*/ 8 h 751"/>
                  <a:gd name="T56" fmla="*/ 234 w 809"/>
                  <a:gd name="T57" fmla="*/ 1 h 751"/>
                  <a:gd name="T58" fmla="*/ 286 w 809"/>
                  <a:gd name="T59" fmla="*/ 0 h 751"/>
                  <a:gd name="T60" fmla="*/ 359 w 809"/>
                  <a:gd name="T61" fmla="*/ 11 h 751"/>
                  <a:gd name="T62" fmla="*/ 459 w 809"/>
                  <a:gd name="T63" fmla="*/ 48 h 751"/>
                  <a:gd name="T64" fmla="*/ 556 w 809"/>
                  <a:gd name="T65" fmla="*/ 103 h 751"/>
                  <a:gd name="T66" fmla="*/ 644 w 809"/>
                  <a:gd name="T67" fmla="*/ 176 h 751"/>
                  <a:gd name="T68" fmla="*/ 719 w 809"/>
                  <a:gd name="T69" fmla="*/ 260 h 751"/>
                  <a:gd name="T70" fmla="*/ 774 w 809"/>
                  <a:gd name="T71" fmla="*/ 353 h 751"/>
                  <a:gd name="T72" fmla="*/ 799 w 809"/>
                  <a:gd name="T73" fmla="*/ 426 h 751"/>
                  <a:gd name="T74" fmla="*/ 808 w 809"/>
                  <a:gd name="T75" fmla="*/ 476 h 751"/>
                  <a:gd name="T76" fmla="*/ 808 w 809"/>
                  <a:gd name="T77" fmla="*/ 525 h 7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809" h="751">
                    <a:moveTo>
                      <a:pt x="804" y="549"/>
                    </a:moveTo>
                    <a:lnTo>
                      <a:pt x="797" y="578"/>
                    </a:lnTo>
                    <a:lnTo>
                      <a:pt x="788" y="603"/>
                    </a:lnTo>
                    <a:lnTo>
                      <a:pt x="778" y="627"/>
                    </a:lnTo>
                    <a:lnTo>
                      <a:pt x="767" y="645"/>
                    </a:lnTo>
                    <a:lnTo>
                      <a:pt x="757" y="661"/>
                    </a:lnTo>
                    <a:lnTo>
                      <a:pt x="748" y="671"/>
                    </a:lnTo>
                    <a:lnTo>
                      <a:pt x="742" y="680"/>
                    </a:lnTo>
                    <a:lnTo>
                      <a:pt x="740" y="682"/>
                    </a:lnTo>
                    <a:lnTo>
                      <a:pt x="723" y="694"/>
                    </a:lnTo>
                    <a:lnTo>
                      <a:pt x="706" y="708"/>
                    </a:lnTo>
                    <a:lnTo>
                      <a:pt x="687" y="720"/>
                    </a:lnTo>
                    <a:lnTo>
                      <a:pt x="666" y="731"/>
                    </a:lnTo>
                    <a:lnTo>
                      <a:pt x="644" y="741"/>
                    </a:lnTo>
                    <a:lnTo>
                      <a:pt x="623" y="747"/>
                    </a:lnTo>
                    <a:lnTo>
                      <a:pt x="601" y="751"/>
                    </a:lnTo>
                    <a:lnTo>
                      <a:pt x="582" y="751"/>
                    </a:lnTo>
                    <a:lnTo>
                      <a:pt x="551" y="749"/>
                    </a:lnTo>
                    <a:lnTo>
                      <a:pt x="522" y="746"/>
                    </a:lnTo>
                    <a:lnTo>
                      <a:pt x="498" y="744"/>
                    </a:lnTo>
                    <a:lnTo>
                      <a:pt x="476" y="742"/>
                    </a:lnTo>
                    <a:lnTo>
                      <a:pt x="456" y="738"/>
                    </a:lnTo>
                    <a:lnTo>
                      <a:pt x="439" y="736"/>
                    </a:lnTo>
                    <a:lnTo>
                      <a:pt x="409" y="729"/>
                    </a:lnTo>
                    <a:lnTo>
                      <a:pt x="380" y="721"/>
                    </a:lnTo>
                    <a:lnTo>
                      <a:pt x="350" y="708"/>
                    </a:lnTo>
                    <a:lnTo>
                      <a:pt x="334" y="700"/>
                    </a:lnTo>
                    <a:lnTo>
                      <a:pt x="316" y="691"/>
                    </a:lnTo>
                    <a:lnTo>
                      <a:pt x="296" y="681"/>
                    </a:lnTo>
                    <a:lnTo>
                      <a:pt x="273" y="669"/>
                    </a:lnTo>
                    <a:lnTo>
                      <a:pt x="237" y="648"/>
                    </a:lnTo>
                    <a:lnTo>
                      <a:pt x="205" y="624"/>
                    </a:lnTo>
                    <a:lnTo>
                      <a:pt x="176" y="599"/>
                    </a:lnTo>
                    <a:lnTo>
                      <a:pt x="150" y="574"/>
                    </a:lnTo>
                    <a:lnTo>
                      <a:pt x="128" y="549"/>
                    </a:lnTo>
                    <a:lnTo>
                      <a:pt x="108" y="526"/>
                    </a:lnTo>
                    <a:lnTo>
                      <a:pt x="92" y="506"/>
                    </a:lnTo>
                    <a:lnTo>
                      <a:pt x="81" y="489"/>
                    </a:lnTo>
                    <a:lnTo>
                      <a:pt x="58" y="453"/>
                    </a:lnTo>
                    <a:lnTo>
                      <a:pt x="38" y="413"/>
                    </a:lnTo>
                    <a:lnTo>
                      <a:pt x="23" y="373"/>
                    </a:lnTo>
                    <a:lnTo>
                      <a:pt x="12" y="333"/>
                    </a:lnTo>
                    <a:lnTo>
                      <a:pt x="4" y="291"/>
                    </a:lnTo>
                    <a:lnTo>
                      <a:pt x="0" y="251"/>
                    </a:lnTo>
                    <a:lnTo>
                      <a:pt x="1" y="212"/>
                    </a:lnTo>
                    <a:lnTo>
                      <a:pt x="8" y="174"/>
                    </a:lnTo>
                    <a:lnTo>
                      <a:pt x="20" y="139"/>
                    </a:lnTo>
                    <a:lnTo>
                      <a:pt x="36" y="106"/>
                    </a:lnTo>
                    <a:lnTo>
                      <a:pt x="46" y="91"/>
                    </a:lnTo>
                    <a:lnTo>
                      <a:pt x="58" y="77"/>
                    </a:lnTo>
                    <a:lnTo>
                      <a:pt x="71" y="63"/>
                    </a:lnTo>
                    <a:lnTo>
                      <a:pt x="86" y="52"/>
                    </a:lnTo>
                    <a:lnTo>
                      <a:pt x="103" y="40"/>
                    </a:lnTo>
                    <a:lnTo>
                      <a:pt x="120" y="30"/>
                    </a:lnTo>
                    <a:lnTo>
                      <a:pt x="139" y="22"/>
                    </a:lnTo>
                    <a:lnTo>
                      <a:pt x="183" y="8"/>
                    </a:lnTo>
                    <a:lnTo>
                      <a:pt x="207" y="4"/>
                    </a:lnTo>
                    <a:lnTo>
                      <a:pt x="234" y="1"/>
                    </a:lnTo>
                    <a:lnTo>
                      <a:pt x="262" y="0"/>
                    </a:lnTo>
                    <a:lnTo>
                      <a:pt x="286" y="0"/>
                    </a:lnTo>
                    <a:lnTo>
                      <a:pt x="310" y="2"/>
                    </a:lnTo>
                    <a:lnTo>
                      <a:pt x="359" y="11"/>
                    </a:lnTo>
                    <a:lnTo>
                      <a:pt x="409" y="27"/>
                    </a:lnTo>
                    <a:lnTo>
                      <a:pt x="459" y="48"/>
                    </a:lnTo>
                    <a:lnTo>
                      <a:pt x="508" y="74"/>
                    </a:lnTo>
                    <a:lnTo>
                      <a:pt x="556" y="103"/>
                    </a:lnTo>
                    <a:lnTo>
                      <a:pt x="601" y="138"/>
                    </a:lnTo>
                    <a:lnTo>
                      <a:pt x="644" y="176"/>
                    </a:lnTo>
                    <a:lnTo>
                      <a:pt x="683" y="218"/>
                    </a:lnTo>
                    <a:lnTo>
                      <a:pt x="719" y="260"/>
                    </a:lnTo>
                    <a:lnTo>
                      <a:pt x="749" y="306"/>
                    </a:lnTo>
                    <a:lnTo>
                      <a:pt x="774" y="353"/>
                    </a:lnTo>
                    <a:lnTo>
                      <a:pt x="793" y="402"/>
                    </a:lnTo>
                    <a:lnTo>
                      <a:pt x="799" y="426"/>
                    </a:lnTo>
                    <a:lnTo>
                      <a:pt x="804" y="451"/>
                    </a:lnTo>
                    <a:lnTo>
                      <a:pt x="808" y="476"/>
                    </a:lnTo>
                    <a:lnTo>
                      <a:pt x="809" y="501"/>
                    </a:lnTo>
                    <a:lnTo>
                      <a:pt x="808" y="525"/>
                    </a:lnTo>
                    <a:lnTo>
                      <a:pt x="804" y="549"/>
                    </a:lnTo>
                    <a:close/>
                  </a:path>
                </a:pathLst>
              </a:custGeom>
              <a:solidFill>
                <a:srgbClr val="60FF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236" name="Freeform 162"/>
              <p:cNvSpPr>
                <a:spLocks/>
              </p:cNvSpPr>
              <p:nvPr/>
            </p:nvSpPr>
            <p:spPr bwMode="auto">
              <a:xfrm>
                <a:off x="1455" y="2228"/>
                <a:ext cx="385" cy="359"/>
              </a:xfrm>
              <a:custGeom>
                <a:avLst/>
                <a:gdLst>
                  <a:gd name="T0" fmla="*/ 771 w 771"/>
                  <a:gd name="T1" fmla="*/ 500 h 719"/>
                  <a:gd name="T2" fmla="*/ 764 w 771"/>
                  <a:gd name="T3" fmla="*/ 551 h 719"/>
                  <a:gd name="T4" fmla="*/ 749 w 771"/>
                  <a:gd name="T5" fmla="*/ 595 h 719"/>
                  <a:gd name="T6" fmla="*/ 727 w 771"/>
                  <a:gd name="T7" fmla="*/ 630 h 719"/>
                  <a:gd name="T8" fmla="*/ 698 w 771"/>
                  <a:gd name="T9" fmla="*/ 660 h 719"/>
                  <a:gd name="T10" fmla="*/ 665 w 771"/>
                  <a:gd name="T11" fmla="*/ 684 h 719"/>
                  <a:gd name="T12" fmla="*/ 626 w 771"/>
                  <a:gd name="T13" fmla="*/ 702 h 719"/>
                  <a:gd name="T14" fmla="*/ 583 w 771"/>
                  <a:gd name="T15" fmla="*/ 713 h 719"/>
                  <a:gd name="T16" fmla="*/ 515 w 771"/>
                  <a:gd name="T17" fmla="*/ 719 h 719"/>
                  <a:gd name="T18" fmla="*/ 418 w 771"/>
                  <a:gd name="T19" fmla="*/ 709 h 719"/>
                  <a:gd name="T20" fmla="*/ 321 w 771"/>
                  <a:gd name="T21" fmla="*/ 676 h 719"/>
                  <a:gd name="T22" fmla="*/ 231 w 771"/>
                  <a:gd name="T23" fmla="*/ 624 h 719"/>
                  <a:gd name="T24" fmla="*/ 157 w 771"/>
                  <a:gd name="T25" fmla="*/ 560 h 719"/>
                  <a:gd name="T26" fmla="*/ 102 w 771"/>
                  <a:gd name="T27" fmla="*/ 498 h 719"/>
                  <a:gd name="T28" fmla="*/ 60 w 771"/>
                  <a:gd name="T29" fmla="*/ 439 h 719"/>
                  <a:gd name="T30" fmla="*/ 33 w 771"/>
                  <a:gd name="T31" fmla="*/ 384 h 719"/>
                  <a:gd name="T32" fmla="*/ 14 w 771"/>
                  <a:gd name="T33" fmla="*/ 334 h 719"/>
                  <a:gd name="T34" fmla="*/ 5 w 771"/>
                  <a:gd name="T35" fmla="*/ 292 h 719"/>
                  <a:gd name="T36" fmla="*/ 0 w 771"/>
                  <a:gd name="T37" fmla="*/ 257 h 719"/>
                  <a:gd name="T38" fmla="*/ 1 w 771"/>
                  <a:gd name="T39" fmla="*/ 221 h 719"/>
                  <a:gd name="T40" fmla="*/ 16 w 771"/>
                  <a:gd name="T41" fmla="*/ 152 h 719"/>
                  <a:gd name="T42" fmla="*/ 41 w 771"/>
                  <a:gd name="T43" fmla="*/ 100 h 719"/>
                  <a:gd name="T44" fmla="*/ 64 w 771"/>
                  <a:gd name="T45" fmla="*/ 68 h 719"/>
                  <a:gd name="T46" fmla="*/ 78 w 771"/>
                  <a:gd name="T47" fmla="*/ 54 h 719"/>
                  <a:gd name="T48" fmla="*/ 113 w 771"/>
                  <a:gd name="T49" fmla="*/ 31 h 719"/>
                  <a:gd name="T50" fmla="*/ 157 w 771"/>
                  <a:gd name="T51" fmla="*/ 14 h 719"/>
                  <a:gd name="T52" fmla="*/ 226 w 771"/>
                  <a:gd name="T53" fmla="*/ 1 h 719"/>
                  <a:gd name="T54" fmla="*/ 270 w 771"/>
                  <a:gd name="T55" fmla="*/ 1 h 719"/>
                  <a:gd name="T56" fmla="*/ 346 w 771"/>
                  <a:gd name="T57" fmla="*/ 14 h 719"/>
                  <a:gd name="T58" fmla="*/ 418 w 771"/>
                  <a:gd name="T59" fmla="*/ 38 h 719"/>
                  <a:gd name="T60" fmla="*/ 440 w 771"/>
                  <a:gd name="T61" fmla="*/ 50 h 719"/>
                  <a:gd name="T62" fmla="*/ 450 w 771"/>
                  <a:gd name="T63" fmla="*/ 54 h 719"/>
                  <a:gd name="T64" fmla="*/ 465 w 771"/>
                  <a:gd name="T65" fmla="*/ 62 h 719"/>
                  <a:gd name="T66" fmla="*/ 486 w 771"/>
                  <a:gd name="T67" fmla="*/ 76 h 719"/>
                  <a:gd name="T68" fmla="*/ 513 w 771"/>
                  <a:gd name="T69" fmla="*/ 95 h 719"/>
                  <a:gd name="T70" fmla="*/ 546 w 771"/>
                  <a:gd name="T71" fmla="*/ 120 h 719"/>
                  <a:gd name="T72" fmla="*/ 584 w 771"/>
                  <a:gd name="T73" fmla="*/ 150 h 719"/>
                  <a:gd name="T74" fmla="*/ 628 w 771"/>
                  <a:gd name="T75" fmla="*/ 186 h 719"/>
                  <a:gd name="T76" fmla="*/ 652 w 771"/>
                  <a:gd name="T77" fmla="*/ 207 h 719"/>
                  <a:gd name="T78" fmla="*/ 663 w 771"/>
                  <a:gd name="T79" fmla="*/ 219 h 719"/>
                  <a:gd name="T80" fmla="*/ 679 w 771"/>
                  <a:gd name="T81" fmla="*/ 239 h 719"/>
                  <a:gd name="T82" fmla="*/ 698 w 771"/>
                  <a:gd name="T83" fmla="*/ 269 h 719"/>
                  <a:gd name="T84" fmla="*/ 731 w 771"/>
                  <a:gd name="T85" fmla="*/ 325 h 719"/>
                  <a:gd name="T86" fmla="*/ 758 w 771"/>
                  <a:gd name="T87" fmla="*/ 394 h 719"/>
                  <a:gd name="T88" fmla="*/ 769 w 771"/>
                  <a:gd name="T89" fmla="*/ 446 h 7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771" h="719">
                    <a:moveTo>
                      <a:pt x="771" y="472"/>
                    </a:moveTo>
                    <a:lnTo>
                      <a:pt x="771" y="500"/>
                    </a:lnTo>
                    <a:lnTo>
                      <a:pt x="769" y="527"/>
                    </a:lnTo>
                    <a:lnTo>
                      <a:pt x="764" y="551"/>
                    </a:lnTo>
                    <a:lnTo>
                      <a:pt x="757" y="573"/>
                    </a:lnTo>
                    <a:lnTo>
                      <a:pt x="749" y="595"/>
                    </a:lnTo>
                    <a:lnTo>
                      <a:pt x="739" y="613"/>
                    </a:lnTo>
                    <a:lnTo>
                      <a:pt x="727" y="630"/>
                    </a:lnTo>
                    <a:lnTo>
                      <a:pt x="713" y="646"/>
                    </a:lnTo>
                    <a:lnTo>
                      <a:pt x="698" y="660"/>
                    </a:lnTo>
                    <a:lnTo>
                      <a:pt x="682" y="673"/>
                    </a:lnTo>
                    <a:lnTo>
                      <a:pt x="665" y="684"/>
                    </a:lnTo>
                    <a:lnTo>
                      <a:pt x="645" y="694"/>
                    </a:lnTo>
                    <a:lnTo>
                      <a:pt x="626" y="702"/>
                    </a:lnTo>
                    <a:lnTo>
                      <a:pt x="605" y="709"/>
                    </a:lnTo>
                    <a:lnTo>
                      <a:pt x="583" y="713"/>
                    </a:lnTo>
                    <a:lnTo>
                      <a:pt x="561" y="717"/>
                    </a:lnTo>
                    <a:lnTo>
                      <a:pt x="515" y="719"/>
                    </a:lnTo>
                    <a:lnTo>
                      <a:pt x="467" y="717"/>
                    </a:lnTo>
                    <a:lnTo>
                      <a:pt x="418" y="709"/>
                    </a:lnTo>
                    <a:lnTo>
                      <a:pt x="369" y="695"/>
                    </a:lnTo>
                    <a:lnTo>
                      <a:pt x="321" y="676"/>
                    </a:lnTo>
                    <a:lnTo>
                      <a:pt x="274" y="653"/>
                    </a:lnTo>
                    <a:lnTo>
                      <a:pt x="231" y="624"/>
                    </a:lnTo>
                    <a:lnTo>
                      <a:pt x="190" y="592"/>
                    </a:lnTo>
                    <a:lnTo>
                      <a:pt x="157" y="560"/>
                    </a:lnTo>
                    <a:lnTo>
                      <a:pt x="127" y="529"/>
                    </a:lnTo>
                    <a:lnTo>
                      <a:pt x="102" y="498"/>
                    </a:lnTo>
                    <a:lnTo>
                      <a:pt x="79" y="468"/>
                    </a:lnTo>
                    <a:lnTo>
                      <a:pt x="60" y="439"/>
                    </a:lnTo>
                    <a:lnTo>
                      <a:pt x="45" y="410"/>
                    </a:lnTo>
                    <a:lnTo>
                      <a:pt x="33" y="384"/>
                    </a:lnTo>
                    <a:lnTo>
                      <a:pt x="22" y="358"/>
                    </a:lnTo>
                    <a:lnTo>
                      <a:pt x="14" y="334"/>
                    </a:lnTo>
                    <a:lnTo>
                      <a:pt x="8" y="312"/>
                    </a:lnTo>
                    <a:lnTo>
                      <a:pt x="5" y="292"/>
                    </a:lnTo>
                    <a:lnTo>
                      <a:pt x="1" y="273"/>
                    </a:lnTo>
                    <a:lnTo>
                      <a:pt x="0" y="257"/>
                    </a:lnTo>
                    <a:lnTo>
                      <a:pt x="0" y="230"/>
                    </a:lnTo>
                    <a:lnTo>
                      <a:pt x="1" y="221"/>
                    </a:lnTo>
                    <a:lnTo>
                      <a:pt x="7" y="184"/>
                    </a:lnTo>
                    <a:lnTo>
                      <a:pt x="16" y="152"/>
                    </a:lnTo>
                    <a:lnTo>
                      <a:pt x="28" y="123"/>
                    </a:lnTo>
                    <a:lnTo>
                      <a:pt x="41" y="100"/>
                    </a:lnTo>
                    <a:lnTo>
                      <a:pt x="53" y="82"/>
                    </a:lnTo>
                    <a:lnTo>
                      <a:pt x="64" y="68"/>
                    </a:lnTo>
                    <a:lnTo>
                      <a:pt x="73" y="59"/>
                    </a:lnTo>
                    <a:lnTo>
                      <a:pt x="78" y="54"/>
                    </a:lnTo>
                    <a:lnTo>
                      <a:pt x="94" y="42"/>
                    </a:lnTo>
                    <a:lnTo>
                      <a:pt x="113" y="31"/>
                    </a:lnTo>
                    <a:lnTo>
                      <a:pt x="134" y="22"/>
                    </a:lnTo>
                    <a:lnTo>
                      <a:pt x="157" y="14"/>
                    </a:lnTo>
                    <a:lnTo>
                      <a:pt x="203" y="4"/>
                    </a:lnTo>
                    <a:lnTo>
                      <a:pt x="226" y="1"/>
                    </a:lnTo>
                    <a:lnTo>
                      <a:pt x="247" y="0"/>
                    </a:lnTo>
                    <a:lnTo>
                      <a:pt x="270" y="1"/>
                    </a:lnTo>
                    <a:lnTo>
                      <a:pt x="295" y="4"/>
                    </a:lnTo>
                    <a:lnTo>
                      <a:pt x="346" y="14"/>
                    </a:lnTo>
                    <a:lnTo>
                      <a:pt x="395" y="29"/>
                    </a:lnTo>
                    <a:lnTo>
                      <a:pt x="418" y="38"/>
                    </a:lnTo>
                    <a:lnTo>
                      <a:pt x="439" y="48"/>
                    </a:lnTo>
                    <a:lnTo>
                      <a:pt x="440" y="50"/>
                    </a:lnTo>
                    <a:lnTo>
                      <a:pt x="444" y="51"/>
                    </a:lnTo>
                    <a:lnTo>
                      <a:pt x="450" y="54"/>
                    </a:lnTo>
                    <a:lnTo>
                      <a:pt x="456" y="58"/>
                    </a:lnTo>
                    <a:lnTo>
                      <a:pt x="465" y="62"/>
                    </a:lnTo>
                    <a:lnTo>
                      <a:pt x="475" y="69"/>
                    </a:lnTo>
                    <a:lnTo>
                      <a:pt x="486" y="76"/>
                    </a:lnTo>
                    <a:lnTo>
                      <a:pt x="499" y="85"/>
                    </a:lnTo>
                    <a:lnTo>
                      <a:pt x="513" y="95"/>
                    </a:lnTo>
                    <a:lnTo>
                      <a:pt x="529" y="106"/>
                    </a:lnTo>
                    <a:lnTo>
                      <a:pt x="546" y="120"/>
                    </a:lnTo>
                    <a:lnTo>
                      <a:pt x="565" y="134"/>
                    </a:lnTo>
                    <a:lnTo>
                      <a:pt x="584" y="150"/>
                    </a:lnTo>
                    <a:lnTo>
                      <a:pt x="606" y="167"/>
                    </a:lnTo>
                    <a:lnTo>
                      <a:pt x="628" y="186"/>
                    </a:lnTo>
                    <a:lnTo>
                      <a:pt x="651" y="206"/>
                    </a:lnTo>
                    <a:lnTo>
                      <a:pt x="652" y="207"/>
                    </a:lnTo>
                    <a:lnTo>
                      <a:pt x="657" y="212"/>
                    </a:lnTo>
                    <a:lnTo>
                      <a:pt x="663" y="219"/>
                    </a:lnTo>
                    <a:lnTo>
                      <a:pt x="670" y="228"/>
                    </a:lnTo>
                    <a:lnTo>
                      <a:pt x="679" y="239"/>
                    </a:lnTo>
                    <a:lnTo>
                      <a:pt x="688" y="252"/>
                    </a:lnTo>
                    <a:lnTo>
                      <a:pt x="698" y="269"/>
                    </a:lnTo>
                    <a:lnTo>
                      <a:pt x="710" y="286"/>
                    </a:lnTo>
                    <a:lnTo>
                      <a:pt x="731" y="325"/>
                    </a:lnTo>
                    <a:lnTo>
                      <a:pt x="750" y="370"/>
                    </a:lnTo>
                    <a:lnTo>
                      <a:pt x="758" y="394"/>
                    </a:lnTo>
                    <a:lnTo>
                      <a:pt x="764" y="419"/>
                    </a:lnTo>
                    <a:lnTo>
                      <a:pt x="769" y="446"/>
                    </a:lnTo>
                    <a:lnTo>
                      <a:pt x="771" y="472"/>
                    </a:lnTo>
                    <a:close/>
                  </a:path>
                </a:pathLst>
              </a:custGeom>
              <a:solidFill>
                <a:srgbClr val="65FF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237" name="Freeform 163"/>
              <p:cNvSpPr>
                <a:spLocks/>
              </p:cNvSpPr>
              <p:nvPr/>
            </p:nvSpPr>
            <p:spPr bwMode="auto">
              <a:xfrm>
                <a:off x="2471" y="1119"/>
                <a:ext cx="393" cy="382"/>
              </a:xfrm>
              <a:custGeom>
                <a:avLst/>
                <a:gdLst>
                  <a:gd name="T0" fmla="*/ 779 w 786"/>
                  <a:gd name="T1" fmla="*/ 506 h 763"/>
                  <a:gd name="T2" fmla="*/ 765 w 786"/>
                  <a:gd name="T3" fmla="*/ 551 h 763"/>
                  <a:gd name="T4" fmla="*/ 743 w 786"/>
                  <a:gd name="T5" fmla="*/ 595 h 763"/>
                  <a:gd name="T6" fmla="*/ 716 w 786"/>
                  <a:gd name="T7" fmla="*/ 635 h 763"/>
                  <a:gd name="T8" fmla="*/ 681 w 786"/>
                  <a:gd name="T9" fmla="*/ 671 h 763"/>
                  <a:gd name="T10" fmla="*/ 642 w 786"/>
                  <a:gd name="T11" fmla="*/ 702 h 763"/>
                  <a:gd name="T12" fmla="*/ 597 w 786"/>
                  <a:gd name="T13" fmla="*/ 727 h 763"/>
                  <a:gd name="T14" fmla="*/ 549 w 786"/>
                  <a:gd name="T15" fmla="*/ 746 h 763"/>
                  <a:gd name="T16" fmla="*/ 498 w 786"/>
                  <a:gd name="T17" fmla="*/ 758 h 763"/>
                  <a:gd name="T18" fmla="*/ 444 w 786"/>
                  <a:gd name="T19" fmla="*/ 763 h 763"/>
                  <a:gd name="T20" fmla="*/ 388 w 786"/>
                  <a:gd name="T21" fmla="*/ 758 h 763"/>
                  <a:gd name="T22" fmla="*/ 331 w 786"/>
                  <a:gd name="T23" fmla="*/ 745 h 763"/>
                  <a:gd name="T24" fmla="*/ 274 w 786"/>
                  <a:gd name="T25" fmla="*/ 722 h 763"/>
                  <a:gd name="T26" fmla="*/ 217 w 786"/>
                  <a:gd name="T27" fmla="*/ 687 h 763"/>
                  <a:gd name="T28" fmla="*/ 162 w 786"/>
                  <a:gd name="T29" fmla="*/ 642 h 763"/>
                  <a:gd name="T30" fmla="*/ 107 w 786"/>
                  <a:gd name="T31" fmla="*/ 583 h 763"/>
                  <a:gd name="T32" fmla="*/ 58 w 786"/>
                  <a:gd name="T33" fmla="*/ 517 h 763"/>
                  <a:gd name="T34" fmla="*/ 26 w 786"/>
                  <a:gd name="T35" fmla="*/ 452 h 763"/>
                  <a:gd name="T36" fmla="*/ 7 w 786"/>
                  <a:gd name="T37" fmla="*/ 392 h 763"/>
                  <a:gd name="T38" fmla="*/ 0 w 786"/>
                  <a:gd name="T39" fmla="*/ 339 h 763"/>
                  <a:gd name="T40" fmla="*/ 3 w 786"/>
                  <a:gd name="T41" fmla="*/ 275 h 763"/>
                  <a:gd name="T42" fmla="*/ 10 w 786"/>
                  <a:gd name="T43" fmla="*/ 242 h 763"/>
                  <a:gd name="T44" fmla="*/ 15 w 786"/>
                  <a:gd name="T45" fmla="*/ 223 h 763"/>
                  <a:gd name="T46" fmla="*/ 19 w 786"/>
                  <a:gd name="T47" fmla="*/ 215 h 763"/>
                  <a:gd name="T48" fmla="*/ 35 w 786"/>
                  <a:gd name="T49" fmla="*/ 184 h 763"/>
                  <a:gd name="T50" fmla="*/ 65 w 786"/>
                  <a:gd name="T51" fmla="*/ 139 h 763"/>
                  <a:gd name="T52" fmla="*/ 110 w 786"/>
                  <a:gd name="T53" fmla="*/ 87 h 763"/>
                  <a:gd name="T54" fmla="*/ 173 w 786"/>
                  <a:gd name="T55" fmla="*/ 36 h 763"/>
                  <a:gd name="T56" fmla="*/ 212 w 786"/>
                  <a:gd name="T57" fmla="*/ 18 h 763"/>
                  <a:gd name="T58" fmla="*/ 259 w 786"/>
                  <a:gd name="T59" fmla="*/ 6 h 763"/>
                  <a:gd name="T60" fmla="*/ 330 w 786"/>
                  <a:gd name="T61" fmla="*/ 0 h 763"/>
                  <a:gd name="T62" fmla="*/ 374 w 786"/>
                  <a:gd name="T63" fmla="*/ 3 h 763"/>
                  <a:gd name="T64" fmla="*/ 446 w 786"/>
                  <a:gd name="T65" fmla="*/ 19 h 763"/>
                  <a:gd name="T66" fmla="*/ 516 w 786"/>
                  <a:gd name="T67" fmla="*/ 44 h 763"/>
                  <a:gd name="T68" fmla="*/ 553 w 786"/>
                  <a:gd name="T69" fmla="*/ 62 h 763"/>
                  <a:gd name="T70" fmla="*/ 603 w 786"/>
                  <a:gd name="T71" fmla="*/ 96 h 763"/>
                  <a:gd name="T72" fmla="*/ 660 w 786"/>
                  <a:gd name="T73" fmla="*/ 150 h 763"/>
                  <a:gd name="T74" fmla="*/ 689 w 786"/>
                  <a:gd name="T75" fmla="*/ 184 h 763"/>
                  <a:gd name="T76" fmla="*/ 724 w 786"/>
                  <a:gd name="T77" fmla="*/ 232 h 763"/>
                  <a:gd name="T78" fmla="*/ 756 w 786"/>
                  <a:gd name="T79" fmla="*/ 292 h 763"/>
                  <a:gd name="T80" fmla="*/ 773 w 786"/>
                  <a:gd name="T81" fmla="*/ 339 h 763"/>
                  <a:gd name="T82" fmla="*/ 784 w 786"/>
                  <a:gd name="T83" fmla="*/ 392 h 763"/>
                  <a:gd name="T84" fmla="*/ 786 w 786"/>
                  <a:gd name="T85" fmla="*/ 451 h 7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786" h="763">
                    <a:moveTo>
                      <a:pt x="784" y="482"/>
                    </a:moveTo>
                    <a:lnTo>
                      <a:pt x="779" y="506"/>
                    </a:lnTo>
                    <a:lnTo>
                      <a:pt x="773" y="529"/>
                    </a:lnTo>
                    <a:lnTo>
                      <a:pt x="765" y="551"/>
                    </a:lnTo>
                    <a:lnTo>
                      <a:pt x="756" y="573"/>
                    </a:lnTo>
                    <a:lnTo>
                      <a:pt x="743" y="595"/>
                    </a:lnTo>
                    <a:lnTo>
                      <a:pt x="731" y="616"/>
                    </a:lnTo>
                    <a:lnTo>
                      <a:pt x="716" y="635"/>
                    </a:lnTo>
                    <a:lnTo>
                      <a:pt x="700" y="654"/>
                    </a:lnTo>
                    <a:lnTo>
                      <a:pt x="681" y="671"/>
                    </a:lnTo>
                    <a:lnTo>
                      <a:pt x="661" y="687"/>
                    </a:lnTo>
                    <a:lnTo>
                      <a:pt x="642" y="702"/>
                    </a:lnTo>
                    <a:lnTo>
                      <a:pt x="620" y="715"/>
                    </a:lnTo>
                    <a:lnTo>
                      <a:pt x="597" y="727"/>
                    </a:lnTo>
                    <a:lnTo>
                      <a:pt x="574" y="738"/>
                    </a:lnTo>
                    <a:lnTo>
                      <a:pt x="549" y="746"/>
                    </a:lnTo>
                    <a:lnTo>
                      <a:pt x="524" y="753"/>
                    </a:lnTo>
                    <a:lnTo>
                      <a:pt x="498" y="758"/>
                    </a:lnTo>
                    <a:lnTo>
                      <a:pt x="471" y="762"/>
                    </a:lnTo>
                    <a:lnTo>
                      <a:pt x="444" y="763"/>
                    </a:lnTo>
                    <a:lnTo>
                      <a:pt x="416" y="762"/>
                    </a:lnTo>
                    <a:lnTo>
                      <a:pt x="388" y="758"/>
                    </a:lnTo>
                    <a:lnTo>
                      <a:pt x="360" y="753"/>
                    </a:lnTo>
                    <a:lnTo>
                      <a:pt x="331" y="745"/>
                    </a:lnTo>
                    <a:lnTo>
                      <a:pt x="303" y="734"/>
                    </a:lnTo>
                    <a:lnTo>
                      <a:pt x="274" y="722"/>
                    </a:lnTo>
                    <a:lnTo>
                      <a:pt x="246" y="705"/>
                    </a:lnTo>
                    <a:lnTo>
                      <a:pt x="217" y="687"/>
                    </a:lnTo>
                    <a:lnTo>
                      <a:pt x="189" y="666"/>
                    </a:lnTo>
                    <a:lnTo>
                      <a:pt x="162" y="642"/>
                    </a:lnTo>
                    <a:lnTo>
                      <a:pt x="134" y="614"/>
                    </a:lnTo>
                    <a:lnTo>
                      <a:pt x="107" y="583"/>
                    </a:lnTo>
                    <a:lnTo>
                      <a:pt x="81" y="550"/>
                    </a:lnTo>
                    <a:lnTo>
                      <a:pt x="58" y="517"/>
                    </a:lnTo>
                    <a:lnTo>
                      <a:pt x="41" y="484"/>
                    </a:lnTo>
                    <a:lnTo>
                      <a:pt x="26" y="452"/>
                    </a:lnTo>
                    <a:lnTo>
                      <a:pt x="15" y="422"/>
                    </a:lnTo>
                    <a:lnTo>
                      <a:pt x="7" y="392"/>
                    </a:lnTo>
                    <a:lnTo>
                      <a:pt x="3" y="364"/>
                    </a:lnTo>
                    <a:lnTo>
                      <a:pt x="0" y="339"/>
                    </a:lnTo>
                    <a:lnTo>
                      <a:pt x="0" y="293"/>
                    </a:lnTo>
                    <a:lnTo>
                      <a:pt x="3" y="275"/>
                    </a:lnTo>
                    <a:lnTo>
                      <a:pt x="6" y="257"/>
                    </a:lnTo>
                    <a:lnTo>
                      <a:pt x="10" y="242"/>
                    </a:lnTo>
                    <a:lnTo>
                      <a:pt x="13" y="231"/>
                    </a:lnTo>
                    <a:lnTo>
                      <a:pt x="15" y="223"/>
                    </a:lnTo>
                    <a:lnTo>
                      <a:pt x="18" y="217"/>
                    </a:lnTo>
                    <a:lnTo>
                      <a:pt x="19" y="215"/>
                    </a:lnTo>
                    <a:lnTo>
                      <a:pt x="26" y="201"/>
                    </a:lnTo>
                    <a:lnTo>
                      <a:pt x="35" y="184"/>
                    </a:lnTo>
                    <a:lnTo>
                      <a:pt x="48" y="162"/>
                    </a:lnTo>
                    <a:lnTo>
                      <a:pt x="65" y="139"/>
                    </a:lnTo>
                    <a:lnTo>
                      <a:pt x="84" y="113"/>
                    </a:lnTo>
                    <a:lnTo>
                      <a:pt x="110" y="87"/>
                    </a:lnTo>
                    <a:lnTo>
                      <a:pt x="139" y="60"/>
                    </a:lnTo>
                    <a:lnTo>
                      <a:pt x="173" y="36"/>
                    </a:lnTo>
                    <a:lnTo>
                      <a:pt x="192" y="26"/>
                    </a:lnTo>
                    <a:lnTo>
                      <a:pt x="212" y="18"/>
                    </a:lnTo>
                    <a:lnTo>
                      <a:pt x="235" y="12"/>
                    </a:lnTo>
                    <a:lnTo>
                      <a:pt x="259" y="6"/>
                    </a:lnTo>
                    <a:lnTo>
                      <a:pt x="307" y="2"/>
                    </a:lnTo>
                    <a:lnTo>
                      <a:pt x="330" y="0"/>
                    </a:lnTo>
                    <a:lnTo>
                      <a:pt x="352" y="0"/>
                    </a:lnTo>
                    <a:lnTo>
                      <a:pt x="374" y="3"/>
                    </a:lnTo>
                    <a:lnTo>
                      <a:pt x="398" y="6"/>
                    </a:lnTo>
                    <a:lnTo>
                      <a:pt x="446" y="19"/>
                    </a:lnTo>
                    <a:lnTo>
                      <a:pt x="494" y="35"/>
                    </a:lnTo>
                    <a:lnTo>
                      <a:pt x="516" y="44"/>
                    </a:lnTo>
                    <a:lnTo>
                      <a:pt x="537" y="53"/>
                    </a:lnTo>
                    <a:lnTo>
                      <a:pt x="553" y="62"/>
                    </a:lnTo>
                    <a:lnTo>
                      <a:pt x="569" y="72"/>
                    </a:lnTo>
                    <a:lnTo>
                      <a:pt x="603" y="96"/>
                    </a:lnTo>
                    <a:lnTo>
                      <a:pt x="634" y="124"/>
                    </a:lnTo>
                    <a:lnTo>
                      <a:pt x="660" y="150"/>
                    </a:lnTo>
                    <a:lnTo>
                      <a:pt x="679" y="171"/>
                    </a:lnTo>
                    <a:lnTo>
                      <a:pt x="689" y="184"/>
                    </a:lnTo>
                    <a:lnTo>
                      <a:pt x="701" y="199"/>
                    </a:lnTo>
                    <a:lnTo>
                      <a:pt x="724" y="232"/>
                    </a:lnTo>
                    <a:lnTo>
                      <a:pt x="747" y="270"/>
                    </a:lnTo>
                    <a:lnTo>
                      <a:pt x="756" y="292"/>
                    </a:lnTo>
                    <a:lnTo>
                      <a:pt x="765" y="315"/>
                    </a:lnTo>
                    <a:lnTo>
                      <a:pt x="773" y="339"/>
                    </a:lnTo>
                    <a:lnTo>
                      <a:pt x="780" y="364"/>
                    </a:lnTo>
                    <a:lnTo>
                      <a:pt x="784" y="392"/>
                    </a:lnTo>
                    <a:lnTo>
                      <a:pt x="786" y="421"/>
                    </a:lnTo>
                    <a:lnTo>
                      <a:pt x="786" y="451"/>
                    </a:lnTo>
                    <a:lnTo>
                      <a:pt x="784" y="482"/>
                    </a:lnTo>
                    <a:close/>
                  </a:path>
                </a:pathLst>
              </a:custGeom>
              <a:solidFill>
                <a:srgbClr val="72FF7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238" name="Freeform 164"/>
              <p:cNvSpPr>
                <a:spLocks/>
              </p:cNvSpPr>
              <p:nvPr/>
            </p:nvSpPr>
            <p:spPr bwMode="auto">
              <a:xfrm>
                <a:off x="1464" y="2237"/>
                <a:ext cx="366" cy="343"/>
              </a:xfrm>
              <a:custGeom>
                <a:avLst/>
                <a:gdLst>
                  <a:gd name="T0" fmla="*/ 730 w 731"/>
                  <a:gd name="T1" fmla="*/ 485 h 685"/>
                  <a:gd name="T2" fmla="*/ 720 w 731"/>
                  <a:gd name="T3" fmla="*/ 538 h 685"/>
                  <a:gd name="T4" fmla="*/ 700 w 731"/>
                  <a:gd name="T5" fmla="*/ 580 h 685"/>
                  <a:gd name="T6" fmla="*/ 674 w 731"/>
                  <a:gd name="T7" fmla="*/ 614 h 685"/>
                  <a:gd name="T8" fmla="*/ 643 w 731"/>
                  <a:gd name="T9" fmla="*/ 639 h 685"/>
                  <a:gd name="T10" fmla="*/ 594 w 731"/>
                  <a:gd name="T11" fmla="*/ 665 h 685"/>
                  <a:gd name="T12" fmla="*/ 549 w 731"/>
                  <a:gd name="T13" fmla="*/ 679 h 685"/>
                  <a:gd name="T14" fmla="*/ 518 w 731"/>
                  <a:gd name="T15" fmla="*/ 684 h 685"/>
                  <a:gd name="T16" fmla="*/ 476 w 731"/>
                  <a:gd name="T17" fmla="*/ 685 h 685"/>
                  <a:gd name="T18" fmla="*/ 408 w 731"/>
                  <a:gd name="T19" fmla="*/ 675 h 685"/>
                  <a:gd name="T20" fmla="*/ 312 w 731"/>
                  <a:gd name="T21" fmla="*/ 642 h 685"/>
                  <a:gd name="T22" fmla="*/ 220 w 731"/>
                  <a:gd name="T23" fmla="*/ 592 h 685"/>
                  <a:gd name="T24" fmla="*/ 138 w 731"/>
                  <a:gd name="T25" fmla="*/ 524 h 685"/>
                  <a:gd name="T26" fmla="*/ 72 w 731"/>
                  <a:gd name="T27" fmla="*/ 441 h 685"/>
                  <a:gd name="T28" fmla="*/ 26 w 731"/>
                  <a:gd name="T29" fmla="*/ 350 h 685"/>
                  <a:gd name="T30" fmla="*/ 2 w 731"/>
                  <a:gd name="T31" fmla="*/ 258 h 685"/>
                  <a:gd name="T32" fmla="*/ 0 w 731"/>
                  <a:gd name="T33" fmla="*/ 191 h 685"/>
                  <a:gd name="T34" fmla="*/ 12 w 731"/>
                  <a:gd name="T35" fmla="*/ 130 h 685"/>
                  <a:gd name="T36" fmla="*/ 30 w 731"/>
                  <a:gd name="T37" fmla="*/ 94 h 685"/>
                  <a:gd name="T38" fmla="*/ 54 w 731"/>
                  <a:gd name="T39" fmla="*/ 63 h 685"/>
                  <a:gd name="T40" fmla="*/ 86 w 731"/>
                  <a:gd name="T41" fmla="*/ 36 h 685"/>
                  <a:gd name="T42" fmla="*/ 125 w 731"/>
                  <a:gd name="T43" fmla="*/ 17 h 685"/>
                  <a:gd name="T44" fmla="*/ 174 w 731"/>
                  <a:gd name="T45" fmla="*/ 4 h 685"/>
                  <a:gd name="T46" fmla="*/ 230 w 731"/>
                  <a:gd name="T47" fmla="*/ 0 h 685"/>
                  <a:gd name="T48" fmla="*/ 317 w 731"/>
                  <a:gd name="T49" fmla="*/ 10 h 685"/>
                  <a:gd name="T50" fmla="*/ 403 w 731"/>
                  <a:gd name="T51" fmla="*/ 40 h 685"/>
                  <a:gd name="T52" fmla="*/ 486 w 731"/>
                  <a:gd name="T53" fmla="*/ 87 h 685"/>
                  <a:gd name="T54" fmla="*/ 563 w 731"/>
                  <a:gd name="T55" fmla="*/ 147 h 685"/>
                  <a:gd name="T56" fmla="*/ 630 w 731"/>
                  <a:gd name="T57" fmla="*/ 216 h 685"/>
                  <a:gd name="T58" fmla="*/ 683 w 731"/>
                  <a:gd name="T59" fmla="*/ 293 h 685"/>
                  <a:gd name="T60" fmla="*/ 717 w 731"/>
                  <a:gd name="T61" fmla="*/ 373 h 685"/>
                  <a:gd name="T62" fmla="*/ 731 w 731"/>
                  <a:gd name="T63" fmla="*/ 453 h 6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731" h="685">
                    <a:moveTo>
                      <a:pt x="731" y="453"/>
                    </a:moveTo>
                    <a:lnTo>
                      <a:pt x="730" y="485"/>
                    </a:lnTo>
                    <a:lnTo>
                      <a:pt x="727" y="512"/>
                    </a:lnTo>
                    <a:lnTo>
                      <a:pt x="720" y="538"/>
                    </a:lnTo>
                    <a:lnTo>
                      <a:pt x="711" y="559"/>
                    </a:lnTo>
                    <a:lnTo>
                      <a:pt x="700" y="580"/>
                    </a:lnTo>
                    <a:lnTo>
                      <a:pt x="687" y="597"/>
                    </a:lnTo>
                    <a:lnTo>
                      <a:pt x="674" y="614"/>
                    </a:lnTo>
                    <a:lnTo>
                      <a:pt x="659" y="627"/>
                    </a:lnTo>
                    <a:lnTo>
                      <a:pt x="643" y="639"/>
                    </a:lnTo>
                    <a:lnTo>
                      <a:pt x="626" y="649"/>
                    </a:lnTo>
                    <a:lnTo>
                      <a:pt x="594" y="665"/>
                    </a:lnTo>
                    <a:lnTo>
                      <a:pt x="563" y="676"/>
                    </a:lnTo>
                    <a:lnTo>
                      <a:pt x="549" y="679"/>
                    </a:lnTo>
                    <a:lnTo>
                      <a:pt x="538" y="682"/>
                    </a:lnTo>
                    <a:lnTo>
                      <a:pt x="518" y="684"/>
                    </a:lnTo>
                    <a:lnTo>
                      <a:pt x="497" y="685"/>
                    </a:lnTo>
                    <a:lnTo>
                      <a:pt x="476" y="685"/>
                    </a:lnTo>
                    <a:lnTo>
                      <a:pt x="454" y="683"/>
                    </a:lnTo>
                    <a:lnTo>
                      <a:pt x="408" y="675"/>
                    </a:lnTo>
                    <a:lnTo>
                      <a:pt x="359" y="661"/>
                    </a:lnTo>
                    <a:lnTo>
                      <a:pt x="312" y="642"/>
                    </a:lnTo>
                    <a:lnTo>
                      <a:pt x="265" y="619"/>
                    </a:lnTo>
                    <a:lnTo>
                      <a:pt x="220" y="592"/>
                    </a:lnTo>
                    <a:lnTo>
                      <a:pt x="177" y="559"/>
                    </a:lnTo>
                    <a:lnTo>
                      <a:pt x="138" y="524"/>
                    </a:lnTo>
                    <a:lnTo>
                      <a:pt x="102" y="483"/>
                    </a:lnTo>
                    <a:lnTo>
                      <a:pt x="72" y="441"/>
                    </a:lnTo>
                    <a:lnTo>
                      <a:pt x="47" y="396"/>
                    </a:lnTo>
                    <a:lnTo>
                      <a:pt x="26" y="350"/>
                    </a:lnTo>
                    <a:lnTo>
                      <a:pt x="11" y="304"/>
                    </a:lnTo>
                    <a:lnTo>
                      <a:pt x="2" y="258"/>
                    </a:lnTo>
                    <a:lnTo>
                      <a:pt x="0" y="235"/>
                    </a:lnTo>
                    <a:lnTo>
                      <a:pt x="0" y="191"/>
                    </a:lnTo>
                    <a:lnTo>
                      <a:pt x="7" y="149"/>
                    </a:lnTo>
                    <a:lnTo>
                      <a:pt x="12" y="130"/>
                    </a:lnTo>
                    <a:lnTo>
                      <a:pt x="21" y="111"/>
                    </a:lnTo>
                    <a:lnTo>
                      <a:pt x="30" y="94"/>
                    </a:lnTo>
                    <a:lnTo>
                      <a:pt x="41" y="78"/>
                    </a:lnTo>
                    <a:lnTo>
                      <a:pt x="54" y="63"/>
                    </a:lnTo>
                    <a:lnTo>
                      <a:pt x="69" y="49"/>
                    </a:lnTo>
                    <a:lnTo>
                      <a:pt x="86" y="36"/>
                    </a:lnTo>
                    <a:lnTo>
                      <a:pt x="105" y="26"/>
                    </a:lnTo>
                    <a:lnTo>
                      <a:pt x="125" y="17"/>
                    </a:lnTo>
                    <a:lnTo>
                      <a:pt x="148" y="10"/>
                    </a:lnTo>
                    <a:lnTo>
                      <a:pt x="174" y="4"/>
                    </a:lnTo>
                    <a:lnTo>
                      <a:pt x="201" y="1"/>
                    </a:lnTo>
                    <a:lnTo>
                      <a:pt x="230" y="0"/>
                    </a:lnTo>
                    <a:lnTo>
                      <a:pt x="273" y="2"/>
                    </a:lnTo>
                    <a:lnTo>
                      <a:pt x="317" y="10"/>
                    </a:lnTo>
                    <a:lnTo>
                      <a:pt x="359" y="23"/>
                    </a:lnTo>
                    <a:lnTo>
                      <a:pt x="403" y="40"/>
                    </a:lnTo>
                    <a:lnTo>
                      <a:pt x="444" y="62"/>
                    </a:lnTo>
                    <a:lnTo>
                      <a:pt x="486" y="87"/>
                    </a:lnTo>
                    <a:lnTo>
                      <a:pt x="526" y="115"/>
                    </a:lnTo>
                    <a:lnTo>
                      <a:pt x="563" y="147"/>
                    </a:lnTo>
                    <a:lnTo>
                      <a:pt x="598" y="180"/>
                    </a:lnTo>
                    <a:lnTo>
                      <a:pt x="630" y="216"/>
                    </a:lnTo>
                    <a:lnTo>
                      <a:pt x="659" y="254"/>
                    </a:lnTo>
                    <a:lnTo>
                      <a:pt x="683" y="293"/>
                    </a:lnTo>
                    <a:lnTo>
                      <a:pt x="702" y="334"/>
                    </a:lnTo>
                    <a:lnTo>
                      <a:pt x="717" y="373"/>
                    </a:lnTo>
                    <a:lnTo>
                      <a:pt x="728" y="413"/>
                    </a:lnTo>
                    <a:lnTo>
                      <a:pt x="731" y="453"/>
                    </a:lnTo>
                    <a:close/>
                  </a:path>
                </a:pathLst>
              </a:custGeom>
              <a:solidFill>
                <a:srgbClr val="6AFF6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239" name="Freeform 165"/>
              <p:cNvSpPr>
                <a:spLocks/>
              </p:cNvSpPr>
              <p:nvPr/>
            </p:nvSpPr>
            <p:spPr bwMode="auto">
              <a:xfrm>
                <a:off x="2486" y="1132"/>
                <a:ext cx="365" cy="355"/>
              </a:xfrm>
              <a:custGeom>
                <a:avLst/>
                <a:gdLst>
                  <a:gd name="T0" fmla="*/ 719 w 730"/>
                  <a:gd name="T1" fmla="*/ 495 h 709"/>
                  <a:gd name="T2" fmla="*/ 694 w 730"/>
                  <a:gd name="T3" fmla="*/ 560 h 709"/>
                  <a:gd name="T4" fmla="*/ 659 w 730"/>
                  <a:gd name="T5" fmla="*/ 609 h 709"/>
                  <a:gd name="T6" fmla="*/ 616 w 730"/>
                  <a:gd name="T7" fmla="*/ 646 h 709"/>
                  <a:gd name="T8" fmla="*/ 569 w 730"/>
                  <a:gd name="T9" fmla="*/ 671 h 709"/>
                  <a:gd name="T10" fmla="*/ 492 w 730"/>
                  <a:gd name="T11" fmla="*/ 694 h 709"/>
                  <a:gd name="T12" fmla="*/ 388 w 730"/>
                  <a:gd name="T13" fmla="*/ 709 h 709"/>
                  <a:gd name="T14" fmla="*/ 338 w 730"/>
                  <a:gd name="T15" fmla="*/ 705 h 709"/>
                  <a:gd name="T16" fmla="*/ 286 w 730"/>
                  <a:gd name="T17" fmla="*/ 688 h 709"/>
                  <a:gd name="T18" fmla="*/ 211 w 730"/>
                  <a:gd name="T19" fmla="*/ 650 h 709"/>
                  <a:gd name="T20" fmla="*/ 174 w 730"/>
                  <a:gd name="T21" fmla="*/ 626 h 709"/>
                  <a:gd name="T22" fmla="*/ 130 w 730"/>
                  <a:gd name="T23" fmla="*/ 586 h 709"/>
                  <a:gd name="T24" fmla="*/ 80 w 730"/>
                  <a:gd name="T25" fmla="*/ 524 h 709"/>
                  <a:gd name="T26" fmla="*/ 52 w 730"/>
                  <a:gd name="T27" fmla="*/ 481 h 709"/>
                  <a:gd name="T28" fmla="*/ 14 w 730"/>
                  <a:gd name="T29" fmla="*/ 391 h 709"/>
                  <a:gd name="T30" fmla="*/ 0 w 730"/>
                  <a:gd name="T31" fmla="*/ 302 h 709"/>
                  <a:gd name="T32" fmla="*/ 10 w 730"/>
                  <a:gd name="T33" fmla="*/ 214 h 709"/>
                  <a:gd name="T34" fmla="*/ 43 w 730"/>
                  <a:gd name="T35" fmla="*/ 136 h 709"/>
                  <a:gd name="T36" fmla="*/ 82 w 730"/>
                  <a:gd name="T37" fmla="*/ 85 h 709"/>
                  <a:gd name="T38" fmla="*/ 114 w 730"/>
                  <a:gd name="T39" fmla="*/ 57 h 709"/>
                  <a:gd name="T40" fmla="*/ 152 w 730"/>
                  <a:gd name="T41" fmla="*/ 33 h 709"/>
                  <a:gd name="T42" fmla="*/ 196 w 730"/>
                  <a:gd name="T43" fmla="*/ 16 h 709"/>
                  <a:gd name="T44" fmla="*/ 244 w 730"/>
                  <a:gd name="T45" fmla="*/ 4 h 709"/>
                  <a:gd name="T46" fmla="*/ 297 w 730"/>
                  <a:gd name="T47" fmla="*/ 0 h 709"/>
                  <a:gd name="T48" fmla="*/ 351 w 730"/>
                  <a:gd name="T49" fmla="*/ 2 h 709"/>
                  <a:gd name="T50" fmla="*/ 423 w 730"/>
                  <a:gd name="T51" fmla="*/ 16 h 709"/>
                  <a:gd name="T52" fmla="*/ 508 w 730"/>
                  <a:gd name="T53" fmla="*/ 52 h 709"/>
                  <a:gd name="T54" fmla="*/ 581 w 730"/>
                  <a:gd name="T55" fmla="*/ 103 h 709"/>
                  <a:gd name="T56" fmla="*/ 639 w 730"/>
                  <a:gd name="T57" fmla="*/ 168 h 709"/>
                  <a:gd name="T58" fmla="*/ 685 w 730"/>
                  <a:gd name="T59" fmla="*/ 239 h 709"/>
                  <a:gd name="T60" fmla="*/ 715 w 730"/>
                  <a:gd name="T61" fmla="*/ 314 h 709"/>
                  <a:gd name="T62" fmla="*/ 729 w 730"/>
                  <a:gd name="T63" fmla="*/ 388 h 709"/>
                  <a:gd name="T64" fmla="*/ 727 w 730"/>
                  <a:gd name="T65" fmla="*/ 456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730" h="709">
                    <a:moveTo>
                      <a:pt x="727" y="456"/>
                    </a:moveTo>
                    <a:lnTo>
                      <a:pt x="719" y="495"/>
                    </a:lnTo>
                    <a:lnTo>
                      <a:pt x="707" y="530"/>
                    </a:lnTo>
                    <a:lnTo>
                      <a:pt x="694" y="560"/>
                    </a:lnTo>
                    <a:lnTo>
                      <a:pt x="676" y="587"/>
                    </a:lnTo>
                    <a:lnTo>
                      <a:pt x="659" y="609"/>
                    </a:lnTo>
                    <a:lnTo>
                      <a:pt x="638" y="630"/>
                    </a:lnTo>
                    <a:lnTo>
                      <a:pt x="616" y="646"/>
                    </a:lnTo>
                    <a:lnTo>
                      <a:pt x="593" y="660"/>
                    </a:lnTo>
                    <a:lnTo>
                      <a:pt x="569" y="671"/>
                    </a:lnTo>
                    <a:lnTo>
                      <a:pt x="544" y="681"/>
                    </a:lnTo>
                    <a:lnTo>
                      <a:pt x="492" y="694"/>
                    </a:lnTo>
                    <a:lnTo>
                      <a:pt x="440" y="704"/>
                    </a:lnTo>
                    <a:lnTo>
                      <a:pt x="388" y="709"/>
                    </a:lnTo>
                    <a:lnTo>
                      <a:pt x="364" y="709"/>
                    </a:lnTo>
                    <a:lnTo>
                      <a:pt x="338" y="705"/>
                    </a:lnTo>
                    <a:lnTo>
                      <a:pt x="311" y="698"/>
                    </a:lnTo>
                    <a:lnTo>
                      <a:pt x="286" y="688"/>
                    </a:lnTo>
                    <a:lnTo>
                      <a:pt x="234" y="662"/>
                    </a:lnTo>
                    <a:lnTo>
                      <a:pt x="211" y="650"/>
                    </a:lnTo>
                    <a:lnTo>
                      <a:pt x="189" y="637"/>
                    </a:lnTo>
                    <a:lnTo>
                      <a:pt x="174" y="626"/>
                    </a:lnTo>
                    <a:lnTo>
                      <a:pt x="159" y="614"/>
                    </a:lnTo>
                    <a:lnTo>
                      <a:pt x="130" y="586"/>
                    </a:lnTo>
                    <a:lnTo>
                      <a:pt x="103" y="554"/>
                    </a:lnTo>
                    <a:lnTo>
                      <a:pt x="80" y="524"/>
                    </a:lnTo>
                    <a:lnTo>
                      <a:pt x="65" y="503"/>
                    </a:lnTo>
                    <a:lnTo>
                      <a:pt x="52" y="481"/>
                    </a:lnTo>
                    <a:lnTo>
                      <a:pt x="30" y="438"/>
                    </a:lnTo>
                    <a:lnTo>
                      <a:pt x="14" y="391"/>
                    </a:lnTo>
                    <a:lnTo>
                      <a:pt x="5" y="347"/>
                    </a:lnTo>
                    <a:lnTo>
                      <a:pt x="0" y="302"/>
                    </a:lnTo>
                    <a:lnTo>
                      <a:pt x="2" y="257"/>
                    </a:lnTo>
                    <a:lnTo>
                      <a:pt x="10" y="214"/>
                    </a:lnTo>
                    <a:lnTo>
                      <a:pt x="24" y="174"/>
                    </a:lnTo>
                    <a:lnTo>
                      <a:pt x="43" y="136"/>
                    </a:lnTo>
                    <a:lnTo>
                      <a:pt x="54" y="117"/>
                    </a:lnTo>
                    <a:lnTo>
                      <a:pt x="82" y="85"/>
                    </a:lnTo>
                    <a:lnTo>
                      <a:pt x="98" y="70"/>
                    </a:lnTo>
                    <a:lnTo>
                      <a:pt x="114" y="57"/>
                    </a:lnTo>
                    <a:lnTo>
                      <a:pt x="133" y="45"/>
                    </a:lnTo>
                    <a:lnTo>
                      <a:pt x="152" y="33"/>
                    </a:lnTo>
                    <a:lnTo>
                      <a:pt x="174" y="24"/>
                    </a:lnTo>
                    <a:lnTo>
                      <a:pt x="196" y="16"/>
                    </a:lnTo>
                    <a:lnTo>
                      <a:pt x="219" y="9"/>
                    </a:lnTo>
                    <a:lnTo>
                      <a:pt x="244" y="4"/>
                    </a:lnTo>
                    <a:lnTo>
                      <a:pt x="271" y="1"/>
                    </a:lnTo>
                    <a:lnTo>
                      <a:pt x="297" y="0"/>
                    </a:lnTo>
                    <a:lnTo>
                      <a:pt x="326" y="0"/>
                    </a:lnTo>
                    <a:lnTo>
                      <a:pt x="351" y="2"/>
                    </a:lnTo>
                    <a:lnTo>
                      <a:pt x="376" y="4"/>
                    </a:lnTo>
                    <a:lnTo>
                      <a:pt x="423" y="16"/>
                    </a:lnTo>
                    <a:lnTo>
                      <a:pt x="467" y="31"/>
                    </a:lnTo>
                    <a:lnTo>
                      <a:pt x="508" y="52"/>
                    </a:lnTo>
                    <a:lnTo>
                      <a:pt x="546" y="76"/>
                    </a:lnTo>
                    <a:lnTo>
                      <a:pt x="581" y="103"/>
                    </a:lnTo>
                    <a:lnTo>
                      <a:pt x="612" y="135"/>
                    </a:lnTo>
                    <a:lnTo>
                      <a:pt x="639" y="168"/>
                    </a:lnTo>
                    <a:lnTo>
                      <a:pt x="664" y="203"/>
                    </a:lnTo>
                    <a:lnTo>
                      <a:pt x="685" y="239"/>
                    </a:lnTo>
                    <a:lnTo>
                      <a:pt x="702" y="276"/>
                    </a:lnTo>
                    <a:lnTo>
                      <a:pt x="715" y="314"/>
                    </a:lnTo>
                    <a:lnTo>
                      <a:pt x="725" y="351"/>
                    </a:lnTo>
                    <a:lnTo>
                      <a:pt x="729" y="388"/>
                    </a:lnTo>
                    <a:lnTo>
                      <a:pt x="730" y="423"/>
                    </a:lnTo>
                    <a:lnTo>
                      <a:pt x="727" y="456"/>
                    </a:lnTo>
                    <a:close/>
                  </a:path>
                </a:pathLst>
              </a:custGeom>
              <a:solidFill>
                <a:srgbClr val="76FF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240" name="Freeform 166"/>
              <p:cNvSpPr>
                <a:spLocks/>
              </p:cNvSpPr>
              <p:nvPr/>
            </p:nvSpPr>
            <p:spPr bwMode="auto">
              <a:xfrm>
                <a:off x="1475" y="2246"/>
                <a:ext cx="345" cy="325"/>
              </a:xfrm>
              <a:custGeom>
                <a:avLst/>
                <a:gdLst>
                  <a:gd name="T0" fmla="*/ 689 w 690"/>
                  <a:gd name="T1" fmla="*/ 460 h 650"/>
                  <a:gd name="T2" fmla="*/ 683 w 690"/>
                  <a:gd name="T3" fmla="*/ 500 h 650"/>
                  <a:gd name="T4" fmla="*/ 672 w 690"/>
                  <a:gd name="T5" fmla="*/ 529 h 650"/>
                  <a:gd name="T6" fmla="*/ 661 w 690"/>
                  <a:gd name="T7" fmla="*/ 548 h 650"/>
                  <a:gd name="T8" fmla="*/ 642 w 690"/>
                  <a:gd name="T9" fmla="*/ 570 h 650"/>
                  <a:gd name="T10" fmla="*/ 609 w 690"/>
                  <a:gd name="T11" fmla="*/ 599 h 650"/>
                  <a:gd name="T12" fmla="*/ 571 w 690"/>
                  <a:gd name="T13" fmla="*/ 623 h 650"/>
                  <a:gd name="T14" fmla="*/ 531 w 690"/>
                  <a:gd name="T15" fmla="*/ 640 h 650"/>
                  <a:gd name="T16" fmla="*/ 501 w 690"/>
                  <a:gd name="T17" fmla="*/ 646 h 650"/>
                  <a:gd name="T18" fmla="*/ 475 w 690"/>
                  <a:gd name="T19" fmla="*/ 649 h 650"/>
                  <a:gd name="T20" fmla="*/ 443 w 690"/>
                  <a:gd name="T21" fmla="*/ 650 h 650"/>
                  <a:gd name="T22" fmla="*/ 403 w 690"/>
                  <a:gd name="T23" fmla="*/ 646 h 650"/>
                  <a:gd name="T24" fmla="*/ 357 w 690"/>
                  <a:gd name="T25" fmla="*/ 636 h 650"/>
                  <a:gd name="T26" fmla="*/ 305 w 690"/>
                  <a:gd name="T27" fmla="*/ 616 h 650"/>
                  <a:gd name="T28" fmla="*/ 246 w 690"/>
                  <a:gd name="T29" fmla="*/ 586 h 650"/>
                  <a:gd name="T30" fmla="*/ 182 w 690"/>
                  <a:gd name="T31" fmla="*/ 544 h 650"/>
                  <a:gd name="T32" fmla="*/ 116 w 690"/>
                  <a:gd name="T33" fmla="*/ 487 h 650"/>
                  <a:gd name="T34" fmla="*/ 63 w 690"/>
                  <a:gd name="T35" fmla="*/ 417 h 650"/>
                  <a:gd name="T36" fmla="*/ 24 w 690"/>
                  <a:gd name="T37" fmla="*/ 336 h 650"/>
                  <a:gd name="T38" fmla="*/ 3 w 690"/>
                  <a:gd name="T39" fmla="*/ 252 h 650"/>
                  <a:gd name="T40" fmla="*/ 3 w 690"/>
                  <a:gd name="T41" fmla="*/ 170 h 650"/>
                  <a:gd name="T42" fmla="*/ 11 w 690"/>
                  <a:gd name="T43" fmla="*/ 134 h 650"/>
                  <a:gd name="T44" fmla="*/ 26 w 690"/>
                  <a:gd name="T45" fmla="*/ 99 h 650"/>
                  <a:gd name="T46" fmla="*/ 48 w 690"/>
                  <a:gd name="T47" fmla="*/ 68 h 650"/>
                  <a:gd name="T48" fmla="*/ 77 w 690"/>
                  <a:gd name="T49" fmla="*/ 41 h 650"/>
                  <a:gd name="T50" fmla="*/ 114 w 690"/>
                  <a:gd name="T51" fmla="*/ 21 h 650"/>
                  <a:gd name="T52" fmla="*/ 159 w 690"/>
                  <a:gd name="T53" fmla="*/ 7 h 650"/>
                  <a:gd name="T54" fmla="*/ 212 w 690"/>
                  <a:gd name="T55" fmla="*/ 0 h 650"/>
                  <a:gd name="T56" fmla="*/ 291 w 690"/>
                  <a:gd name="T57" fmla="*/ 7 h 650"/>
                  <a:gd name="T58" fmla="*/ 374 w 690"/>
                  <a:gd name="T59" fmla="*/ 35 h 650"/>
                  <a:gd name="T60" fmla="*/ 454 w 690"/>
                  <a:gd name="T61" fmla="*/ 79 h 650"/>
                  <a:gd name="T62" fmla="*/ 527 w 690"/>
                  <a:gd name="T63" fmla="*/ 137 h 650"/>
                  <a:gd name="T64" fmla="*/ 592 w 690"/>
                  <a:gd name="T65" fmla="*/ 205 h 650"/>
                  <a:gd name="T66" fmla="*/ 644 w 690"/>
                  <a:gd name="T67" fmla="*/ 280 h 650"/>
                  <a:gd name="T68" fmla="*/ 677 w 690"/>
                  <a:gd name="T69" fmla="*/ 358 h 650"/>
                  <a:gd name="T70" fmla="*/ 690 w 690"/>
                  <a:gd name="T71" fmla="*/ 435 h 6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90" h="650">
                    <a:moveTo>
                      <a:pt x="690" y="435"/>
                    </a:moveTo>
                    <a:lnTo>
                      <a:pt x="689" y="460"/>
                    </a:lnTo>
                    <a:lnTo>
                      <a:pt x="686" y="482"/>
                    </a:lnTo>
                    <a:lnTo>
                      <a:pt x="683" y="500"/>
                    </a:lnTo>
                    <a:lnTo>
                      <a:pt x="678" y="516"/>
                    </a:lnTo>
                    <a:lnTo>
                      <a:pt x="672" y="529"/>
                    </a:lnTo>
                    <a:lnTo>
                      <a:pt x="667" y="540"/>
                    </a:lnTo>
                    <a:lnTo>
                      <a:pt x="661" y="548"/>
                    </a:lnTo>
                    <a:lnTo>
                      <a:pt x="656" y="555"/>
                    </a:lnTo>
                    <a:lnTo>
                      <a:pt x="642" y="570"/>
                    </a:lnTo>
                    <a:lnTo>
                      <a:pt x="627" y="585"/>
                    </a:lnTo>
                    <a:lnTo>
                      <a:pt x="609" y="599"/>
                    </a:lnTo>
                    <a:lnTo>
                      <a:pt x="591" y="612"/>
                    </a:lnTo>
                    <a:lnTo>
                      <a:pt x="571" y="623"/>
                    </a:lnTo>
                    <a:lnTo>
                      <a:pt x="550" y="634"/>
                    </a:lnTo>
                    <a:lnTo>
                      <a:pt x="531" y="640"/>
                    </a:lnTo>
                    <a:lnTo>
                      <a:pt x="511" y="645"/>
                    </a:lnTo>
                    <a:lnTo>
                      <a:pt x="501" y="646"/>
                    </a:lnTo>
                    <a:lnTo>
                      <a:pt x="489" y="647"/>
                    </a:lnTo>
                    <a:lnTo>
                      <a:pt x="475" y="649"/>
                    </a:lnTo>
                    <a:lnTo>
                      <a:pt x="460" y="650"/>
                    </a:lnTo>
                    <a:lnTo>
                      <a:pt x="443" y="650"/>
                    </a:lnTo>
                    <a:lnTo>
                      <a:pt x="424" y="649"/>
                    </a:lnTo>
                    <a:lnTo>
                      <a:pt x="403" y="646"/>
                    </a:lnTo>
                    <a:lnTo>
                      <a:pt x="381" y="642"/>
                    </a:lnTo>
                    <a:lnTo>
                      <a:pt x="357" y="636"/>
                    </a:lnTo>
                    <a:lnTo>
                      <a:pt x="331" y="627"/>
                    </a:lnTo>
                    <a:lnTo>
                      <a:pt x="305" y="616"/>
                    </a:lnTo>
                    <a:lnTo>
                      <a:pt x="276" y="602"/>
                    </a:lnTo>
                    <a:lnTo>
                      <a:pt x="246" y="586"/>
                    </a:lnTo>
                    <a:lnTo>
                      <a:pt x="214" y="567"/>
                    </a:lnTo>
                    <a:lnTo>
                      <a:pt x="182" y="544"/>
                    </a:lnTo>
                    <a:lnTo>
                      <a:pt x="147" y="516"/>
                    </a:lnTo>
                    <a:lnTo>
                      <a:pt x="116" y="487"/>
                    </a:lnTo>
                    <a:lnTo>
                      <a:pt x="88" y="454"/>
                    </a:lnTo>
                    <a:lnTo>
                      <a:pt x="63" y="417"/>
                    </a:lnTo>
                    <a:lnTo>
                      <a:pt x="41" y="378"/>
                    </a:lnTo>
                    <a:lnTo>
                      <a:pt x="24" y="336"/>
                    </a:lnTo>
                    <a:lnTo>
                      <a:pt x="11" y="295"/>
                    </a:lnTo>
                    <a:lnTo>
                      <a:pt x="3" y="252"/>
                    </a:lnTo>
                    <a:lnTo>
                      <a:pt x="0" y="211"/>
                    </a:lnTo>
                    <a:lnTo>
                      <a:pt x="3" y="170"/>
                    </a:lnTo>
                    <a:lnTo>
                      <a:pt x="7" y="152"/>
                    </a:lnTo>
                    <a:lnTo>
                      <a:pt x="11" y="134"/>
                    </a:lnTo>
                    <a:lnTo>
                      <a:pt x="18" y="115"/>
                    </a:lnTo>
                    <a:lnTo>
                      <a:pt x="26" y="99"/>
                    </a:lnTo>
                    <a:lnTo>
                      <a:pt x="37" y="83"/>
                    </a:lnTo>
                    <a:lnTo>
                      <a:pt x="48" y="68"/>
                    </a:lnTo>
                    <a:lnTo>
                      <a:pt x="62" y="54"/>
                    </a:lnTo>
                    <a:lnTo>
                      <a:pt x="77" y="41"/>
                    </a:lnTo>
                    <a:lnTo>
                      <a:pt x="94" y="31"/>
                    </a:lnTo>
                    <a:lnTo>
                      <a:pt x="114" y="21"/>
                    </a:lnTo>
                    <a:lnTo>
                      <a:pt x="136" y="14"/>
                    </a:lnTo>
                    <a:lnTo>
                      <a:pt x="159" y="7"/>
                    </a:lnTo>
                    <a:lnTo>
                      <a:pt x="184" y="2"/>
                    </a:lnTo>
                    <a:lnTo>
                      <a:pt x="212" y="0"/>
                    </a:lnTo>
                    <a:lnTo>
                      <a:pt x="251" y="1"/>
                    </a:lnTo>
                    <a:lnTo>
                      <a:pt x="291" y="7"/>
                    </a:lnTo>
                    <a:lnTo>
                      <a:pt x="333" y="18"/>
                    </a:lnTo>
                    <a:lnTo>
                      <a:pt x="374" y="35"/>
                    </a:lnTo>
                    <a:lnTo>
                      <a:pt x="414" y="55"/>
                    </a:lnTo>
                    <a:lnTo>
                      <a:pt x="454" y="79"/>
                    </a:lnTo>
                    <a:lnTo>
                      <a:pt x="492" y="107"/>
                    </a:lnTo>
                    <a:lnTo>
                      <a:pt x="527" y="137"/>
                    </a:lnTo>
                    <a:lnTo>
                      <a:pt x="562" y="170"/>
                    </a:lnTo>
                    <a:lnTo>
                      <a:pt x="592" y="205"/>
                    </a:lnTo>
                    <a:lnTo>
                      <a:pt x="619" y="242"/>
                    </a:lnTo>
                    <a:lnTo>
                      <a:pt x="644" y="280"/>
                    </a:lnTo>
                    <a:lnTo>
                      <a:pt x="662" y="319"/>
                    </a:lnTo>
                    <a:lnTo>
                      <a:pt x="677" y="358"/>
                    </a:lnTo>
                    <a:lnTo>
                      <a:pt x="686" y="397"/>
                    </a:lnTo>
                    <a:lnTo>
                      <a:pt x="690" y="435"/>
                    </a:lnTo>
                    <a:close/>
                  </a:path>
                </a:pathLst>
              </a:custGeom>
              <a:solidFill>
                <a:srgbClr val="6EFF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241" name="Freeform 167"/>
              <p:cNvSpPr>
                <a:spLocks/>
              </p:cNvSpPr>
              <p:nvPr/>
            </p:nvSpPr>
            <p:spPr bwMode="auto">
              <a:xfrm>
                <a:off x="2501" y="1145"/>
                <a:ext cx="335" cy="330"/>
              </a:xfrm>
              <a:custGeom>
                <a:avLst/>
                <a:gdLst>
                  <a:gd name="T0" fmla="*/ 659 w 672"/>
                  <a:gd name="T1" fmla="*/ 466 h 660"/>
                  <a:gd name="T2" fmla="*/ 636 w 672"/>
                  <a:gd name="T3" fmla="*/ 524 h 660"/>
                  <a:gd name="T4" fmla="*/ 605 w 672"/>
                  <a:gd name="T5" fmla="*/ 569 h 660"/>
                  <a:gd name="T6" fmla="*/ 568 w 672"/>
                  <a:gd name="T7" fmla="*/ 601 h 660"/>
                  <a:gd name="T8" fmla="*/ 526 w 672"/>
                  <a:gd name="T9" fmla="*/ 625 h 660"/>
                  <a:gd name="T10" fmla="*/ 456 w 672"/>
                  <a:gd name="T11" fmla="*/ 646 h 660"/>
                  <a:gd name="T12" fmla="*/ 357 w 672"/>
                  <a:gd name="T13" fmla="*/ 660 h 660"/>
                  <a:gd name="T14" fmla="*/ 308 w 672"/>
                  <a:gd name="T15" fmla="*/ 657 h 660"/>
                  <a:gd name="T16" fmla="*/ 255 w 672"/>
                  <a:gd name="T17" fmla="*/ 637 h 660"/>
                  <a:gd name="T18" fmla="*/ 180 w 672"/>
                  <a:gd name="T19" fmla="*/ 597 h 660"/>
                  <a:gd name="T20" fmla="*/ 158 w 672"/>
                  <a:gd name="T21" fmla="*/ 584 h 660"/>
                  <a:gd name="T22" fmla="*/ 136 w 672"/>
                  <a:gd name="T23" fmla="*/ 568 h 660"/>
                  <a:gd name="T24" fmla="*/ 96 w 672"/>
                  <a:gd name="T25" fmla="*/ 522 h 660"/>
                  <a:gd name="T26" fmla="*/ 51 w 672"/>
                  <a:gd name="T27" fmla="*/ 459 h 660"/>
                  <a:gd name="T28" fmla="*/ 14 w 672"/>
                  <a:gd name="T29" fmla="*/ 373 h 660"/>
                  <a:gd name="T30" fmla="*/ 0 w 672"/>
                  <a:gd name="T31" fmla="*/ 287 h 660"/>
                  <a:gd name="T32" fmla="*/ 7 w 672"/>
                  <a:gd name="T33" fmla="*/ 205 h 660"/>
                  <a:gd name="T34" fmla="*/ 37 w 672"/>
                  <a:gd name="T35" fmla="*/ 130 h 660"/>
                  <a:gd name="T36" fmla="*/ 71 w 672"/>
                  <a:gd name="T37" fmla="*/ 82 h 660"/>
                  <a:gd name="T38" fmla="*/ 103 w 672"/>
                  <a:gd name="T39" fmla="*/ 55 h 660"/>
                  <a:gd name="T40" fmla="*/ 137 w 672"/>
                  <a:gd name="T41" fmla="*/ 34 h 660"/>
                  <a:gd name="T42" fmla="*/ 177 w 672"/>
                  <a:gd name="T43" fmla="*/ 16 h 660"/>
                  <a:gd name="T44" fmla="*/ 222 w 672"/>
                  <a:gd name="T45" fmla="*/ 5 h 660"/>
                  <a:gd name="T46" fmla="*/ 273 w 672"/>
                  <a:gd name="T47" fmla="*/ 0 h 660"/>
                  <a:gd name="T48" fmla="*/ 323 w 672"/>
                  <a:gd name="T49" fmla="*/ 2 h 660"/>
                  <a:gd name="T50" fmla="*/ 396 w 672"/>
                  <a:gd name="T51" fmla="*/ 21 h 660"/>
                  <a:gd name="T52" fmla="*/ 467 w 672"/>
                  <a:gd name="T53" fmla="*/ 52 h 660"/>
                  <a:gd name="T54" fmla="*/ 501 w 672"/>
                  <a:gd name="T55" fmla="*/ 72 h 660"/>
                  <a:gd name="T56" fmla="*/ 544 w 672"/>
                  <a:gd name="T57" fmla="*/ 110 h 660"/>
                  <a:gd name="T58" fmla="*/ 592 w 672"/>
                  <a:gd name="T59" fmla="*/ 164 h 660"/>
                  <a:gd name="T60" fmla="*/ 599 w 672"/>
                  <a:gd name="T61" fmla="*/ 173 h 660"/>
                  <a:gd name="T62" fmla="*/ 612 w 672"/>
                  <a:gd name="T63" fmla="*/ 191 h 660"/>
                  <a:gd name="T64" fmla="*/ 628 w 672"/>
                  <a:gd name="T65" fmla="*/ 217 h 660"/>
                  <a:gd name="T66" fmla="*/ 651 w 672"/>
                  <a:gd name="T67" fmla="*/ 267 h 660"/>
                  <a:gd name="T68" fmla="*/ 664 w 672"/>
                  <a:gd name="T69" fmla="*/ 309 h 660"/>
                  <a:gd name="T70" fmla="*/ 672 w 672"/>
                  <a:gd name="T71" fmla="*/ 355 h 660"/>
                  <a:gd name="T72" fmla="*/ 670 w 672"/>
                  <a:gd name="T73" fmla="*/ 404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672" h="660">
                    <a:moveTo>
                      <a:pt x="667" y="431"/>
                    </a:moveTo>
                    <a:lnTo>
                      <a:pt x="659" y="466"/>
                    </a:lnTo>
                    <a:lnTo>
                      <a:pt x="649" y="497"/>
                    </a:lnTo>
                    <a:lnTo>
                      <a:pt x="636" y="524"/>
                    </a:lnTo>
                    <a:lnTo>
                      <a:pt x="621" y="549"/>
                    </a:lnTo>
                    <a:lnTo>
                      <a:pt x="605" y="569"/>
                    </a:lnTo>
                    <a:lnTo>
                      <a:pt x="588" y="587"/>
                    </a:lnTo>
                    <a:lnTo>
                      <a:pt x="568" y="601"/>
                    </a:lnTo>
                    <a:lnTo>
                      <a:pt x="548" y="614"/>
                    </a:lnTo>
                    <a:lnTo>
                      <a:pt x="526" y="625"/>
                    </a:lnTo>
                    <a:lnTo>
                      <a:pt x="503" y="634"/>
                    </a:lnTo>
                    <a:lnTo>
                      <a:pt x="456" y="646"/>
                    </a:lnTo>
                    <a:lnTo>
                      <a:pt x="408" y="654"/>
                    </a:lnTo>
                    <a:lnTo>
                      <a:pt x="357" y="660"/>
                    </a:lnTo>
                    <a:lnTo>
                      <a:pt x="333" y="660"/>
                    </a:lnTo>
                    <a:lnTo>
                      <a:pt x="308" y="657"/>
                    </a:lnTo>
                    <a:lnTo>
                      <a:pt x="281" y="649"/>
                    </a:lnTo>
                    <a:lnTo>
                      <a:pt x="255" y="637"/>
                    </a:lnTo>
                    <a:lnTo>
                      <a:pt x="204" y="611"/>
                    </a:lnTo>
                    <a:lnTo>
                      <a:pt x="180" y="597"/>
                    </a:lnTo>
                    <a:lnTo>
                      <a:pt x="168" y="590"/>
                    </a:lnTo>
                    <a:lnTo>
                      <a:pt x="158" y="584"/>
                    </a:lnTo>
                    <a:lnTo>
                      <a:pt x="146" y="577"/>
                    </a:lnTo>
                    <a:lnTo>
                      <a:pt x="136" y="568"/>
                    </a:lnTo>
                    <a:lnTo>
                      <a:pt x="115" y="546"/>
                    </a:lnTo>
                    <a:lnTo>
                      <a:pt x="96" y="522"/>
                    </a:lnTo>
                    <a:lnTo>
                      <a:pt x="78" y="499"/>
                    </a:lnTo>
                    <a:lnTo>
                      <a:pt x="51" y="459"/>
                    </a:lnTo>
                    <a:lnTo>
                      <a:pt x="30" y="416"/>
                    </a:lnTo>
                    <a:lnTo>
                      <a:pt x="14" y="373"/>
                    </a:lnTo>
                    <a:lnTo>
                      <a:pt x="5" y="331"/>
                    </a:lnTo>
                    <a:lnTo>
                      <a:pt x="0" y="287"/>
                    </a:lnTo>
                    <a:lnTo>
                      <a:pt x="1" y="246"/>
                    </a:lnTo>
                    <a:lnTo>
                      <a:pt x="7" y="205"/>
                    </a:lnTo>
                    <a:lnTo>
                      <a:pt x="20" y="166"/>
                    </a:lnTo>
                    <a:lnTo>
                      <a:pt x="37" y="130"/>
                    </a:lnTo>
                    <a:lnTo>
                      <a:pt x="59" y="97"/>
                    </a:lnTo>
                    <a:lnTo>
                      <a:pt x="71" y="82"/>
                    </a:lnTo>
                    <a:lnTo>
                      <a:pt x="86" y="68"/>
                    </a:lnTo>
                    <a:lnTo>
                      <a:pt x="103" y="55"/>
                    </a:lnTo>
                    <a:lnTo>
                      <a:pt x="119" y="44"/>
                    </a:lnTo>
                    <a:lnTo>
                      <a:pt x="137" y="34"/>
                    </a:lnTo>
                    <a:lnTo>
                      <a:pt x="157" y="24"/>
                    </a:lnTo>
                    <a:lnTo>
                      <a:pt x="177" y="16"/>
                    </a:lnTo>
                    <a:lnTo>
                      <a:pt x="199" y="9"/>
                    </a:lnTo>
                    <a:lnTo>
                      <a:pt x="222" y="5"/>
                    </a:lnTo>
                    <a:lnTo>
                      <a:pt x="247" y="1"/>
                    </a:lnTo>
                    <a:lnTo>
                      <a:pt x="273" y="0"/>
                    </a:lnTo>
                    <a:lnTo>
                      <a:pt x="300" y="0"/>
                    </a:lnTo>
                    <a:lnTo>
                      <a:pt x="323" y="2"/>
                    </a:lnTo>
                    <a:lnTo>
                      <a:pt x="347" y="7"/>
                    </a:lnTo>
                    <a:lnTo>
                      <a:pt x="396" y="21"/>
                    </a:lnTo>
                    <a:lnTo>
                      <a:pt x="445" y="40"/>
                    </a:lnTo>
                    <a:lnTo>
                      <a:pt x="467" y="52"/>
                    </a:lnTo>
                    <a:lnTo>
                      <a:pt x="487" y="62"/>
                    </a:lnTo>
                    <a:lnTo>
                      <a:pt x="501" y="72"/>
                    </a:lnTo>
                    <a:lnTo>
                      <a:pt x="516" y="83"/>
                    </a:lnTo>
                    <a:lnTo>
                      <a:pt x="544" y="110"/>
                    </a:lnTo>
                    <a:lnTo>
                      <a:pt x="569" y="137"/>
                    </a:lnTo>
                    <a:lnTo>
                      <a:pt x="592" y="164"/>
                    </a:lnTo>
                    <a:lnTo>
                      <a:pt x="594" y="167"/>
                    </a:lnTo>
                    <a:lnTo>
                      <a:pt x="599" y="173"/>
                    </a:lnTo>
                    <a:lnTo>
                      <a:pt x="605" y="181"/>
                    </a:lnTo>
                    <a:lnTo>
                      <a:pt x="612" y="191"/>
                    </a:lnTo>
                    <a:lnTo>
                      <a:pt x="620" y="203"/>
                    </a:lnTo>
                    <a:lnTo>
                      <a:pt x="628" y="217"/>
                    </a:lnTo>
                    <a:lnTo>
                      <a:pt x="644" y="249"/>
                    </a:lnTo>
                    <a:lnTo>
                      <a:pt x="651" y="267"/>
                    </a:lnTo>
                    <a:lnTo>
                      <a:pt x="658" y="287"/>
                    </a:lnTo>
                    <a:lnTo>
                      <a:pt x="664" y="309"/>
                    </a:lnTo>
                    <a:lnTo>
                      <a:pt x="668" y="331"/>
                    </a:lnTo>
                    <a:lnTo>
                      <a:pt x="672" y="355"/>
                    </a:lnTo>
                    <a:lnTo>
                      <a:pt x="672" y="379"/>
                    </a:lnTo>
                    <a:lnTo>
                      <a:pt x="670" y="404"/>
                    </a:lnTo>
                    <a:lnTo>
                      <a:pt x="667" y="431"/>
                    </a:lnTo>
                    <a:close/>
                  </a:path>
                </a:pathLst>
              </a:custGeom>
              <a:solidFill>
                <a:srgbClr val="7AFF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242" name="Freeform 168"/>
              <p:cNvSpPr>
                <a:spLocks/>
              </p:cNvSpPr>
              <p:nvPr/>
            </p:nvSpPr>
            <p:spPr bwMode="auto">
              <a:xfrm>
                <a:off x="1483" y="2256"/>
                <a:ext cx="328" cy="305"/>
              </a:xfrm>
              <a:custGeom>
                <a:avLst/>
                <a:gdLst>
                  <a:gd name="T0" fmla="*/ 652 w 654"/>
                  <a:gd name="T1" fmla="*/ 442 h 609"/>
                  <a:gd name="T2" fmla="*/ 639 w 654"/>
                  <a:gd name="T3" fmla="*/ 488 h 609"/>
                  <a:gd name="T4" fmla="*/ 616 w 654"/>
                  <a:gd name="T5" fmla="*/ 525 h 609"/>
                  <a:gd name="T6" fmla="*/ 588 w 654"/>
                  <a:gd name="T7" fmla="*/ 555 h 609"/>
                  <a:gd name="T8" fmla="*/ 558 w 654"/>
                  <a:gd name="T9" fmla="*/ 577 h 609"/>
                  <a:gd name="T10" fmla="*/ 530 w 654"/>
                  <a:gd name="T11" fmla="*/ 592 h 609"/>
                  <a:gd name="T12" fmla="*/ 507 w 654"/>
                  <a:gd name="T13" fmla="*/ 602 h 609"/>
                  <a:gd name="T14" fmla="*/ 493 w 654"/>
                  <a:gd name="T15" fmla="*/ 607 h 609"/>
                  <a:gd name="T16" fmla="*/ 455 w 654"/>
                  <a:gd name="T17" fmla="*/ 609 h 609"/>
                  <a:gd name="T18" fmla="*/ 388 w 654"/>
                  <a:gd name="T19" fmla="*/ 606 h 609"/>
                  <a:gd name="T20" fmla="*/ 327 w 654"/>
                  <a:gd name="T21" fmla="*/ 592 h 609"/>
                  <a:gd name="T22" fmla="*/ 273 w 654"/>
                  <a:gd name="T23" fmla="*/ 572 h 609"/>
                  <a:gd name="T24" fmla="*/ 226 w 654"/>
                  <a:gd name="T25" fmla="*/ 548 h 609"/>
                  <a:gd name="T26" fmla="*/ 186 w 654"/>
                  <a:gd name="T27" fmla="*/ 523 h 609"/>
                  <a:gd name="T28" fmla="*/ 155 w 654"/>
                  <a:gd name="T29" fmla="*/ 498 h 609"/>
                  <a:gd name="T30" fmla="*/ 132 w 654"/>
                  <a:gd name="T31" fmla="*/ 479 h 609"/>
                  <a:gd name="T32" fmla="*/ 97 w 654"/>
                  <a:gd name="T33" fmla="*/ 441 h 609"/>
                  <a:gd name="T34" fmla="*/ 48 w 654"/>
                  <a:gd name="T35" fmla="*/ 370 h 609"/>
                  <a:gd name="T36" fmla="*/ 14 w 654"/>
                  <a:gd name="T37" fmla="*/ 290 h 609"/>
                  <a:gd name="T38" fmla="*/ 0 w 654"/>
                  <a:gd name="T39" fmla="*/ 206 h 609"/>
                  <a:gd name="T40" fmla="*/ 2 w 654"/>
                  <a:gd name="T41" fmla="*/ 164 h 609"/>
                  <a:gd name="T42" fmla="*/ 11 w 654"/>
                  <a:gd name="T43" fmla="*/ 116 h 609"/>
                  <a:gd name="T44" fmla="*/ 27 w 654"/>
                  <a:gd name="T45" fmla="*/ 82 h 609"/>
                  <a:gd name="T46" fmla="*/ 52 w 654"/>
                  <a:gd name="T47" fmla="*/ 62 h 609"/>
                  <a:gd name="T48" fmla="*/ 112 w 654"/>
                  <a:gd name="T49" fmla="*/ 25 h 609"/>
                  <a:gd name="T50" fmla="*/ 155 w 654"/>
                  <a:gd name="T51" fmla="*/ 8 h 609"/>
                  <a:gd name="T52" fmla="*/ 198 w 654"/>
                  <a:gd name="T53" fmla="*/ 0 h 609"/>
                  <a:gd name="T54" fmla="*/ 266 w 654"/>
                  <a:gd name="T55" fmla="*/ 6 h 609"/>
                  <a:gd name="T56" fmla="*/ 341 w 654"/>
                  <a:gd name="T57" fmla="*/ 29 h 609"/>
                  <a:gd name="T58" fmla="*/ 417 w 654"/>
                  <a:gd name="T59" fmla="*/ 69 h 609"/>
                  <a:gd name="T60" fmla="*/ 489 w 654"/>
                  <a:gd name="T61" fmla="*/ 122 h 609"/>
                  <a:gd name="T62" fmla="*/ 555 w 654"/>
                  <a:gd name="T63" fmla="*/ 184 h 609"/>
                  <a:gd name="T64" fmla="*/ 607 w 654"/>
                  <a:gd name="T65" fmla="*/ 255 h 609"/>
                  <a:gd name="T66" fmla="*/ 641 w 654"/>
                  <a:gd name="T67" fmla="*/ 334 h 609"/>
                  <a:gd name="T68" fmla="*/ 654 w 654"/>
                  <a:gd name="T69" fmla="*/ 415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654" h="609">
                    <a:moveTo>
                      <a:pt x="654" y="415"/>
                    </a:moveTo>
                    <a:lnTo>
                      <a:pt x="652" y="442"/>
                    </a:lnTo>
                    <a:lnTo>
                      <a:pt x="647" y="466"/>
                    </a:lnTo>
                    <a:lnTo>
                      <a:pt x="639" y="488"/>
                    </a:lnTo>
                    <a:lnTo>
                      <a:pt x="629" y="508"/>
                    </a:lnTo>
                    <a:lnTo>
                      <a:pt x="616" y="525"/>
                    </a:lnTo>
                    <a:lnTo>
                      <a:pt x="603" y="541"/>
                    </a:lnTo>
                    <a:lnTo>
                      <a:pt x="588" y="555"/>
                    </a:lnTo>
                    <a:lnTo>
                      <a:pt x="573" y="566"/>
                    </a:lnTo>
                    <a:lnTo>
                      <a:pt x="558" y="577"/>
                    </a:lnTo>
                    <a:lnTo>
                      <a:pt x="543" y="585"/>
                    </a:lnTo>
                    <a:lnTo>
                      <a:pt x="530" y="592"/>
                    </a:lnTo>
                    <a:lnTo>
                      <a:pt x="517" y="597"/>
                    </a:lnTo>
                    <a:lnTo>
                      <a:pt x="507" y="602"/>
                    </a:lnTo>
                    <a:lnTo>
                      <a:pt x="499" y="604"/>
                    </a:lnTo>
                    <a:lnTo>
                      <a:pt x="493" y="607"/>
                    </a:lnTo>
                    <a:lnTo>
                      <a:pt x="490" y="607"/>
                    </a:lnTo>
                    <a:lnTo>
                      <a:pt x="455" y="609"/>
                    </a:lnTo>
                    <a:lnTo>
                      <a:pt x="420" y="608"/>
                    </a:lnTo>
                    <a:lnTo>
                      <a:pt x="388" y="606"/>
                    </a:lnTo>
                    <a:lnTo>
                      <a:pt x="357" y="600"/>
                    </a:lnTo>
                    <a:lnTo>
                      <a:pt x="327" y="592"/>
                    </a:lnTo>
                    <a:lnTo>
                      <a:pt x="299" y="582"/>
                    </a:lnTo>
                    <a:lnTo>
                      <a:pt x="273" y="572"/>
                    </a:lnTo>
                    <a:lnTo>
                      <a:pt x="249" y="561"/>
                    </a:lnTo>
                    <a:lnTo>
                      <a:pt x="226" y="548"/>
                    </a:lnTo>
                    <a:lnTo>
                      <a:pt x="205" y="535"/>
                    </a:lnTo>
                    <a:lnTo>
                      <a:pt x="186" y="523"/>
                    </a:lnTo>
                    <a:lnTo>
                      <a:pt x="169" y="510"/>
                    </a:lnTo>
                    <a:lnTo>
                      <a:pt x="155" y="498"/>
                    </a:lnTo>
                    <a:lnTo>
                      <a:pt x="143" y="488"/>
                    </a:lnTo>
                    <a:lnTo>
                      <a:pt x="132" y="479"/>
                    </a:lnTo>
                    <a:lnTo>
                      <a:pt x="124" y="471"/>
                    </a:lnTo>
                    <a:lnTo>
                      <a:pt x="97" y="441"/>
                    </a:lnTo>
                    <a:lnTo>
                      <a:pt x="71" y="407"/>
                    </a:lnTo>
                    <a:lnTo>
                      <a:pt x="48" y="370"/>
                    </a:lnTo>
                    <a:lnTo>
                      <a:pt x="29" y="331"/>
                    </a:lnTo>
                    <a:lnTo>
                      <a:pt x="14" y="290"/>
                    </a:lnTo>
                    <a:lnTo>
                      <a:pt x="3" y="248"/>
                    </a:lnTo>
                    <a:lnTo>
                      <a:pt x="0" y="206"/>
                    </a:lnTo>
                    <a:lnTo>
                      <a:pt x="0" y="185"/>
                    </a:lnTo>
                    <a:lnTo>
                      <a:pt x="2" y="164"/>
                    </a:lnTo>
                    <a:lnTo>
                      <a:pt x="6" y="141"/>
                    </a:lnTo>
                    <a:lnTo>
                      <a:pt x="11" y="116"/>
                    </a:lnTo>
                    <a:lnTo>
                      <a:pt x="21" y="93"/>
                    </a:lnTo>
                    <a:lnTo>
                      <a:pt x="27" y="82"/>
                    </a:lnTo>
                    <a:lnTo>
                      <a:pt x="34" y="74"/>
                    </a:lnTo>
                    <a:lnTo>
                      <a:pt x="52" y="62"/>
                    </a:lnTo>
                    <a:lnTo>
                      <a:pt x="70" y="49"/>
                    </a:lnTo>
                    <a:lnTo>
                      <a:pt x="112" y="25"/>
                    </a:lnTo>
                    <a:lnTo>
                      <a:pt x="133" y="16"/>
                    </a:lnTo>
                    <a:lnTo>
                      <a:pt x="155" y="8"/>
                    </a:lnTo>
                    <a:lnTo>
                      <a:pt x="177" y="2"/>
                    </a:lnTo>
                    <a:lnTo>
                      <a:pt x="198" y="0"/>
                    </a:lnTo>
                    <a:lnTo>
                      <a:pt x="231" y="1"/>
                    </a:lnTo>
                    <a:lnTo>
                      <a:pt x="266" y="6"/>
                    </a:lnTo>
                    <a:lnTo>
                      <a:pt x="303" y="16"/>
                    </a:lnTo>
                    <a:lnTo>
                      <a:pt x="341" y="29"/>
                    </a:lnTo>
                    <a:lnTo>
                      <a:pt x="379" y="48"/>
                    </a:lnTo>
                    <a:lnTo>
                      <a:pt x="417" y="69"/>
                    </a:lnTo>
                    <a:lnTo>
                      <a:pt x="454" y="94"/>
                    </a:lnTo>
                    <a:lnTo>
                      <a:pt x="489" y="122"/>
                    </a:lnTo>
                    <a:lnTo>
                      <a:pt x="524" y="152"/>
                    </a:lnTo>
                    <a:lnTo>
                      <a:pt x="555" y="184"/>
                    </a:lnTo>
                    <a:lnTo>
                      <a:pt x="583" y="218"/>
                    </a:lnTo>
                    <a:lnTo>
                      <a:pt x="607" y="255"/>
                    </a:lnTo>
                    <a:lnTo>
                      <a:pt x="626" y="293"/>
                    </a:lnTo>
                    <a:lnTo>
                      <a:pt x="641" y="334"/>
                    </a:lnTo>
                    <a:lnTo>
                      <a:pt x="651" y="374"/>
                    </a:lnTo>
                    <a:lnTo>
                      <a:pt x="654" y="415"/>
                    </a:lnTo>
                    <a:close/>
                  </a:path>
                </a:pathLst>
              </a:custGeom>
              <a:solidFill>
                <a:srgbClr val="72FF7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243" name="Freeform 169"/>
              <p:cNvSpPr>
                <a:spLocks/>
              </p:cNvSpPr>
              <p:nvPr/>
            </p:nvSpPr>
            <p:spPr bwMode="auto">
              <a:xfrm>
                <a:off x="1493" y="2266"/>
                <a:ext cx="308" cy="285"/>
              </a:xfrm>
              <a:custGeom>
                <a:avLst/>
                <a:gdLst>
                  <a:gd name="T0" fmla="*/ 614 w 616"/>
                  <a:gd name="T1" fmla="*/ 416 h 570"/>
                  <a:gd name="T2" fmla="*/ 603 w 616"/>
                  <a:gd name="T3" fmla="*/ 451 h 570"/>
                  <a:gd name="T4" fmla="*/ 582 w 616"/>
                  <a:gd name="T5" fmla="*/ 482 h 570"/>
                  <a:gd name="T6" fmla="*/ 543 w 616"/>
                  <a:gd name="T7" fmla="*/ 521 h 570"/>
                  <a:gd name="T8" fmla="*/ 504 w 616"/>
                  <a:gd name="T9" fmla="*/ 550 h 570"/>
                  <a:gd name="T10" fmla="*/ 483 w 616"/>
                  <a:gd name="T11" fmla="*/ 561 h 570"/>
                  <a:gd name="T12" fmla="*/ 471 w 616"/>
                  <a:gd name="T13" fmla="*/ 567 h 570"/>
                  <a:gd name="T14" fmla="*/ 430 w 616"/>
                  <a:gd name="T15" fmla="*/ 570 h 570"/>
                  <a:gd name="T16" fmla="*/ 347 w 616"/>
                  <a:gd name="T17" fmla="*/ 566 h 570"/>
                  <a:gd name="T18" fmla="*/ 303 w 616"/>
                  <a:gd name="T19" fmla="*/ 555 h 570"/>
                  <a:gd name="T20" fmla="*/ 257 w 616"/>
                  <a:gd name="T21" fmla="*/ 538 h 570"/>
                  <a:gd name="T22" fmla="*/ 208 w 616"/>
                  <a:gd name="T23" fmla="*/ 512 h 570"/>
                  <a:gd name="T24" fmla="*/ 155 w 616"/>
                  <a:gd name="T25" fmla="*/ 472 h 570"/>
                  <a:gd name="T26" fmla="*/ 98 w 616"/>
                  <a:gd name="T27" fmla="*/ 421 h 570"/>
                  <a:gd name="T28" fmla="*/ 59 w 616"/>
                  <a:gd name="T29" fmla="*/ 369 h 570"/>
                  <a:gd name="T30" fmla="*/ 23 w 616"/>
                  <a:gd name="T31" fmla="*/ 300 h 570"/>
                  <a:gd name="T32" fmla="*/ 3 w 616"/>
                  <a:gd name="T33" fmla="*/ 221 h 570"/>
                  <a:gd name="T34" fmla="*/ 0 w 616"/>
                  <a:gd name="T35" fmla="*/ 164 h 570"/>
                  <a:gd name="T36" fmla="*/ 6 w 616"/>
                  <a:gd name="T37" fmla="*/ 129 h 570"/>
                  <a:gd name="T38" fmla="*/ 16 w 616"/>
                  <a:gd name="T39" fmla="*/ 93 h 570"/>
                  <a:gd name="T40" fmla="*/ 27 w 616"/>
                  <a:gd name="T41" fmla="*/ 81 h 570"/>
                  <a:gd name="T42" fmla="*/ 61 w 616"/>
                  <a:gd name="T43" fmla="*/ 54 h 570"/>
                  <a:gd name="T44" fmla="*/ 121 w 616"/>
                  <a:gd name="T45" fmla="*/ 19 h 570"/>
                  <a:gd name="T46" fmla="*/ 163 w 616"/>
                  <a:gd name="T47" fmla="*/ 4 h 570"/>
                  <a:gd name="T48" fmla="*/ 206 w 616"/>
                  <a:gd name="T49" fmla="*/ 0 h 570"/>
                  <a:gd name="T50" fmla="*/ 256 w 616"/>
                  <a:gd name="T51" fmla="*/ 8 h 570"/>
                  <a:gd name="T52" fmla="*/ 331 w 616"/>
                  <a:gd name="T53" fmla="*/ 32 h 570"/>
                  <a:gd name="T54" fmla="*/ 375 w 616"/>
                  <a:gd name="T55" fmla="*/ 51 h 570"/>
                  <a:gd name="T56" fmla="*/ 406 w 616"/>
                  <a:gd name="T57" fmla="*/ 69 h 570"/>
                  <a:gd name="T58" fmla="*/ 464 w 616"/>
                  <a:gd name="T59" fmla="*/ 121 h 570"/>
                  <a:gd name="T60" fmla="*/ 490 w 616"/>
                  <a:gd name="T61" fmla="*/ 145 h 570"/>
                  <a:gd name="T62" fmla="*/ 532 w 616"/>
                  <a:gd name="T63" fmla="*/ 188 h 570"/>
                  <a:gd name="T64" fmla="*/ 564 w 616"/>
                  <a:gd name="T65" fmla="*/ 229 h 570"/>
                  <a:gd name="T66" fmla="*/ 587 w 616"/>
                  <a:gd name="T67" fmla="*/ 267 h 570"/>
                  <a:gd name="T68" fmla="*/ 602 w 616"/>
                  <a:gd name="T69" fmla="*/ 302 h 570"/>
                  <a:gd name="T70" fmla="*/ 611 w 616"/>
                  <a:gd name="T71" fmla="*/ 333 h 570"/>
                  <a:gd name="T72" fmla="*/ 616 w 616"/>
                  <a:gd name="T73" fmla="*/ 380 h 5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616" h="570">
                    <a:moveTo>
                      <a:pt x="616" y="396"/>
                    </a:moveTo>
                    <a:lnTo>
                      <a:pt x="614" y="416"/>
                    </a:lnTo>
                    <a:lnTo>
                      <a:pt x="610" y="433"/>
                    </a:lnTo>
                    <a:lnTo>
                      <a:pt x="603" y="451"/>
                    </a:lnTo>
                    <a:lnTo>
                      <a:pt x="593" y="467"/>
                    </a:lnTo>
                    <a:lnTo>
                      <a:pt x="582" y="482"/>
                    </a:lnTo>
                    <a:lnTo>
                      <a:pt x="569" y="497"/>
                    </a:lnTo>
                    <a:lnTo>
                      <a:pt x="543" y="521"/>
                    </a:lnTo>
                    <a:lnTo>
                      <a:pt x="516" y="542"/>
                    </a:lnTo>
                    <a:lnTo>
                      <a:pt x="504" y="550"/>
                    </a:lnTo>
                    <a:lnTo>
                      <a:pt x="492" y="555"/>
                    </a:lnTo>
                    <a:lnTo>
                      <a:pt x="483" y="561"/>
                    </a:lnTo>
                    <a:lnTo>
                      <a:pt x="476" y="565"/>
                    </a:lnTo>
                    <a:lnTo>
                      <a:pt x="471" y="567"/>
                    </a:lnTo>
                    <a:lnTo>
                      <a:pt x="469" y="568"/>
                    </a:lnTo>
                    <a:lnTo>
                      <a:pt x="430" y="570"/>
                    </a:lnTo>
                    <a:lnTo>
                      <a:pt x="388" y="569"/>
                    </a:lnTo>
                    <a:lnTo>
                      <a:pt x="347" y="566"/>
                    </a:lnTo>
                    <a:lnTo>
                      <a:pt x="325" y="561"/>
                    </a:lnTo>
                    <a:lnTo>
                      <a:pt x="303" y="555"/>
                    </a:lnTo>
                    <a:lnTo>
                      <a:pt x="280" y="548"/>
                    </a:lnTo>
                    <a:lnTo>
                      <a:pt x="257" y="538"/>
                    </a:lnTo>
                    <a:lnTo>
                      <a:pt x="233" y="525"/>
                    </a:lnTo>
                    <a:lnTo>
                      <a:pt x="208" y="512"/>
                    </a:lnTo>
                    <a:lnTo>
                      <a:pt x="181" y="493"/>
                    </a:lnTo>
                    <a:lnTo>
                      <a:pt x="155" y="472"/>
                    </a:lnTo>
                    <a:lnTo>
                      <a:pt x="127" y="448"/>
                    </a:lnTo>
                    <a:lnTo>
                      <a:pt x="98" y="421"/>
                    </a:lnTo>
                    <a:lnTo>
                      <a:pt x="79" y="398"/>
                    </a:lnTo>
                    <a:lnTo>
                      <a:pt x="59" y="369"/>
                    </a:lnTo>
                    <a:lnTo>
                      <a:pt x="41" y="335"/>
                    </a:lnTo>
                    <a:lnTo>
                      <a:pt x="23" y="300"/>
                    </a:lnTo>
                    <a:lnTo>
                      <a:pt x="11" y="260"/>
                    </a:lnTo>
                    <a:lnTo>
                      <a:pt x="3" y="221"/>
                    </a:lnTo>
                    <a:lnTo>
                      <a:pt x="0" y="183"/>
                    </a:lnTo>
                    <a:lnTo>
                      <a:pt x="0" y="164"/>
                    </a:lnTo>
                    <a:lnTo>
                      <a:pt x="4" y="145"/>
                    </a:lnTo>
                    <a:lnTo>
                      <a:pt x="6" y="129"/>
                    </a:lnTo>
                    <a:lnTo>
                      <a:pt x="11" y="111"/>
                    </a:lnTo>
                    <a:lnTo>
                      <a:pt x="16" y="93"/>
                    </a:lnTo>
                    <a:lnTo>
                      <a:pt x="21" y="87"/>
                    </a:lnTo>
                    <a:lnTo>
                      <a:pt x="27" y="81"/>
                    </a:lnTo>
                    <a:lnTo>
                      <a:pt x="43" y="68"/>
                    </a:lnTo>
                    <a:lnTo>
                      <a:pt x="61" y="54"/>
                    </a:lnTo>
                    <a:lnTo>
                      <a:pt x="100" y="29"/>
                    </a:lnTo>
                    <a:lnTo>
                      <a:pt x="121" y="19"/>
                    </a:lnTo>
                    <a:lnTo>
                      <a:pt x="142" y="9"/>
                    </a:lnTo>
                    <a:lnTo>
                      <a:pt x="163" y="4"/>
                    </a:lnTo>
                    <a:lnTo>
                      <a:pt x="183" y="0"/>
                    </a:lnTo>
                    <a:lnTo>
                      <a:pt x="206" y="0"/>
                    </a:lnTo>
                    <a:lnTo>
                      <a:pt x="231" y="4"/>
                    </a:lnTo>
                    <a:lnTo>
                      <a:pt x="256" y="8"/>
                    </a:lnTo>
                    <a:lnTo>
                      <a:pt x="281" y="15"/>
                    </a:lnTo>
                    <a:lnTo>
                      <a:pt x="331" y="32"/>
                    </a:lnTo>
                    <a:lnTo>
                      <a:pt x="354" y="42"/>
                    </a:lnTo>
                    <a:lnTo>
                      <a:pt x="375" y="51"/>
                    </a:lnTo>
                    <a:lnTo>
                      <a:pt x="390" y="59"/>
                    </a:lnTo>
                    <a:lnTo>
                      <a:pt x="406" y="69"/>
                    </a:lnTo>
                    <a:lnTo>
                      <a:pt x="436" y="95"/>
                    </a:lnTo>
                    <a:lnTo>
                      <a:pt x="464" y="121"/>
                    </a:lnTo>
                    <a:lnTo>
                      <a:pt x="477" y="134"/>
                    </a:lnTo>
                    <a:lnTo>
                      <a:pt x="490" y="145"/>
                    </a:lnTo>
                    <a:lnTo>
                      <a:pt x="513" y="167"/>
                    </a:lnTo>
                    <a:lnTo>
                      <a:pt x="532" y="188"/>
                    </a:lnTo>
                    <a:lnTo>
                      <a:pt x="550" y="209"/>
                    </a:lnTo>
                    <a:lnTo>
                      <a:pt x="564" y="229"/>
                    </a:lnTo>
                    <a:lnTo>
                      <a:pt x="576" y="248"/>
                    </a:lnTo>
                    <a:lnTo>
                      <a:pt x="587" y="267"/>
                    </a:lnTo>
                    <a:lnTo>
                      <a:pt x="595" y="285"/>
                    </a:lnTo>
                    <a:lnTo>
                      <a:pt x="602" y="302"/>
                    </a:lnTo>
                    <a:lnTo>
                      <a:pt x="606" y="318"/>
                    </a:lnTo>
                    <a:lnTo>
                      <a:pt x="611" y="333"/>
                    </a:lnTo>
                    <a:lnTo>
                      <a:pt x="615" y="360"/>
                    </a:lnTo>
                    <a:lnTo>
                      <a:pt x="616" y="380"/>
                    </a:lnTo>
                    <a:lnTo>
                      <a:pt x="616" y="396"/>
                    </a:lnTo>
                    <a:close/>
                  </a:path>
                </a:pathLst>
              </a:custGeom>
              <a:solidFill>
                <a:srgbClr val="76FF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244" name="Freeform 170"/>
              <p:cNvSpPr>
                <a:spLocks/>
              </p:cNvSpPr>
              <p:nvPr/>
            </p:nvSpPr>
            <p:spPr bwMode="auto">
              <a:xfrm>
                <a:off x="2513" y="1157"/>
                <a:ext cx="308" cy="305"/>
              </a:xfrm>
              <a:custGeom>
                <a:avLst/>
                <a:gdLst>
                  <a:gd name="T0" fmla="*/ 605 w 617"/>
                  <a:gd name="T1" fmla="*/ 432 h 610"/>
                  <a:gd name="T2" fmla="*/ 588 w 617"/>
                  <a:gd name="T3" fmla="*/ 479 h 610"/>
                  <a:gd name="T4" fmla="*/ 564 w 617"/>
                  <a:gd name="T5" fmla="*/ 518 h 610"/>
                  <a:gd name="T6" fmla="*/ 536 w 617"/>
                  <a:gd name="T7" fmla="*/ 549 h 610"/>
                  <a:gd name="T8" fmla="*/ 504 w 617"/>
                  <a:gd name="T9" fmla="*/ 574 h 610"/>
                  <a:gd name="T10" fmla="*/ 468 w 617"/>
                  <a:gd name="T11" fmla="*/ 591 h 610"/>
                  <a:gd name="T12" fmla="*/ 410 w 617"/>
                  <a:gd name="T13" fmla="*/ 608 h 610"/>
                  <a:gd name="T14" fmla="*/ 329 w 617"/>
                  <a:gd name="T15" fmla="*/ 608 h 610"/>
                  <a:gd name="T16" fmla="*/ 247 w 617"/>
                  <a:gd name="T17" fmla="*/ 589 h 610"/>
                  <a:gd name="T18" fmla="*/ 171 w 617"/>
                  <a:gd name="T19" fmla="*/ 553 h 610"/>
                  <a:gd name="T20" fmla="*/ 106 w 617"/>
                  <a:gd name="T21" fmla="*/ 503 h 610"/>
                  <a:gd name="T22" fmla="*/ 59 w 617"/>
                  <a:gd name="T23" fmla="*/ 444 h 610"/>
                  <a:gd name="T24" fmla="*/ 28 w 617"/>
                  <a:gd name="T25" fmla="*/ 386 h 610"/>
                  <a:gd name="T26" fmla="*/ 10 w 617"/>
                  <a:gd name="T27" fmla="*/ 333 h 610"/>
                  <a:gd name="T28" fmla="*/ 2 w 617"/>
                  <a:gd name="T29" fmla="*/ 285 h 610"/>
                  <a:gd name="T30" fmla="*/ 2 w 617"/>
                  <a:gd name="T31" fmla="*/ 242 h 610"/>
                  <a:gd name="T32" fmla="*/ 6 w 617"/>
                  <a:gd name="T33" fmla="*/ 204 h 610"/>
                  <a:gd name="T34" fmla="*/ 19 w 617"/>
                  <a:gd name="T35" fmla="*/ 159 h 610"/>
                  <a:gd name="T36" fmla="*/ 27 w 617"/>
                  <a:gd name="T37" fmla="*/ 139 h 610"/>
                  <a:gd name="T38" fmla="*/ 56 w 617"/>
                  <a:gd name="T39" fmla="*/ 87 h 610"/>
                  <a:gd name="T40" fmla="*/ 86 w 617"/>
                  <a:gd name="T41" fmla="*/ 55 h 610"/>
                  <a:gd name="T42" fmla="*/ 117 w 617"/>
                  <a:gd name="T43" fmla="*/ 37 h 610"/>
                  <a:gd name="T44" fmla="*/ 185 w 617"/>
                  <a:gd name="T45" fmla="*/ 13 h 610"/>
                  <a:gd name="T46" fmla="*/ 255 w 617"/>
                  <a:gd name="T47" fmla="*/ 0 h 610"/>
                  <a:gd name="T48" fmla="*/ 314 w 617"/>
                  <a:gd name="T49" fmla="*/ 4 h 610"/>
                  <a:gd name="T50" fmla="*/ 385 w 617"/>
                  <a:gd name="T51" fmla="*/ 25 h 610"/>
                  <a:gd name="T52" fmla="*/ 451 w 617"/>
                  <a:gd name="T53" fmla="*/ 60 h 610"/>
                  <a:gd name="T54" fmla="*/ 508 w 617"/>
                  <a:gd name="T55" fmla="*/ 109 h 610"/>
                  <a:gd name="T56" fmla="*/ 557 w 617"/>
                  <a:gd name="T57" fmla="*/ 166 h 610"/>
                  <a:gd name="T58" fmla="*/ 591 w 617"/>
                  <a:gd name="T59" fmla="*/ 231 h 610"/>
                  <a:gd name="T60" fmla="*/ 613 w 617"/>
                  <a:gd name="T61" fmla="*/ 300 h 610"/>
                  <a:gd name="T62" fmla="*/ 617 w 617"/>
                  <a:gd name="T63" fmla="*/ 371 h 6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617" h="610">
                    <a:moveTo>
                      <a:pt x="612" y="406"/>
                    </a:moveTo>
                    <a:lnTo>
                      <a:pt x="605" y="432"/>
                    </a:lnTo>
                    <a:lnTo>
                      <a:pt x="597" y="457"/>
                    </a:lnTo>
                    <a:lnTo>
                      <a:pt x="588" y="479"/>
                    </a:lnTo>
                    <a:lnTo>
                      <a:pt x="576" y="499"/>
                    </a:lnTo>
                    <a:lnTo>
                      <a:pt x="564" y="518"/>
                    </a:lnTo>
                    <a:lnTo>
                      <a:pt x="551" y="534"/>
                    </a:lnTo>
                    <a:lnTo>
                      <a:pt x="536" y="549"/>
                    </a:lnTo>
                    <a:lnTo>
                      <a:pt x="520" y="563"/>
                    </a:lnTo>
                    <a:lnTo>
                      <a:pt x="504" y="574"/>
                    </a:lnTo>
                    <a:lnTo>
                      <a:pt x="486" y="583"/>
                    </a:lnTo>
                    <a:lnTo>
                      <a:pt x="468" y="591"/>
                    </a:lnTo>
                    <a:lnTo>
                      <a:pt x="450" y="598"/>
                    </a:lnTo>
                    <a:lnTo>
                      <a:pt x="410" y="608"/>
                    </a:lnTo>
                    <a:lnTo>
                      <a:pt x="370" y="610"/>
                    </a:lnTo>
                    <a:lnTo>
                      <a:pt x="329" y="608"/>
                    </a:lnTo>
                    <a:lnTo>
                      <a:pt x="287" y="601"/>
                    </a:lnTo>
                    <a:lnTo>
                      <a:pt x="247" y="589"/>
                    </a:lnTo>
                    <a:lnTo>
                      <a:pt x="208" y="573"/>
                    </a:lnTo>
                    <a:lnTo>
                      <a:pt x="171" y="553"/>
                    </a:lnTo>
                    <a:lnTo>
                      <a:pt x="137" y="529"/>
                    </a:lnTo>
                    <a:lnTo>
                      <a:pt x="106" y="503"/>
                    </a:lnTo>
                    <a:lnTo>
                      <a:pt x="81" y="474"/>
                    </a:lnTo>
                    <a:lnTo>
                      <a:pt x="59" y="444"/>
                    </a:lnTo>
                    <a:lnTo>
                      <a:pt x="42" y="415"/>
                    </a:lnTo>
                    <a:lnTo>
                      <a:pt x="28" y="386"/>
                    </a:lnTo>
                    <a:lnTo>
                      <a:pt x="18" y="360"/>
                    </a:lnTo>
                    <a:lnTo>
                      <a:pt x="10" y="333"/>
                    </a:lnTo>
                    <a:lnTo>
                      <a:pt x="4" y="309"/>
                    </a:lnTo>
                    <a:lnTo>
                      <a:pt x="2" y="285"/>
                    </a:lnTo>
                    <a:lnTo>
                      <a:pt x="0" y="263"/>
                    </a:lnTo>
                    <a:lnTo>
                      <a:pt x="2" y="242"/>
                    </a:lnTo>
                    <a:lnTo>
                      <a:pt x="3" y="223"/>
                    </a:lnTo>
                    <a:lnTo>
                      <a:pt x="6" y="204"/>
                    </a:lnTo>
                    <a:lnTo>
                      <a:pt x="10" y="188"/>
                    </a:lnTo>
                    <a:lnTo>
                      <a:pt x="19" y="159"/>
                    </a:lnTo>
                    <a:lnTo>
                      <a:pt x="23" y="148"/>
                    </a:lnTo>
                    <a:lnTo>
                      <a:pt x="27" y="139"/>
                    </a:lnTo>
                    <a:lnTo>
                      <a:pt x="40" y="113"/>
                    </a:lnTo>
                    <a:lnTo>
                      <a:pt x="56" y="87"/>
                    </a:lnTo>
                    <a:lnTo>
                      <a:pt x="75" y="64"/>
                    </a:lnTo>
                    <a:lnTo>
                      <a:pt x="86" y="55"/>
                    </a:lnTo>
                    <a:lnTo>
                      <a:pt x="97" y="47"/>
                    </a:lnTo>
                    <a:lnTo>
                      <a:pt x="117" y="37"/>
                    </a:lnTo>
                    <a:lnTo>
                      <a:pt x="139" y="28"/>
                    </a:lnTo>
                    <a:lnTo>
                      <a:pt x="185" y="13"/>
                    </a:lnTo>
                    <a:lnTo>
                      <a:pt x="232" y="3"/>
                    </a:lnTo>
                    <a:lnTo>
                      <a:pt x="255" y="0"/>
                    </a:lnTo>
                    <a:lnTo>
                      <a:pt x="277" y="0"/>
                    </a:lnTo>
                    <a:lnTo>
                      <a:pt x="314" y="4"/>
                    </a:lnTo>
                    <a:lnTo>
                      <a:pt x="351" y="13"/>
                    </a:lnTo>
                    <a:lnTo>
                      <a:pt x="385" y="25"/>
                    </a:lnTo>
                    <a:lnTo>
                      <a:pt x="419" y="41"/>
                    </a:lnTo>
                    <a:lnTo>
                      <a:pt x="451" y="60"/>
                    </a:lnTo>
                    <a:lnTo>
                      <a:pt x="481" y="83"/>
                    </a:lnTo>
                    <a:lnTo>
                      <a:pt x="508" y="109"/>
                    </a:lnTo>
                    <a:lnTo>
                      <a:pt x="534" y="136"/>
                    </a:lnTo>
                    <a:lnTo>
                      <a:pt x="557" y="166"/>
                    </a:lnTo>
                    <a:lnTo>
                      <a:pt x="575" y="199"/>
                    </a:lnTo>
                    <a:lnTo>
                      <a:pt x="591" y="231"/>
                    </a:lnTo>
                    <a:lnTo>
                      <a:pt x="604" y="265"/>
                    </a:lnTo>
                    <a:lnTo>
                      <a:pt x="613" y="300"/>
                    </a:lnTo>
                    <a:lnTo>
                      <a:pt x="617" y="336"/>
                    </a:lnTo>
                    <a:lnTo>
                      <a:pt x="617" y="371"/>
                    </a:lnTo>
                    <a:lnTo>
                      <a:pt x="612" y="406"/>
                    </a:lnTo>
                    <a:close/>
                  </a:path>
                </a:pathLst>
              </a:custGeom>
              <a:solidFill>
                <a:srgbClr val="7EFF7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245" name="Freeform 171"/>
              <p:cNvSpPr>
                <a:spLocks/>
              </p:cNvSpPr>
              <p:nvPr/>
            </p:nvSpPr>
            <p:spPr bwMode="auto">
              <a:xfrm>
                <a:off x="1502" y="2276"/>
                <a:ext cx="285" cy="265"/>
              </a:xfrm>
              <a:custGeom>
                <a:avLst/>
                <a:gdLst>
                  <a:gd name="T0" fmla="*/ 566 w 571"/>
                  <a:gd name="T1" fmla="*/ 395 h 530"/>
                  <a:gd name="T2" fmla="*/ 553 w 571"/>
                  <a:gd name="T3" fmla="*/ 427 h 530"/>
                  <a:gd name="T4" fmla="*/ 524 w 571"/>
                  <a:gd name="T5" fmla="*/ 469 h 530"/>
                  <a:gd name="T6" fmla="*/ 481 w 571"/>
                  <a:gd name="T7" fmla="*/ 507 h 530"/>
                  <a:gd name="T8" fmla="*/ 456 w 571"/>
                  <a:gd name="T9" fmla="*/ 523 h 530"/>
                  <a:gd name="T10" fmla="*/ 447 w 571"/>
                  <a:gd name="T11" fmla="*/ 527 h 530"/>
                  <a:gd name="T12" fmla="*/ 403 w 571"/>
                  <a:gd name="T13" fmla="*/ 528 h 530"/>
                  <a:gd name="T14" fmla="*/ 335 w 571"/>
                  <a:gd name="T15" fmla="*/ 528 h 530"/>
                  <a:gd name="T16" fmla="*/ 291 w 571"/>
                  <a:gd name="T17" fmla="*/ 523 h 530"/>
                  <a:gd name="T18" fmla="*/ 261 w 571"/>
                  <a:gd name="T19" fmla="*/ 510 h 530"/>
                  <a:gd name="T20" fmla="*/ 221 w 571"/>
                  <a:gd name="T21" fmla="*/ 486 h 530"/>
                  <a:gd name="T22" fmla="*/ 159 w 571"/>
                  <a:gd name="T23" fmla="*/ 443 h 530"/>
                  <a:gd name="T24" fmla="*/ 103 w 571"/>
                  <a:gd name="T25" fmla="*/ 398 h 530"/>
                  <a:gd name="T26" fmla="*/ 83 w 571"/>
                  <a:gd name="T27" fmla="*/ 380 h 530"/>
                  <a:gd name="T28" fmla="*/ 70 w 571"/>
                  <a:gd name="T29" fmla="*/ 365 h 530"/>
                  <a:gd name="T30" fmla="*/ 26 w 571"/>
                  <a:gd name="T31" fmla="*/ 290 h 530"/>
                  <a:gd name="T32" fmla="*/ 5 w 571"/>
                  <a:gd name="T33" fmla="*/ 221 h 530"/>
                  <a:gd name="T34" fmla="*/ 0 w 571"/>
                  <a:gd name="T35" fmla="*/ 164 h 530"/>
                  <a:gd name="T36" fmla="*/ 4 w 571"/>
                  <a:gd name="T37" fmla="*/ 125 h 530"/>
                  <a:gd name="T38" fmla="*/ 17 w 571"/>
                  <a:gd name="T39" fmla="*/ 98 h 530"/>
                  <a:gd name="T40" fmla="*/ 39 w 571"/>
                  <a:gd name="T41" fmla="*/ 72 h 530"/>
                  <a:gd name="T42" fmla="*/ 93 w 571"/>
                  <a:gd name="T43" fmla="*/ 33 h 530"/>
                  <a:gd name="T44" fmla="*/ 133 w 571"/>
                  <a:gd name="T45" fmla="*/ 14 h 530"/>
                  <a:gd name="T46" fmla="*/ 154 w 571"/>
                  <a:gd name="T47" fmla="*/ 5 h 530"/>
                  <a:gd name="T48" fmla="*/ 166 w 571"/>
                  <a:gd name="T49" fmla="*/ 1 h 530"/>
                  <a:gd name="T50" fmla="*/ 171 w 571"/>
                  <a:gd name="T51" fmla="*/ 1 h 530"/>
                  <a:gd name="T52" fmla="*/ 197 w 571"/>
                  <a:gd name="T53" fmla="*/ 0 h 530"/>
                  <a:gd name="T54" fmla="*/ 223 w 571"/>
                  <a:gd name="T55" fmla="*/ 3 h 530"/>
                  <a:gd name="T56" fmla="*/ 258 w 571"/>
                  <a:gd name="T57" fmla="*/ 11 h 530"/>
                  <a:gd name="T58" fmla="*/ 298 w 571"/>
                  <a:gd name="T59" fmla="*/ 25 h 530"/>
                  <a:gd name="T60" fmla="*/ 343 w 571"/>
                  <a:gd name="T61" fmla="*/ 48 h 530"/>
                  <a:gd name="T62" fmla="*/ 394 w 571"/>
                  <a:gd name="T63" fmla="*/ 80 h 530"/>
                  <a:gd name="T64" fmla="*/ 447 w 571"/>
                  <a:gd name="T65" fmla="*/ 125 h 530"/>
                  <a:gd name="T66" fmla="*/ 457 w 571"/>
                  <a:gd name="T67" fmla="*/ 136 h 530"/>
                  <a:gd name="T68" fmla="*/ 474 w 571"/>
                  <a:gd name="T69" fmla="*/ 154 h 530"/>
                  <a:gd name="T70" fmla="*/ 496 w 571"/>
                  <a:gd name="T71" fmla="*/ 181 h 530"/>
                  <a:gd name="T72" fmla="*/ 542 w 571"/>
                  <a:gd name="T73" fmla="*/ 250 h 530"/>
                  <a:gd name="T74" fmla="*/ 559 w 571"/>
                  <a:gd name="T75" fmla="*/ 290 h 530"/>
                  <a:gd name="T76" fmla="*/ 570 w 571"/>
                  <a:gd name="T77" fmla="*/ 333 h 530"/>
                  <a:gd name="T78" fmla="*/ 570 w 571"/>
                  <a:gd name="T79" fmla="*/ 376 h 5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571" h="530">
                    <a:moveTo>
                      <a:pt x="570" y="376"/>
                    </a:moveTo>
                    <a:lnTo>
                      <a:pt x="566" y="395"/>
                    </a:lnTo>
                    <a:lnTo>
                      <a:pt x="561" y="411"/>
                    </a:lnTo>
                    <a:lnTo>
                      <a:pt x="553" y="427"/>
                    </a:lnTo>
                    <a:lnTo>
                      <a:pt x="545" y="442"/>
                    </a:lnTo>
                    <a:lnTo>
                      <a:pt x="524" y="469"/>
                    </a:lnTo>
                    <a:lnTo>
                      <a:pt x="502" y="489"/>
                    </a:lnTo>
                    <a:lnTo>
                      <a:pt x="481" y="507"/>
                    </a:lnTo>
                    <a:lnTo>
                      <a:pt x="463" y="518"/>
                    </a:lnTo>
                    <a:lnTo>
                      <a:pt x="456" y="523"/>
                    </a:lnTo>
                    <a:lnTo>
                      <a:pt x="450" y="526"/>
                    </a:lnTo>
                    <a:lnTo>
                      <a:pt x="447" y="527"/>
                    </a:lnTo>
                    <a:lnTo>
                      <a:pt x="445" y="528"/>
                    </a:lnTo>
                    <a:lnTo>
                      <a:pt x="403" y="528"/>
                    </a:lnTo>
                    <a:lnTo>
                      <a:pt x="358" y="530"/>
                    </a:lnTo>
                    <a:lnTo>
                      <a:pt x="335" y="528"/>
                    </a:lnTo>
                    <a:lnTo>
                      <a:pt x="312" y="526"/>
                    </a:lnTo>
                    <a:lnTo>
                      <a:pt x="291" y="523"/>
                    </a:lnTo>
                    <a:lnTo>
                      <a:pt x="273" y="516"/>
                    </a:lnTo>
                    <a:lnTo>
                      <a:pt x="261" y="510"/>
                    </a:lnTo>
                    <a:lnTo>
                      <a:pt x="248" y="503"/>
                    </a:lnTo>
                    <a:lnTo>
                      <a:pt x="221" y="486"/>
                    </a:lnTo>
                    <a:lnTo>
                      <a:pt x="190" y="465"/>
                    </a:lnTo>
                    <a:lnTo>
                      <a:pt x="159" y="443"/>
                    </a:lnTo>
                    <a:lnTo>
                      <a:pt x="130" y="420"/>
                    </a:lnTo>
                    <a:lnTo>
                      <a:pt x="103" y="398"/>
                    </a:lnTo>
                    <a:lnTo>
                      <a:pt x="92" y="389"/>
                    </a:lnTo>
                    <a:lnTo>
                      <a:pt x="83" y="380"/>
                    </a:lnTo>
                    <a:lnTo>
                      <a:pt x="76" y="372"/>
                    </a:lnTo>
                    <a:lnTo>
                      <a:pt x="70" y="365"/>
                    </a:lnTo>
                    <a:lnTo>
                      <a:pt x="46" y="327"/>
                    </a:lnTo>
                    <a:lnTo>
                      <a:pt x="26" y="290"/>
                    </a:lnTo>
                    <a:lnTo>
                      <a:pt x="13" y="254"/>
                    </a:lnTo>
                    <a:lnTo>
                      <a:pt x="5" y="221"/>
                    </a:lnTo>
                    <a:lnTo>
                      <a:pt x="1" y="191"/>
                    </a:lnTo>
                    <a:lnTo>
                      <a:pt x="0" y="164"/>
                    </a:lnTo>
                    <a:lnTo>
                      <a:pt x="1" y="143"/>
                    </a:lnTo>
                    <a:lnTo>
                      <a:pt x="4" y="125"/>
                    </a:lnTo>
                    <a:lnTo>
                      <a:pt x="10" y="110"/>
                    </a:lnTo>
                    <a:lnTo>
                      <a:pt x="17" y="98"/>
                    </a:lnTo>
                    <a:lnTo>
                      <a:pt x="27" y="84"/>
                    </a:lnTo>
                    <a:lnTo>
                      <a:pt x="39" y="72"/>
                    </a:lnTo>
                    <a:lnTo>
                      <a:pt x="64" y="52"/>
                    </a:lnTo>
                    <a:lnTo>
                      <a:pt x="93" y="33"/>
                    </a:lnTo>
                    <a:lnTo>
                      <a:pt x="121" y="19"/>
                    </a:lnTo>
                    <a:lnTo>
                      <a:pt x="133" y="14"/>
                    </a:lnTo>
                    <a:lnTo>
                      <a:pt x="145" y="9"/>
                    </a:lnTo>
                    <a:lnTo>
                      <a:pt x="154" y="5"/>
                    </a:lnTo>
                    <a:lnTo>
                      <a:pt x="161" y="3"/>
                    </a:lnTo>
                    <a:lnTo>
                      <a:pt x="166" y="1"/>
                    </a:lnTo>
                    <a:lnTo>
                      <a:pt x="168" y="1"/>
                    </a:lnTo>
                    <a:lnTo>
                      <a:pt x="171" y="1"/>
                    </a:lnTo>
                    <a:lnTo>
                      <a:pt x="177" y="0"/>
                    </a:lnTo>
                    <a:lnTo>
                      <a:pt x="197" y="0"/>
                    </a:lnTo>
                    <a:lnTo>
                      <a:pt x="208" y="1"/>
                    </a:lnTo>
                    <a:lnTo>
                      <a:pt x="223" y="3"/>
                    </a:lnTo>
                    <a:lnTo>
                      <a:pt x="239" y="7"/>
                    </a:lnTo>
                    <a:lnTo>
                      <a:pt x="258" y="11"/>
                    </a:lnTo>
                    <a:lnTo>
                      <a:pt x="276" y="17"/>
                    </a:lnTo>
                    <a:lnTo>
                      <a:pt x="298" y="25"/>
                    </a:lnTo>
                    <a:lnTo>
                      <a:pt x="320" y="35"/>
                    </a:lnTo>
                    <a:lnTo>
                      <a:pt x="343" y="48"/>
                    </a:lnTo>
                    <a:lnTo>
                      <a:pt x="367" y="63"/>
                    </a:lnTo>
                    <a:lnTo>
                      <a:pt x="394" y="80"/>
                    </a:lnTo>
                    <a:lnTo>
                      <a:pt x="419" y="101"/>
                    </a:lnTo>
                    <a:lnTo>
                      <a:pt x="447" y="125"/>
                    </a:lnTo>
                    <a:lnTo>
                      <a:pt x="450" y="129"/>
                    </a:lnTo>
                    <a:lnTo>
                      <a:pt x="457" y="136"/>
                    </a:lnTo>
                    <a:lnTo>
                      <a:pt x="465" y="144"/>
                    </a:lnTo>
                    <a:lnTo>
                      <a:pt x="474" y="154"/>
                    </a:lnTo>
                    <a:lnTo>
                      <a:pt x="485" y="167"/>
                    </a:lnTo>
                    <a:lnTo>
                      <a:pt x="496" y="181"/>
                    </a:lnTo>
                    <a:lnTo>
                      <a:pt x="520" y="213"/>
                    </a:lnTo>
                    <a:lnTo>
                      <a:pt x="542" y="250"/>
                    </a:lnTo>
                    <a:lnTo>
                      <a:pt x="551" y="270"/>
                    </a:lnTo>
                    <a:lnTo>
                      <a:pt x="559" y="290"/>
                    </a:lnTo>
                    <a:lnTo>
                      <a:pt x="566" y="312"/>
                    </a:lnTo>
                    <a:lnTo>
                      <a:pt x="570" y="333"/>
                    </a:lnTo>
                    <a:lnTo>
                      <a:pt x="571" y="355"/>
                    </a:lnTo>
                    <a:lnTo>
                      <a:pt x="570" y="376"/>
                    </a:lnTo>
                    <a:close/>
                  </a:path>
                </a:pathLst>
              </a:custGeom>
              <a:solidFill>
                <a:srgbClr val="7AFF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246" name="Freeform 172"/>
              <p:cNvSpPr>
                <a:spLocks/>
              </p:cNvSpPr>
              <p:nvPr/>
            </p:nvSpPr>
            <p:spPr bwMode="auto">
              <a:xfrm>
                <a:off x="2527" y="1171"/>
                <a:ext cx="281" cy="278"/>
              </a:xfrm>
              <a:custGeom>
                <a:avLst/>
                <a:gdLst>
                  <a:gd name="T0" fmla="*/ 546 w 561"/>
                  <a:gd name="T1" fmla="*/ 404 h 557"/>
                  <a:gd name="T2" fmla="*/ 516 w 561"/>
                  <a:gd name="T3" fmla="*/ 464 h 557"/>
                  <a:gd name="T4" fmla="*/ 491 w 561"/>
                  <a:gd name="T5" fmla="*/ 492 h 557"/>
                  <a:gd name="T6" fmla="*/ 458 w 561"/>
                  <a:gd name="T7" fmla="*/ 517 h 557"/>
                  <a:gd name="T8" fmla="*/ 416 w 561"/>
                  <a:gd name="T9" fmla="*/ 538 h 557"/>
                  <a:gd name="T10" fmla="*/ 365 w 561"/>
                  <a:gd name="T11" fmla="*/ 552 h 557"/>
                  <a:gd name="T12" fmla="*/ 302 w 561"/>
                  <a:gd name="T13" fmla="*/ 557 h 557"/>
                  <a:gd name="T14" fmla="*/ 250 w 561"/>
                  <a:gd name="T15" fmla="*/ 548 h 557"/>
                  <a:gd name="T16" fmla="*/ 197 w 561"/>
                  <a:gd name="T17" fmla="*/ 527 h 557"/>
                  <a:gd name="T18" fmla="*/ 123 w 561"/>
                  <a:gd name="T19" fmla="*/ 483 h 557"/>
                  <a:gd name="T20" fmla="*/ 91 w 561"/>
                  <a:gd name="T21" fmla="*/ 461 h 557"/>
                  <a:gd name="T22" fmla="*/ 65 w 561"/>
                  <a:gd name="T23" fmla="*/ 428 h 557"/>
                  <a:gd name="T24" fmla="*/ 36 w 561"/>
                  <a:gd name="T25" fmla="*/ 378 h 557"/>
                  <a:gd name="T26" fmla="*/ 12 w 561"/>
                  <a:gd name="T27" fmla="*/ 316 h 557"/>
                  <a:gd name="T28" fmla="*/ 0 w 561"/>
                  <a:gd name="T29" fmla="*/ 250 h 557"/>
                  <a:gd name="T30" fmla="*/ 3 w 561"/>
                  <a:gd name="T31" fmla="*/ 186 h 557"/>
                  <a:gd name="T32" fmla="*/ 21 w 561"/>
                  <a:gd name="T33" fmla="*/ 126 h 557"/>
                  <a:gd name="T34" fmla="*/ 54 w 561"/>
                  <a:gd name="T35" fmla="*/ 73 h 557"/>
                  <a:gd name="T36" fmla="*/ 104 w 561"/>
                  <a:gd name="T37" fmla="*/ 32 h 557"/>
                  <a:gd name="T38" fmla="*/ 169 w 561"/>
                  <a:gd name="T39" fmla="*/ 7 h 557"/>
                  <a:gd name="T40" fmla="*/ 230 w 561"/>
                  <a:gd name="T41" fmla="*/ 0 h 557"/>
                  <a:gd name="T42" fmla="*/ 255 w 561"/>
                  <a:gd name="T43" fmla="*/ 0 h 557"/>
                  <a:gd name="T44" fmla="*/ 268 w 561"/>
                  <a:gd name="T45" fmla="*/ 4 h 557"/>
                  <a:gd name="T46" fmla="*/ 293 w 561"/>
                  <a:gd name="T47" fmla="*/ 12 h 557"/>
                  <a:gd name="T48" fmla="*/ 343 w 561"/>
                  <a:gd name="T49" fmla="*/ 28 h 557"/>
                  <a:gd name="T50" fmla="*/ 417 w 561"/>
                  <a:gd name="T51" fmla="*/ 62 h 557"/>
                  <a:gd name="T52" fmla="*/ 464 w 561"/>
                  <a:gd name="T53" fmla="*/ 98 h 557"/>
                  <a:gd name="T54" fmla="*/ 482 w 561"/>
                  <a:gd name="T55" fmla="*/ 119 h 557"/>
                  <a:gd name="T56" fmla="*/ 505 w 561"/>
                  <a:gd name="T57" fmla="*/ 150 h 557"/>
                  <a:gd name="T58" fmla="*/ 538 w 561"/>
                  <a:gd name="T59" fmla="*/ 210 h 557"/>
                  <a:gd name="T60" fmla="*/ 555 w 561"/>
                  <a:gd name="T61" fmla="*/ 265 h 557"/>
                  <a:gd name="T62" fmla="*/ 561 w 561"/>
                  <a:gd name="T63" fmla="*/ 308 h 557"/>
                  <a:gd name="T64" fmla="*/ 559 w 561"/>
                  <a:gd name="T65" fmla="*/ 354 h 5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561" h="557">
                    <a:moveTo>
                      <a:pt x="554" y="378"/>
                    </a:moveTo>
                    <a:lnTo>
                      <a:pt x="546" y="404"/>
                    </a:lnTo>
                    <a:lnTo>
                      <a:pt x="535" y="434"/>
                    </a:lnTo>
                    <a:lnTo>
                      <a:pt x="516" y="464"/>
                    </a:lnTo>
                    <a:lnTo>
                      <a:pt x="505" y="478"/>
                    </a:lnTo>
                    <a:lnTo>
                      <a:pt x="491" y="492"/>
                    </a:lnTo>
                    <a:lnTo>
                      <a:pt x="476" y="506"/>
                    </a:lnTo>
                    <a:lnTo>
                      <a:pt x="458" y="517"/>
                    </a:lnTo>
                    <a:lnTo>
                      <a:pt x="439" y="529"/>
                    </a:lnTo>
                    <a:lnTo>
                      <a:pt x="416" y="538"/>
                    </a:lnTo>
                    <a:lnTo>
                      <a:pt x="392" y="546"/>
                    </a:lnTo>
                    <a:lnTo>
                      <a:pt x="365" y="552"/>
                    </a:lnTo>
                    <a:lnTo>
                      <a:pt x="335" y="555"/>
                    </a:lnTo>
                    <a:lnTo>
                      <a:pt x="302" y="557"/>
                    </a:lnTo>
                    <a:lnTo>
                      <a:pt x="276" y="554"/>
                    </a:lnTo>
                    <a:lnTo>
                      <a:pt x="250" y="548"/>
                    </a:lnTo>
                    <a:lnTo>
                      <a:pt x="224" y="538"/>
                    </a:lnTo>
                    <a:lnTo>
                      <a:pt x="197" y="527"/>
                    </a:lnTo>
                    <a:lnTo>
                      <a:pt x="146" y="498"/>
                    </a:lnTo>
                    <a:lnTo>
                      <a:pt x="123" y="483"/>
                    </a:lnTo>
                    <a:lnTo>
                      <a:pt x="101" y="469"/>
                    </a:lnTo>
                    <a:lnTo>
                      <a:pt x="91" y="461"/>
                    </a:lnTo>
                    <a:lnTo>
                      <a:pt x="82" y="452"/>
                    </a:lnTo>
                    <a:lnTo>
                      <a:pt x="65" y="428"/>
                    </a:lnTo>
                    <a:lnTo>
                      <a:pt x="48" y="402"/>
                    </a:lnTo>
                    <a:lnTo>
                      <a:pt x="36" y="378"/>
                    </a:lnTo>
                    <a:lnTo>
                      <a:pt x="22" y="347"/>
                    </a:lnTo>
                    <a:lnTo>
                      <a:pt x="12" y="316"/>
                    </a:lnTo>
                    <a:lnTo>
                      <a:pt x="3" y="284"/>
                    </a:lnTo>
                    <a:lnTo>
                      <a:pt x="0" y="250"/>
                    </a:lnTo>
                    <a:lnTo>
                      <a:pt x="0" y="218"/>
                    </a:lnTo>
                    <a:lnTo>
                      <a:pt x="3" y="186"/>
                    </a:lnTo>
                    <a:lnTo>
                      <a:pt x="10" y="155"/>
                    </a:lnTo>
                    <a:lnTo>
                      <a:pt x="21" y="126"/>
                    </a:lnTo>
                    <a:lnTo>
                      <a:pt x="36" y="98"/>
                    </a:lnTo>
                    <a:lnTo>
                      <a:pt x="54" y="73"/>
                    </a:lnTo>
                    <a:lnTo>
                      <a:pt x="77" y="51"/>
                    </a:lnTo>
                    <a:lnTo>
                      <a:pt x="104" y="32"/>
                    </a:lnTo>
                    <a:lnTo>
                      <a:pt x="134" y="17"/>
                    </a:lnTo>
                    <a:lnTo>
                      <a:pt x="169" y="7"/>
                    </a:lnTo>
                    <a:lnTo>
                      <a:pt x="209" y="1"/>
                    </a:lnTo>
                    <a:lnTo>
                      <a:pt x="230" y="0"/>
                    </a:lnTo>
                    <a:lnTo>
                      <a:pt x="252" y="0"/>
                    </a:lnTo>
                    <a:lnTo>
                      <a:pt x="255" y="0"/>
                    </a:lnTo>
                    <a:lnTo>
                      <a:pt x="260" y="2"/>
                    </a:lnTo>
                    <a:lnTo>
                      <a:pt x="268" y="4"/>
                    </a:lnTo>
                    <a:lnTo>
                      <a:pt x="280" y="7"/>
                    </a:lnTo>
                    <a:lnTo>
                      <a:pt x="293" y="12"/>
                    </a:lnTo>
                    <a:lnTo>
                      <a:pt x="309" y="16"/>
                    </a:lnTo>
                    <a:lnTo>
                      <a:pt x="343" y="28"/>
                    </a:lnTo>
                    <a:lnTo>
                      <a:pt x="380" y="44"/>
                    </a:lnTo>
                    <a:lnTo>
                      <a:pt x="417" y="62"/>
                    </a:lnTo>
                    <a:lnTo>
                      <a:pt x="449" y="85"/>
                    </a:lnTo>
                    <a:lnTo>
                      <a:pt x="464" y="98"/>
                    </a:lnTo>
                    <a:lnTo>
                      <a:pt x="476" y="111"/>
                    </a:lnTo>
                    <a:lnTo>
                      <a:pt x="482" y="119"/>
                    </a:lnTo>
                    <a:lnTo>
                      <a:pt x="488" y="128"/>
                    </a:lnTo>
                    <a:lnTo>
                      <a:pt x="505" y="150"/>
                    </a:lnTo>
                    <a:lnTo>
                      <a:pt x="522" y="178"/>
                    </a:lnTo>
                    <a:lnTo>
                      <a:pt x="538" y="210"/>
                    </a:lnTo>
                    <a:lnTo>
                      <a:pt x="551" y="246"/>
                    </a:lnTo>
                    <a:lnTo>
                      <a:pt x="555" y="265"/>
                    </a:lnTo>
                    <a:lnTo>
                      <a:pt x="559" y="286"/>
                    </a:lnTo>
                    <a:lnTo>
                      <a:pt x="561" y="308"/>
                    </a:lnTo>
                    <a:lnTo>
                      <a:pt x="561" y="331"/>
                    </a:lnTo>
                    <a:lnTo>
                      <a:pt x="559" y="354"/>
                    </a:lnTo>
                    <a:lnTo>
                      <a:pt x="554" y="378"/>
                    </a:lnTo>
                    <a:close/>
                  </a:path>
                </a:pathLst>
              </a:custGeom>
              <a:solidFill>
                <a:srgbClr val="81FF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247" name="Freeform 173"/>
              <p:cNvSpPr>
                <a:spLocks/>
              </p:cNvSpPr>
              <p:nvPr/>
            </p:nvSpPr>
            <p:spPr bwMode="auto">
              <a:xfrm>
                <a:off x="1512" y="2287"/>
                <a:ext cx="261" cy="247"/>
              </a:xfrm>
              <a:custGeom>
                <a:avLst/>
                <a:gdLst>
                  <a:gd name="T0" fmla="*/ 511 w 522"/>
                  <a:gd name="T1" fmla="*/ 384 h 494"/>
                  <a:gd name="T2" fmla="*/ 482 w 522"/>
                  <a:gd name="T3" fmla="*/ 433 h 494"/>
                  <a:gd name="T4" fmla="*/ 448 w 522"/>
                  <a:gd name="T5" fmla="*/ 466 h 494"/>
                  <a:gd name="T6" fmla="*/ 424 w 522"/>
                  <a:gd name="T7" fmla="*/ 483 h 494"/>
                  <a:gd name="T8" fmla="*/ 421 w 522"/>
                  <a:gd name="T9" fmla="*/ 486 h 494"/>
                  <a:gd name="T10" fmla="*/ 382 w 522"/>
                  <a:gd name="T11" fmla="*/ 494 h 494"/>
                  <a:gd name="T12" fmla="*/ 337 w 522"/>
                  <a:gd name="T13" fmla="*/ 490 h 494"/>
                  <a:gd name="T14" fmla="*/ 269 w 522"/>
                  <a:gd name="T15" fmla="*/ 478 h 494"/>
                  <a:gd name="T16" fmla="*/ 247 w 522"/>
                  <a:gd name="T17" fmla="*/ 473 h 494"/>
                  <a:gd name="T18" fmla="*/ 235 w 522"/>
                  <a:gd name="T19" fmla="*/ 467 h 494"/>
                  <a:gd name="T20" fmla="*/ 215 w 522"/>
                  <a:gd name="T21" fmla="*/ 455 h 494"/>
                  <a:gd name="T22" fmla="*/ 187 w 522"/>
                  <a:gd name="T23" fmla="*/ 436 h 494"/>
                  <a:gd name="T24" fmla="*/ 139 w 522"/>
                  <a:gd name="T25" fmla="*/ 399 h 494"/>
                  <a:gd name="T26" fmla="*/ 69 w 522"/>
                  <a:gd name="T27" fmla="*/ 334 h 494"/>
                  <a:gd name="T28" fmla="*/ 37 w 522"/>
                  <a:gd name="T29" fmla="*/ 295 h 494"/>
                  <a:gd name="T30" fmla="*/ 33 w 522"/>
                  <a:gd name="T31" fmla="*/ 285 h 494"/>
                  <a:gd name="T32" fmla="*/ 20 w 522"/>
                  <a:gd name="T33" fmla="*/ 260 h 494"/>
                  <a:gd name="T34" fmla="*/ 4 w 522"/>
                  <a:gd name="T35" fmla="*/ 206 h 494"/>
                  <a:gd name="T36" fmla="*/ 0 w 522"/>
                  <a:gd name="T37" fmla="*/ 157 h 494"/>
                  <a:gd name="T38" fmla="*/ 6 w 522"/>
                  <a:gd name="T39" fmla="*/ 122 h 494"/>
                  <a:gd name="T40" fmla="*/ 21 w 522"/>
                  <a:gd name="T41" fmla="*/ 85 h 494"/>
                  <a:gd name="T42" fmla="*/ 50 w 522"/>
                  <a:gd name="T43" fmla="*/ 51 h 494"/>
                  <a:gd name="T44" fmla="*/ 89 w 522"/>
                  <a:gd name="T45" fmla="*/ 23 h 494"/>
                  <a:gd name="T46" fmla="*/ 131 w 522"/>
                  <a:gd name="T47" fmla="*/ 5 h 494"/>
                  <a:gd name="T48" fmla="*/ 173 w 522"/>
                  <a:gd name="T49" fmla="*/ 0 h 494"/>
                  <a:gd name="T50" fmla="*/ 223 w 522"/>
                  <a:gd name="T51" fmla="*/ 9 h 494"/>
                  <a:gd name="T52" fmla="*/ 298 w 522"/>
                  <a:gd name="T53" fmla="*/ 34 h 494"/>
                  <a:gd name="T54" fmla="*/ 332 w 522"/>
                  <a:gd name="T55" fmla="*/ 48 h 494"/>
                  <a:gd name="T56" fmla="*/ 357 w 522"/>
                  <a:gd name="T57" fmla="*/ 62 h 494"/>
                  <a:gd name="T58" fmla="*/ 387 w 522"/>
                  <a:gd name="T59" fmla="*/ 91 h 494"/>
                  <a:gd name="T60" fmla="*/ 408 w 522"/>
                  <a:gd name="T61" fmla="*/ 110 h 494"/>
                  <a:gd name="T62" fmla="*/ 425 w 522"/>
                  <a:gd name="T63" fmla="*/ 130 h 494"/>
                  <a:gd name="T64" fmla="*/ 459 w 522"/>
                  <a:gd name="T65" fmla="*/ 169 h 494"/>
                  <a:gd name="T66" fmla="*/ 500 w 522"/>
                  <a:gd name="T67" fmla="*/ 237 h 494"/>
                  <a:gd name="T68" fmla="*/ 520 w 522"/>
                  <a:gd name="T69" fmla="*/ 295 h 494"/>
                  <a:gd name="T70" fmla="*/ 522 w 522"/>
                  <a:gd name="T71" fmla="*/ 335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22" h="494">
                    <a:moveTo>
                      <a:pt x="520" y="354"/>
                    </a:moveTo>
                    <a:lnTo>
                      <a:pt x="511" y="384"/>
                    </a:lnTo>
                    <a:lnTo>
                      <a:pt x="498" y="411"/>
                    </a:lnTo>
                    <a:lnTo>
                      <a:pt x="482" y="433"/>
                    </a:lnTo>
                    <a:lnTo>
                      <a:pt x="465" y="451"/>
                    </a:lnTo>
                    <a:lnTo>
                      <a:pt x="448" y="466"/>
                    </a:lnTo>
                    <a:lnTo>
                      <a:pt x="435" y="477"/>
                    </a:lnTo>
                    <a:lnTo>
                      <a:pt x="424" y="483"/>
                    </a:lnTo>
                    <a:lnTo>
                      <a:pt x="422" y="486"/>
                    </a:lnTo>
                    <a:lnTo>
                      <a:pt x="421" y="486"/>
                    </a:lnTo>
                    <a:lnTo>
                      <a:pt x="402" y="492"/>
                    </a:lnTo>
                    <a:lnTo>
                      <a:pt x="382" y="494"/>
                    </a:lnTo>
                    <a:lnTo>
                      <a:pt x="359" y="493"/>
                    </a:lnTo>
                    <a:lnTo>
                      <a:pt x="337" y="490"/>
                    </a:lnTo>
                    <a:lnTo>
                      <a:pt x="291" y="481"/>
                    </a:lnTo>
                    <a:lnTo>
                      <a:pt x="269" y="478"/>
                    </a:lnTo>
                    <a:lnTo>
                      <a:pt x="248" y="474"/>
                    </a:lnTo>
                    <a:lnTo>
                      <a:pt x="247" y="473"/>
                    </a:lnTo>
                    <a:lnTo>
                      <a:pt x="242" y="471"/>
                    </a:lnTo>
                    <a:lnTo>
                      <a:pt x="235" y="467"/>
                    </a:lnTo>
                    <a:lnTo>
                      <a:pt x="226" y="462"/>
                    </a:lnTo>
                    <a:lnTo>
                      <a:pt x="215" y="455"/>
                    </a:lnTo>
                    <a:lnTo>
                      <a:pt x="202" y="445"/>
                    </a:lnTo>
                    <a:lnTo>
                      <a:pt x="187" y="436"/>
                    </a:lnTo>
                    <a:lnTo>
                      <a:pt x="172" y="425"/>
                    </a:lnTo>
                    <a:lnTo>
                      <a:pt x="139" y="399"/>
                    </a:lnTo>
                    <a:lnTo>
                      <a:pt x="104" y="368"/>
                    </a:lnTo>
                    <a:lnTo>
                      <a:pt x="69" y="334"/>
                    </a:lnTo>
                    <a:lnTo>
                      <a:pt x="38" y="296"/>
                    </a:lnTo>
                    <a:lnTo>
                      <a:pt x="37" y="295"/>
                    </a:lnTo>
                    <a:lnTo>
                      <a:pt x="35" y="291"/>
                    </a:lnTo>
                    <a:lnTo>
                      <a:pt x="33" y="285"/>
                    </a:lnTo>
                    <a:lnTo>
                      <a:pt x="28" y="278"/>
                    </a:lnTo>
                    <a:lnTo>
                      <a:pt x="20" y="260"/>
                    </a:lnTo>
                    <a:lnTo>
                      <a:pt x="11" y="236"/>
                    </a:lnTo>
                    <a:lnTo>
                      <a:pt x="4" y="206"/>
                    </a:lnTo>
                    <a:lnTo>
                      <a:pt x="0" y="174"/>
                    </a:lnTo>
                    <a:lnTo>
                      <a:pt x="0" y="157"/>
                    </a:lnTo>
                    <a:lnTo>
                      <a:pt x="3" y="139"/>
                    </a:lnTo>
                    <a:lnTo>
                      <a:pt x="6" y="122"/>
                    </a:lnTo>
                    <a:lnTo>
                      <a:pt x="12" y="103"/>
                    </a:lnTo>
                    <a:lnTo>
                      <a:pt x="21" y="85"/>
                    </a:lnTo>
                    <a:lnTo>
                      <a:pt x="34" y="68"/>
                    </a:lnTo>
                    <a:lnTo>
                      <a:pt x="50" y="51"/>
                    </a:lnTo>
                    <a:lnTo>
                      <a:pt x="69" y="36"/>
                    </a:lnTo>
                    <a:lnTo>
                      <a:pt x="89" y="23"/>
                    </a:lnTo>
                    <a:lnTo>
                      <a:pt x="110" y="12"/>
                    </a:lnTo>
                    <a:lnTo>
                      <a:pt x="131" y="5"/>
                    </a:lnTo>
                    <a:lnTo>
                      <a:pt x="150" y="1"/>
                    </a:lnTo>
                    <a:lnTo>
                      <a:pt x="173" y="0"/>
                    </a:lnTo>
                    <a:lnTo>
                      <a:pt x="197" y="3"/>
                    </a:lnTo>
                    <a:lnTo>
                      <a:pt x="223" y="9"/>
                    </a:lnTo>
                    <a:lnTo>
                      <a:pt x="248" y="16"/>
                    </a:lnTo>
                    <a:lnTo>
                      <a:pt x="298" y="34"/>
                    </a:lnTo>
                    <a:lnTo>
                      <a:pt x="321" y="43"/>
                    </a:lnTo>
                    <a:lnTo>
                      <a:pt x="332" y="48"/>
                    </a:lnTo>
                    <a:lnTo>
                      <a:pt x="342" y="53"/>
                    </a:lnTo>
                    <a:lnTo>
                      <a:pt x="357" y="62"/>
                    </a:lnTo>
                    <a:lnTo>
                      <a:pt x="374" y="76"/>
                    </a:lnTo>
                    <a:lnTo>
                      <a:pt x="387" y="91"/>
                    </a:lnTo>
                    <a:lnTo>
                      <a:pt x="401" y="103"/>
                    </a:lnTo>
                    <a:lnTo>
                      <a:pt x="408" y="110"/>
                    </a:lnTo>
                    <a:lnTo>
                      <a:pt x="416" y="119"/>
                    </a:lnTo>
                    <a:lnTo>
                      <a:pt x="425" y="130"/>
                    </a:lnTo>
                    <a:lnTo>
                      <a:pt x="436" y="141"/>
                    </a:lnTo>
                    <a:lnTo>
                      <a:pt x="459" y="169"/>
                    </a:lnTo>
                    <a:lnTo>
                      <a:pt x="481" y="201"/>
                    </a:lnTo>
                    <a:lnTo>
                      <a:pt x="500" y="237"/>
                    </a:lnTo>
                    <a:lnTo>
                      <a:pt x="508" y="255"/>
                    </a:lnTo>
                    <a:lnTo>
                      <a:pt x="520" y="295"/>
                    </a:lnTo>
                    <a:lnTo>
                      <a:pt x="522" y="314"/>
                    </a:lnTo>
                    <a:lnTo>
                      <a:pt x="522" y="335"/>
                    </a:lnTo>
                    <a:lnTo>
                      <a:pt x="520" y="354"/>
                    </a:lnTo>
                    <a:close/>
                  </a:path>
                </a:pathLst>
              </a:custGeom>
              <a:solidFill>
                <a:srgbClr val="7EFF7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248" name="Freeform 174"/>
              <p:cNvSpPr>
                <a:spLocks/>
              </p:cNvSpPr>
              <p:nvPr/>
            </p:nvSpPr>
            <p:spPr bwMode="auto">
              <a:xfrm>
                <a:off x="3090" y="2733"/>
                <a:ext cx="299" cy="288"/>
              </a:xfrm>
              <a:custGeom>
                <a:avLst/>
                <a:gdLst>
                  <a:gd name="T0" fmla="*/ 0 w 596"/>
                  <a:gd name="T1" fmla="*/ 576 h 576"/>
                  <a:gd name="T2" fmla="*/ 17 w 596"/>
                  <a:gd name="T3" fmla="*/ 549 h 576"/>
                  <a:gd name="T4" fmla="*/ 33 w 596"/>
                  <a:gd name="T5" fmla="*/ 523 h 576"/>
                  <a:gd name="T6" fmla="*/ 64 w 596"/>
                  <a:gd name="T7" fmla="*/ 478 h 576"/>
                  <a:gd name="T8" fmla="*/ 81 w 596"/>
                  <a:gd name="T9" fmla="*/ 456 h 576"/>
                  <a:gd name="T10" fmla="*/ 100 w 596"/>
                  <a:gd name="T11" fmla="*/ 435 h 576"/>
                  <a:gd name="T12" fmla="*/ 122 w 596"/>
                  <a:gd name="T13" fmla="*/ 412 h 576"/>
                  <a:gd name="T14" fmla="*/ 148 w 596"/>
                  <a:gd name="T15" fmla="*/ 386 h 576"/>
                  <a:gd name="T16" fmla="*/ 178 w 596"/>
                  <a:gd name="T17" fmla="*/ 357 h 576"/>
                  <a:gd name="T18" fmla="*/ 195 w 596"/>
                  <a:gd name="T19" fmla="*/ 341 h 576"/>
                  <a:gd name="T20" fmla="*/ 214 w 596"/>
                  <a:gd name="T21" fmla="*/ 325 h 576"/>
                  <a:gd name="T22" fmla="*/ 235 w 596"/>
                  <a:gd name="T23" fmla="*/ 307 h 576"/>
                  <a:gd name="T24" fmla="*/ 256 w 596"/>
                  <a:gd name="T25" fmla="*/ 287 h 576"/>
                  <a:gd name="T26" fmla="*/ 281 w 596"/>
                  <a:gd name="T27" fmla="*/ 266 h 576"/>
                  <a:gd name="T28" fmla="*/ 306 w 596"/>
                  <a:gd name="T29" fmla="*/ 244 h 576"/>
                  <a:gd name="T30" fmla="*/ 335 w 596"/>
                  <a:gd name="T31" fmla="*/ 220 h 576"/>
                  <a:gd name="T32" fmla="*/ 365 w 596"/>
                  <a:gd name="T33" fmla="*/ 195 h 576"/>
                  <a:gd name="T34" fmla="*/ 397 w 596"/>
                  <a:gd name="T35" fmla="*/ 167 h 576"/>
                  <a:gd name="T36" fmla="*/ 432 w 596"/>
                  <a:gd name="T37" fmla="*/ 139 h 576"/>
                  <a:gd name="T38" fmla="*/ 468 w 596"/>
                  <a:gd name="T39" fmla="*/ 107 h 576"/>
                  <a:gd name="T40" fmla="*/ 509 w 596"/>
                  <a:gd name="T41" fmla="*/ 74 h 576"/>
                  <a:gd name="T42" fmla="*/ 551 w 596"/>
                  <a:gd name="T43" fmla="*/ 38 h 576"/>
                  <a:gd name="T44" fmla="*/ 596 w 596"/>
                  <a:gd name="T45" fmla="*/ 0 h 576"/>
                  <a:gd name="T46" fmla="*/ 531 w 596"/>
                  <a:gd name="T47" fmla="*/ 81 h 576"/>
                  <a:gd name="T48" fmla="*/ 462 w 596"/>
                  <a:gd name="T49" fmla="*/ 159 h 576"/>
                  <a:gd name="T50" fmla="*/ 390 w 596"/>
                  <a:gd name="T51" fmla="*/ 235 h 576"/>
                  <a:gd name="T52" fmla="*/ 318 w 596"/>
                  <a:gd name="T53" fmla="*/ 309 h 576"/>
                  <a:gd name="T54" fmla="*/ 241 w 596"/>
                  <a:gd name="T55" fmla="*/ 379 h 576"/>
                  <a:gd name="T56" fmla="*/ 163 w 596"/>
                  <a:gd name="T57" fmla="*/ 448 h 576"/>
                  <a:gd name="T58" fmla="*/ 83 w 596"/>
                  <a:gd name="T59" fmla="*/ 514 h 576"/>
                  <a:gd name="T60" fmla="*/ 0 w 596"/>
                  <a:gd name="T61" fmla="*/ 576 h 5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596" h="576">
                    <a:moveTo>
                      <a:pt x="0" y="576"/>
                    </a:moveTo>
                    <a:lnTo>
                      <a:pt x="17" y="549"/>
                    </a:lnTo>
                    <a:lnTo>
                      <a:pt x="33" y="523"/>
                    </a:lnTo>
                    <a:lnTo>
                      <a:pt x="64" y="478"/>
                    </a:lnTo>
                    <a:lnTo>
                      <a:pt x="81" y="456"/>
                    </a:lnTo>
                    <a:lnTo>
                      <a:pt x="100" y="435"/>
                    </a:lnTo>
                    <a:lnTo>
                      <a:pt x="122" y="412"/>
                    </a:lnTo>
                    <a:lnTo>
                      <a:pt x="148" y="386"/>
                    </a:lnTo>
                    <a:lnTo>
                      <a:pt x="178" y="357"/>
                    </a:lnTo>
                    <a:lnTo>
                      <a:pt x="195" y="341"/>
                    </a:lnTo>
                    <a:lnTo>
                      <a:pt x="214" y="325"/>
                    </a:lnTo>
                    <a:lnTo>
                      <a:pt x="235" y="307"/>
                    </a:lnTo>
                    <a:lnTo>
                      <a:pt x="256" y="287"/>
                    </a:lnTo>
                    <a:lnTo>
                      <a:pt x="281" y="266"/>
                    </a:lnTo>
                    <a:lnTo>
                      <a:pt x="306" y="244"/>
                    </a:lnTo>
                    <a:lnTo>
                      <a:pt x="335" y="220"/>
                    </a:lnTo>
                    <a:lnTo>
                      <a:pt x="365" y="195"/>
                    </a:lnTo>
                    <a:lnTo>
                      <a:pt x="397" y="167"/>
                    </a:lnTo>
                    <a:lnTo>
                      <a:pt x="432" y="139"/>
                    </a:lnTo>
                    <a:lnTo>
                      <a:pt x="468" y="107"/>
                    </a:lnTo>
                    <a:lnTo>
                      <a:pt x="509" y="74"/>
                    </a:lnTo>
                    <a:lnTo>
                      <a:pt x="551" y="38"/>
                    </a:lnTo>
                    <a:lnTo>
                      <a:pt x="596" y="0"/>
                    </a:lnTo>
                    <a:lnTo>
                      <a:pt x="531" y="81"/>
                    </a:lnTo>
                    <a:lnTo>
                      <a:pt x="462" y="159"/>
                    </a:lnTo>
                    <a:lnTo>
                      <a:pt x="390" y="235"/>
                    </a:lnTo>
                    <a:lnTo>
                      <a:pt x="318" y="309"/>
                    </a:lnTo>
                    <a:lnTo>
                      <a:pt x="241" y="379"/>
                    </a:lnTo>
                    <a:lnTo>
                      <a:pt x="163" y="448"/>
                    </a:lnTo>
                    <a:lnTo>
                      <a:pt x="83" y="514"/>
                    </a:lnTo>
                    <a:lnTo>
                      <a:pt x="0" y="576"/>
                    </a:lnTo>
                    <a:close/>
                  </a:path>
                </a:pathLst>
              </a:custGeom>
              <a:solidFill>
                <a:srgbClr val="0053A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249" name="Freeform 175"/>
              <p:cNvSpPr>
                <a:spLocks/>
              </p:cNvSpPr>
              <p:nvPr/>
            </p:nvSpPr>
            <p:spPr bwMode="auto">
              <a:xfrm>
                <a:off x="2540" y="1185"/>
                <a:ext cx="253" cy="251"/>
              </a:xfrm>
              <a:custGeom>
                <a:avLst/>
                <a:gdLst>
                  <a:gd name="T0" fmla="*/ 491 w 505"/>
                  <a:gd name="T1" fmla="*/ 372 h 502"/>
                  <a:gd name="T2" fmla="*/ 473 w 505"/>
                  <a:gd name="T3" fmla="*/ 418 h 502"/>
                  <a:gd name="T4" fmla="*/ 458 w 505"/>
                  <a:gd name="T5" fmla="*/ 434 h 502"/>
                  <a:gd name="T6" fmla="*/ 417 w 505"/>
                  <a:gd name="T7" fmla="*/ 458 h 502"/>
                  <a:gd name="T8" fmla="*/ 344 w 505"/>
                  <a:gd name="T9" fmla="*/ 489 h 502"/>
                  <a:gd name="T10" fmla="*/ 296 w 505"/>
                  <a:gd name="T11" fmla="*/ 501 h 502"/>
                  <a:gd name="T12" fmla="*/ 270 w 505"/>
                  <a:gd name="T13" fmla="*/ 502 h 502"/>
                  <a:gd name="T14" fmla="*/ 255 w 505"/>
                  <a:gd name="T15" fmla="*/ 497 h 502"/>
                  <a:gd name="T16" fmla="*/ 230 w 505"/>
                  <a:gd name="T17" fmla="*/ 491 h 502"/>
                  <a:gd name="T18" fmla="*/ 195 w 505"/>
                  <a:gd name="T19" fmla="*/ 478 h 502"/>
                  <a:gd name="T20" fmla="*/ 138 w 505"/>
                  <a:gd name="T21" fmla="*/ 449 h 502"/>
                  <a:gd name="T22" fmla="*/ 99 w 505"/>
                  <a:gd name="T23" fmla="*/ 423 h 502"/>
                  <a:gd name="T24" fmla="*/ 64 w 505"/>
                  <a:gd name="T25" fmla="*/ 390 h 502"/>
                  <a:gd name="T26" fmla="*/ 36 w 505"/>
                  <a:gd name="T27" fmla="*/ 350 h 502"/>
                  <a:gd name="T28" fmla="*/ 15 w 505"/>
                  <a:gd name="T29" fmla="*/ 300 h 502"/>
                  <a:gd name="T30" fmla="*/ 3 w 505"/>
                  <a:gd name="T31" fmla="*/ 254 h 502"/>
                  <a:gd name="T32" fmla="*/ 0 w 505"/>
                  <a:gd name="T33" fmla="*/ 213 h 502"/>
                  <a:gd name="T34" fmla="*/ 2 w 505"/>
                  <a:gd name="T35" fmla="*/ 177 h 502"/>
                  <a:gd name="T36" fmla="*/ 17 w 505"/>
                  <a:gd name="T37" fmla="*/ 118 h 502"/>
                  <a:gd name="T38" fmla="*/ 31 w 505"/>
                  <a:gd name="T39" fmla="*/ 90 h 502"/>
                  <a:gd name="T40" fmla="*/ 41 w 505"/>
                  <a:gd name="T41" fmla="*/ 72 h 502"/>
                  <a:gd name="T42" fmla="*/ 63 w 505"/>
                  <a:gd name="T43" fmla="*/ 55 h 502"/>
                  <a:gd name="T44" fmla="*/ 109 w 505"/>
                  <a:gd name="T45" fmla="*/ 33 h 502"/>
                  <a:gd name="T46" fmla="*/ 175 w 505"/>
                  <a:gd name="T47" fmla="*/ 11 h 502"/>
                  <a:gd name="T48" fmla="*/ 202 w 505"/>
                  <a:gd name="T49" fmla="*/ 6 h 502"/>
                  <a:gd name="T50" fmla="*/ 222 w 505"/>
                  <a:gd name="T51" fmla="*/ 1 h 502"/>
                  <a:gd name="T52" fmla="*/ 229 w 505"/>
                  <a:gd name="T53" fmla="*/ 0 h 502"/>
                  <a:gd name="T54" fmla="*/ 237 w 505"/>
                  <a:gd name="T55" fmla="*/ 3 h 502"/>
                  <a:gd name="T56" fmla="*/ 258 w 505"/>
                  <a:gd name="T57" fmla="*/ 11 h 502"/>
                  <a:gd name="T58" fmla="*/ 288 w 505"/>
                  <a:gd name="T59" fmla="*/ 24 h 502"/>
                  <a:gd name="T60" fmla="*/ 355 w 505"/>
                  <a:gd name="T61" fmla="*/ 54 h 502"/>
                  <a:gd name="T62" fmla="*/ 399 w 505"/>
                  <a:gd name="T63" fmla="*/ 76 h 502"/>
                  <a:gd name="T64" fmla="*/ 418 w 505"/>
                  <a:gd name="T65" fmla="*/ 86 h 502"/>
                  <a:gd name="T66" fmla="*/ 438 w 505"/>
                  <a:gd name="T67" fmla="*/ 110 h 502"/>
                  <a:gd name="T68" fmla="*/ 471 w 505"/>
                  <a:gd name="T69" fmla="*/ 162 h 502"/>
                  <a:gd name="T70" fmla="*/ 497 w 505"/>
                  <a:gd name="T71" fmla="*/ 228 h 502"/>
                  <a:gd name="T72" fmla="*/ 505 w 505"/>
                  <a:gd name="T73" fmla="*/ 285 h 502"/>
                  <a:gd name="T74" fmla="*/ 502 w 505"/>
                  <a:gd name="T75" fmla="*/ 327 h 5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505" h="502">
                    <a:moveTo>
                      <a:pt x="497" y="350"/>
                    </a:moveTo>
                    <a:lnTo>
                      <a:pt x="491" y="372"/>
                    </a:lnTo>
                    <a:lnTo>
                      <a:pt x="483" y="396"/>
                    </a:lnTo>
                    <a:lnTo>
                      <a:pt x="473" y="418"/>
                    </a:lnTo>
                    <a:lnTo>
                      <a:pt x="466" y="427"/>
                    </a:lnTo>
                    <a:lnTo>
                      <a:pt x="458" y="434"/>
                    </a:lnTo>
                    <a:lnTo>
                      <a:pt x="438" y="447"/>
                    </a:lnTo>
                    <a:lnTo>
                      <a:pt x="417" y="458"/>
                    </a:lnTo>
                    <a:lnTo>
                      <a:pt x="369" y="480"/>
                    </a:lnTo>
                    <a:lnTo>
                      <a:pt x="344" y="489"/>
                    </a:lnTo>
                    <a:lnTo>
                      <a:pt x="320" y="496"/>
                    </a:lnTo>
                    <a:lnTo>
                      <a:pt x="296" y="501"/>
                    </a:lnTo>
                    <a:lnTo>
                      <a:pt x="273" y="502"/>
                    </a:lnTo>
                    <a:lnTo>
                      <a:pt x="270" y="502"/>
                    </a:lnTo>
                    <a:lnTo>
                      <a:pt x="264" y="500"/>
                    </a:lnTo>
                    <a:lnTo>
                      <a:pt x="255" y="497"/>
                    </a:lnTo>
                    <a:lnTo>
                      <a:pt x="244" y="495"/>
                    </a:lnTo>
                    <a:lnTo>
                      <a:pt x="230" y="491"/>
                    </a:lnTo>
                    <a:lnTo>
                      <a:pt x="214" y="485"/>
                    </a:lnTo>
                    <a:lnTo>
                      <a:pt x="195" y="478"/>
                    </a:lnTo>
                    <a:lnTo>
                      <a:pt x="177" y="470"/>
                    </a:lnTo>
                    <a:lnTo>
                      <a:pt x="138" y="449"/>
                    </a:lnTo>
                    <a:lnTo>
                      <a:pt x="118" y="436"/>
                    </a:lnTo>
                    <a:lnTo>
                      <a:pt x="99" y="423"/>
                    </a:lnTo>
                    <a:lnTo>
                      <a:pt x="81" y="408"/>
                    </a:lnTo>
                    <a:lnTo>
                      <a:pt x="64" y="390"/>
                    </a:lnTo>
                    <a:lnTo>
                      <a:pt x="49" y="371"/>
                    </a:lnTo>
                    <a:lnTo>
                      <a:pt x="36" y="350"/>
                    </a:lnTo>
                    <a:lnTo>
                      <a:pt x="24" y="325"/>
                    </a:lnTo>
                    <a:lnTo>
                      <a:pt x="15" y="300"/>
                    </a:lnTo>
                    <a:lnTo>
                      <a:pt x="8" y="276"/>
                    </a:lnTo>
                    <a:lnTo>
                      <a:pt x="3" y="254"/>
                    </a:lnTo>
                    <a:lnTo>
                      <a:pt x="1" y="234"/>
                    </a:lnTo>
                    <a:lnTo>
                      <a:pt x="0" y="213"/>
                    </a:lnTo>
                    <a:lnTo>
                      <a:pt x="0" y="194"/>
                    </a:lnTo>
                    <a:lnTo>
                      <a:pt x="2" y="177"/>
                    </a:lnTo>
                    <a:lnTo>
                      <a:pt x="8" y="145"/>
                    </a:lnTo>
                    <a:lnTo>
                      <a:pt x="17" y="118"/>
                    </a:lnTo>
                    <a:lnTo>
                      <a:pt x="26" y="98"/>
                    </a:lnTo>
                    <a:lnTo>
                      <a:pt x="31" y="90"/>
                    </a:lnTo>
                    <a:lnTo>
                      <a:pt x="34" y="83"/>
                    </a:lnTo>
                    <a:lnTo>
                      <a:pt x="41" y="72"/>
                    </a:lnTo>
                    <a:lnTo>
                      <a:pt x="51" y="63"/>
                    </a:lnTo>
                    <a:lnTo>
                      <a:pt x="63" y="55"/>
                    </a:lnTo>
                    <a:lnTo>
                      <a:pt x="77" y="47"/>
                    </a:lnTo>
                    <a:lnTo>
                      <a:pt x="109" y="33"/>
                    </a:lnTo>
                    <a:lnTo>
                      <a:pt x="142" y="21"/>
                    </a:lnTo>
                    <a:lnTo>
                      <a:pt x="175" y="11"/>
                    </a:lnTo>
                    <a:lnTo>
                      <a:pt x="190" y="8"/>
                    </a:lnTo>
                    <a:lnTo>
                      <a:pt x="202" y="6"/>
                    </a:lnTo>
                    <a:lnTo>
                      <a:pt x="213" y="3"/>
                    </a:lnTo>
                    <a:lnTo>
                      <a:pt x="222" y="1"/>
                    </a:lnTo>
                    <a:lnTo>
                      <a:pt x="226" y="0"/>
                    </a:lnTo>
                    <a:lnTo>
                      <a:pt x="229" y="0"/>
                    </a:lnTo>
                    <a:lnTo>
                      <a:pt x="231" y="1"/>
                    </a:lnTo>
                    <a:lnTo>
                      <a:pt x="237" y="3"/>
                    </a:lnTo>
                    <a:lnTo>
                      <a:pt x="246" y="7"/>
                    </a:lnTo>
                    <a:lnTo>
                      <a:pt x="258" y="11"/>
                    </a:lnTo>
                    <a:lnTo>
                      <a:pt x="271" y="17"/>
                    </a:lnTo>
                    <a:lnTo>
                      <a:pt x="288" y="24"/>
                    </a:lnTo>
                    <a:lnTo>
                      <a:pt x="321" y="39"/>
                    </a:lnTo>
                    <a:lnTo>
                      <a:pt x="355" y="54"/>
                    </a:lnTo>
                    <a:lnTo>
                      <a:pt x="387" y="69"/>
                    </a:lnTo>
                    <a:lnTo>
                      <a:pt x="399" y="76"/>
                    </a:lnTo>
                    <a:lnTo>
                      <a:pt x="411" y="82"/>
                    </a:lnTo>
                    <a:lnTo>
                      <a:pt x="418" y="86"/>
                    </a:lnTo>
                    <a:lnTo>
                      <a:pt x="422" y="90"/>
                    </a:lnTo>
                    <a:lnTo>
                      <a:pt x="438" y="110"/>
                    </a:lnTo>
                    <a:lnTo>
                      <a:pt x="455" y="135"/>
                    </a:lnTo>
                    <a:lnTo>
                      <a:pt x="471" y="162"/>
                    </a:lnTo>
                    <a:lnTo>
                      <a:pt x="486" y="193"/>
                    </a:lnTo>
                    <a:lnTo>
                      <a:pt x="497" y="228"/>
                    </a:lnTo>
                    <a:lnTo>
                      <a:pt x="504" y="265"/>
                    </a:lnTo>
                    <a:lnTo>
                      <a:pt x="505" y="285"/>
                    </a:lnTo>
                    <a:lnTo>
                      <a:pt x="504" y="306"/>
                    </a:lnTo>
                    <a:lnTo>
                      <a:pt x="502" y="327"/>
                    </a:lnTo>
                    <a:lnTo>
                      <a:pt x="497" y="350"/>
                    </a:lnTo>
                    <a:close/>
                  </a:path>
                </a:pathLst>
              </a:custGeom>
              <a:solidFill>
                <a:srgbClr val="85F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250" name="Freeform 176"/>
              <p:cNvSpPr>
                <a:spLocks/>
              </p:cNvSpPr>
              <p:nvPr/>
            </p:nvSpPr>
            <p:spPr bwMode="auto">
              <a:xfrm>
                <a:off x="1524" y="2298"/>
                <a:ext cx="235" cy="227"/>
              </a:xfrm>
              <a:custGeom>
                <a:avLst/>
                <a:gdLst>
                  <a:gd name="T0" fmla="*/ 466 w 468"/>
                  <a:gd name="T1" fmla="*/ 331 h 452"/>
                  <a:gd name="T2" fmla="*/ 461 w 468"/>
                  <a:gd name="T3" fmla="*/ 346 h 452"/>
                  <a:gd name="T4" fmla="*/ 456 w 468"/>
                  <a:gd name="T5" fmla="*/ 363 h 452"/>
                  <a:gd name="T6" fmla="*/ 438 w 468"/>
                  <a:gd name="T7" fmla="*/ 395 h 452"/>
                  <a:gd name="T8" fmla="*/ 428 w 468"/>
                  <a:gd name="T9" fmla="*/ 410 h 452"/>
                  <a:gd name="T10" fmla="*/ 417 w 468"/>
                  <a:gd name="T11" fmla="*/ 422 h 452"/>
                  <a:gd name="T12" fmla="*/ 404 w 468"/>
                  <a:gd name="T13" fmla="*/ 433 h 452"/>
                  <a:gd name="T14" fmla="*/ 390 w 468"/>
                  <a:gd name="T15" fmla="*/ 440 h 452"/>
                  <a:gd name="T16" fmla="*/ 373 w 468"/>
                  <a:gd name="T17" fmla="*/ 445 h 452"/>
                  <a:gd name="T18" fmla="*/ 356 w 468"/>
                  <a:gd name="T19" fmla="*/ 449 h 452"/>
                  <a:gd name="T20" fmla="*/ 338 w 468"/>
                  <a:gd name="T21" fmla="*/ 451 h 452"/>
                  <a:gd name="T22" fmla="*/ 321 w 468"/>
                  <a:gd name="T23" fmla="*/ 452 h 452"/>
                  <a:gd name="T24" fmla="*/ 303 w 468"/>
                  <a:gd name="T25" fmla="*/ 451 h 452"/>
                  <a:gd name="T26" fmla="*/ 284 w 468"/>
                  <a:gd name="T27" fmla="*/ 449 h 452"/>
                  <a:gd name="T28" fmla="*/ 266 w 468"/>
                  <a:gd name="T29" fmla="*/ 444 h 452"/>
                  <a:gd name="T30" fmla="*/ 247 w 468"/>
                  <a:gd name="T31" fmla="*/ 439 h 452"/>
                  <a:gd name="T32" fmla="*/ 229 w 468"/>
                  <a:gd name="T33" fmla="*/ 430 h 452"/>
                  <a:gd name="T34" fmla="*/ 209 w 468"/>
                  <a:gd name="T35" fmla="*/ 421 h 452"/>
                  <a:gd name="T36" fmla="*/ 170 w 468"/>
                  <a:gd name="T37" fmla="*/ 398 h 452"/>
                  <a:gd name="T38" fmla="*/ 131 w 468"/>
                  <a:gd name="T39" fmla="*/ 368 h 452"/>
                  <a:gd name="T40" fmla="*/ 91 w 468"/>
                  <a:gd name="T41" fmla="*/ 331 h 452"/>
                  <a:gd name="T42" fmla="*/ 70 w 468"/>
                  <a:gd name="T43" fmla="*/ 310 h 452"/>
                  <a:gd name="T44" fmla="*/ 49 w 468"/>
                  <a:gd name="T45" fmla="*/ 283 h 452"/>
                  <a:gd name="T46" fmla="*/ 30 w 468"/>
                  <a:gd name="T47" fmla="*/ 254 h 452"/>
                  <a:gd name="T48" fmla="*/ 13 w 468"/>
                  <a:gd name="T49" fmla="*/ 222 h 452"/>
                  <a:gd name="T50" fmla="*/ 6 w 468"/>
                  <a:gd name="T51" fmla="*/ 206 h 452"/>
                  <a:gd name="T52" fmla="*/ 3 w 468"/>
                  <a:gd name="T53" fmla="*/ 189 h 452"/>
                  <a:gd name="T54" fmla="*/ 1 w 468"/>
                  <a:gd name="T55" fmla="*/ 171 h 452"/>
                  <a:gd name="T56" fmla="*/ 0 w 468"/>
                  <a:gd name="T57" fmla="*/ 153 h 452"/>
                  <a:gd name="T58" fmla="*/ 2 w 468"/>
                  <a:gd name="T59" fmla="*/ 134 h 452"/>
                  <a:gd name="T60" fmla="*/ 8 w 468"/>
                  <a:gd name="T61" fmla="*/ 117 h 452"/>
                  <a:gd name="T62" fmla="*/ 15 w 468"/>
                  <a:gd name="T63" fmla="*/ 99 h 452"/>
                  <a:gd name="T64" fmla="*/ 26 w 468"/>
                  <a:gd name="T65" fmla="*/ 80 h 452"/>
                  <a:gd name="T66" fmla="*/ 35 w 468"/>
                  <a:gd name="T67" fmla="*/ 68 h 452"/>
                  <a:gd name="T68" fmla="*/ 46 w 468"/>
                  <a:gd name="T69" fmla="*/ 55 h 452"/>
                  <a:gd name="T70" fmla="*/ 71 w 468"/>
                  <a:gd name="T71" fmla="*/ 30 h 452"/>
                  <a:gd name="T72" fmla="*/ 86 w 468"/>
                  <a:gd name="T73" fmla="*/ 19 h 452"/>
                  <a:gd name="T74" fmla="*/ 100 w 468"/>
                  <a:gd name="T75" fmla="*/ 10 h 452"/>
                  <a:gd name="T76" fmla="*/ 115 w 468"/>
                  <a:gd name="T77" fmla="*/ 3 h 452"/>
                  <a:gd name="T78" fmla="*/ 130 w 468"/>
                  <a:gd name="T79" fmla="*/ 0 h 452"/>
                  <a:gd name="T80" fmla="*/ 153 w 468"/>
                  <a:gd name="T81" fmla="*/ 0 h 452"/>
                  <a:gd name="T82" fmla="*/ 177 w 468"/>
                  <a:gd name="T83" fmla="*/ 3 h 452"/>
                  <a:gd name="T84" fmla="*/ 201 w 468"/>
                  <a:gd name="T85" fmla="*/ 9 h 452"/>
                  <a:gd name="T86" fmla="*/ 226 w 468"/>
                  <a:gd name="T87" fmla="*/ 17 h 452"/>
                  <a:gd name="T88" fmla="*/ 276 w 468"/>
                  <a:gd name="T89" fmla="*/ 35 h 452"/>
                  <a:gd name="T90" fmla="*/ 299 w 468"/>
                  <a:gd name="T91" fmla="*/ 46 h 452"/>
                  <a:gd name="T92" fmla="*/ 321 w 468"/>
                  <a:gd name="T93" fmla="*/ 55 h 452"/>
                  <a:gd name="T94" fmla="*/ 324 w 468"/>
                  <a:gd name="T95" fmla="*/ 57 h 452"/>
                  <a:gd name="T96" fmla="*/ 330 w 468"/>
                  <a:gd name="T97" fmla="*/ 61 h 452"/>
                  <a:gd name="T98" fmla="*/ 337 w 468"/>
                  <a:gd name="T99" fmla="*/ 68 h 452"/>
                  <a:gd name="T100" fmla="*/ 346 w 468"/>
                  <a:gd name="T101" fmla="*/ 76 h 452"/>
                  <a:gd name="T102" fmla="*/ 357 w 468"/>
                  <a:gd name="T103" fmla="*/ 86 h 452"/>
                  <a:gd name="T104" fmla="*/ 368 w 468"/>
                  <a:gd name="T105" fmla="*/ 98 h 452"/>
                  <a:gd name="T106" fmla="*/ 392 w 468"/>
                  <a:gd name="T107" fmla="*/ 124 h 452"/>
                  <a:gd name="T108" fmla="*/ 417 w 468"/>
                  <a:gd name="T109" fmla="*/ 156 h 452"/>
                  <a:gd name="T110" fmla="*/ 438 w 468"/>
                  <a:gd name="T111" fmla="*/ 192 h 452"/>
                  <a:gd name="T112" fmla="*/ 456 w 468"/>
                  <a:gd name="T113" fmla="*/ 230 h 452"/>
                  <a:gd name="T114" fmla="*/ 463 w 468"/>
                  <a:gd name="T115" fmla="*/ 250 h 452"/>
                  <a:gd name="T116" fmla="*/ 466 w 468"/>
                  <a:gd name="T117" fmla="*/ 269 h 452"/>
                  <a:gd name="T118" fmla="*/ 468 w 468"/>
                  <a:gd name="T119" fmla="*/ 284 h 452"/>
                  <a:gd name="T120" fmla="*/ 468 w 468"/>
                  <a:gd name="T121" fmla="*/ 316 h 452"/>
                  <a:gd name="T122" fmla="*/ 466 w 468"/>
                  <a:gd name="T123" fmla="*/ 331 h 4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468" h="452">
                    <a:moveTo>
                      <a:pt x="466" y="331"/>
                    </a:moveTo>
                    <a:lnTo>
                      <a:pt x="461" y="346"/>
                    </a:lnTo>
                    <a:lnTo>
                      <a:pt x="456" y="363"/>
                    </a:lnTo>
                    <a:lnTo>
                      <a:pt x="438" y="395"/>
                    </a:lnTo>
                    <a:lnTo>
                      <a:pt x="428" y="410"/>
                    </a:lnTo>
                    <a:lnTo>
                      <a:pt x="417" y="422"/>
                    </a:lnTo>
                    <a:lnTo>
                      <a:pt x="404" y="433"/>
                    </a:lnTo>
                    <a:lnTo>
                      <a:pt x="390" y="440"/>
                    </a:lnTo>
                    <a:lnTo>
                      <a:pt x="373" y="445"/>
                    </a:lnTo>
                    <a:lnTo>
                      <a:pt x="356" y="449"/>
                    </a:lnTo>
                    <a:lnTo>
                      <a:pt x="338" y="451"/>
                    </a:lnTo>
                    <a:lnTo>
                      <a:pt x="321" y="452"/>
                    </a:lnTo>
                    <a:lnTo>
                      <a:pt x="303" y="451"/>
                    </a:lnTo>
                    <a:lnTo>
                      <a:pt x="284" y="449"/>
                    </a:lnTo>
                    <a:lnTo>
                      <a:pt x="266" y="444"/>
                    </a:lnTo>
                    <a:lnTo>
                      <a:pt x="247" y="439"/>
                    </a:lnTo>
                    <a:lnTo>
                      <a:pt x="229" y="430"/>
                    </a:lnTo>
                    <a:lnTo>
                      <a:pt x="209" y="421"/>
                    </a:lnTo>
                    <a:lnTo>
                      <a:pt x="170" y="398"/>
                    </a:lnTo>
                    <a:lnTo>
                      <a:pt x="131" y="368"/>
                    </a:lnTo>
                    <a:lnTo>
                      <a:pt x="91" y="331"/>
                    </a:lnTo>
                    <a:lnTo>
                      <a:pt x="70" y="310"/>
                    </a:lnTo>
                    <a:lnTo>
                      <a:pt x="49" y="283"/>
                    </a:lnTo>
                    <a:lnTo>
                      <a:pt x="30" y="254"/>
                    </a:lnTo>
                    <a:lnTo>
                      <a:pt x="13" y="222"/>
                    </a:lnTo>
                    <a:lnTo>
                      <a:pt x="6" y="206"/>
                    </a:lnTo>
                    <a:lnTo>
                      <a:pt x="3" y="189"/>
                    </a:lnTo>
                    <a:lnTo>
                      <a:pt x="1" y="171"/>
                    </a:lnTo>
                    <a:lnTo>
                      <a:pt x="0" y="153"/>
                    </a:lnTo>
                    <a:lnTo>
                      <a:pt x="2" y="134"/>
                    </a:lnTo>
                    <a:lnTo>
                      <a:pt x="8" y="117"/>
                    </a:lnTo>
                    <a:lnTo>
                      <a:pt x="15" y="99"/>
                    </a:lnTo>
                    <a:lnTo>
                      <a:pt x="26" y="80"/>
                    </a:lnTo>
                    <a:lnTo>
                      <a:pt x="35" y="68"/>
                    </a:lnTo>
                    <a:lnTo>
                      <a:pt x="46" y="55"/>
                    </a:lnTo>
                    <a:lnTo>
                      <a:pt x="71" y="30"/>
                    </a:lnTo>
                    <a:lnTo>
                      <a:pt x="86" y="19"/>
                    </a:lnTo>
                    <a:lnTo>
                      <a:pt x="100" y="10"/>
                    </a:lnTo>
                    <a:lnTo>
                      <a:pt x="115" y="3"/>
                    </a:lnTo>
                    <a:lnTo>
                      <a:pt x="130" y="0"/>
                    </a:lnTo>
                    <a:lnTo>
                      <a:pt x="153" y="0"/>
                    </a:lnTo>
                    <a:lnTo>
                      <a:pt x="177" y="3"/>
                    </a:lnTo>
                    <a:lnTo>
                      <a:pt x="201" y="9"/>
                    </a:lnTo>
                    <a:lnTo>
                      <a:pt x="226" y="17"/>
                    </a:lnTo>
                    <a:lnTo>
                      <a:pt x="276" y="35"/>
                    </a:lnTo>
                    <a:lnTo>
                      <a:pt x="299" y="46"/>
                    </a:lnTo>
                    <a:lnTo>
                      <a:pt x="321" y="55"/>
                    </a:lnTo>
                    <a:lnTo>
                      <a:pt x="324" y="57"/>
                    </a:lnTo>
                    <a:lnTo>
                      <a:pt x="330" y="61"/>
                    </a:lnTo>
                    <a:lnTo>
                      <a:pt x="337" y="68"/>
                    </a:lnTo>
                    <a:lnTo>
                      <a:pt x="346" y="76"/>
                    </a:lnTo>
                    <a:lnTo>
                      <a:pt x="357" y="86"/>
                    </a:lnTo>
                    <a:lnTo>
                      <a:pt x="368" y="98"/>
                    </a:lnTo>
                    <a:lnTo>
                      <a:pt x="392" y="124"/>
                    </a:lnTo>
                    <a:lnTo>
                      <a:pt x="417" y="156"/>
                    </a:lnTo>
                    <a:lnTo>
                      <a:pt x="438" y="192"/>
                    </a:lnTo>
                    <a:lnTo>
                      <a:pt x="456" y="230"/>
                    </a:lnTo>
                    <a:lnTo>
                      <a:pt x="463" y="250"/>
                    </a:lnTo>
                    <a:lnTo>
                      <a:pt x="466" y="269"/>
                    </a:lnTo>
                    <a:lnTo>
                      <a:pt x="468" y="284"/>
                    </a:lnTo>
                    <a:lnTo>
                      <a:pt x="468" y="316"/>
                    </a:lnTo>
                    <a:lnTo>
                      <a:pt x="466" y="331"/>
                    </a:lnTo>
                    <a:close/>
                  </a:path>
                </a:pathLst>
              </a:custGeom>
              <a:solidFill>
                <a:srgbClr val="81FF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251" name="Freeform 177"/>
              <p:cNvSpPr>
                <a:spLocks/>
              </p:cNvSpPr>
              <p:nvPr/>
            </p:nvSpPr>
            <p:spPr bwMode="auto">
              <a:xfrm>
                <a:off x="2554" y="1200"/>
                <a:ext cx="224" cy="221"/>
              </a:xfrm>
              <a:custGeom>
                <a:avLst/>
                <a:gdLst>
                  <a:gd name="T0" fmla="*/ 433 w 447"/>
                  <a:gd name="T1" fmla="*/ 335 h 441"/>
                  <a:gd name="T2" fmla="*/ 413 w 447"/>
                  <a:gd name="T3" fmla="*/ 363 h 441"/>
                  <a:gd name="T4" fmla="*/ 368 w 447"/>
                  <a:gd name="T5" fmla="*/ 395 h 441"/>
                  <a:gd name="T6" fmla="*/ 301 w 447"/>
                  <a:gd name="T7" fmla="*/ 425 h 441"/>
                  <a:gd name="T8" fmla="*/ 272 w 447"/>
                  <a:gd name="T9" fmla="*/ 434 h 441"/>
                  <a:gd name="T10" fmla="*/ 252 w 447"/>
                  <a:gd name="T11" fmla="*/ 440 h 441"/>
                  <a:gd name="T12" fmla="*/ 244 w 447"/>
                  <a:gd name="T13" fmla="*/ 441 h 441"/>
                  <a:gd name="T14" fmla="*/ 236 w 447"/>
                  <a:gd name="T15" fmla="*/ 438 h 441"/>
                  <a:gd name="T16" fmla="*/ 214 w 447"/>
                  <a:gd name="T17" fmla="*/ 428 h 441"/>
                  <a:gd name="T18" fmla="*/ 184 w 447"/>
                  <a:gd name="T19" fmla="*/ 413 h 441"/>
                  <a:gd name="T20" fmla="*/ 113 w 447"/>
                  <a:gd name="T21" fmla="*/ 375 h 441"/>
                  <a:gd name="T22" fmla="*/ 66 w 447"/>
                  <a:gd name="T23" fmla="*/ 345 h 441"/>
                  <a:gd name="T24" fmla="*/ 44 w 447"/>
                  <a:gd name="T25" fmla="*/ 327 h 441"/>
                  <a:gd name="T26" fmla="*/ 27 w 447"/>
                  <a:gd name="T27" fmla="*/ 301 h 441"/>
                  <a:gd name="T28" fmla="*/ 7 w 447"/>
                  <a:gd name="T29" fmla="*/ 244 h 441"/>
                  <a:gd name="T30" fmla="*/ 0 w 447"/>
                  <a:gd name="T31" fmla="*/ 173 h 441"/>
                  <a:gd name="T32" fmla="*/ 9 w 447"/>
                  <a:gd name="T33" fmla="*/ 114 h 441"/>
                  <a:gd name="T34" fmla="*/ 17 w 447"/>
                  <a:gd name="T35" fmla="*/ 92 h 441"/>
                  <a:gd name="T36" fmla="*/ 26 w 447"/>
                  <a:gd name="T37" fmla="*/ 78 h 441"/>
                  <a:gd name="T38" fmla="*/ 61 w 447"/>
                  <a:gd name="T39" fmla="*/ 47 h 441"/>
                  <a:gd name="T40" fmla="*/ 107 w 447"/>
                  <a:gd name="T41" fmla="*/ 22 h 441"/>
                  <a:gd name="T42" fmla="*/ 158 w 447"/>
                  <a:gd name="T43" fmla="*/ 4 h 441"/>
                  <a:gd name="T44" fmla="*/ 205 w 447"/>
                  <a:gd name="T45" fmla="*/ 0 h 441"/>
                  <a:gd name="T46" fmla="*/ 259 w 447"/>
                  <a:gd name="T47" fmla="*/ 10 h 441"/>
                  <a:gd name="T48" fmla="*/ 313 w 447"/>
                  <a:gd name="T49" fmla="*/ 36 h 441"/>
                  <a:gd name="T50" fmla="*/ 363 w 447"/>
                  <a:gd name="T51" fmla="*/ 70 h 441"/>
                  <a:gd name="T52" fmla="*/ 401 w 447"/>
                  <a:gd name="T53" fmla="*/ 109 h 441"/>
                  <a:gd name="T54" fmla="*/ 407 w 447"/>
                  <a:gd name="T55" fmla="*/ 119 h 441"/>
                  <a:gd name="T56" fmla="*/ 425 w 447"/>
                  <a:gd name="T57" fmla="*/ 153 h 441"/>
                  <a:gd name="T58" fmla="*/ 443 w 447"/>
                  <a:gd name="T59" fmla="*/ 208 h 441"/>
                  <a:gd name="T60" fmla="*/ 447 w 447"/>
                  <a:gd name="T61" fmla="*/ 260 h 441"/>
                  <a:gd name="T62" fmla="*/ 444 w 447"/>
                  <a:gd name="T63" fmla="*/ 298 h 4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447" h="441">
                    <a:moveTo>
                      <a:pt x="439" y="319"/>
                    </a:moveTo>
                    <a:lnTo>
                      <a:pt x="433" y="335"/>
                    </a:lnTo>
                    <a:lnTo>
                      <a:pt x="424" y="349"/>
                    </a:lnTo>
                    <a:lnTo>
                      <a:pt x="413" y="363"/>
                    </a:lnTo>
                    <a:lnTo>
                      <a:pt x="400" y="374"/>
                    </a:lnTo>
                    <a:lnTo>
                      <a:pt x="368" y="395"/>
                    </a:lnTo>
                    <a:lnTo>
                      <a:pt x="334" y="412"/>
                    </a:lnTo>
                    <a:lnTo>
                      <a:pt x="301" y="425"/>
                    </a:lnTo>
                    <a:lnTo>
                      <a:pt x="286" y="431"/>
                    </a:lnTo>
                    <a:lnTo>
                      <a:pt x="272" y="434"/>
                    </a:lnTo>
                    <a:lnTo>
                      <a:pt x="261" y="438"/>
                    </a:lnTo>
                    <a:lnTo>
                      <a:pt x="252" y="440"/>
                    </a:lnTo>
                    <a:lnTo>
                      <a:pt x="247" y="441"/>
                    </a:lnTo>
                    <a:lnTo>
                      <a:pt x="244" y="441"/>
                    </a:lnTo>
                    <a:lnTo>
                      <a:pt x="242" y="440"/>
                    </a:lnTo>
                    <a:lnTo>
                      <a:pt x="236" y="438"/>
                    </a:lnTo>
                    <a:lnTo>
                      <a:pt x="227" y="433"/>
                    </a:lnTo>
                    <a:lnTo>
                      <a:pt x="214" y="428"/>
                    </a:lnTo>
                    <a:lnTo>
                      <a:pt x="201" y="422"/>
                    </a:lnTo>
                    <a:lnTo>
                      <a:pt x="184" y="413"/>
                    </a:lnTo>
                    <a:lnTo>
                      <a:pt x="150" y="396"/>
                    </a:lnTo>
                    <a:lnTo>
                      <a:pt x="113" y="375"/>
                    </a:lnTo>
                    <a:lnTo>
                      <a:pt x="80" y="356"/>
                    </a:lnTo>
                    <a:lnTo>
                      <a:pt x="66" y="345"/>
                    </a:lnTo>
                    <a:lnTo>
                      <a:pt x="53" y="336"/>
                    </a:lnTo>
                    <a:lnTo>
                      <a:pt x="44" y="327"/>
                    </a:lnTo>
                    <a:lnTo>
                      <a:pt x="37" y="319"/>
                    </a:lnTo>
                    <a:lnTo>
                      <a:pt x="27" y="301"/>
                    </a:lnTo>
                    <a:lnTo>
                      <a:pt x="19" y="282"/>
                    </a:lnTo>
                    <a:lnTo>
                      <a:pt x="7" y="244"/>
                    </a:lnTo>
                    <a:lnTo>
                      <a:pt x="1" y="207"/>
                    </a:lnTo>
                    <a:lnTo>
                      <a:pt x="0" y="173"/>
                    </a:lnTo>
                    <a:lnTo>
                      <a:pt x="4" y="140"/>
                    </a:lnTo>
                    <a:lnTo>
                      <a:pt x="9" y="114"/>
                    </a:lnTo>
                    <a:lnTo>
                      <a:pt x="13" y="102"/>
                    </a:lnTo>
                    <a:lnTo>
                      <a:pt x="17" y="92"/>
                    </a:lnTo>
                    <a:lnTo>
                      <a:pt x="21" y="84"/>
                    </a:lnTo>
                    <a:lnTo>
                      <a:pt x="26" y="78"/>
                    </a:lnTo>
                    <a:lnTo>
                      <a:pt x="42" y="62"/>
                    </a:lnTo>
                    <a:lnTo>
                      <a:pt x="61" y="47"/>
                    </a:lnTo>
                    <a:lnTo>
                      <a:pt x="83" y="33"/>
                    </a:lnTo>
                    <a:lnTo>
                      <a:pt x="107" y="22"/>
                    </a:lnTo>
                    <a:lnTo>
                      <a:pt x="133" y="11"/>
                    </a:lnTo>
                    <a:lnTo>
                      <a:pt x="158" y="4"/>
                    </a:lnTo>
                    <a:lnTo>
                      <a:pt x="182" y="1"/>
                    </a:lnTo>
                    <a:lnTo>
                      <a:pt x="205" y="0"/>
                    </a:lnTo>
                    <a:lnTo>
                      <a:pt x="232" y="3"/>
                    </a:lnTo>
                    <a:lnTo>
                      <a:pt x="259" y="10"/>
                    </a:lnTo>
                    <a:lnTo>
                      <a:pt x="287" y="22"/>
                    </a:lnTo>
                    <a:lnTo>
                      <a:pt x="313" y="36"/>
                    </a:lnTo>
                    <a:lnTo>
                      <a:pt x="340" y="52"/>
                    </a:lnTo>
                    <a:lnTo>
                      <a:pt x="363" y="70"/>
                    </a:lnTo>
                    <a:lnTo>
                      <a:pt x="384" y="90"/>
                    </a:lnTo>
                    <a:lnTo>
                      <a:pt x="401" y="109"/>
                    </a:lnTo>
                    <a:lnTo>
                      <a:pt x="403" y="113"/>
                    </a:lnTo>
                    <a:lnTo>
                      <a:pt x="407" y="119"/>
                    </a:lnTo>
                    <a:lnTo>
                      <a:pt x="416" y="134"/>
                    </a:lnTo>
                    <a:lnTo>
                      <a:pt x="425" y="153"/>
                    </a:lnTo>
                    <a:lnTo>
                      <a:pt x="436" y="178"/>
                    </a:lnTo>
                    <a:lnTo>
                      <a:pt x="443" y="208"/>
                    </a:lnTo>
                    <a:lnTo>
                      <a:pt x="447" y="242"/>
                    </a:lnTo>
                    <a:lnTo>
                      <a:pt x="447" y="260"/>
                    </a:lnTo>
                    <a:lnTo>
                      <a:pt x="446" y="279"/>
                    </a:lnTo>
                    <a:lnTo>
                      <a:pt x="444" y="298"/>
                    </a:lnTo>
                    <a:lnTo>
                      <a:pt x="439" y="319"/>
                    </a:lnTo>
                    <a:close/>
                  </a:path>
                </a:pathLst>
              </a:custGeom>
              <a:solidFill>
                <a:srgbClr val="88FF8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252" name="Freeform 178"/>
              <p:cNvSpPr>
                <a:spLocks/>
              </p:cNvSpPr>
              <p:nvPr/>
            </p:nvSpPr>
            <p:spPr bwMode="auto">
              <a:xfrm>
                <a:off x="1541" y="2309"/>
                <a:ext cx="204" cy="202"/>
              </a:xfrm>
              <a:custGeom>
                <a:avLst/>
                <a:gdLst>
                  <a:gd name="T0" fmla="*/ 403 w 408"/>
                  <a:gd name="T1" fmla="*/ 309 h 403"/>
                  <a:gd name="T2" fmla="*/ 396 w 408"/>
                  <a:gd name="T3" fmla="*/ 332 h 403"/>
                  <a:gd name="T4" fmla="*/ 385 w 408"/>
                  <a:gd name="T5" fmla="*/ 357 h 403"/>
                  <a:gd name="T6" fmla="*/ 378 w 408"/>
                  <a:gd name="T7" fmla="*/ 368 h 403"/>
                  <a:gd name="T8" fmla="*/ 371 w 408"/>
                  <a:gd name="T9" fmla="*/ 377 h 403"/>
                  <a:gd name="T10" fmla="*/ 362 w 408"/>
                  <a:gd name="T11" fmla="*/ 385 h 403"/>
                  <a:gd name="T12" fmla="*/ 352 w 408"/>
                  <a:gd name="T13" fmla="*/ 391 h 403"/>
                  <a:gd name="T14" fmla="*/ 331 w 408"/>
                  <a:gd name="T15" fmla="*/ 398 h 403"/>
                  <a:gd name="T16" fmla="*/ 305 w 408"/>
                  <a:gd name="T17" fmla="*/ 402 h 403"/>
                  <a:gd name="T18" fmla="*/ 279 w 408"/>
                  <a:gd name="T19" fmla="*/ 403 h 403"/>
                  <a:gd name="T20" fmla="*/ 252 w 408"/>
                  <a:gd name="T21" fmla="*/ 402 h 403"/>
                  <a:gd name="T22" fmla="*/ 226 w 408"/>
                  <a:gd name="T23" fmla="*/ 397 h 403"/>
                  <a:gd name="T24" fmla="*/ 200 w 408"/>
                  <a:gd name="T25" fmla="*/ 391 h 403"/>
                  <a:gd name="T26" fmla="*/ 179 w 408"/>
                  <a:gd name="T27" fmla="*/ 381 h 403"/>
                  <a:gd name="T28" fmla="*/ 159 w 408"/>
                  <a:gd name="T29" fmla="*/ 369 h 403"/>
                  <a:gd name="T30" fmla="*/ 117 w 408"/>
                  <a:gd name="T31" fmla="*/ 336 h 403"/>
                  <a:gd name="T32" fmla="*/ 83 w 408"/>
                  <a:gd name="T33" fmla="*/ 304 h 403"/>
                  <a:gd name="T34" fmla="*/ 54 w 408"/>
                  <a:gd name="T35" fmla="*/ 271 h 403"/>
                  <a:gd name="T36" fmla="*/ 31 w 408"/>
                  <a:gd name="T37" fmla="*/ 240 h 403"/>
                  <a:gd name="T38" fmla="*/ 15 w 408"/>
                  <a:gd name="T39" fmla="*/ 209 h 403"/>
                  <a:gd name="T40" fmla="*/ 3 w 408"/>
                  <a:gd name="T41" fmla="*/ 179 h 403"/>
                  <a:gd name="T42" fmla="*/ 0 w 408"/>
                  <a:gd name="T43" fmla="*/ 150 h 403"/>
                  <a:gd name="T44" fmla="*/ 1 w 408"/>
                  <a:gd name="T45" fmla="*/ 123 h 403"/>
                  <a:gd name="T46" fmla="*/ 6 w 408"/>
                  <a:gd name="T47" fmla="*/ 104 h 403"/>
                  <a:gd name="T48" fmla="*/ 14 w 408"/>
                  <a:gd name="T49" fmla="*/ 86 h 403"/>
                  <a:gd name="T50" fmla="*/ 24 w 408"/>
                  <a:gd name="T51" fmla="*/ 66 h 403"/>
                  <a:gd name="T52" fmla="*/ 37 w 408"/>
                  <a:gd name="T53" fmla="*/ 49 h 403"/>
                  <a:gd name="T54" fmla="*/ 52 w 408"/>
                  <a:gd name="T55" fmla="*/ 32 h 403"/>
                  <a:gd name="T56" fmla="*/ 67 w 408"/>
                  <a:gd name="T57" fmla="*/ 19 h 403"/>
                  <a:gd name="T58" fmla="*/ 83 w 408"/>
                  <a:gd name="T59" fmla="*/ 9 h 403"/>
                  <a:gd name="T60" fmla="*/ 100 w 408"/>
                  <a:gd name="T61" fmla="*/ 3 h 403"/>
                  <a:gd name="T62" fmla="*/ 123 w 408"/>
                  <a:gd name="T63" fmla="*/ 0 h 403"/>
                  <a:gd name="T64" fmla="*/ 149 w 408"/>
                  <a:gd name="T65" fmla="*/ 1 h 403"/>
                  <a:gd name="T66" fmla="*/ 175 w 408"/>
                  <a:gd name="T67" fmla="*/ 3 h 403"/>
                  <a:gd name="T68" fmla="*/ 203 w 408"/>
                  <a:gd name="T69" fmla="*/ 10 h 403"/>
                  <a:gd name="T70" fmla="*/ 228 w 408"/>
                  <a:gd name="T71" fmla="*/ 18 h 403"/>
                  <a:gd name="T72" fmla="*/ 252 w 408"/>
                  <a:gd name="T73" fmla="*/ 29 h 403"/>
                  <a:gd name="T74" fmla="*/ 274 w 408"/>
                  <a:gd name="T75" fmla="*/ 42 h 403"/>
                  <a:gd name="T76" fmla="*/ 291 w 408"/>
                  <a:gd name="T77" fmla="*/ 57 h 403"/>
                  <a:gd name="T78" fmla="*/ 298 w 408"/>
                  <a:gd name="T79" fmla="*/ 65 h 403"/>
                  <a:gd name="T80" fmla="*/ 308 w 408"/>
                  <a:gd name="T81" fmla="*/ 73 h 403"/>
                  <a:gd name="T82" fmla="*/ 328 w 408"/>
                  <a:gd name="T83" fmla="*/ 96 h 403"/>
                  <a:gd name="T84" fmla="*/ 350 w 408"/>
                  <a:gd name="T85" fmla="*/ 124 h 403"/>
                  <a:gd name="T86" fmla="*/ 372 w 408"/>
                  <a:gd name="T87" fmla="*/ 156 h 403"/>
                  <a:gd name="T88" fmla="*/ 389 w 408"/>
                  <a:gd name="T89" fmla="*/ 191 h 403"/>
                  <a:gd name="T90" fmla="*/ 397 w 408"/>
                  <a:gd name="T91" fmla="*/ 209 h 403"/>
                  <a:gd name="T92" fmla="*/ 403 w 408"/>
                  <a:gd name="T93" fmla="*/ 229 h 403"/>
                  <a:gd name="T94" fmla="*/ 407 w 408"/>
                  <a:gd name="T95" fmla="*/ 248 h 403"/>
                  <a:gd name="T96" fmla="*/ 408 w 408"/>
                  <a:gd name="T97" fmla="*/ 269 h 403"/>
                  <a:gd name="T98" fmla="*/ 407 w 408"/>
                  <a:gd name="T99" fmla="*/ 289 h 403"/>
                  <a:gd name="T100" fmla="*/ 403 w 408"/>
                  <a:gd name="T101" fmla="*/ 309 h 4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408" h="403">
                    <a:moveTo>
                      <a:pt x="403" y="309"/>
                    </a:moveTo>
                    <a:lnTo>
                      <a:pt x="396" y="332"/>
                    </a:lnTo>
                    <a:lnTo>
                      <a:pt x="385" y="357"/>
                    </a:lnTo>
                    <a:lnTo>
                      <a:pt x="378" y="368"/>
                    </a:lnTo>
                    <a:lnTo>
                      <a:pt x="371" y="377"/>
                    </a:lnTo>
                    <a:lnTo>
                      <a:pt x="362" y="385"/>
                    </a:lnTo>
                    <a:lnTo>
                      <a:pt x="352" y="391"/>
                    </a:lnTo>
                    <a:lnTo>
                      <a:pt x="331" y="398"/>
                    </a:lnTo>
                    <a:lnTo>
                      <a:pt x="305" y="402"/>
                    </a:lnTo>
                    <a:lnTo>
                      <a:pt x="279" y="403"/>
                    </a:lnTo>
                    <a:lnTo>
                      <a:pt x="252" y="402"/>
                    </a:lnTo>
                    <a:lnTo>
                      <a:pt x="226" y="397"/>
                    </a:lnTo>
                    <a:lnTo>
                      <a:pt x="200" y="391"/>
                    </a:lnTo>
                    <a:lnTo>
                      <a:pt x="179" y="381"/>
                    </a:lnTo>
                    <a:lnTo>
                      <a:pt x="159" y="369"/>
                    </a:lnTo>
                    <a:lnTo>
                      <a:pt x="117" y="336"/>
                    </a:lnTo>
                    <a:lnTo>
                      <a:pt x="83" y="304"/>
                    </a:lnTo>
                    <a:lnTo>
                      <a:pt x="54" y="271"/>
                    </a:lnTo>
                    <a:lnTo>
                      <a:pt x="31" y="240"/>
                    </a:lnTo>
                    <a:lnTo>
                      <a:pt x="15" y="209"/>
                    </a:lnTo>
                    <a:lnTo>
                      <a:pt x="3" y="179"/>
                    </a:lnTo>
                    <a:lnTo>
                      <a:pt x="0" y="150"/>
                    </a:lnTo>
                    <a:lnTo>
                      <a:pt x="1" y="123"/>
                    </a:lnTo>
                    <a:lnTo>
                      <a:pt x="6" y="104"/>
                    </a:lnTo>
                    <a:lnTo>
                      <a:pt x="14" y="86"/>
                    </a:lnTo>
                    <a:lnTo>
                      <a:pt x="24" y="66"/>
                    </a:lnTo>
                    <a:lnTo>
                      <a:pt x="37" y="49"/>
                    </a:lnTo>
                    <a:lnTo>
                      <a:pt x="52" y="32"/>
                    </a:lnTo>
                    <a:lnTo>
                      <a:pt x="67" y="19"/>
                    </a:lnTo>
                    <a:lnTo>
                      <a:pt x="83" y="9"/>
                    </a:lnTo>
                    <a:lnTo>
                      <a:pt x="100" y="3"/>
                    </a:lnTo>
                    <a:lnTo>
                      <a:pt x="123" y="0"/>
                    </a:lnTo>
                    <a:lnTo>
                      <a:pt x="149" y="1"/>
                    </a:lnTo>
                    <a:lnTo>
                      <a:pt x="175" y="3"/>
                    </a:lnTo>
                    <a:lnTo>
                      <a:pt x="203" y="10"/>
                    </a:lnTo>
                    <a:lnTo>
                      <a:pt x="228" y="18"/>
                    </a:lnTo>
                    <a:lnTo>
                      <a:pt x="252" y="29"/>
                    </a:lnTo>
                    <a:lnTo>
                      <a:pt x="274" y="42"/>
                    </a:lnTo>
                    <a:lnTo>
                      <a:pt x="291" y="57"/>
                    </a:lnTo>
                    <a:lnTo>
                      <a:pt x="298" y="65"/>
                    </a:lnTo>
                    <a:lnTo>
                      <a:pt x="308" y="73"/>
                    </a:lnTo>
                    <a:lnTo>
                      <a:pt x="328" y="96"/>
                    </a:lnTo>
                    <a:lnTo>
                      <a:pt x="350" y="124"/>
                    </a:lnTo>
                    <a:lnTo>
                      <a:pt x="372" y="156"/>
                    </a:lnTo>
                    <a:lnTo>
                      <a:pt x="389" y="191"/>
                    </a:lnTo>
                    <a:lnTo>
                      <a:pt x="397" y="209"/>
                    </a:lnTo>
                    <a:lnTo>
                      <a:pt x="403" y="229"/>
                    </a:lnTo>
                    <a:lnTo>
                      <a:pt x="407" y="248"/>
                    </a:lnTo>
                    <a:lnTo>
                      <a:pt x="408" y="269"/>
                    </a:lnTo>
                    <a:lnTo>
                      <a:pt x="407" y="289"/>
                    </a:lnTo>
                    <a:lnTo>
                      <a:pt x="403" y="309"/>
                    </a:lnTo>
                    <a:close/>
                  </a:path>
                </a:pathLst>
              </a:custGeom>
              <a:solidFill>
                <a:srgbClr val="85F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253" name="Freeform 179"/>
              <p:cNvSpPr>
                <a:spLocks/>
              </p:cNvSpPr>
              <p:nvPr/>
            </p:nvSpPr>
            <p:spPr bwMode="auto">
              <a:xfrm>
                <a:off x="2568" y="1217"/>
                <a:ext cx="195" cy="187"/>
              </a:xfrm>
              <a:custGeom>
                <a:avLst/>
                <a:gdLst>
                  <a:gd name="T0" fmla="*/ 388 w 388"/>
                  <a:gd name="T1" fmla="*/ 223 h 375"/>
                  <a:gd name="T2" fmla="*/ 380 w 388"/>
                  <a:gd name="T3" fmla="*/ 245 h 375"/>
                  <a:gd name="T4" fmla="*/ 371 w 388"/>
                  <a:gd name="T5" fmla="*/ 265 h 375"/>
                  <a:gd name="T6" fmla="*/ 359 w 388"/>
                  <a:gd name="T7" fmla="*/ 284 h 375"/>
                  <a:gd name="T8" fmla="*/ 346 w 388"/>
                  <a:gd name="T9" fmla="*/ 300 h 375"/>
                  <a:gd name="T10" fmla="*/ 332 w 388"/>
                  <a:gd name="T11" fmla="*/ 314 h 375"/>
                  <a:gd name="T12" fmla="*/ 318 w 388"/>
                  <a:gd name="T13" fmla="*/ 326 h 375"/>
                  <a:gd name="T14" fmla="*/ 288 w 388"/>
                  <a:gd name="T15" fmla="*/ 346 h 375"/>
                  <a:gd name="T16" fmla="*/ 259 w 388"/>
                  <a:gd name="T17" fmla="*/ 360 h 375"/>
                  <a:gd name="T18" fmla="*/ 246 w 388"/>
                  <a:gd name="T19" fmla="*/ 364 h 375"/>
                  <a:gd name="T20" fmla="*/ 236 w 388"/>
                  <a:gd name="T21" fmla="*/ 369 h 375"/>
                  <a:gd name="T22" fmla="*/ 227 w 388"/>
                  <a:gd name="T23" fmla="*/ 371 h 375"/>
                  <a:gd name="T24" fmla="*/ 220 w 388"/>
                  <a:gd name="T25" fmla="*/ 374 h 375"/>
                  <a:gd name="T26" fmla="*/ 215 w 388"/>
                  <a:gd name="T27" fmla="*/ 375 h 375"/>
                  <a:gd name="T28" fmla="*/ 213 w 388"/>
                  <a:gd name="T29" fmla="*/ 375 h 375"/>
                  <a:gd name="T30" fmla="*/ 210 w 388"/>
                  <a:gd name="T31" fmla="*/ 374 h 375"/>
                  <a:gd name="T32" fmla="*/ 203 w 388"/>
                  <a:gd name="T33" fmla="*/ 371 h 375"/>
                  <a:gd name="T34" fmla="*/ 195 w 388"/>
                  <a:gd name="T35" fmla="*/ 368 h 375"/>
                  <a:gd name="T36" fmla="*/ 183 w 388"/>
                  <a:gd name="T37" fmla="*/ 362 h 375"/>
                  <a:gd name="T38" fmla="*/ 170 w 388"/>
                  <a:gd name="T39" fmla="*/ 355 h 375"/>
                  <a:gd name="T40" fmla="*/ 157 w 388"/>
                  <a:gd name="T41" fmla="*/ 347 h 375"/>
                  <a:gd name="T42" fmla="*/ 126 w 388"/>
                  <a:gd name="T43" fmla="*/ 327 h 375"/>
                  <a:gd name="T44" fmla="*/ 93 w 388"/>
                  <a:gd name="T45" fmla="*/ 304 h 375"/>
                  <a:gd name="T46" fmla="*/ 61 w 388"/>
                  <a:gd name="T47" fmla="*/ 279 h 375"/>
                  <a:gd name="T48" fmla="*/ 32 w 388"/>
                  <a:gd name="T49" fmla="*/ 253 h 375"/>
                  <a:gd name="T50" fmla="*/ 21 w 388"/>
                  <a:gd name="T51" fmla="*/ 238 h 375"/>
                  <a:gd name="T52" fmla="*/ 10 w 388"/>
                  <a:gd name="T53" fmla="*/ 224 h 375"/>
                  <a:gd name="T54" fmla="*/ 10 w 388"/>
                  <a:gd name="T55" fmla="*/ 223 h 375"/>
                  <a:gd name="T56" fmla="*/ 9 w 388"/>
                  <a:gd name="T57" fmla="*/ 220 h 375"/>
                  <a:gd name="T58" fmla="*/ 6 w 388"/>
                  <a:gd name="T59" fmla="*/ 209 h 375"/>
                  <a:gd name="T60" fmla="*/ 2 w 388"/>
                  <a:gd name="T61" fmla="*/ 193 h 375"/>
                  <a:gd name="T62" fmla="*/ 0 w 388"/>
                  <a:gd name="T63" fmla="*/ 173 h 375"/>
                  <a:gd name="T64" fmla="*/ 0 w 388"/>
                  <a:gd name="T65" fmla="*/ 150 h 375"/>
                  <a:gd name="T66" fmla="*/ 3 w 388"/>
                  <a:gd name="T67" fmla="*/ 127 h 375"/>
                  <a:gd name="T68" fmla="*/ 11 w 388"/>
                  <a:gd name="T69" fmla="*/ 105 h 375"/>
                  <a:gd name="T70" fmla="*/ 17 w 388"/>
                  <a:gd name="T71" fmla="*/ 94 h 375"/>
                  <a:gd name="T72" fmla="*/ 25 w 388"/>
                  <a:gd name="T73" fmla="*/ 84 h 375"/>
                  <a:gd name="T74" fmla="*/ 40 w 388"/>
                  <a:gd name="T75" fmla="*/ 69 h 375"/>
                  <a:gd name="T76" fmla="*/ 58 w 388"/>
                  <a:gd name="T77" fmla="*/ 54 h 375"/>
                  <a:gd name="T78" fmla="*/ 97 w 388"/>
                  <a:gd name="T79" fmla="*/ 27 h 375"/>
                  <a:gd name="T80" fmla="*/ 117 w 388"/>
                  <a:gd name="T81" fmla="*/ 16 h 375"/>
                  <a:gd name="T82" fmla="*/ 139 w 388"/>
                  <a:gd name="T83" fmla="*/ 7 h 375"/>
                  <a:gd name="T84" fmla="*/ 160 w 388"/>
                  <a:gd name="T85" fmla="*/ 1 h 375"/>
                  <a:gd name="T86" fmla="*/ 180 w 388"/>
                  <a:gd name="T87" fmla="*/ 0 h 375"/>
                  <a:gd name="T88" fmla="*/ 198 w 388"/>
                  <a:gd name="T89" fmla="*/ 3 h 375"/>
                  <a:gd name="T90" fmla="*/ 217 w 388"/>
                  <a:gd name="T91" fmla="*/ 10 h 375"/>
                  <a:gd name="T92" fmla="*/ 236 w 388"/>
                  <a:gd name="T93" fmla="*/ 19 h 375"/>
                  <a:gd name="T94" fmla="*/ 255 w 388"/>
                  <a:gd name="T95" fmla="*/ 30 h 375"/>
                  <a:gd name="T96" fmla="*/ 289 w 388"/>
                  <a:gd name="T97" fmla="*/ 57 h 375"/>
                  <a:gd name="T98" fmla="*/ 304 w 388"/>
                  <a:gd name="T99" fmla="*/ 71 h 375"/>
                  <a:gd name="T100" fmla="*/ 318 w 388"/>
                  <a:gd name="T101" fmla="*/ 84 h 375"/>
                  <a:gd name="T102" fmla="*/ 333 w 388"/>
                  <a:gd name="T103" fmla="*/ 99 h 375"/>
                  <a:gd name="T104" fmla="*/ 365 w 388"/>
                  <a:gd name="T105" fmla="*/ 134 h 375"/>
                  <a:gd name="T106" fmla="*/ 377 w 388"/>
                  <a:gd name="T107" fmla="*/ 151 h 375"/>
                  <a:gd name="T108" fmla="*/ 378 w 388"/>
                  <a:gd name="T109" fmla="*/ 155 h 375"/>
                  <a:gd name="T110" fmla="*/ 379 w 388"/>
                  <a:gd name="T111" fmla="*/ 162 h 375"/>
                  <a:gd name="T112" fmla="*/ 381 w 388"/>
                  <a:gd name="T113" fmla="*/ 172 h 375"/>
                  <a:gd name="T114" fmla="*/ 384 w 388"/>
                  <a:gd name="T115" fmla="*/ 183 h 375"/>
                  <a:gd name="T116" fmla="*/ 387 w 388"/>
                  <a:gd name="T117" fmla="*/ 208 h 375"/>
                  <a:gd name="T118" fmla="*/ 388 w 388"/>
                  <a:gd name="T119" fmla="*/ 217 h 375"/>
                  <a:gd name="T120" fmla="*/ 388 w 388"/>
                  <a:gd name="T121" fmla="*/ 223 h 3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388" h="375">
                    <a:moveTo>
                      <a:pt x="388" y="223"/>
                    </a:moveTo>
                    <a:lnTo>
                      <a:pt x="380" y="245"/>
                    </a:lnTo>
                    <a:lnTo>
                      <a:pt x="371" y="265"/>
                    </a:lnTo>
                    <a:lnTo>
                      <a:pt x="359" y="284"/>
                    </a:lnTo>
                    <a:lnTo>
                      <a:pt x="346" y="300"/>
                    </a:lnTo>
                    <a:lnTo>
                      <a:pt x="332" y="314"/>
                    </a:lnTo>
                    <a:lnTo>
                      <a:pt x="318" y="326"/>
                    </a:lnTo>
                    <a:lnTo>
                      <a:pt x="288" y="346"/>
                    </a:lnTo>
                    <a:lnTo>
                      <a:pt x="259" y="360"/>
                    </a:lnTo>
                    <a:lnTo>
                      <a:pt x="246" y="364"/>
                    </a:lnTo>
                    <a:lnTo>
                      <a:pt x="236" y="369"/>
                    </a:lnTo>
                    <a:lnTo>
                      <a:pt x="227" y="371"/>
                    </a:lnTo>
                    <a:lnTo>
                      <a:pt x="220" y="374"/>
                    </a:lnTo>
                    <a:lnTo>
                      <a:pt x="215" y="375"/>
                    </a:lnTo>
                    <a:lnTo>
                      <a:pt x="213" y="375"/>
                    </a:lnTo>
                    <a:lnTo>
                      <a:pt x="210" y="374"/>
                    </a:lnTo>
                    <a:lnTo>
                      <a:pt x="203" y="371"/>
                    </a:lnTo>
                    <a:lnTo>
                      <a:pt x="195" y="368"/>
                    </a:lnTo>
                    <a:lnTo>
                      <a:pt x="183" y="362"/>
                    </a:lnTo>
                    <a:lnTo>
                      <a:pt x="170" y="355"/>
                    </a:lnTo>
                    <a:lnTo>
                      <a:pt x="157" y="347"/>
                    </a:lnTo>
                    <a:lnTo>
                      <a:pt x="126" y="327"/>
                    </a:lnTo>
                    <a:lnTo>
                      <a:pt x="93" y="304"/>
                    </a:lnTo>
                    <a:lnTo>
                      <a:pt x="61" y="279"/>
                    </a:lnTo>
                    <a:lnTo>
                      <a:pt x="32" y="253"/>
                    </a:lnTo>
                    <a:lnTo>
                      <a:pt x="21" y="238"/>
                    </a:lnTo>
                    <a:lnTo>
                      <a:pt x="10" y="224"/>
                    </a:lnTo>
                    <a:lnTo>
                      <a:pt x="10" y="223"/>
                    </a:lnTo>
                    <a:lnTo>
                      <a:pt x="9" y="220"/>
                    </a:lnTo>
                    <a:lnTo>
                      <a:pt x="6" y="209"/>
                    </a:lnTo>
                    <a:lnTo>
                      <a:pt x="2" y="193"/>
                    </a:lnTo>
                    <a:lnTo>
                      <a:pt x="0" y="173"/>
                    </a:lnTo>
                    <a:lnTo>
                      <a:pt x="0" y="150"/>
                    </a:lnTo>
                    <a:lnTo>
                      <a:pt x="3" y="127"/>
                    </a:lnTo>
                    <a:lnTo>
                      <a:pt x="11" y="105"/>
                    </a:lnTo>
                    <a:lnTo>
                      <a:pt x="17" y="94"/>
                    </a:lnTo>
                    <a:lnTo>
                      <a:pt x="25" y="84"/>
                    </a:lnTo>
                    <a:lnTo>
                      <a:pt x="40" y="69"/>
                    </a:lnTo>
                    <a:lnTo>
                      <a:pt x="58" y="54"/>
                    </a:lnTo>
                    <a:lnTo>
                      <a:pt x="97" y="27"/>
                    </a:lnTo>
                    <a:lnTo>
                      <a:pt x="117" y="16"/>
                    </a:lnTo>
                    <a:lnTo>
                      <a:pt x="139" y="7"/>
                    </a:lnTo>
                    <a:lnTo>
                      <a:pt x="160" y="1"/>
                    </a:lnTo>
                    <a:lnTo>
                      <a:pt x="180" y="0"/>
                    </a:lnTo>
                    <a:lnTo>
                      <a:pt x="198" y="3"/>
                    </a:lnTo>
                    <a:lnTo>
                      <a:pt x="217" y="10"/>
                    </a:lnTo>
                    <a:lnTo>
                      <a:pt x="236" y="19"/>
                    </a:lnTo>
                    <a:lnTo>
                      <a:pt x="255" y="30"/>
                    </a:lnTo>
                    <a:lnTo>
                      <a:pt x="289" y="57"/>
                    </a:lnTo>
                    <a:lnTo>
                      <a:pt x="304" y="71"/>
                    </a:lnTo>
                    <a:lnTo>
                      <a:pt x="318" y="84"/>
                    </a:lnTo>
                    <a:lnTo>
                      <a:pt x="333" y="99"/>
                    </a:lnTo>
                    <a:lnTo>
                      <a:pt x="365" y="134"/>
                    </a:lnTo>
                    <a:lnTo>
                      <a:pt x="377" y="151"/>
                    </a:lnTo>
                    <a:lnTo>
                      <a:pt x="378" y="155"/>
                    </a:lnTo>
                    <a:lnTo>
                      <a:pt x="379" y="162"/>
                    </a:lnTo>
                    <a:lnTo>
                      <a:pt x="381" y="172"/>
                    </a:lnTo>
                    <a:lnTo>
                      <a:pt x="384" y="183"/>
                    </a:lnTo>
                    <a:lnTo>
                      <a:pt x="387" y="208"/>
                    </a:lnTo>
                    <a:lnTo>
                      <a:pt x="388" y="217"/>
                    </a:lnTo>
                    <a:lnTo>
                      <a:pt x="388" y="223"/>
                    </a:lnTo>
                    <a:close/>
                  </a:path>
                </a:pathLst>
              </a:custGeom>
              <a:solidFill>
                <a:srgbClr val="8CFF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254" name="Freeform 180"/>
              <p:cNvSpPr>
                <a:spLocks/>
              </p:cNvSpPr>
              <p:nvPr/>
            </p:nvSpPr>
            <p:spPr bwMode="auto">
              <a:xfrm>
                <a:off x="1558" y="2324"/>
                <a:ext cx="173" cy="176"/>
              </a:xfrm>
              <a:custGeom>
                <a:avLst/>
                <a:gdLst>
                  <a:gd name="T0" fmla="*/ 341 w 347"/>
                  <a:gd name="T1" fmla="*/ 281 h 353"/>
                  <a:gd name="T2" fmla="*/ 337 w 347"/>
                  <a:gd name="T3" fmla="*/ 295 h 353"/>
                  <a:gd name="T4" fmla="*/ 331 w 347"/>
                  <a:gd name="T5" fmla="*/ 310 h 353"/>
                  <a:gd name="T6" fmla="*/ 323 w 347"/>
                  <a:gd name="T7" fmla="*/ 324 h 353"/>
                  <a:gd name="T8" fmla="*/ 313 w 347"/>
                  <a:gd name="T9" fmla="*/ 333 h 353"/>
                  <a:gd name="T10" fmla="*/ 294 w 347"/>
                  <a:gd name="T11" fmla="*/ 342 h 353"/>
                  <a:gd name="T12" fmla="*/ 272 w 347"/>
                  <a:gd name="T13" fmla="*/ 348 h 353"/>
                  <a:gd name="T14" fmla="*/ 249 w 347"/>
                  <a:gd name="T15" fmla="*/ 352 h 353"/>
                  <a:gd name="T16" fmla="*/ 225 w 347"/>
                  <a:gd name="T17" fmla="*/ 353 h 353"/>
                  <a:gd name="T18" fmla="*/ 201 w 347"/>
                  <a:gd name="T19" fmla="*/ 351 h 353"/>
                  <a:gd name="T20" fmla="*/ 178 w 347"/>
                  <a:gd name="T21" fmla="*/ 346 h 353"/>
                  <a:gd name="T22" fmla="*/ 157 w 347"/>
                  <a:gd name="T23" fmla="*/ 339 h 353"/>
                  <a:gd name="T24" fmla="*/ 140 w 347"/>
                  <a:gd name="T25" fmla="*/ 329 h 353"/>
                  <a:gd name="T26" fmla="*/ 114 w 347"/>
                  <a:gd name="T27" fmla="*/ 308 h 353"/>
                  <a:gd name="T28" fmla="*/ 93 w 347"/>
                  <a:gd name="T29" fmla="*/ 288 h 353"/>
                  <a:gd name="T30" fmla="*/ 74 w 347"/>
                  <a:gd name="T31" fmla="*/ 270 h 353"/>
                  <a:gd name="T32" fmla="*/ 57 w 347"/>
                  <a:gd name="T33" fmla="*/ 251 h 353"/>
                  <a:gd name="T34" fmla="*/ 43 w 347"/>
                  <a:gd name="T35" fmla="*/ 234 h 353"/>
                  <a:gd name="T36" fmla="*/ 31 w 347"/>
                  <a:gd name="T37" fmla="*/ 217 h 353"/>
                  <a:gd name="T38" fmla="*/ 22 w 347"/>
                  <a:gd name="T39" fmla="*/ 201 h 353"/>
                  <a:gd name="T40" fmla="*/ 15 w 347"/>
                  <a:gd name="T41" fmla="*/ 186 h 353"/>
                  <a:gd name="T42" fmla="*/ 10 w 347"/>
                  <a:gd name="T43" fmla="*/ 171 h 353"/>
                  <a:gd name="T44" fmla="*/ 5 w 347"/>
                  <a:gd name="T45" fmla="*/ 158 h 353"/>
                  <a:gd name="T46" fmla="*/ 0 w 347"/>
                  <a:gd name="T47" fmla="*/ 133 h 353"/>
                  <a:gd name="T48" fmla="*/ 0 w 347"/>
                  <a:gd name="T49" fmla="*/ 112 h 353"/>
                  <a:gd name="T50" fmla="*/ 4 w 347"/>
                  <a:gd name="T51" fmla="*/ 95 h 353"/>
                  <a:gd name="T52" fmla="*/ 7 w 347"/>
                  <a:gd name="T53" fmla="*/ 81 h 353"/>
                  <a:gd name="T54" fmla="*/ 13 w 347"/>
                  <a:gd name="T55" fmla="*/ 67 h 353"/>
                  <a:gd name="T56" fmla="*/ 28 w 347"/>
                  <a:gd name="T57" fmla="*/ 38 h 353"/>
                  <a:gd name="T58" fmla="*/ 38 w 347"/>
                  <a:gd name="T59" fmla="*/ 26 h 353"/>
                  <a:gd name="T60" fmla="*/ 49 w 347"/>
                  <a:gd name="T61" fmla="*/ 15 h 353"/>
                  <a:gd name="T62" fmla="*/ 60 w 347"/>
                  <a:gd name="T63" fmla="*/ 7 h 353"/>
                  <a:gd name="T64" fmla="*/ 73 w 347"/>
                  <a:gd name="T65" fmla="*/ 3 h 353"/>
                  <a:gd name="T66" fmla="*/ 96 w 347"/>
                  <a:gd name="T67" fmla="*/ 0 h 353"/>
                  <a:gd name="T68" fmla="*/ 121 w 347"/>
                  <a:gd name="T69" fmla="*/ 1 h 353"/>
                  <a:gd name="T70" fmla="*/ 148 w 347"/>
                  <a:gd name="T71" fmla="*/ 5 h 353"/>
                  <a:gd name="T72" fmla="*/ 175 w 347"/>
                  <a:gd name="T73" fmla="*/ 13 h 353"/>
                  <a:gd name="T74" fmla="*/ 201 w 347"/>
                  <a:gd name="T75" fmla="*/ 22 h 353"/>
                  <a:gd name="T76" fmla="*/ 225 w 347"/>
                  <a:gd name="T77" fmla="*/ 34 h 353"/>
                  <a:gd name="T78" fmla="*/ 247 w 347"/>
                  <a:gd name="T79" fmla="*/ 48 h 353"/>
                  <a:gd name="T80" fmla="*/ 264 w 347"/>
                  <a:gd name="T81" fmla="*/ 64 h 353"/>
                  <a:gd name="T82" fmla="*/ 287 w 347"/>
                  <a:gd name="T83" fmla="*/ 90 h 353"/>
                  <a:gd name="T84" fmla="*/ 307 w 347"/>
                  <a:gd name="T85" fmla="*/ 118 h 353"/>
                  <a:gd name="T86" fmla="*/ 323 w 347"/>
                  <a:gd name="T87" fmla="*/ 145 h 353"/>
                  <a:gd name="T88" fmla="*/ 336 w 347"/>
                  <a:gd name="T89" fmla="*/ 174 h 353"/>
                  <a:gd name="T90" fmla="*/ 344 w 347"/>
                  <a:gd name="T91" fmla="*/ 202 h 353"/>
                  <a:gd name="T92" fmla="*/ 347 w 347"/>
                  <a:gd name="T93" fmla="*/ 230 h 353"/>
                  <a:gd name="T94" fmla="*/ 346 w 347"/>
                  <a:gd name="T95" fmla="*/ 256 h 353"/>
                  <a:gd name="T96" fmla="*/ 341 w 347"/>
                  <a:gd name="T97" fmla="*/ 281 h 3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347" h="353">
                    <a:moveTo>
                      <a:pt x="341" y="281"/>
                    </a:moveTo>
                    <a:lnTo>
                      <a:pt x="337" y="295"/>
                    </a:lnTo>
                    <a:lnTo>
                      <a:pt x="331" y="310"/>
                    </a:lnTo>
                    <a:lnTo>
                      <a:pt x="323" y="324"/>
                    </a:lnTo>
                    <a:lnTo>
                      <a:pt x="313" y="333"/>
                    </a:lnTo>
                    <a:lnTo>
                      <a:pt x="294" y="342"/>
                    </a:lnTo>
                    <a:lnTo>
                      <a:pt x="272" y="348"/>
                    </a:lnTo>
                    <a:lnTo>
                      <a:pt x="249" y="352"/>
                    </a:lnTo>
                    <a:lnTo>
                      <a:pt x="225" y="353"/>
                    </a:lnTo>
                    <a:lnTo>
                      <a:pt x="201" y="351"/>
                    </a:lnTo>
                    <a:lnTo>
                      <a:pt x="178" y="346"/>
                    </a:lnTo>
                    <a:lnTo>
                      <a:pt x="157" y="339"/>
                    </a:lnTo>
                    <a:lnTo>
                      <a:pt x="140" y="329"/>
                    </a:lnTo>
                    <a:lnTo>
                      <a:pt x="114" y="308"/>
                    </a:lnTo>
                    <a:lnTo>
                      <a:pt x="93" y="288"/>
                    </a:lnTo>
                    <a:lnTo>
                      <a:pt x="74" y="270"/>
                    </a:lnTo>
                    <a:lnTo>
                      <a:pt x="57" y="251"/>
                    </a:lnTo>
                    <a:lnTo>
                      <a:pt x="43" y="234"/>
                    </a:lnTo>
                    <a:lnTo>
                      <a:pt x="31" y="217"/>
                    </a:lnTo>
                    <a:lnTo>
                      <a:pt x="22" y="201"/>
                    </a:lnTo>
                    <a:lnTo>
                      <a:pt x="15" y="186"/>
                    </a:lnTo>
                    <a:lnTo>
                      <a:pt x="10" y="171"/>
                    </a:lnTo>
                    <a:lnTo>
                      <a:pt x="5" y="158"/>
                    </a:lnTo>
                    <a:lnTo>
                      <a:pt x="0" y="133"/>
                    </a:lnTo>
                    <a:lnTo>
                      <a:pt x="0" y="112"/>
                    </a:lnTo>
                    <a:lnTo>
                      <a:pt x="4" y="95"/>
                    </a:lnTo>
                    <a:lnTo>
                      <a:pt x="7" y="81"/>
                    </a:lnTo>
                    <a:lnTo>
                      <a:pt x="13" y="67"/>
                    </a:lnTo>
                    <a:lnTo>
                      <a:pt x="28" y="38"/>
                    </a:lnTo>
                    <a:lnTo>
                      <a:pt x="38" y="26"/>
                    </a:lnTo>
                    <a:lnTo>
                      <a:pt x="49" y="15"/>
                    </a:lnTo>
                    <a:lnTo>
                      <a:pt x="60" y="7"/>
                    </a:lnTo>
                    <a:lnTo>
                      <a:pt x="73" y="3"/>
                    </a:lnTo>
                    <a:lnTo>
                      <a:pt x="96" y="0"/>
                    </a:lnTo>
                    <a:lnTo>
                      <a:pt x="121" y="1"/>
                    </a:lnTo>
                    <a:lnTo>
                      <a:pt x="148" y="5"/>
                    </a:lnTo>
                    <a:lnTo>
                      <a:pt x="175" y="13"/>
                    </a:lnTo>
                    <a:lnTo>
                      <a:pt x="201" y="22"/>
                    </a:lnTo>
                    <a:lnTo>
                      <a:pt x="225" y="34"/>
                    </a:lnTo>
                    <a:lnTo>
                      <a:pt x="247" y="48"/>
                    </a:lnTo>
                    <a:lnTo>
                      <a:pt x="264" y="64"/>
                    </a:lnTo>
                    <a:lnTo>
                      <a:pt x="287" y="90"/>
                    </a:lnTo>
                    <a:lnTo>
                      <a:pt x="307" y="118"/>
                    </a:lnTo>
                    <a:lnTo>
                      <a:pt x="323" y="145"/>
                    </a:lnTo>
                    <a:lnTo>
                      <a:pt x="336" y="174"/>
                    </a:lnTo>
                    <a:lnTo>
                      <a:pt x="344" y="202"/>
                    </a:lnTo>
                    <a:lnTo>
                      <a:pt x="347" y="230"/>
                    </a:lnTo>
                    <a:lnTo>
                      <a:pt x="346" y="256"/>
                    </a:lnTo>
                    <a:lnTo>
                      <a:pt x="341" y="281"/>
                    </a:lnTo>
                    <a:close/>
                  </a:path>
                </a:pathLst>
              </a:custGeom>
              <a:solidFill>
                <a:srgbClr val="88FF8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255" name="Freeform 181"/>
              <p:cNvSpPr>
                <a:spLocks/>
              </p:cNvSpPr>
              <p:nvPr/>
            </p:nvSpPr>
            <p:spPr bwMode="auto">
              <a:xfrm>
                <a:off x="1574" y="2337"/>
                <a:ext cx="143" cy="146"/>
              </a:xfrm>
              <a:custGeom>
                <a:avLst/>
                <a:gdLst>
                  <a:gd name="T0" fmla="*/ 279 w 285"/>
                  <a:gd name="T1" fmla="*/ 253 h 290"/>
                  <a:gd name="T2" fmla="*/ 276 w 285"/>
                  <a:gd name="T3" fmla="*/ 261 h 290"/>
                  <a:gd name="T4" fmla="*/ 272 w 285"/>
                  <a:gd name="T5" fmla="*/ 267 h 290"/>
                  <a:gd name="T6" fmla="*/ 253 w 285"/>
                  <a:gd name="T7" fmla="*/ 276 h 290"/>
                  <a:gd name="T8" fmla="*/ 231 w 285"/>
                  <a:gd name="T9" fmla="*/ 283 h 290"/>
                  <a:gd name="T10" fmla="*/ 208 w 285"/>
                  <a:gd name="T11" fmla="*/ 288 h 290"/>
                  <a:gd name="T12" fmla="*/ 183 w 285"/>
                  <a:gd name="T13" fmla="*/ 290 h 290"/>
                  <a:gd name="T14" fmla="*/ 159 w 285"/>
                  <a:gd name="T15" fmla="*/ 289 h 290"/>
                  <a:gd name="T16" fmla="*/ 136 w 285"/>
                  <a:gd name="T17" fmla="*/ 286 h 290"/>
                  <a:gd name="T18" fmla="*/ 115 w 285"/>
                  <a:gd name="T19" fmla="*/ 280 h 290"/>
                  <a:gd name="T20" fmla="*/ 98 w 285"/>
                  <a:gd name="T21" fmla="*/ 270 h 290"/>
                  <a:gd name="T22" fmla="*/ 91 w 285"/>
                  <a:gd name="T23" fmla="*/ 264 h 290"/>
                  <a:gd name="T24" fmla="*/ 84 w 285"/>
                  <a:gd name="T25" fmla="*/ 257 h 290"/>
                  <a:gd name="T26" fmla="*/ 65 w 285"/>
                  <a:gd name="T27" fmla="*/ 240 h 290"/>
                  <a:gd name="T28" fmla="*/ 47 w 285"/>
                  <a:gd name="T29" fmla="*/ 218 h 290"/>
                  <a:gd name="T30" fmla="*/ 29 w 285"/>
                  <a:gd name="T31" fmla="*/ 191 h 290"/>
                  <a:gd name="T32" fmla="*/ 14 w 285"/>
                  <a:gd name="T33" fmla="*/ 162 h 290"/>
                  <a:gd name="T34" fmla="*/ 3 w 285"/>
                  <a:gd name="T35" fmla="*/ 131 h 290"/>
                  <a:gd name="T36" fmla="*/ 1 w 285"/>
                  <a:gd name="T37" fmla="*/ 116 h 290"/>
                  <a:gd name="T38" fmla="*/ 0 w 285"/>
                  <a:gd name="T39" fmla="*/ 99 h 290"/>
                  <a:gd name="T40" fmla="*/ 1 w 285"/>
                  <a:gd name="T41" fmla="*/ 83 h 290"/>
                  <a:gd name="T42" fmla="*/ 4 w 285"/>
                  <a:gd name="T43" fmla="*/ 67 h 290"/>
                  <a:gd name="T44" fmla="*/ 10 w 285"/>
                  <a:gd name="T45" fmla="*/ 48 h 290"/>
                  <a:gd name="T46" fmla="*/ 19 w 285"/>
                  <a:gd name="T47" fmla="*/ 30 h 290"/>
                  <a:gd name="T48" fmla="*/ 30 w 285"/>
                  <a:gd name="T49" fmla="*/ 14 h 290"/>
                  <a:gd name="T50" fmla="*/ 37 w 285"/>
                  <a:gd name="T51" fmla="*/ 8 h 290"/>
                  <a:gd name="T52" fmla="*/ 44 w 285"/>
                  <a:gd name="T53" fmla="*/ 5 h 290"/>
                  <a:gd name="T54" fmla="*/ 67 w 285"/>
                  <a:gd name="T55" fmla="*/ 0 h 290"/>
                  <a:gd name="T56" fmla="*/ 92 w 285"/>
                  <a:gd name="T57" fmla="*/ 0 h 290"/>
                  <a:gd name="T58" fmla="*/ 118 w 285"/>
                  <a:gd name="T59" fmla="*/ 5 h 290"/>
                  <a:gd name="T60" fmla="*/ 146 w 285"/>
                  <a:gd name="T61" fmla="*/ 14 h 290"/>
                  <a:gd name="T62" fmla="*/ 173 w 285"/>
                  <a:gd name="T63" fmla="*/ 25 h 290"/>
                  <a:gd name="T64" fmla="*/ 197 w 285"/>
                  <a:gd name="T65" fmla="*/ 39 h 290"/>
                  <a:gd name="T66" fmla="*/ 219 w 285"/>
                  <a:gd name="T67" fmla="*/ 55 h 290"/>
                  <a:gd name="T68" fmla="*/ 236 w 285"/>
                  <a:gd name="T69" fmla="*/ 71 h 290"/>
                  <a:gd name="T70" fmla="*/ 237 w 285"/>
                  <a:gd name="T71" fmla="*/ 73 h 290"/>
                  <a:gd name="T72" fmla="*/ 239 w 285"/>
                  <a:gd name="T73" fmla="*/ 76 h 290"/>
                  <a:gd name="T74" fmla="*/ 243 w 285"/>
                  <a:gd name="T75" fmla="*/ 81 h 290"/>
                  <a:gd name="T76" fmla="*/ 247 w 285"/>
                  <a:gd name="T77" fmla="*/ 86 h 290"/>
                  <a:gd name="T78" fmla="*/ 258 w 285"/>
                  <a:gd name="T79" fmla="*/ 105 h 290"/>
                  <a:gd name="T80" fmla="*/ 269 w 285"/>
                  <a:gd name="T81" fmla="*/ 127 h 290"/>
                  <a:gd name="T82" fmla="*/ 279 w 285"/>
                  <a:gd name="T83" fmla="*/ 154 h 290"/>
                  <a:gd name="T84" fmla="*/ 284 w 285"/>
                  <a:gd name="T85" fmla="*/ 184 h 290"/>
                  <a:gd name="T86" fmla="*/ 285 w 285"/>
                  <a:gd name="T87" fmla="*/ 202 h 290"/>
                  <a:gd name="T88" fmla="*/ 285 w 285"/>
                  <a:gd name="T89" fmla="*/ 218 h 290"/>
                  <a:gd name="T90" fmla="*/ 283 w 285"/>
                  <a:gd name="T91" fmla="*/ 236 h 290"/>
                  <a:gd name="T92" fmla="*/ 279 w 285"/>
                  <a:gd name="T93" fmla="*/ 253 h 2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285" h="290">
                    <a:moveTo>
                      <a:pt x="279" y="253"/>
                    </a:moveTo>
                    <a:lnTo>
                      <a:pt x="276" y="261"/>
                    </a:lnTo>
                    <a:lnTo>
                      <a:pt x="272" y="267"/>
                    </a:lnTo>
                    <a:lnTo>
                      <a:pt x="253" y="276"/>
                    </a:lnTo>
                    <a:lnTo>
                      <a:pt x="231" y="283"/>
                    </a:lnTo>
                    <a:lnTo>
                      <a:pt x="208" y="288"/>
                    </a:lnTo>
                    <a:lnTo>
                      <a:pt x="183" y="290"/>
                    </a:lnTo>
                    <a:lnTo>
                      <a:pt x="159" y="289"/>
                    </a:lnTo>
                    <a:lnTo>
                      <a:pt x="136" y="286"/>
                    </a:lnTo>
                    <a:lnTo>
                      <a:pt x="115" y="280"/>
                    </a:lnTo>
                    <a:lnTo>
                      <a:pt x="98" y="270"/>
                    </a:lnTo>
                    <a:lnTo>
                      <a:pt x="91" y="264"/>
                    </a:lnTo>
                    <a:lnTo>
                      <a:pt x="84" y="257"/>
                    </a:lnTo>
                    <a:lnTo>
                      <a:pt x="65" y="240"/>
                    </a:lnTo>
                    <a:lnTo>
                      <a:pt x="47" y="218"/>
                    </a:lnTo>
                    <a:lnTo>
                      <a:pt x="29" y="191"/>
                    </a:lnTo>
                    <a:lnTo>
                      <a:pt x="14" y="162"/>
                    </a:lnTo>
                    <a:lnTo>
                      <a:pt x="3" y="131"/>
                    </a:lnTo>
                    <a:lnTo>
                      <a:pt x="1" y="116"/>
                    </a:lnTo>
                    <a:lnTo>
                      <a:pt x="0" y="99"/>
                    </a:lnTo>
                    <a:lnTo>
                      <a:pt x="1" y="83"/>
                    </a:lnTo>
                    <a:lnTo>
                      <a:pt x="4" y="67"/>
                    </a:lnTo>
                    <a:lnTo>
                      <a:pt x="10" y="48"/>
                    </a:lnTo>
                    <a:lnTo>
                      <a:pt x="19" y="30"/>
                    </a:lnTo>
                    <a:lnTo>
                      <a:pt x="30" y="14"/>
                    </a:lnTo>
                    <a:lnTo>
                      <a:pt x="37" y="8"/>
                    </a:lnTo>
                    <a:lnTo>
                      <a:pt x="44" y="5"/>
                    </a:lnTo>
                    <a:lnTo>
                      <a:pt x="67" y="0"/>
                    </a:lnTo>
                    <a:lnTo>
                      <a:pt x="92" y="0"/>
                    </a:lnTo>
                    <a:lnTo>
                      <a:pt x="118" y="5"/>
                    </a:lnTo>
                    <a:lnTo>
                      <a:pt x="146" y="14"/>
                    </a:lnTo>
                    <a:lnTo>
                      <a:pt x="173" y="25"/>
                    </a:lnTo>
                    <a:lnTo>
                      <a:pt x="197" y="39"/>
                    </a:lnTo>
                    <a:lnTo>
                      <a:pt x="219" y="55"/>
                    </a:lnTo>
                    <a:lnTo>
                      <a:pt x="236" y="71"/>
                    </a:lnTo>
                    <a:lnTo>
                      <a:pt x="237" y="73"/>
                    </a:lnTo>
                    <a:lnTo>
                      <a:pt x="239" y="76"/>
                    </a:lnTo>
                    <a:lnTo>
                      <a:pt x="243" y="81"/>
                    </a:lnTo>
                    <a:lnTo>
                      <a:pt x="247" y="86"/>
                    </a:lnTo>
                    <a:lnTo>
                      <a:pt x="258" y="105"/>
                    </a:lnTo>
                    <a:lnTo>
                      <a:pt x="269" y="127"/>
                    </a:lnTo>
                    <a:lnTo>
                      <a:pt x="279" y="154"/>
                    </a:lnTo>
                    <a:lnTo>
                      <a:pt x="284" y="184"/>
                    </a:lnTo>
                    <a:lnTo>
                      <a:pt x="285" y="202"/>
                    </a:lnTo>
                    <a:lnTo>
                      <a:pt x="285" y="218"/>
                    </a:lnTo>
                    <a:lnTo>
                      <a:pt x="283" y="236"/>
                    </a:lnTo>
                    <a:lnTo>
                      <a:pt x="279" y="253"/>
                    </a:lnTo>
                    <a:close/>
                  </a:path>
                </a:pathLst>
              </a:custGeom>
              <a:solidFill>
                <a:srgbClr val="8CFF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256" name="Freeform 182"/>
              <p:cNvSpPr>
                <a:spLocks/>
              </p:cNvSpPr>
              <p:nvPr/>
            </p:nvSpPr>
            <p:spPr bwMode="auto">
              <a:xfrm>
                <a:off x="2604" y="1237"/>
                <a:ext cx="125" cy="148"/>
              </a:xfrm>
              <a:custGeom>
                <a:avLst/>
                <a:gdLst>
                  <a:gd name="T0" fmla="*/ 212 w 250"/>
                  <a:gd name="T1" fmla="*/ 245 h 295"/>
                  <a:gd name="T2" fmla="*/ 197 w 250"/>
                  <a:gd name="T3" fmla="*/ 261 h 295"/>
                  <a:gd name="T4" fmla="*/ 179 w 250"/>
                  <a:gd name="T5" fmla="*/ 277 h 295"/>
                  <a:gd name="T6" fmla="*/ 159 w 250"/>
                  <a:gd name="T7" fmla="*/ 290 h 295"/>
                  <a:gd name="T8" fmla="*/ 149 w 250"/>
                  <a:gd name="T9" fmla="*/ 293 h 295"/>
                  <a:gd name="T10" fmla="*/ 139 w 250"/>
                  <a:gd name="T11" fmla="*/ 295 h 295"/>
                  <a:gd name="T12" fmla="*/ 119 w 250"/>
                  <a:gd name="T13" fmla="*/ 291 h 295"/>
                  <a:gd name="T14" fmla="*/ 98 w 250"/>
                  <a:gd name="T15" fmla="*/ 283 h 295"/>
                  <a:gd name="T16" fmla="*/ 79 w 250"/>
                  <a:gd name="T17" fmla="*/ 270 h 295"/>
                  <a:gd name="T18" fmla="*/ 59 w 250"/>
                  <a:gd name="T19" fmla="*/ 254 h 295"/>
                  <a:gd name="T20" fmla="*/ 42 w 250"/>
                  <a:gd name="T21" fmla="*/ 236 h 295"/>
                  <a:gd name="T22" fmla="*/ 27 w 250"/>
                  <a:gd name="T23" fmla="*/ 216 h 295"/>
                  <a:gd name="T24" fmla="*/ 14 w 250"/>
                  <a:gd name="T25" fmla="*/ 197 h 295"/>
                  <a:gd name="T26" fmla="*/ 5 w 250"/>
                  <a:gd name="T27" fmla="*/ 177 h 295"/>
                  <a:gd name="T28" fmla="*/ 0 w 250"/>
                  <a:gd name="T29" fmla="*/ 162 h 295"/>
                  <a:gd name="T30" fmla="*/ 0 w 250"/>
                  <a:gd name="T31" fmla="*/ 144 h 295"/>
                  <a:gd name="T32" fmla="*/ 2 w 250"/>
                  <a:gd name="T33" fmla="*/ 125 h 295"/>
                  <a:gd name="T34" fmla="*/ 5 w 250"/>
                  <a:gd name="T35" fmla="*/ 107 h 295"/>
                  <a:gd name="T36" fmla="*/ 12 w 250"/>
                  <a:gd name="T37" fmla="*/ 88 h 295"/>
                  <a:gd name="T38" fmla="*/ 20 w 250"/>
                  <a:gd name="T39" fmla="*/ 71 h 295"/>
                  <a:gd name="T40" fmla="*/ 29 w 250"/>
                  <a:gd name="T41" fmla="*/ 56 h 295"/>
                  <a:gd name="T42" fmla="*/ 40 w 250"/>
                  <a:gd name="T43" fmla="*/ 43 h 295"/>
                  <a:gd name="T44" fmla="*/ 56 w 250"/>
                  <a:gd name="T45" fmla="*/ 30 h 295"/>
                  <a:gd name="T46" fmla="*/ 74 w 250"/>
                  <a:gd name="T47" fmla="*/ 15 h 295"/>
                  <a:gd name="T48" fmla="*/ 94 w 250"/>
                  <a:gd name="T49" fmla="*/ 4 h 295"/>
                  <a:gd name="T50" fmla="*/ 104 w 250"/>
                  <a:gd name="T51" fmla="*/ 1 h 295"/>
                  <a:gd name="T52" fmla="*/ 113 w 250"/>
                  <a:gd name="T53" fmla="*/ 0 h 295"/>
                  <a:gd name="T54" fmla="*/ 117 w 250"/>
                  <a:gd name="T55" fmla="*/ 1 h 295"/>
                  <a:gd name="T56" fmla="*/ 124 w 250"/>
                  <a:gd name="T57" fmla="*/ 4 h 295"/>
                  <a:gd name="T58" fmla="*/ 134 w 250"/>
                  <a:gd name="T59" fmla="*/ 11 h 295"/>
                  <a:gd name="T60" fmla="*/ 148 w 250"/>
                  <a:gd name="T61" fmla="*/ 19 h 295"/>
                  <a:gd name="T62" fmla="*/ 163 w 250"/>
                  <a:gd name="T63" fmla="*/ 30 h 295"/>
                  <a:gd name="T64" fmla="*/ 179 w 250"/>
                  <a:gd name="T65" fmla="*/ 42 h 295"/>
                  <a:gd name="T66" fmla="*/ 195 w 250"/>
                  <a:gd name="T67" fmla="*/ 56 h 295"/>
                  <a:gd name="T68" fmla="*/ 211 w 250"/>
                  <a:gd name="T69" fmla="*/ 72 h 295"/>
                  <a:gd name="T70" fmla="*/ 225 w 250"/>
                  <a:gd name="T71" fmla="*/ 89 h 295"/>
                  <a:gd name="T72" fmla="*/ 237 w 250"/>
                  <a:gd name="T73" fmla="*/ 109 h 295"/>
                  <a:gd name="T74" fmla="*/ 246 w 250"/>
                  <a:gd name="T75" fmla="*/ 129 h 295"/>
                  <a:gd name="T76" fmla="*/ 250 w 250"/>
                  <a:gd name="T77" fmla="*/ 151 h 295"/>
                  <a:gd name="T78" fmla="*/ 249 w 250"/>
                  <a:gd name="T79" fmla="*/ 172 h 295"/>
                  <a:gd name="T80" fmla="*/ 243 w 250"/>
                  <a:gd name="T81" fmla="*/ 197 h 295"/>
                  <a:gd name="T82" fmla="*/ 239 w 250"/>
                  <a:gd name="T83" fmla="*/ 208 h 295"/>
                  <a:gd name="T84" fmla="*/ 232 w 250"/>
                  <a:gd name="T85" fmla="*/ 220 h 295"/>
                  <a:gd name="T86" fmla="*/ 223 w 250"/>
                  <a:gd name="T87" fmla="*/ 232 h 295"/>
                  <a:gd name="T88" fmla="*/ 212 w 250"/>
                  <a:gd name="T89" fmla="*/ 245 h 2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250" h="295">
                    <a:moveTo>
                      <a:pt x="212" y="245"/>
                    </a:moveTo>
                    <a:lnTo>
                      <a:pt x="197" y="261"/>
                    </a:lnTo>
                    <a:lnTo>
                      <a:pt x="179" y="277"/>
                    </a:lnTo>
                    <a:lnTo>
                      <a:pt x="159" y="290"/>
                    </a:lnTo>
                    <a:lnTo>
                      <a:pt x="149" y="293"/>
                    </a:lnTo>
                    <a:lnTo>
                      <a:pt x="139" y="295"/>
                    </a:lnTo>
                    <a:lnTo>
                      <a:pt x="119" y="291"/>
                    </a:lnTo>
                    <a:lnTo>
                      <a:pt x="98" y="283"/>
                    </a:lnTo>
                    <a:lnTo>
                      <a:pt x="79" y="270"/>
                    </a:lnTo>
                    <a:lnTo>
                      <a:pt x="59" y="254"/>
                    </a:lnTo>
                    <a:lnTo>
                      <a:pt x="42" y="236"/>
                    </a:lnTo>
                    <a:lnTo>
                      <a:pt x="27" y="216"/>
                    </a:lnTo>
                    <a:lnTo>
                      <a:pt x="14" y="197"/>
                    </a:lnTo>
                    <a:lnTo>
                      <a:pt x="5" y="177"/>
                    </a:lnTo>
                    <a:lnTo>
                      <a:pt x="0" y="162"/>
                    </a:lnTo>
                    <a:lnTo>
                      <a:pt x="0" y="144"/>
                    </a:lnTo>
                    <a:lnTo>
                      <a:pt x="2" y="125"/>
                    </a:lnTo>
                    <a:lnTo>
                      <a:pt x="5" y="107"/>
                    </a:lnTo>
                    <a:lnTo>
                      <a:pt x="12" y="88"/>
                    </a:lnTo>
                    <a:lnTo>
                      <a:pt x="20" y="71"/>
                    </a:lnTo>
                    <a:lnTo>
                      <a:pt x="29" y="56"/>
                    </a:lnTo>
                    <a:lnTo>
                      <a:pt x="40" y="43"/>
                    </a:lnTo>
                    <a:lnTo>
                      <a:pt x="56" y="30"/>
                    </a:lnTo>
                    <a:lnTo>
                      <a:pt x="74" y="15"/>
                    </a:lnTo>
                    <a:lnTo>
                      <a:pt x="94" y="4"/>
                    </a:lnTo>
                    <a:lnTo>
                      <a:pt x="104" y="1"/>
                    </a:lnTo>
                    <a:lnTo>
                      <a:pt x="113" y="0"/>
                    </a:lnTo>
                    <a:lnTo>
                      <a:pt x="117" y="1"/>
                    </a:lnTo>
                    <a:lnTo>
                      <a:pt x="124" y="4"/>
                    </a:lnTo>
                    <a:lnTo>
                      <a:pt x="134" y="11"/>
                    </a:lnTo>
                    <a:lnTo>
                      <a:pt x="148" y="19"/>
                    </a:lnTo>
                    <a:lnTo>
                      <a:pt x="163" y="30"/>
                    </a:lnTo>
                    <a:lnTo>
                      <a:pt x="179" y="42"/>
                    </a:lnTo>
                    <a:lnTo>
                      <a:pt x="195" y="56"/>
                    </a:lnTo>
                    <a:lnTo>
                      <a:pt x="211" y="72"/>
                    </a:lnTo>
                    <a:lnTo>
                      <a:pt x="225" y="89"/>
                    </a:lnTo>
                    <a:lnTo>
                      <a:pt x="237" y="109"/>
                    </a:lnTo>
                    <a:lnTo>
                      <a:pt x="246" y="129"/>
                    </a:lnTo>
                    <a:lnTo>
                      <a:pt x="250" y="151"/>
                    </a:lnTo>
                    <a:lnTo>
                      <a:pt x="249" y="172"/>
                    </a:lnTo>
                    <a:lnTo>
                      <a:pt x="243" y="197"/>
                    </a:lnTo>
                    <a:lnTo>
                      <a:pt x="239" y="208"/>
                    </a:lnTo>
                    <a:lnTo>
                      <a:pt x="232" y="220"/>
                    </a:lnTo>
                    <a:lnTo>
                      <a:pt x="223" y="232"/>
                    </a:lnTo>
                    <a:lnTo>
                      <a:pt x="212" y="245"/>
                    </a:lnTo>
                    <a:close/>
                  </a:path>
                </a:pathLst>
              </a:custGeom>
              <a:solidFill>
                <a:srgbClr val="8FFF8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257" name="Freeform 183"/>
              <p:cNvSpPr>
                <a:spLocks/>
              </p:cNvSpPr>
              <p:nvPr/>
            </p:nvSpPr>
            <p:spPr bwMode="auto">
              <a:xfrm>
                <a:off x="1591" y="2359"/>
                <a:ext cx="113" cy="97"/>
              </a:xfrm>
              <a:custGeom>
                <a:avLst/>
                <a:gdLst>
                  <a:gd name="T0" fmla="*/ 226 w 227"/>
                  <a:gd name="T1" fmla="*/ 153 h 192"/>
                  <a:gd name="T2" fmla="*/ 211 w 227"/>
                  <a:gd name="T3" fmla="*/ 166 h 192"/>
                  <a:gd name="T4" fmla="*/ 191 w 227"/>
                  <a:gd name="T5" fmla="*/ 176 h 192"/>
                  <a:gd name="T6" fmla="*/ 169 w 227"/>
                  <a:gd name="T7" fmla="*/ 184 h 192"/>
                  <a:gd name="T8" fmla="*/ 146 w 227"/>
                  <a:gd name="T9" fmla="*/ 190 h 192"/>
                  <a:gd name="T10" fmla="*/ 122 w 227"/>
                  <a:gd name="T11" fmla="*/ 192 h 192"/>
                  <a:gd name="T12" fmla="*/ 98 w 227"/>
                  <a:gd name="T13" fmla="*/ 192 h 192"/>
                  <a:gd name="T14" fmla="*/ 76 w 227"/>
                  <a:gd name="T15" fmla="*/ 190 h 192"/>
                  <a:gd name="T16" fmla="*/ 56 w 227"/>
                  <a:gd name="T17" fmla="*/ 184 h 192"/>
                  <a:gd name="T18" fmla="*/ 45 w 227"/>
                  <a:gd name="T19" fmla="*/ 178 h 192"/>
                  <a:gd name="T20" fmla="*/ 36 w 227"/>
                  <a:gd name="T21" fmla="*/ 168 h 192"/>
                  <a:gd name="T22" fmla="*/ 28 w 227"/>
                  <a:gd name="T23" fmla="*/ 156 h 192"/>
                  <a:gd name="T24" fmla="*/ 21 w 227"/>
                  <a:gd name="T25" fmla="*/ 143 h 192"/>
                  <a:gd name="T26" fmla="*/ 9 w 227"/>
                  <a:gd name="T27" fmla="*/ 113 h 192"/>
                  <a:gd name="T28" fmla="*/ 2 w 227"/>
                  <a:gd name="T29" fmla="*/ 85 h 192"/>
                  <a:gd name="T30" fmla="*/ 1 w 227"/>
                  <a:gd name="T31" fmla="*/ 75 h 192"/>
                  <a:gd name="T32" fmla="*/ 0 w 227"/>
                  <a:gd name="T33" fmla="*/ 63 h 192"/>
                  <a:gd name="T34" fmla="*/ 1 w 227"/>
                  <a:gd name="T35" fmla="*/ 38 h 192"/>
                  <a:gd name="T36" fmla="*/ 2 w 227"/>
                  <a:gd name="T37" fmla="*/ 26 h 192"/>
                  <a:gd name="T38" fmla="*/ 7 w 227"/>
                  <a:gd name="T39" fmla="*/ 16 h 192"/>
                  <a:gd name="T40" fmla="*/ 12 w 227"/>
                  <a:gd name="T41" fmla="*/ 8 h 192"/>
                  <a:gd name="T42" fmla="*/ 20 w 227"/>
                  <a:gd name="T43" fmla="*/ 3 h 192"/>
                  <a:gd name="T44" fmla="*/ 30 w 227"/>
                  <a:gd name="T45" fmla="*/ 1 h 192"/>
                  <a:gd name="T46" fmla="*/ 42 w 227"/>
                  <a:gd name="T47" fmla="*/ 0 h 192"/>
                  <a:gd name="T48" fmla="*/ 65 w 227"/>
                  <a:gd name="T49" fmla="*/ 3 h 192"/>
                  <a:gd name="T50" fmla="*/ 89 w 227"/>
                  <a:gd name="T51" fmla="*/ 11 h 192"/>
                  <a:gd name="T52" fmla="*/ 114 w 227"/>
                  <a:gd name="T53" fmla="*/ 24 h 192"/>
                  <a:gd name="T54" fmla="*/ 137 w 227"/>
                  <a:gd name="T55" fmla="*/ 39 h 192"/>
                  <a:gd name="T56" fmla="*/ 160 w 227"/>
                  <a:gd name="T57" fmla="*/ 55 h 192"/>
                  <a:gd name="T58" fmla="*/ 182 w 227"/>
                  <a:gd name="T59" fmla="*/ 71 h 192"/>
                  <a:gd name="T60" fmla="*/ 202 w 227"/>
                  <a:gd name="T61" fmla="*/ 85 h 192"/>
                  <a:gd name="T62" fmla="*/ 204 w 227"/>
                  <a:gd name="T63" fmla="*/ 88 h 192"/>
                  <a:gd name="T64" fmla="*/ 209 w 227"/>
                  <a:gd name="T65" fmla="*/ 95 h 192"/>
                  <a:gd name="T66" fmla="*/ 218 w 227"/>
                  <a:gd name="T67" fmla="*/ 116 h 192"/>
                  <a:gd name="T68" fmla="*/ 226 w 227"/>
                  <a:gd name="T69" fmla="*/ 139 h 192"/>
                  <a:gd name="T70" fmla="*/ 227 w 227"/>
                  <a:gd name="T71" fmla="*/ 147 h 192"/>
                  <a:gd name="T72" fmla="*/ 226 w 227"/>
                  <a:gd name="T73" fmla="*/ 153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227" h="192">
                    <a:moveTo>
                      <a:pt x="226" y="153"/>
                    </a:moveTo>
                    <a:lnTo>
                      <a:pt x="211" y="166"/>
                    </a:lnTo>
                    <a:lnTo>
                      <a:pt x="191" y="176"/>
                    </a:lnTo>
                    <a:lnTo>
                      <a:pt x="169" y="184"/>
                    </a:lnTo>
                    <a:lnTo>
                      <a:pt x="146" y="190"/>
                    </a:lnTo>
                    <a:lnTo>
                      <a:pt x="122" y="192"/>
                    </a:lnTo>
                    <a:lnTo>
                      <a:pt x="98" y="192"/>
                    </a:lnTo>
                    <a:lnTo>
                      <a:pt x="76" y="190"/>
                    </a:lnTo>
                    <a:lnTo>
                      <a:pt x="56" y="184"/>
                    </a:lnTo>
                    <a:lnTo>
                      <a:pt x="45" y="178"/>
                    </a:lnTo>
                    <a:lnTo>
                      <a:pt x="36" y="168"/>
                    </a:lnTo>
                    <a:lnTo>
                      <a:pt x="28" y="156"/>
                    </a:lnTo>
                    <a:lnTo>
                      <a:pt x="21" y="143"/>
                    </a:lnTo>
                    <a:lnTo>
                      <a:pt x="9" y="113"/>
                    </a:lnTo>
                    <a:lnTo>
                      <a:pt x="2" y="85"/>
                    </a:lnTo>
                    <a:lnTo>
                      <a:pt x="1" y="75"/>
                    </a:lnTo>
                    <a:lnTo>
                      <a:pt x="0" y="63"/>
                    </a:lnTo>
                    <a:lnTo>
                      <a:pt x="1" y="38"/>
                    </a:lnTo>
                    <a:lnTo>
                      <a:pt x="2" y="26"/>
                    </a:lnTo>
                    <a:lnTo>
                      <a:pt x="7" y="16"/>
                    </a:lnTo>
                    <a:lnTo>
                      <a:pt x="12" y="8"/>
                    </a:lnTo>
                    <a:lnTo>
                      <a:pt x="20" y="3"/>
                    </a:lnTo>
                    <a:lnTo>
                      <a:pt x="30" y="1"/>
                    </a:lnTo>
                    <a:lnTo>
                      <a:pt x="42" y="0"/>
                    </a:lnTo>
                    <a:lnTo>
                      <a:pt x="65" y="3"/>
                    </a:lnTo>
                    <a:lnTo>
                      <a:pt x="89" y="11"/>
                    </a:lnTo>
                    <a:lnTo>
                      <a:pt x="114" y="24"/>
                    </a:lnTo>
                    <a:lnTo>
                      <a:pt x="137" y="39"/>
                    </a:lnTo>
                    <a:lnTo>
                      <a:pt x="160" y="55"/>
                    </a:lnTo>
                    <a:lnTo>
                      <a:pt x="182" y="71"/>
                    </a:lnTo>
                    <a:lnTo>
                      <a:pt x="202" y="85"/>
                    </a:lnTo>
                    <a:lnTo>
                      <a:pt x="204" y="88"/>
                    </a:lnTo>
                    <a:lnTo>
                      <a:pt x="209" y="95"/>
                    </a:lnTo>
                    <a:lnTo>
                      <a:pt x="218" y="116"/>
                    </a:lnTo>
                    <a:lnTo>
                      <a:pt x="226" y="139"/>
                    </a:lnTo>
                    <a:lnTo>
                      <a:pt x="227" y="147"/>
                    </a:lnTo>
                    <a:lnTo>
                      <a:pt x="226" y="153"/>
                    </a:lnTo>
                    <a:close/>
                  </a:path>
                </a:pathLst>
              </a:custGeom>
              <a:solidFill>
                <a:srgbClr val="8FFF8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258" name="Freeform 184"/>
              <p:cNvSpPr>
                <a:spLocks/>
              </p:cNvSpPr>
              <p:nvPr/>
            </p:nvSpPr>
            <p:spPr bwMode="auto">
              <a:xfrm>
                <a:off x="2640" y="1262"/>
                <a:ext cx="55" cy="99"/>
              </a:xfrm>
              <a:custGeom>
                <a:avLst/>
                <a:gdLst>
                  <a:gd name="T0" fmla="*/ 64 w 109"/>
                  <a:gd name="T1" fmla="*/ 196 h 197"/>
                  <a:gd name="T2" fmla="*/ 63 w 109"/>
                  <a:gd name="T3" fmla="*/ 197 h 197"/>
                  <a:gd name="T4" fmla="*/ 54 w 109"/>
                  <a:gd name="T5" fmla="*/ 195 h 197"/>
                  <a:gd name="T6" fmla="*/ 45 w 109"/>
                  <a:gd name="T7" fmla="*/ 190 h 197"/>
                  <a:gd name="T8" fmla="*/ 37 w 109"/>
                  <a:gd name="T9" fmla="*/ 182 h 197"/>
                  <a:gd name="T10" fmla="*/ 29 w 109"/>
                  <a:gd name="T11" fmla="*/ 172 h 197"/>
                  <a:gd name="T12" fmla="*/ 16 w 109"/>
                  <a:gd name="T13" fmla="*/ 149 h 197"/>
                  <a:gd name="T14" fmla="*/ 10 w 109"/>
                  <a:gd name="T15" fmla="*/ 138 h 197"/>
                  <a:gd name="T16" fmla="*/ 6 w 109"/>
                  <a:gd name="T17" fmla="*/ 128 h 197"/>
                  <a:gd name="T18" fmla="*/ 1 w 109"/>
                  <a:gd name="T19" fmla="*/ 113 h 197"/>
                  <a:gd name="T20" fmla="*/ 0 w 109"/>
                  <a:gd name="T21" fmla="*/ 96 h 197"/>
                  <a:gd name="T22" fmla="*/ 0 w 109"/>
                  <a:gd name="T23" fmla="*/ 61 h 197"/>
                  <a:gd name="T24" fmla="*/ 0 w 109"/>
                  <a:gd name="T25" fmla="*/ 52 h 197"/>
                  <a:gd name="T26" fmla="*/ 3 w 109"/>
                  <a:gd name="T27" fmla="*/ 42 h 197"/>
                  <a:gd name="T28" fmla="*/ 8 w 109"/>
                  <a:gd name="T29" fmla="*/ 32 h 197"/>
                  <a:gd name="T30" fmla="*/ 14 w 109"/>
                  <a:gd name="T31" fmla="*/ 22 h 197"/>
                  <a:gd name="T32" fmla="*/ 21 w 109"/>
                  <a:gd name="T33" fmla="*/ 14 h 197"/>
                  <a:gd name="T34" fmla="*/ 29 w 109"/>
                  <a:gd name="T35" fmla="*/ 7 h 197"/>
                  <a:gd name="T36" fmla="*/ 37 w 109"/>
                  <a:gd name="T37" fmla="*/ 2 h 197"/>
                  <a:gd name="T38" fmla="*/ 46 w 109"/>
                  <a:gd name="T39" fmla="*/ 0 h 197"/>
                  <a:gd name="T40" fmla="*/ 54 w 109"/>
                  <a:gd name="T41" fmla="*/ 1 h 197"/>
                  <a:gd name="T42" fmla="*/ 61 w 109"/>
                  <a:gd name="T43" fmla="*/ 4 h 197"/>
                  <a:gd name="T44" fmla="*/ 74 w 109"/>
                  <a:gd name="T45" fmla="*/ 14 h 197"/>
                  <a:gd name="T46" fmla="*/ 84 w 109"/>
                  <a:gd name="T47" fmla="*/ 29 h 197"/>
                  <a:gd name="T48" fmla="*/ 92 w 109"/>
                  <a:gd name="T49" fmla="*/ 47 h 197"/>
                  <a:gd name="T50" fmla="*/ 99 w 109"/>
                  <a:gd name="T51" fmla="*/ 68 h 197"/>
                  <a:gd name="T52" fmla="*/ 103 w 109"/>
                  <a:gd name="T53" fmla="*/ 90 h 197"/>
                  <a:gd name="T54" fmla="*/ 107 w 109"/>
                  <a:gd name="T55" fmla="*/ 111 h 197"/>
                  <a:gd name="T56" fmla="*/ 109 w 109"/>
                  <a:gd name="T57" fmla="*/ 128 h 197"/>
                  <a:gd name="T58" fmla="*/ 109 w 109"/>
                  <a:gd name="T59" fmla="*/ 137 h 197"/>
                  <a:gd name="T60" fmla="*/ 106 w 109"/>
                  <a:gd name="T61" fmla="*/ 146 h 197"/>
                  <a:gd name="T62" fmla="*/ 94 w 109"/>
                  <a:gd name="T63" fmla="*/ 165 h 197"/>
                  <a:gd name="T64" fmla="*/ 79 w 109"/>
                  <a:gd name="T65" fmla="*/ 181 h 197"/>
                  <a:gd name="T66" fmla="*/ 64 w 109"/>
                  <a:gd name="T67" fmla="*/ 196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09" h="197">
                    <a:moveTo>
                      <a:pt x="64" y="196"/>
                    </a:moveTo>
                    <a:lnTo>
                      <a:pt x="63" y="197"/>
                    </a:lnTo>
                    <a:lnTo>
                      <a:pt x="54" y="195"/>
                    </a:lnTo>
                    <a:lnTo>
                      <a:pt x="45" y="190"/>
                    </a:lnTo>
                    <a:lnTo>
                      <a:pt x="37" y="182"/>
                    </a:lnTo>
                    <a:lnTo>
                      <a:pt x="29" y="172"/>
                    </a:lnTo>
                    <a:lnTo>
                      <a:pt x="16" y="149"/>
                    </a:lnTo>
                    <a:lnTo>
                      <a:pt x="10" y="138"/>
                    </a:lnTo>
                    <a:lnTo>
                      <a:pt x="6" y="128"/>
                    </a:lnTo>
                    <a:lnTo>
                      <a:pt x="1" y="113"/>
                    </a:lnTo>
                    <a:lnTo>
                      <a:pt x="0" y="96"/>
                    </a:lnTo>
                    <a:lnTo>
                      <a:pt x="0" y="61"/>
                    </a:lnTo>
                    <a:lnTo>
                      <a:pt x="0" y="52"/>
                    </a:lnTo>
                    <a:lnTo>
                      <a:pt x="3" y="42"/>
                    </a:lnTo>
                    <a:lnTo>
                      <a:pt x="8" y="32"/>
                    </a:lnTo>
                    <a:lnTo>
                      <a:pt x="14" y="22"/>
                    </a:lnTo>
                    <a:lnTo>
                      <a:pt x="21" y="14"/>
                    </a:lnTo>
                    <a:lnTo>
                      <a:pt x="29" y="7"/>
                    </a:lnTo>
                    <a:lnTo>
                      <a:pt x="37" y="2"/>
                    </a:lnTo>
                    <a:lnTo>
                      <a:pt x="46" y="0"/>
                    </a:lnTo>
                    <a:lnTo>
                      <a:pt x="54" y="1"/>
                    </a:lnTo>
                    <a:lnTo>
                      <a:pt x="61" y="4"/>
                    </a:lnTo>
                    <a:lnTo>
                      <a:pt x="74" y="14"/>
                    </a:lnTo>
                    <a:lnTo>
                      <a:pt x="84" y="29"/>
                    </a:lnTo>
                    <a:lnTo>
                      <a:pt x="92" y="47"/>
                    </a:lnTo>
                    <a:lnTo>
                      <a:pt x="99" y="68"/>
                    </a:lnTo>
                    <a:lnTo>
                      <a:pt x="103" y="90"/>
                    </a:lnTo>
                    <a:lnTo>
                      <a:pt x="107" y="111"/>
                    </a:lnTo>
                    <a:lnTo>
                      <a:pt x="109" y="128"/>
                    </a:lnTo>
                    <a:lnTo>
                      <a:pt x="109" y="137"/>
                    </a:lnTo>
                    <a:lnTo>
                      <a:pt x="106" y="146"/>
                    </a:lnTo>
                    <a:lnTo>
                      <a:pt x="94" y="165"/>
                    </a:lnTo>
                    <a:lnTo>
                      <a:pt x="79" y="181"/>
                    </a:lnTo>
                    <a:lnTo>
                      <a:pt x="64" y="196"/>
                    </a:lnTo>
                    <a:close/>
                  </a:path>
                </a:pathLst>
              </a:custGeom>
              <a:solidFill>
                <a:srgbClr val="92FF9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259" name="Freeform 185"/>
              <p:cNvSpPr>
                <a:spLocks/>
              </p:cNvSpPr>
              <p:nvPr/>
            </p:nvSpPr>
            <p:spPr bwMode="auto">
              <a:xfrm>
                <a:off x="2227" y="197"/>
                <a:ext cx="13" cy="1"/>
              </a:xfrm>
              <a:custGeom>
                <a:avLst/>
                <a:gdLst>
                  <a:gd name="T0" fmla="*/ 25 w 25"/>
                  <a:gd name="T1" fmla="*/ 0 w 25"/>
                  <a:gd name="T2" fmla="*/ 25 w 25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5">
                    <a:moveTo>
                      <a:pt x="25" y="0"/>
                    </a:moveTo>
                    <a:lnTo>
                      <a:pt x="0" y="0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007E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260" name="Freeform 186"/>
              <p:cNvSpPr>
                <a:spLocks/>
              </p:cNvSpPr>
              <p:nvPr/>
            </p:nvSpPr>
            <p:spPr bwMode="auto">
              <a:xfrm>
                <a:off x="1608" y="2401"/>
                <a:ext cx="2" cy="3"/>
              </a:xfrm>
              <a:custGeom>
                <a:avLst/>
                <a:gdLst>
                  <a:gd name="T0" fmla="*/ 2 w 4"/>
                  <a:gd name="T1" fmla="*/ 7 h 7"/>
                  <a:gd name="T2" fmla="*/ 0 w 4"/>
                  <a:gd name="T3" fmla="*/ 0 h 7"/>
                  <a:gd name="T4" fmla="*/ 3 w 4"/>
                  <a:gd name="T5" fmla="*/ 1 h 7"/>
                  <a:gd name="T6" fmla="*/ 4 w 4"/>
                  <a:gd name="T7" fmla="*/ 2 h 7"/>
                  <a:gd name="T8" fmla="*/ 2 w 4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7">
                    <a:moveTo>
                      <a:pt x="2" y="7"/>
                    </a:moveTo>
                    <a:lnTo>
                      <a:pt x="0" y="0"/>
                    </a:lnTo>
                    <a:lnTo>
                      <a:pt x="3" y="1"/>
                    </a:lnTo>
                    <a:lnTo>
                      <a:pt x="4" y="2"/>
                    </a:lnTo>
                    <a:lnTo>
                      <a:pt x="2" y="7"/>
                    </a:lnTo>
                    <a:close/>
                  </a:path>
                </a:pathLst>
              </a:custGeom>
              <a:solidFill>
                <a:srgbClr val="92FF9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261" name="Freeform 187"/>
              <p:cNvSpPr>
                <a:spLocks/>
              </p:cNvSpPr>
              <p:nvPr/>
            </p:nvSpPr>
            <p:spPr bwMode="auto">
              <a:xfrm>
                <a:off x="2227" y="197"/>
                <a:ext cx="1553" cy="3106"/>
              </a:xfrm>
              <a:custGeom>
                <a:avLst/>
                <a:gdLst>
                  <a:gd name="T0" fmla="*/ 3084 w 3107"/>
                  <a:gd name="T1" fmla="*/ 3487 h 6213"/>
                  <a:gd name="T2" fmla="*/ 2984 w 3107"/>
                  <a:gd name="T3" fmla="*/ 3972 h 6213"/>
                  <a:gd name="T4" fmla="*/ 2813 w 3107"/>
                  <a:gd name="T5" fmla="*/ 4426 h 6213"/>
                  <a:gd name="T6" fmla="*/ 2576 w 3107"/>
                  <a:gd name="T7" fmla="*/ 4843 h 6213"/>
                  <a:gd name="T8" fmla="*/ 2278 w 3107"/>
                  <a:gd name="T9" fmla="*/ 5216 h 6213"/>
                  <a:gd name="T10" fmla="*/ 1929 w 3107"/>
                  <a:gd name="T11" fmla="*/ 5541 h 6213"/>
                  <a:gd name="T12" fmla="*/ 1533 w 3107"/>
                  <a:gd name="T13" fmla="*/ 5809 h 6213"/>
                  <a:gd name="T14" fmla="*/ 1097 w 3107"/>
                  <a:gd name="T15" fmla="*/ 6014 h 6213"/>
                  <a:gd name="T16" fmla="*/ 625 w 3107"/>
                  <a:gd name="T17" fmla="*/ 6150 h 6213"/>
                  <a:gd name="T18" fmla="*/ 128 w 3107"/>
                  <a:gd name="T19" fmla="*/ 6211 h 6213"/>
                  <a:gd name="T20" fmla="*/ 230 w 3107"/>
                  <a:gd name="T21" fmla="*/ 6204 h 6213"/>
                  <a:gd name="T22" fmla="*/ 531 w 3107"/>
                  <a:gd name="T23" fmla="*/ 6165 h 6213"/>
                  <a:gd name="T24" fmla="*/ 821 w 3107"/>
                  <a:gd name="T25" fmla="*/ 6095 h 6213"/>
                  <a:gd name="T26" fmla="*/ 1100 w 3107"/>
                  <a:gd name="T27" fmla="*/ 5997 h 6213"/>
                  <a:gd name="T28" fmla="*/ 1365 w 3107"/>
                  <a:gd name="T29" fmla="*/ 5873 h 6213"/>
                  <a:gd name="T30" fmla="*/ 1677 w 3107"/>
                  <a:gd name="T31" fmla="*/ 5683 h 6213"/>
                  <a:gd name="T32" fmla="*/ 1907 w 3107"/>
                  <a:gd name="T33" fmla="*/ 5503 h 6213"/>
                  <a:gd name="T34" fmla="*/ 2121 w 3107"/>
                  <a:gd name="T35" fmla="*/ 5303 h 6213"/>
                  <a:gd name="T36" fmla="*/ 2314 w 3107"/>
                  <a:gd name="T37" fmla="*/ 5083 h 6213"/>
                  <a:gd name="T38" fmla="*/ 2487 w 3107"/>
                  <a:gd name="T39" fmla="*/ 4843 h 6213"/>
                  <a:gd name="T40" fmla="*/ 2638 w 3107"/>
                  <a:gd name="T41" fmla="*/ 4587 h 6213"/>
                  <a:gd name="T42" fmla="*/ 2763 w 3107"/>
                  <a:gd name="T43" fmla="*/ 4316 h 6213"/>
                  <a:gd name="T44" fmla="*/ 2865 w 3107"/>
                  <a:gd name="T45" fmla="*/ 4030 h 6213"/>
                  <a:gd name="T46" fmla="*/ 2938 w 3107"/>
                  <a:gd name="T47" fmla="*/ 3733 h 6213"/>
                  <a:gd name="T48" fmla="*/ 2984 w 3107"/>
                  <a:gd name="T49" fmla="*/ 3424 h 6213"/>
                  <a:gd name="T50" fmla="*/ 2999 w 3107"/>
                  <a:gd name="T51" fmla="*/ 3106 h 6213"/>
                  <a:gd name="T52" fmla="*/ 2984 w 3107"/>
                  <a:gd name="T53" fmla="*/ 2788 h 6213"/>
                  <a:gd name="T54" fmla="*/ 2938 w 3107"/>
                  <a:gd name="T55" fmla="*/ 2480 h 6213"/>
                  <a:gd name="T56" fmla="*/ 2865 w 3107"/>
                  <a:gd name="T57" fmla="*/ 2182 h 6213"/>
                  <a:gd name="T58" fmla="*/ 2763 w 3107"/>
                  <a:gd name="T59" fmla="*/ 1897 h 6213"/>
                  <a:gd name="T60" fmla="*/ 2638 w 3107"/>
                  <a:gd name="T61" fmla="*/ 1626 h 6213"/>
                  <a:gd name="T62" fmla="*/ 2447 w 3107"/>
                  <a:gd name="T63" fmla="*/ 1308 h 6213"/>
                  <a:gd name="T64" fmla="*/ 2268 w 3107"/>
                  <a:gd name="T65" fmla="*/ 1074 h 6213"/>
                  <a:gd name="T66" fmla="*/ 2017 w 3107"/>
                  <a:gd name="T67" fmla="*/ 806 h 6213"/>
                  <a:gd name="T68" fmla="*/ 1736 w 3107"/>
                  <a:gd name="T69" fmla="*/ 573 h 6213"/>
                  <a:gd name="T70" fmla="*/ 1429 w 3107"/>
                  <a:gd name="T71" fmla="*/ 374 h 6213"/>
                  <a:gd name="T72" fmla="*/ 1168 w 3107"/>
                  <a:gd name="T73" fmla="*/ 244 h 6213"/>
                  <a:gd name="T74" fmla="*/ 891 w 3107"/>
                  <a:gd name="T75" fmla="*/ 139 h 6213"/>
                  <a:gd name="T76" fmla="*/ 605 w 3107"/>
                  <a:gd name="T77" fmla="*/ 63 h 6213"/>
                  <a:gd name="T78" fmla="*/ 306 w 3107"/>
                  <a:gd name="T79" fmla="*/ 16 h 6213"/>
                  <a:gd name="T80" fmla="*/ 0 w 3107"/>
                  <a:gd name="T81" fmla="*/ 0 h 6213"/>
                  <a:gd name="T82" fmla="*/ 504 w 3107"/>
                  <a:gd name="T83" fmla="*/ 42 h 6213"/>
                  <a:gd name="T84" fmla="*/ 982 w 3107"/>
                  <a:gd name="T85" fmla="*/ 159 h 6213"/>
                  <a:gd name="T86" fmla="*/ 1427 w 3107"/>
                  <a:gd name="T87" fmla="*/ 347 h 6213"/>
                  <a:gd name="T88" fmla="*/ 1835 w 3107"/>
                  <a:gd name="T89" fmla="*/ 600 h 6213"/>
                  <a:gd name="T90" fmla="*/ 2197 w 3107"/>
                  <a:gd name="T91" fmla="*/ 910 h 6213"/>
                  <a:gd name="T92" fmla="*/ 2508 w 3107"/>
                  <a:gd name="T93" fmla="*/ 1272 h 6213"/>
                  <a:gd name="T94" fmla="*/ 2760 w 3107"/>
                  <a:gd name="T95" fmla="*/ 1680 h 6213"/>
                  <a:gd name="T96" fmla="*/ 2948 w 3107"/>
                  <a:gd name="T97" fmla="*/ 2124 h 6213"/>
                  <a:gd name="T98" fmla="*/ 3066 w 3107"/>
                  <a:gd name="T99" fmla="*/ 2602 h 6213"/>
                  <a:gd name="T100" fmla="*/ 3107 w 3107"/>
                  <a:gd name="T101" fmla="*/ 3106 h 6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3107" h="6213">
                    <a:moveTo>
                      <a:pt x="3107" y="3106"/>
                    </a:moveTo>
                    <a:lnTo>
                      <a:pt x="3104" y="3234"/>
                    </a:lnTo>
                    <a:lnTo>
                      <a:pt x="3096" y="3362"/>
                    </a:lnTo>
                    <a:lnTo>
                      <a:pt x="3084" y="3487"/>
                    </a:lnTo>
                    <a:lnTo>
                      <a:pt x="3066" y="3610"/>
                    </a:lnTo>
                    <a:lnTo>
                      <a:pt x="3043" y="3733"/>
                    </a:lnTo>
                    <a:lnTo>
                      <a:pt x="3016" y="3854"/>
                    </a:lnTo>
                    <a:lnTo>
                      <a:pt x="2984" y="3972"/>
                    </a:lnTo>
                    <a:lnTo>
                      <a:pt x="2948" y="4089"/>
                    </a:lnTo>
                    <a:lnTo>
                      <a:pt x="2907" y="4204"/>
                    </a:lnTo>
                    <a:lnTo>
                      <a:pt x="2862" y="4316"/>
                    </a:lnTo>
                    <a:lnTo>
                      <a:pt x="2813" y="4426"/>
                    </a:lnTo>
                    <a:lnTo>
                      <a:pt x="2760" y="4534"/>
                    </a:lnTo>
                    <a:lnTo>
                      <a:pt x="2702" y="4640"/>
                    </a:lnTo>
                    <a:lnTo>
                      <a:pt x="2640" y="4743"/>
                    </a:lnTo>
                    <a:lnTo>
                      <a:pt x="2576" y="4843"/>
                    </a:lnTo>
                    <a:lnTo>
                      <a:pt x="2506" y="4941"/>
                    </a:lnTo>
                    <a:lnTo>
                      <a:pt x="2434" y="5037"/>
                    </a:lnTo>
                    <a:lnTo>
                      <a:pt x="2358" y="5128"/>
                    </a:lnTo>
                    <a:lnTo>
                      <a:pt x="2278" y="5216"/>
                    </a:lnTo>
                    <a:lnTo>
                      <a:pt x="2195" y="5303"/>
                    </a:lnTo>
                    <a:lnTo>
                      <a:pt x="2110" y="5386"/>
                    </a:lnTo>
                    <a:lnTo>
                      <a:pt x="2021" y="5465"/>
                    </a:lnTo>
                    <a:lnTo>
                      <a:pt x="1929" y="5541"/>
                    </a:lnTo>
                    <a:lnTo>
                      <a:pt x="1834" y="5614"/>
                    </a:lnTo>
                    <a:lnTo>
                      <a:pt x="1736" y="5683"/>
                    </a:lnTo>
                    <a:lnTo>
                      <a:pt x="1636" y="5747"/>
                    </a:lnTo>
                    <a:lnTo>
                      <a:pt x="1533" y="5809"/>
                    </a:lnTo>
                    <a:lnTo>
                      <a:pt x="1427" y="5866"/>
                    </a:lnTo>
                    <a:lnTo>
                      <a:pt x="1319" y="5919"/>
                    </a:lnTo>
                    <a:lnTo>
                      <a:pt x="1208" y="5969"/>
                    </a:lnTo>
                    <a:lnTo>
                      <a:pt x="1097" y="6014"/>
                    </a:lnTo>
                    <a:lnTo>
                      <a:pt x="981" y="6054"/>
                    </a:lnTo>
                    <a:lnTo>
                      <a:pt x="865" y="6091"/>
                    </a:lnTo>
                    <a:lnTo>
                      <a:pt x="746" y="6122"/>
                    </a:lnTo>
                    <a:lnTo>
                      <a:pt x="625" y="6150"/>
                    </a:lnTo>
                    <a:lnTo>
                      <a:pt x="503" y="6171"/>
                    </a:lnTo>
                    <a:lnTo>
                      <a:pt x="380" y="6190"/>
                    </a:lnTo>
                    <a:lnTo>
                      <a:pt x="254" y="6203"/>
                    </a:lnTo>
                    <a:lnTo>
                      <a:pt x="128" y="6211"/>
                    </a:lnTo>
                    <a:lnTo>
                      <a:pt x="0" y="6213"/>
                    </a:lnTo>
                    <a:lnTo>
                      <a:pt x="77" y="6212"/>
                    </a:lnTo>
                    <a:lnTo>
                      <a:pt x="154" y="6208"/>
                    </a:lnTo>
                    <a:lnTo>
                      <a:pt x="230" y="6204"/>
                    </a:lnTo>
                    <a:lnTo>
                      <a:pt x="306" y="6197"/>
                    </a:lnTo>
                    <a:lnTo>
                      <a:pt x="382" y="6188"/>
                    </a:lnTo>
                    <a:lnTo>
                      <a:pt x="457" y="6177"/>
                    </a:lnTo>
                    <a:lnTo>
                      <a:pt x="531" y="6165"/>
                    </a:lnTo>
                    <a:lnTo>
                      <a:pt x="605" y="6150"/>
                    </a:lnTo>
                    <a:lnTo>
                      <a:pt x="677" y="6133"/>
                    </a:lnTo>
                    <a:lnTo>
                      <a:pt x="750" y="6115"/>
                    </a:lnTo>
                    <a:lnTo>
                      <a:pt x="821" y="6095"/>
                    </a:lnTo>
                    <a:lnTo>
                      <a:pt x="891" y="6074"/>
                    </a:lnTo>
                    <a:lnTo>
                      <a:pt x="962" y="6049"/>
                    </a:lnTo>
                    <a:lnTo>
                      <a:pt x="1031" y="6024"/>
                    </a:lnTo>
                    <a:lnTo>
                      <a:pt x="1100" y="5997"/>
                    </a:lnTo>
                    <a:lnTo>
                      <a:pt x="1168" y="5969"/>
                    </a:lnTo>
                    <a:lnTo>
                      <a:pt x="1235" y="5939"/>
                    </a:lnTo>
                    <a:lnTo>
                      <a:pt x="1300" y="5906"/>
                    </a:lnTo>
                    <a:lnTo>
                      <a:pt x="1365" y="5873"/>
                    </a:lnTo>
                    <a:lnTo>
                      <a:pt x="1429" y="5839"/>
                    </a:lnTo>
                    <a:lnTo>
                      <a:pt x="1493" y="5802"/>
                    </a:lnTo>
                    <a:lnTo>
                      <a:pt x="1555" y="5764"/>
                    </a:lnTo>
                    <a:lnTo>
                      <a:pt x="1677" y="5683"/>
                    </a:lnTo>
                    <a:lnTo>
                      <a:pt x="1736" y="5640"/>
                    </a:lnTo>
                    <a:lnTo>
                      <a:pt x="1795" y="5595"/>
                    </a:lnTo>
                    <a:lnTo>
                      <a:pt x="1852" y="5551"/>
                    </a:lnTo>
                    <a:lnTo>
                      <a:pt x="1907" y="5503"/>
                    </a:lnTo>
                    <a:lnTo>
                      <a:pt x="1963" y="5455"/>
                    </a:lnTo>
                    <a:lnTo>
                      <a:pt x="2017" y="5406"/>
                    </a:lnTo>
                    <a:lnTo>
                      <a:pt x="2070" y="5355"/>
                    </a:lnTo>
                    <a:lnTo>
                      <a:pt x="2121" y="5303"/>
                    </a:lnTo>
                    <a:lnTo>
                      <a:pt x="2171" y="5250"/>
                    </a:lnTo>
                    <a:lnTo>
                      <a:pt x="2220" y="5196"/>
                    </a:lnTo>
                    <a:lnTo>
                      <a:pt x="2268" y="5139"/>
                    </a:lnTo>
                    <a:lnTo>
                      <a:pt x="2314" y="5083"/>
                    </a:lnTo>
                    <a:lnTo>
                      <a:pt x="2360" y="5024"/>
                    </a:lnTo>
                    <a:lnTo>
                      <a:pt x="2404" y="4965"/>
                    </a:lnTo>
                    <a:lnTo>
                      <a:pt x="2447" y="4904"/>
                    </a:lnTo>
                    <a:lnTo>
                      <a:pt x="2487" y="4843"/>
                    </a:lnTo>
                    <a:lnTo>
                      <a:pt x="2527" y="4781"/>
                    </a:lnTo>
                    <a:lnTo>
                      <a:pt x="2565" y="4718"/>
                    </a:lnTo>
                    <a:lnTo>
                      <a:pt x="2602" y="4653"/>
                    </a:lnTo>
                    <a:lnTo>
                      <a:pt x="2638" y="4587"/>
                    </a:lnTo>
                    <a:lnTo>
                      <a:pt x="2671" y="4521"/>
                    </a:lnTo>
                    <a:lnTo>
                      <a:pt x="2703" y="4453"/>
                    </a:lnTo>
                    <a:lnTo>
                      <a:pt x="2735" y="4385"/>
                    </a:lnTo>
                    <a:lnTo>
                      <a:pt x="2763" y="4316"/>
                    </a:lnTo>
                    <a:lnTo>
                      <a:pt x="2791" y="4245"/>
                    </a:lnTo>
                    <a:lnTo>
                      <a:pt x="2817" y="4175"/>
                    </a:lnTo>
                    <a:lnTo>
                      <a:pt x="2842" y="4102"/>
                    </a:lnTo>
                    <a:lnTo>
                      <a:pt x="2865" y="4030"/>
                    </a:lnTo>
                    <a:lnTo>
                      <a:pt x="2885" y="3957"/>
                    </a:lnTo>
                    <a:lnTo>
                      <a:pt x="2905" y="3882"/>
                    </a:lnTo>
                    <a:lnTo>
                      <a:pt x="2922" y="3807"/>
                    </a:lnTo>
                    <a:lnTo>
                      <a:pt x="2938" y="3733"/>
                    </a:lnTo>
                    <a:lnTo>
                      <a:pt x="2952" y="3657"/>
                    </a:lnTo>
                    <a:lnTo>
                      <a:pt x="2965" y="3579"/>
                    </a:lnTo>
                    <a:lnTo>
                      <a:pt x="2975" y="3502"/>
                    </a:lnTo>
                    <a:lnTo>
                      <a:pt x="2984" y="3424"/>
                    </a:lnTo>
                    <a:lnTo>
                      <a:pt x="2990" y="3346"/>
                    </a:lnTo>
                    <a:lnTo>
                      <a:pt x="2996" y="3266"/>
                    </a:lnTo>
                    <a:lnTo>
                      <a:pt x="2998" y="3187"/>
                    </a:lnTo>
                    <a:lnTo>
                      <a:pt x="2999" y="3106"/>
                    </a:lnTo>
                    <a:lnTo>
                      <a:pt x="2998" y="3025"/>
                    </a:lnTo>
                    <a:lnTo>
                      <a:pt x="2996" y="2946"/>
                    </a:lnTo>
                    <a:lnTo>
                      <a:pt x="2990" y="2867"/>
                    </a:lnTo>
                    <a:lnTo>
                      <a:pt x="2984" y="2788"/>
                    </a:lnTo>
                    <a:lnTo>
                      <a:pt x="2975" y="2711"/>
                    </a:lnTo>
                    <a:lnTo>
                      <a:pt x="2965" y="2632"/>
                    </a:lnTo>
                    <a:lnTo>
                      <a:pt x="2952" y="2556"/>
                    </a:lnTo>
                    <a:lnTo>
                      <a:pt x="2938" y="2480"/>
                    </a:lnTo>
                    <a:lnTo>
                      <a:pt x="2922" y="2404"/>
                    </a:lnTo>
                    <a:lnTo>
                      <a:pt x="2905" y="2329"/>
                    </a:lnTo>
                    <a:lnTo>
                      <a:pt x="2885" y="2256"/>
                    </a:lnTo>
                    <a:lnTo>
                      <a:pt x="2865" y="2182"/>
                    </a:lnTo>
                    <a:lnTo>
                      <a:pt x="2842" y="2109"/>
                    </a:lnTo>
                    <a:lnTo>
                      <a:pt x="2817" y="2038"/>
                    </a:lnTo>
                    <a:lnTo>
                      <a:pt x="2791" y="1967"/>
                    </a:lnTo>
                    <a:lnTo>
                      <a:pt x="2763" y="1897"/>
                    </a:lnTo>
                    <a:lnTo>
                      <a:pt x="2735" y="1827"/>
                    </a:lnTo>
                    <a:lnTo>
                      <a:pt x="2703" y="1759"/>
                    </a:lnTo>
                    <a:lnTo>
                      <a:pt x="2671" y="1692"/>
                    </a:lnTo>
                    <a:lnTo>
                      <a:pt x="2638" y="1626"/>
                    </a:lnTo>
                    <a:lnTo>
                      <a:pt x="2602" y="1560"/>
                    </a:lnTo>
                    <a:lnTo>
                      <a:pt x="2565" y="1495"/>
                    </a:lnTo>
                    <a:lnTo>
                      <a:pt x="2527" y="1432"/>
                    </a:lnTo>
                    <a:lnTo>
                      <a:pt x="2447" y="1308"/>
                    </a:lnTo>
                    <a:lnTo>
                      <a:pt x="2404" y="1248"/>
                    </a:lnTo>
                    <a:lnTo>
                      <a:pt x="2360" y="1189"/>
                    </a:lnTo>
                    <a:lnTo>
                      <a:pt x="2314" y="1130"/>
                    </a:lnTo>
                    <a:lnTo>
                      <a:pt x="2268" y="1074"/>
                    </a:lnTo>
                    <a:lnTo>
                      <a:pt x="2220" y="1017"/>
                    </a:lnTo>
                    <a:lnTo>
                      <a:pt x="2171" y="963"/>
                    </a:lnTo>
                    <a:lnTo>
                      <a:pt x="2070" y="857"/>
                    </a:lnTo>
                    <a:lnTo>
                      <a:pt x="2017" y="806"/>
                    </a:lnTo>
                    <a:lnTo>
                      <a:pt x="1963" y="757"/>
                    </a:lnTo>
                    <a:lnTo>
                      <a:pt x="1852" y="662"/>
                    </a:lnTo>
                    <a:lnTo>
                      <a:pt x="1795" y="618"/>
                    </a:lnTo>
                    <a:lnTo>
                      <a:pt x="1736" y="573"/>
                    </a:lnTo>
                    <a:lnTo>
                      <a:pt x="1677" y="530"/>
                    </a:lnTo>
                    <a:lnTo>
                      <a:pt x="1555" y="449"/>
                    </a:lnTo>
                    <a:lnTo>
                      <a:pt x="1493" y="411"/>
                    </a:lnTo>
                    <a:lnTo>
                      <a:pt x="1429" y="374"/>
                    </a:lnTo>
                    <a:lnTo>
                      <a:pt x="1365" y="340"/>
                    </a:lnTo>
                    <a:lnTo>
                      <a:pt x="1300" y="307"/>
                    </a:lnTo>
                    <a:lnTo>
                      <a:pt x="1235" y="274"/>
                    </a:lnTo>
                    <a:lnTo>
                      <a:pt x="1168" y="244"/>
                    </a:lnTo>
                    <a:lnTo>
                      <a:pt x="1100" y="215"/>
                    </a:lnTo>
                    <a:lnTo>
                      <a:pt x="1031" y="189"/>
                    </a:lnTo>
                    <a:lnTo>
                      <a:pt x="962" y="164"/>
                    </a:lnTo>
                    <a:lnTo>
                      <a:pt x="891" y="139"/>
                    </a:lnTo>
                    <a:lnTo>
                      <a:pt x="821" y="118"/>
                    </a:lnTo>
                    <a:lnTo>
                      <a:pt x="750" y="98"/>
                    </a:lnTo>
                    <a:lnTo>
                      <a:pt x="677" y="80"/>
                    </a:lnTo>
                    <a:lnTo>
                      <a:pt x="605" y="63"/>
                    </a:lnTo>
                    <a:lnTo>
                      <a:pt x="531" y="48"/>
                    </a:lnTo>
                    <a:lnTo>
                      <a:pt x="457" y="36"/>
                    </a:lnTo>
                    <a:lnTo>
                      <a:pt x="382" y="25"/>
                    </a:lnTo>
                    <a:lnTo>
                      <a:pt x="306" y="16"/>
                    </a:lnTo>
                    <a:lnTo>
                      <a:pt x="230" y="9"/>
                    </a:lnTo>
                    <a:lnTo>
                      <a:pt x="154" y="5"/>
                    </a:lnTo>
                    <a:lnTo>
                      <a:pt x="77" y="1"/>
                    </a:lnTo>
                    <a:lnTo>
                      <a:pt x="0" y="0"/>
                    </a:lnTo>
                    <a:lnTo>
                      <a:pt x="128" y="2"/>
                    </a:lnTo>
                    <a:lnTo>
                      <a:pt x="254" y="10"/>
                    </a:lnTo>
                    <a:lnTo>
                      <a:pt x="380" y="23"/>
                    </a:lnTo>
                    <a:lnTo>
                      <a:pt x="504" y="42"/>
                    </a:lnTo>
                    <a:lnTo>
                      <a:pt x="627" y="63"/>
                    </a:lnTo>
                    <a:lnTo>
                      <a:pt x="746" y="91"/>
                    </a:lnTo>
                    <a:lnTo>
                      <a:pt x="865" y="122"/>
                    </a:lnTo>
                    <a:lnTo>
                      <a:pt x="982" y="159"/>
                    </a:lnTo>
                    <a:lnTo>
                      <a:pt x="1097" y="199"/>
                    </a:lnTo>
                    <a:lnTo>
                      <a:pt x="1209" y="244"/>
                    </a:lnTo>
                    <a:lnTo>
                      <a:pt x="1320" y="294"/>
                    </a:lnTo>
                    <a:lnTo>
                      <a:pt x="1427" y="347"/>
                    </a:lnTo>
                    <a:lnTo>
                      <a:pt x="1533" y="404"/>
                    </a:lnTo>
                    <a:lnTo>
                      <a:pt x="1637" y="465"/>
                    </a:lnTo>
                    <a:lnTo>
                      <a:pt x="1737" y="531"/>
                    </a:lnTo>
                    <a:lnTo>
                      <a:pt x="1835" y="600"/>
                    </a:lnTo>
                    <a:lnTo>
                      <a:pt x="1929" y="673"/>
                    </a:lnTo>
                    <a:lnTo>
                      <a:pt x="2021" y="749"/>
                    </a:lnTo>
                    <a:lnTo>
                      <a:pt x="2110" y="828"/>
                    </a:lnTo>
                    <a:lnTo>
                      <a:pt x="2197" y="910"/>
                    </a:lnTo>
                    <a:lnTo>
                      <a:pt x="2280" y="997"/>
                    </a:lnTo>
                    <a:lnTo>
                      <a:pt x="2359" y="1085"/>
                    </a:lnTo>
                    <a:lnTo>
                      <a:pt x="2435" y="1177"/>
                    </a:lnTo>
                    <a:lnTo>
                      <a:pt x="2508" y="1272"/>
                    </a:lnTo>
                    <a:lnTo>
                      <a:pt x="2576" y="1370"/>
                    </a:lnTo>
                    <a:lnTo>
                      <a:pt x="2641" y="1471"/>
                    </a:lnTo>
                    <a:lnTo>
                      <a:pt x="2702" y="1574"/>
                    </a:lnTo>
                    <a:lnTo>
                      <a:pt x="2760" y="1680"/>
                    </a:lnTo>
                    <a:lnTo>
                      <a:pt x="2813" y="1787"/>
                    </a:lnTo>
                    <a:lnTo>
                      <a:pt x="2862" y="1897"/>
                    </a:lnTo>
                    <a:lnTo>
                      <a:pt x="2907" y="2009"/>
                    </a:lnTo>
                    <a:lnTo>
                      <a:pt x="2948" y="2124"/>
                    </a:lnTo>
                    <a:lnTo>
                      <a:pt x="2984" y="2241"/>
                    </a:lnTo>
                    <a:lnTo>
                      <a:pt x="3016" y="2361"/>
                    </a:lnTo>
                    <a:lnTo>
                      <a:pt x="3043" y="2480"/>
                    </a:lnTo>
                    <a:lnTo>
                      <a:pt x="3066" y="2602"/>
                    </a:lnTo>
                    <a:lnTo>
                      <a:pt x="3084" y="2727"/>
                    </a:lnTo>
                    <a:lnTo>
                      <a:pt x="3096" y="2852"/>
                    </a:lnTo>
                    <a:lnTo>
                      <a:pt x="3104" y="2978"/>
                    </a:lnTo>
                    <a:lnTo>
                      <a:pt x="3107" y="3106"/>
                    </a:lnTo>
                    <a:close/>
                  </a:path>
                </a:pathLst>
              </a:custGeom>
              <a:solidFill>
                <a:srgbClr val="00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262" name="Freeform 188"/>
              <p:cNvSpPr>
                <a:spLocks/>
              </p:cNvSpPr>
              <p:nvPr/>
            </p:nvSpPr>
            <p:spPr bwMode="auto">
              <a:xfrm>
                <a:off x="3756" y="1749"/>
                <a:ext cx="28" cy="254"/>
              </a:xfrm>
              <a:custGeom>
                <a:avLst/>
                <a:gdLst>
                  <a:gd name="T0" fmla="*/ 41 w 57"/>
                  <a:gd name="T1" fmla="*/ 1 h 507"/>
                  <a:gd name="T2" fmla="*/ 41 w 57"/>
                  <a:gd name="T3" fmla="*/ 0 h 507"/>
                  <a:gd name="T4" fmla="*/ 38 w 57"/>
                  <a:gd name="T5" fmla="*/ 14 h 507"/>
                  <a:gd name="T6" fmla="*/ 38 w 57"/>
                  <a:gd name="T7" fmla="*/ 94 h 507"/>
                  <a:gd name="T8" fmla="*/ 37 w 57"/>
                  <a:gd name="T9" fmla="*/ 112 h 507"/>
                  <a:gd name="T10" fmla="*/ 37 w 57"/>
                  <a:gd name="T11" fmla="*/ 128 h 507"/>
                  <a:gd name="T12" fmla="*/ 36 w 57"/>
                  <a:gd name="T13" fmla="*/ 141 h 507"/>
                  <a:gd name="T14" fmla="*/ 34 w 57"/>
                  <a:gd name="T15" fmla="*/ 175 h 507"/>
                  <a:gd name="T16" fmla="*/ 34 w 57"/>
                  <a:gd name="T17" fmla="*/ 191 h 507"/>
                  <a:gd name="T18" fmla="*/ 31 w 57"/>
                  <a:gd name="T19" fmla="*/ 222 h 507"/>
                  <a:gd name="T20" fmla="*/ 30 w 57"/>
                  <a:gd name="T21" fmla="*/ 238 h 507"/>
                  <a:gd name="T22" fmla="*/ 30 w 57"/>
                  <a:gd name="T23" fmla="*/ 254 h 507"/>
                  <a:gd name="T24" fmla="*/ 28 w 57"/>
                  <a:gd name="T25" fmla="*/ 269 h 507"/>
                  <a:gd name="T26" fmla="*/ 27 w 57"/>
                  <a:gd name="T27" fmla="*/ 285 h 507"/>
                  <a:gd name="T28" fmla="*/ 24 w 57"/>
                  <a:gd name="T29" fmla="*/ 300 h 507"/>
                  <a:gd name="T30" fmla="*/ 23 w 57"/>
                  <a:gd name="T31" fmla="*/ 317 h 507"/>
                  <a:gd name="T32" fmla="*/ 21 w 57"/>
                  <a:gd name="T33" fmla="*/ 333 h 507"/>
                  <a:gd name="T34" fmla="*/ 20 w 57"/>
                  <a:gd name="T35" fmla="*/ 348 h 507"/>
                  <a:gd name="T36" fmla="*/ 17 w 57"/>
                  <a:gd name="T37" fmla="*/ 364 h 507"/>
                  <a:gd name="T38" fmla="*/ 16 w 57"/>
                  <a:gd name="T39" fmla="*/ 380 h 507"/>
                  <a:gd name="T40" fmla="*/ 14 w 57"/>
                  <a:gd name="T41" fmla="*/ 394 h 507"/>
                  <a:gd name="T42" fmla="*/ 12 w 57"/>
                  <a:gd name="T43" fmla="*/ 411 h 507"/>
                  <a:gd name="T44" fmla="*/ 9 w 57"/>
                  <a:gd name="T45" fmla="*/ 425 h 507"/>
                  <a:gd name="T46" fmla="*/ 7 w 57"/>
                  <a:gd name="T47" fmla="*/ 442 h 507"/>
                  <a:gd name="T48" fmla="*/ 6 w 57"/>
                  <a:gd name="T49" fmla="*/ 456 h 507"/>
                  <a:gd name="T50" fmla="*/ 4 w 57"/>
                  <a:gd name="T51" fmla="*/ 473 h 507"/>
                  <a:gd name="T52" fmla="*/ 0 w 57"/>
                  <a:gd name="T53" fmla="*/ 487 h 507"/>
                  <a:gd name="T54" fmla="*/ 0 w 57"/>
                  <a:gd name="T55" fmla="*/ 505 h 507"/>
                  <a:gd name="T56" fmla="*/ 0 w 57"/>
                  <a:gd name="T57" fmla="*/ 504 h 507"/>
                  <a:gd name="T58" fmla="*/ 16 w 57"/>
                  <a:gd name="T59" fmla="*/ 507 h 507"/>
                  <a:gd name="T60" fmla="*/ 16 w 57"/>
                  <a:gd name="T61" fmla="*/ 505 h 507"/>
                  <a:gd name="T62" fmla="*/ 16 w 57"/>
                  <a:gd name="T63" fmla="*/ 489 h 507"/>
                  <a:gd name="T64" fmla="*/ 20 w 57"/>
                  <a:gd name="T65" fmla="*/ 476 h 507"/>
                  <a:gd name="T66" fmla="*/ 22 w 57"/>
                  <a:gd name="T67" fmla="*/ 458 h 507"/>
                  <a:gd name="T68" fmla="*/ 23 w 57"/>
                  <a:gd name="T69" fmla="*/ 444 h 507"/>
                  <a:gd name="T70" fmla="*/ 26 w 57"/>
                  <a:gd name="T71" fmla="*/ 427 h 507"/>
                  <a:gd name="T72" fmla="*/ 28 w 57"/>
                  <a:gd name="T73" fmla="*/ 413 h 507"/>
                  <a:gd name="T74" fmla="*/ 30 w 57"/>
                  <a:gd name="T75" fmla="*/ 396 h 507"/>
                  <a:gd name="T76" fmla="*/ 32 w 57"/>
                  <a:gd name="T77" fmla="*/ 382 h 507"/>
                  <a:gd name="T78" fmla="*/ 34 w 57"/>
                  <a:gd name="T79" fmla="*/ 366 h 507"/>
                  <a:gd name="T80" fmla="*/ 36 w 57"/>
                  <a:gd name="T81" fmla="*/ 350 h 507"/>
                  <a:gd name="T82" fmla="*/ 37 w 57"/>
                  <a:gd name="T83" fmla="*/ 335 h 507"/>
                  <a:gd name="T84" fmla="*/ 39 w 57"/>
                  <a:gd name="T85" fmla="*/ 319 h 507"/>
                  <a:gd name="T86" fmla="*/ 41 w 57"/>
                  <a:gd name="T87" fmla="*/ 303 h 507"/>
                  <a:gd name="T88" fmla="*/ 43 w 57"/>
                  <a:gd name="T89" fmla="*/ 288 h 507"/>
                  <a:gd name="T90" fmla="*/ 44 w 57"/>
                  <a:gd name="T91" fmla="*/ 272 h 507"/>
                  <a:gd name="T92" fmla="*/ 46 w 57"/>
                  <a:gd name="T93" fmla="*/ 257 h 507"/>
                  <a:gd name="T94" fmla="*/ 46 w 57"/>
                  <a:gd name="T95" fmla="*/ 238 h 507"/>
                  <a:gd name="T96" fmla="*/ 47 w 57"/>
                  <a:gd name="T97" fmla="*/ 224 h 507"/>
                  <a:gd name="T98" fmla="*/ 50 w 57"/>
                  <a:gd name="T99" fmla="*/ 191 h 507"/>
                  <a:gd name="T100" fmla="*/ 50 w 57"/>
                  <a:gd name="T101" fmla="*/ 175 h 507"/>
                  <a:gd name="T102" fmla="*/ 52 w 57"/>
                  <a:gd name="T103" fmla="*/ 144 h 507"/>
                  <a:gd name="T104" fmla="*/ 53 w 57"/>
                  <a:gd name="T105" fmla="*/ 128 h 507"/>
                  <a:gd name="T106" fmla="*/ 53 w 57"/>
                  <a:gd name="T107" fmla="*/ 112 h 507"/>
                  <a:gd name="T108" fmla="*/ 54 w 57"/>
                  <a:gd name="T109" fmla="*/ 94 h 507"/>
                  <a:gd name="T110" fmla="*/ 54 w 57"/>
                  <a:gd name="T111" fmla="*/ 16 h 507"/>
                  <a:gd name="T112" fmla="*/ 57 w 57"/>
                  <a:gd name="T113" fmla="*/ 2 h 507"/>
                  <a:gd name="T114" fmla="*/ 57 w 57"/>
                  <a:gd name="T115" fmla="*/ 1 h 507"/>
                  <a:gd name="T116" fmla="*/ 41 w 57"/>
                  <a:gd name="T117" fmla="*/ 1 h 5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57" h="507">
                    <a:moveTo>
                      <a:pt x="41" y="1"/>
                    </a:moveTo>
                    <a:lnTo>
                      <a:pt x="41" y="0"/>
                    </a:lnTo>
                    <a:lnTo>
                      <a:pt x="38" y="14"/>
                    </a:lnTo>
                    <a:lnTo>
                      <a:pt x="38" y="94"/>
                    </a:lnTo>
                    <a:lnTo>
                      <a:pt x="37" y="112"/>
                    </a:lnTo>
                    <a:lnTo>
                      <a:pt x="37" y="128"/>
                    </a:lnTo>
                    <a:lnTo>
                      <a:pt x="36" y="141"/>
                    </a:lnTo>
                    <a:lnTo>
                      <a:pt x="34" y="175"/>
                    </a:lnTo>
                    <a:lnTo>
                      <a:pt x="34" y="191"/>
                    </a:lnTo>
                    <a:lnTo>
                      <a:pt x="31" y="222"/>
                    </a:lnTo>
                    <a:lnTo>
                      <a:pt x="30" y="238"/>
                    </a:lnTo>
                    <a:lnTo>
                      <a:pt x="30" y="254"/>
                    </a:lnTo>
                    <a:lnTo>
                      <a:pt x="28" y="269"/>
                    </a:lnTo>
                    <a:lnTo>
                      <a:pt x="27" y="285"/>
                    </a:lnTo>
                    <a:lnTo>
                      <a:pt x="24" y="300"/>
                    </a:lnTo>
                    <a:lnTo>
                      <a:pt x="23" y="317"/>
                    </a:lnTo>
                    <a:lnTo>
                      <a:pt x="21" y="333"/>
                    </a:lnTo>
                    <a:lnTo>
                      <a:pt x="20" y="348"/>
                    </a:lnTo>
                    <a:lnTo>
                      <a:pt x="17" y="364"/>
                    </a:lnTo>
                    <a:lnTo>
                      <a:pt x="16" y="380"/>
                    </a:lnTo>
                    <a:lnTo>
                      <a:pt x="14" y="394"/>
                    </a:lnTo>
                    <a:lnTo>
                      <a:pt x="12" y="411"/>
                    </a:lnTo>
                    <a:lnTo>
                      <a:pt x="9" y="425"/>
                    </a:lnTo>
                    <a:lnTo>
                      <a:pt x="7" y="442"/>
                    </a:lnTo>
                    <a:lnTo>
                      <a:pt x="6" y="456"/>
                    </a:lnTo>
                    <a:lnTo>
                      <a:pt x="4" y="473"/>
                    </a:lnTo>
                    <a:lnTo>
                      <a:pt x="0" y="487"/>
                    </a:lnTo>
                    <a:lnTo>
                      <a:pt x="0" y="505"/>
                    </a:lnTo>
                    <a:lnTo>
                      <a:pt x="0" y="504"/>
                    </a:lnTo>
                    <a:lnTo>
                      <a:pt x="16" y="507"/>
                    </a:lnTo>
                    <a:lnTo>
                      <a:pt x="16" y="505"/>
                    </a:lnTo>
                    <a:lnTo>
                      <a:pt x="16" y="489"/>
                    </a:lnTo>
                    <a:lnTo>
                      <a:pt x="20" y="476"/>
                    </a:lnTo>
                    <a:lnTo>
                      <a:pt x="22" y="458"/>
                    </a:lnTo>
                    <a:lnTo>
                      <a:pt x="23" y="444"/>
                    </a:lnTo>
                    <a:lnTo>
                      <a:pt x="26" y="427"/>
                    </a:lnTo>
                    <a:lnTo>
                      <a:pt x="28" y="413"/>
                    </a:lnTo>
                    <a:lnTo>
                      <a:pt x="30" y="396"/>
                    </a:lnTo>
                    <a:lnTo>
                      <a:pt x="32" y="382"/>
                    </a:lnTo>
                    <a:lnTo>
                      <a:pt x="34" y="366"/>
                    </a:lnTo>
                    <a:lnTo>
                      <a:pt x="36" y="350"/>
                    </a:lnTo>
                    <a:lnTo>
                      <a:pt x="37" y="335"/>
                    </a:lnTo>
                    <a:lnTo>
                      <a:pt x="39" y="319"/>
                    </a:lnTo>
                    <a:lnTo>
                      <a:pt x="41" y="303"/>
                    </a:lnTo>
                    <a:lnTo>
                      <a:pt x="43" y="288"/>
                    </a:lnTo>
                    <a:lnTo>
                      <a:pt x="44" y="272"/>
                    </a:lnTo>
                    <a:lnTo>
                      <a:pt x="46" y="257"/>
                    </a:lnTo>
                    <a:lnTo>
                      <a:pt x="46" y="238"/>
                    </a:lnTo>
                    <a:lnTo>
                      <a:pt x="47" y="224"/>
                    </a:lnTo>
                    <a:lnTo>
                      <a:pt x="50" y="191"/>
                    </a:lnTo>
                    <a:lnTo>
                      <a:pt x="50" y="175"/>
                    </a:lnTo>
                    <a:lnTo>
                      <a:pt x="52" y="144"/>
                    </a:lnTo>
                    <a:lnTo>
                      <a:pt x="53" y="128"/>
                    </a:lnTo>
                    <a:lnTo>
                      <a:pt x="53" y="112"/>
                    </a:lnTo>
                    <a:lnTo>
                      <a:pt x="54" y="94"/>
                    </a:lnTo>
                    <a:lnTo>
                      <a:pt x="54" y="16"/>
                    </a:lnTo>
                    <a:lnTo>
                      <a:pt x="57" y="2"/>
                    </a:lnTo>
                    <a:lnTo>
                      <a:pt x="57" y="1"/>
                    </a:lnTo>
                    <a:lnTo>
                      <a:pt x="41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263" name="Freeform 189"/>
              <p:cNvSpPr>
                <a:spLocks/>
              </p:cNvSpPr>
              <p:nvPr/>
            </p:nvSpPr>
            <p:spPr bwMode="auto">
              <a:xfrm>
                <a:off x="3697" y="2001"/>
                <a:ext cx="67" cy="241"/>
              </a:xfrm>
              <a:custGeom>
                <a:avLst/>
                <a:gdLst>
                  <a:gd name="T0" fmla="*/ 118 w 134"/>
                  <a:gd name="T1" fmla="*/ 0 h 483"/>
                  <a:gd name="T2" fmla="*/ 108 w 134"/>
                  <a:gd name="T3" fmla="*/ 46 h 483"/>
                  <a:gd name="T4" fmla="*/ 102 w 134"/>
                  <a:gd name="T5" fmla="*/ 77 h 483"/>
                  <a:gd name="T6" fmla="*/ 96 w 134"/>
                  <a:gd name="T7" fmla="*/ 107 h 483"/>
                  <a:gd name="T8" fmla="*/ 87 w 134"/>
                  <a:gd name="T9" fmla="*/ 151 h 483"/>
                  <a:gd name="T10" fmla="*/ 81 w 134"/>
                  <a:gd name="T11" fmla="*/ 182 h 483"/>
                  <a:gd name="T12" fmla="*/ 73 w 134"/>
                  <a:gd name="T13" fmla="*/ 211 h 483"/>
                  <a:gd name="T14" fmla="*/ 68 w 134"/>
                  <a:gd name="T15" fmla="*/ 242 h 483"/>
                  <a:gd name="T16" fmla="*/ 58 w 134"/>
                  <a:gd name="T17" fmla="*/ 271 h 483"/>
                  <a:gd name="T18" fmla="*/ 50 w 134"/>
                  <a:gd name="T19" fmla="*/ 301 h 483"/>
                  <a:gd name="T20" fmla="*/ 42 w 134"/>
                  <a:gd name="T21" fmla="*/ 331 h 483"/>
                  <a:gd name="T22" fmla="*/ 35 w 134"/>
                  <a:gd name="T23" fmla="*/ 361 h 483"/>
                  <a:gd name="T24" fmla="*/ 26 w 134"/>
                  <a:gd name="T25" fmla="*/ 388 h 483"/>
                  <a:gd name="T26" fmla="*/ 17 w 134"/>
                  <a:gd name="T27" fmla="*/ 420 h 483"/>
                  <a:gd name="T28" fmla="*/ 6 w 134"/>
                  <a:gd name="T29" fmla="*/ 447 h 483"/>
                  <a:gd name="T30" fmla="*/ 0 w 134"/>
                  <a:gd name="T31" fmla="*/ 479 h 483"/>
                  <a:gd name="T32" fmla="*/ 16 w 134"/>
                  <a:gd name="T33" fmla="*/ 483 h 483"/>
                  <a:gd name="T34" fmla="*/ 19 w 134"/>
                  <a:gd name="T35" fmla="*/ 466 h 483"/>
                  <a:gd name="T36" fmla="*/ 29 w 134"/>
                  <a:gd name="T37" fmla="*/ 438 h 483"/>
                  <a:gd name="T38" fmla="*/ 38 w 134"/>
                  <a:gd name="T39" fmla="*/ 408 h 483"/>
                  <a:gd name="T40" fmla="*/ 46 w 134"/>
                  <a:gd name="T41" fmla="*/ 379 h 483"/>
                  <a:gd name="T42" fmla="*/ 54 w 134"/>
                  <a:gd name="T43" fmla="*/ 350 h 483"/>
                  <a:gd name="T44" fmla="*/ 63 w 134"/>
                  <a:gd name="T45" fmla="*/ 319 h 483"/>
                  <a:gd name="T46" fmla="*/ 71 w 134"/>
                  <a:gd name="T47" fmla="*/ 291 h 483"/>
                  <a:gd name="T48" fmla="*/ 79 w 134"/>
                  <a:gd name="T49" fmla="*/ 261 h 483"/>
                  <a:gd name="T50" fmla="*/ 86 w 134"/>
                  <a:gd name="T51" fmla="*/ 229 h 483"/>
                  <a:gd name="T52" fmla="*/ 94 w 134"/>
                  <a:gd name="T53" fmla="*/ 202 h 483"/>
                  <a:gd name="T54" fmla="*/ 100 w 134"/>
                  <a:gd name="T55" fmla="*/ 171 h 483"/>
                  <a:gd name="T56" fmla="*/ 110 w 134"/>
                  <a:gd name="T57" fmla="*/ 125 h 483"/>
                  <a:gd name="T58" fmla="*/ 116 w 134"/>
                  <a:gd name="T59" fmla="*/ 94 h 483"/>
                  <a:gd name="T60" fmla="*/ 122 w 134"/>
                  <a:gd name="T61" fmla="*/ 62 h 483"/>
                  <a:gd name="T62" fmla="*/ 127 w 134"/>
                  <a:gd name="T63" fmla="*/ 32 h 483"/>
                  <a:gd name="T64" fmla="*/ 134 w 134"/>
                  <a:gd name="T65" fmla="*/ 4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34" h="483">
                    <a:moveTo>
                      <a:pt x="118" y="1"/>
                    </a:moveTo>
                    <a:lnTo>
                      <a:pt x="118" y="0"/>
                    </a:lnTo>
                    <a:lnTo>
                      <a:pt x="111" y="28"/>
                    </a:lnTo>
                    <a:lnTo>
                      <a:pt x="108" y="46"/>
                    </a:lnTo>
                    <a:lnTo>
                      <a:pt x="106" y="60"/>
                    </a:lnTo>
                    <a:lnTo>
                      <a:pt x="102" y="77"/>
                    </a:lnTo>
                    <a:lnTo>
                      <a:pt x="100" y="91"/>
                    </a:lnTo>
                    <a:lnTo>
                      <a:pt x="96" y="107"/>
                    </a:lnTo>
                    <a:lnTo>
                      <a:pt x="94" y="122"/>
                    </a:lnTo>
                    <a:lnTo>
                      <a:pt x="87" y="151"/>
                    </a:lnTo>
                    <a:lnTo>
                      <a:pt x="84" y="168"/>
                    </a:lnTo>
                    <a:lnTo>
                      <a:pt x="81" y="182"/>
                    </a:lnTo>
                    <a:lnTo>
                      <a:pt x="78" y="197"/>
                    </a:lnTo>
                    <a:lnTo>
                      <a:pt x="73" y="211"/>
                    </a:lnTo>
                    <a:lnTo>
                      <a:pt x="70" y="227"/>
                    </a:lnTo>
                    <a:lnTo>
                      <a:pt x="68" y="242"/>
                    </a:lnTo>
                    <a:lnTo>
                      <a:pt x="63" y="256"/>
                    </a:lnTo>
                    <a:lnTo>
                      <a:pt x="58" y="271"/>
                    </a:lnTo>
                    <a:lnTo>
                      <a:pt x="55" y="286"/>
                    </a:lnTo>
                    <a:lnTo>
                      <a:pt x="50" y="301"/>
                    </a:lnTo>
                    <a:lnTo>
                      <a:pt x="47" y="315"/>
                    </a:lnTo>
                    <a:lnTo>
                      <a:pt x="42" y="331"/>
                    </a:lnTo>
                    <a:lnTo>
                      <a:pt x="38" y="346"/>
                    </a:lnTo>
                    <a:lnTo>
                      <a:pt x="35" y="361"/>
                    </a:lnTo>
                    <a:lnTo>
                      <a:pt x="29" y="375"/>
                    </a:lnTo>
                    <a:lnTo>
                      <a:pt x="26" y="388"/>
                    </a:lnTo>
                    <a:lnTo>
                      <a:pt x="21" y="403"/>
                    </a:lnTo>
                    <a:lnTo>
                      <a:pt x="17" y="420"/>
                    </a:lnTo>
                    <a:lnTo>
                      <a:pt x="13" y="433"/>
                    </a:lnTo>
                    <a:lnTo>
                      <a:pt x="6" y="447"/>
                    </a:lnTo>
                    <a:lnTo>
                      <a:pt x="3" y="461"/>
                    </a:lnTo>
                    <a:lnTo>
                      <a:pt x="0" y="479"/>
                    </a:lnTo>
                    <a:lnTo>
                      <a:pt x="0" y="478"/>
                    </a:lnTo>
                    <a:lnTo>
                      <a:pt x="16" y="483"/>
                    </a:lnTo>
                    <a:lnTo>
                      <a:pt x="16" y="482"/>
                    </a:lnTo>
                    <a:lnTo>
                      <a:pt x="19" y="466"/>
                    </a:lnTo>
                    <a:lnTo>
                      <a:pt x="23" y="452"/>
                    </a:lnTo>
                    <a:lnTo>
                      <a:pt x="29" y="438"/>
                    </a:lnTo>
                    <a:lnTo>
                      <a:pt x="33" y="424"/>
                    </a:lnTo>
                    <a:lnTo>
                      <a:pt x="38" y="408"/>
                    </a:lnTo>
                    <a:lnTo>
                      <a:pt x="42" y="393"/>
                    </a:lnTo>
                    <a:lnTo>
                      <a:pt x="46" y="379"/>
                    </a:lnTo>
                    <a:lnTo>
                      <a:pt x="51" y="365"/>
                    </a:lnTo>
                    <a:lnTo>
                      <a:pt x="54" y="350"/>
                    </a:lnTo>
                    <a:lnTo>
                      <a:pt x="58" y="335"/>
                    </a:lnTo>
                    <a:lnTo>
                      <a:pt x="63" y="319"/>
                    </a:lnTo>
                    <a:lnTo>
                      <a:pt x="66" y="305"/>
                    </a:lnTo>
                    <a:lnTo>
                      <a:pt x="71" y="291"/>
                    </a:lnTo>
                    <a:lnTo>
                      <a:pt x="74" y="276"/>
                    </a:lnTo>
                    <a:lnTo>
                      <a:pt x="79" y="261"/>
                    </a:lnTo>
                    <a:lnTo>
                      <a:pt x="84" y="247"/>
                    </a:lnTo>
                    <a:lnTo>
                      <a:pt x="86" y="229"/>
                    </a:lnTo>
                    <a:lnTo>
                      <a:pt x="89" y="216"/>
                    </a:lnTo>
                    <a:lnTo>
                      <a:pt x="94" y="202"/>
                    </a:lnTo>
                    <a:lnTo>
                      <a:pt x="97" y="185"/>
                    </a:lnTo>
                    <a:lnTo>
                      <a:pt x="100" y="171"/>
                    </a:lnTo>
                    <a:lnTo>
                      <a:pt x="103" y="156"/>
                    </a:lnTo>
                    <a:lnTo>
                      <a:pt x="110" y="125"/>
                    </a:lnTo>
                    <a:lnTo>
                      <a:pt x="112" y="110"/>
                    </a:lnTo>
                    <a:lnTo>
                      <a:pt x="116" y="94"/>
                    </a:lnTo>
                    <a:lnTo>
                      <a:pt x="118" y="80"/>
                    </a:lnTo>
                    <a:lnTo>
                      <a:pt x="122" y="62"/>
                    </a:lnTo>
                    <a:lnTo>
                      <a:pt x="124" y="49"/>
                    </a:lnTo>
                    <a:lnTo>
                      <a:pt x="127" y="32"/>
                    </a:lnTo>
                    <a:lnTo>
                      <a:pt x="134" y="5"/>
                    </a:lnTo>
                    <a:lnTo>
                      <a:pt x="134" y="4"/>
                    </a:lnTo>
                    <a:lnTo>
                      <a:pt x="118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264" name="Freeform 190"/>
              <p:cNvSpPr>
                <a:spLocks/>
              </p:cNvSpPr>
              <p:nvPr/>
            </p:nvSpPr>
            <p:spPr bwMode="auto">
              <a:xfrm>
                <a:off x="3603" y="2240"/>
                <a:ext cx="102" cy="226"/>
              </a:xfrm>
              <a:custGeom>
                <a:avLst/>
                <a:gdLst>
                  <a:gd name="T0" fmla="*/ 188 w 204"/>
                  <a:gd name="T1" fmla="*/ 1 h 453"/>
                  <a:gd name="T2" fmla="*/ 189 w 204"/>
                  <a:gd name="T3" fmla="*/ 0 h 453"/>
                  <a:gd name="T4" fmla="*/ 181 w 204"/>
                  <a:gd name="T5" fmla="*/ 15 h 453"/>
                  <a:gd name="T6" fmla="*/ 177 w 204"/>
                  <a:gd name="T7" fmla="*/ 29 h 453"/>
                  <a:gd name="T8" fmla="*/ 170 w 204"/>
                  <a:gd name="T9" fmla="*/ 43 h 453"/>
                  <a:gd name="T10" fmla="*/ 167 w 204"/>
                  <a:gd name="T11" fmla="*/ 57 h 453"/>
                  <a:gd name="T12" fmla="*/ 161 w 204"/>
                  <a:gd name="T13" fmla="*/ 70 h 453"/>
                  <a:gd name="T14" fmla="*/ 156 w 204"/>
                  <a:gd name="T15" fmla="*/ 85 h 453"/>
                  <a:gd name="T16" fmla="*/ 151 w 204"/>
                  <a:gd name="T17" fmla="*/ 100 h 453"/>
                  <a:gd name="T18" fmla="*/ 147 w 204"/>
                  <a:gd name="T19" fmla="*/ 114 h 453"/>
                  <a:gd name="T20" fmla="*/ 139 w 204"/>
                  <a:gd name="T21" fmla="*/ 127 h 453"/>
                  <a:gd name="T22" fmla="*/ 136 w 204"/>
                  <a:gd name="T23" fmla="*/ 142 h 453"/>
                  <a:gd name="T24" fmla="*/ 129 w 204"/>
                  <a:gd name="T25" fmla="*/ 156 h 453"/>
                  <a:gd name="T26" fmla="*/ 124 w 204"/>
                  <a:gd name="T27" fmla="*/ 171 h 453"/>
                  <a:gd name="T28" fmla="*/ 120 w 204"/>
                  <a:gd name="T29" fmla="*/ 183 h 453"/>
                  <a:gd name="T30" fmla="*/ 113 w 204"/>
                  <a:gd name="T31" fmla="*/ 197 h 453"/>
                  <a:gd name="T32" fmla="*/ 107 w 204"/>
                  <a:gd name="T33" fmla="*/ 212 h 453"/>
                  <a:gd name="T34" fmla="*/ 102 w 204"/>
                  <a:gd name="T35" fmla="*/ 226 h 453"/>
                  <a:gd name="T36" fmla="*/ 95 w 204"/>
                  <a:gd name="T37" fmla="*/ 240 h 453"/>
                  <a:gd name="T38" fmla="*/ 91 w 204"/>
                  <a:gd name="T39" fmla="*/ 254 h 453"/>
                  <a:gd name="T40" fmla="*/ 84 w 204"/>
                  <a:gd name="T41" fmla="*/ 267 h 453"/>
                  <a:gd name="T42" fmla="*/ 78 w 204"/>
                  <a:gd name="T43" fmla="*/ 281 h 453"/>
                  <a:gd name="T44" fmla="*/ 71 w 204"/>
                  <a:gd name="T45" fmla="*/ 295 h 453"/>
                  <a:gd name="T46" fmla="*/ 60 w 204"/>
                  <a:gd name="T47" fmla="*/ 323 h 453"/>
                  <a:gd name="T48" fmla="*/ 53 w 204"/>
                  <a:gd name="T49" fmla="*/ 337 h 453"/>
                  <a:gd name="T50" fmla="*/ 47 w 204"/>
                  <a:gd name="T51" fmla="*/ 349 h 453"/>
                  <a:gd name="T52" fmla="*/ 6 w 204"/>
                  <a:gd name="T53" fmla="*/ 432 h 453"/>
                  <a:gd name="T54" fmla="*/ 0 w 204"/>
                  <a:gd name="T55" fmla="*/ 447 h 453"/>
                  <a:gd name="T56" fmla="*/ 1 w 204"/>
                  <a:gd name="T57" fmla="*/ 446 h 453"/>
                  <a:gd name="T58" fmla="*/ 15 w 204"/>
                  <a:gd name="T59" fmla="*/ 453 h 453"/>
                  <a:gd name="T60" fmla="*/ 16 w 204"/>
                  <a:gd name="T61" fmla="*/ 452 h 453"/>
                  <a:gd name="T62" fmla="*/ 19 w 204"/>
                  <a:gd name="T63" fmla="*/ 439 h 453"/>
                  <a:gd name="T64" fmla="*/ 61 w 204"/>
                  <a:gd name="T65" fmla="*/ 356 h 453"/>
                  <a:gd name="T66" fmla="*/ 67 w 204"/>
                  <a:gd name="T67" fmla="*/ 343 h 453"/>
                  <a:gd name="T68" fmla="*/ 74 w 204"/>
                  <a:gd name="T69" fmla="*/ 330 h 453"/>
                  <a:gd name="T70" fmla="*/ 85 w 204"/>
                  <a:gd name="T71" fmla="*/ 302 h 453"/>
                  <a:gd name="T72" fmla="*/ 92 w 204"/>
                  <a:gd name="T73" fmla="*/ 288 h 453"/>
                  <a:gd name="T74" fmla="*/ 98 w 204"/>
                  <a:gd name="T75" fmla="*/ 274 h 453"/>
                  <a:gd name="T76" fmla="*/ 105 w 204"/>
                  <a:gd name="T77" fmla="*/ 260 h 453"/>
                  <a:gd name="T78" fmla="*/ 109 w 204"/>
                  <a:gd name="T79" fmla="*/ 247 h 453"/>
                  <a:gd name="T80" fmla="*/ 116 w 204"/>
                  <a:gd name="T81" fmla="*/ 233 h 453"/>
                  <a:gd name="T82" fmla="*/ 123 w 204"/>
                  <a:gd name="T83" fmla="*/ 217 h 453"/>
                  <a:gd name="T84" fmla="*/ 126 w 204"/>
                  <a:gd name="T85" fmla="*/ 204 h 453"/>
                  <a:gd name="T86" fmla="*/ 133 w 204"/>
                  <a:gd name="T87" fmla="*/ 190 h 453"/>
                  <a:gd name="T88" fmla="*/ 140 w 204"/>
                  <a:gd name="T89" fmla="*/ 175 h 453"/>
                  <a:gd name="T90" fmla="*/ 145 w 204"/>
                  <a:gd name="T91" fmla="*/ 163 h 453"/>
                  <a:gd name="T92" fmla="*/ 152 w 204"/>
                  <a:gd name="T93" fmla="*/ 146 h 453"/>
                  <a:gd name="T94" fmla="*/ 155 w 204"/>
                  <a:gd name="T95" fmla="*/ 134 h 453"/>
                  <a:gd name="T96" fmla="*/ 161 w 204"/>
                  <a:gd name="T97" fmla="*/ 121 h 453"/>
                  <a:gd name="T98" fmla="*/ 167 w 204"/>
                  <a:gd name="T99" fmla="*/ 105 h 453"/>
                  <a:gd name="T100" fmla="*/ 173 w 204"/>
                  <a:gd name="T101" fmla="*/ 90 h 453"/>
                  <a:gd name="T102" fmla="*/ 177 w 204"/>
                  <a:gd name="T103" fmla="*/ 75 h 453"/>
                  <a:gd name="T104" fmla="*/ 183 w 204"/>
                  <a:gd name="T105" fmla="*/ 61 h 453"/>
                  <a:gd name="T106" fmla="*/ 186 w 204"/>
                  <a:gd name="T107" fmla="*/ 47 h 453"/>
                  <a:gd name="T108" fmla="*/ 193 w 204"/>
                  <a:gd name="T109" fmla="*/ 34 h 453"/>
                  <a:gd name="T110" fmla="*/ 197 w 204"/>
                  <a:gd name="T111" fmla="*/ 20 h 453"/>
                  <a:gd name="T112" fmla="*/ 203 w 204"/>
                  <a:gd name="T113" fmla="*/ 7 h 453"/>
                  <a:gd name="T114" fmla="*/ 204 w 204"/>
                  <a:gd name="T115" fmla="*/ 6 h 453"/>
                  <a:gd name="T116" fmla="*/ 188 w 204"/>
                  <a:gd name="T117" fmla="*/ 1 h 4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04" h="453">
                    <a:moveTo>
                      <a:pt x="188" y="1"/>
                    </a:moveTo>
                    <a:lnTo>
                      <a:pt x="189" y="0"/>
                    </a:lnTo>
                    <a:lnTo>
                      <a:pt x="181" y="15"/>
                    </a:lnTo>
                    <a:lnTo>
                      <a:pt x="177" y="29"/>
                    </a:lnTo>
                    <a:lnTo>
                      <a:pt x="170" y="43"/>
                    </a:lnTo>
                    <a:lnTo>
                      <a:pt x="167" y="57"/>
                    </a:lnTo>
                    <a:lnTo>
                      <a:pt x="161" y="70"/>
                    </a:lnTo>
                    <a:lnTo>
                      <a:pt x="156" y="85"/>
                    </a:lnTo>
                    <a:lnTo>
                      <a:pt x="151" y="100"/>
                    </a:lnTo>
                    <a:lnTo>
                      <a:pt x="147" y="114"/>
                    </a:lnTo>
                    <a:lnTo>
                      <a:pt x="139" y="127"/>
                    </a:lnTo>
                    <a:lnTo>
                      <a:pt x="136" y="142"/>
                    </a:lnTo>
                    <a:lnTo>
                      <a:pt x="129" y="156"/>
                    </a:lnTo>
                    <a:lnTo>
                      <a:pt x="124" y="171"/>
                    </a:lnTo>
                    <a:lnTo>
                      <a:pt x="120" y="183"/>
                    </a:lnTo>
                    <a:lnTo>
                      <a:pt x="113" y="197"/>
                    </a:lnTo>
                    <a:lnTo>
                      <a:pt x="107" y="212"/>
                    </a:lnTo>
                    <a:lnTo>
                      <a:pt x="102" y="226"/>
                    </a:lnTo>
                    <a:lnTo>
                      <a:pt x="95" y="240"/>
                    </a:lnTo>
                    <a:lnTo>
                      <a:pt x="91" y="254"/>
                    </a:lnTo>
                    <a:lnTo>
                      <a:pt x="84" y="267"/>
                    </a:lnTo>
                    <a:lnTo>
                      <a:pt x="78" y="281"/>
                    </a:lnTo>
                    <a:lnTo>
                      <a:pt x="71" y="295"/>
                    </a:lnTo>
                    <a:lnTo>
                      <a:pt x="60" y="323"/>
                    </a:lnTo>
                    <a:lnTo>
                      <a:pt x="53" y="337"/>
                    </a:lnTo>
                    <a:lnTo>
                      <a:pt x="47" y="349"/>
                    </a:lnTo>
                    <a:lnTo>
                      <a:pt x="6" y="432"/>
                    </a:lnTo>
                    <a:lnTo>
                      <a:pt x="0" y="447"/>
                    </a:lnTo>
                    <a:lnTo>
                      <a:pt x="1" y="446"/>
                    </a:lnTo>
                    <a:lnTo>
                      <a:pt x="15" y="453"/>
                    </a:lnTo>
                    <a:lnTo>
                      <a:pt x="16" y="452"/>
                    </a:lnTo>
                    <a:lnTo>
                      <a:pt x="19" y="439"/>
                    </a:lnTo>
                    <a:lnTo>
                      <a:pt x="61" y="356"/>
                    </a:lnTo>
                    <a:lnTo>
                      <a:pt x="67" y="343"/>
                    </a:lnTo>
                    <a:lnTo>
                      <a:pt x="74" y="330"/>
                    </a:lnTo>
                    <a:lnTo>
                      <a:pt x="85" y="302"/>
                    </a:lnTo>
                    <a:lnTo>
                      <a:pt x="92" y="288"/>
                    </a:lnTo>
                    <a:lnTo>
                      <a:pt x="98" y="274"/>
                    </a:lnTo>
                    <a:lnTo>
                      <a:pt x="105" y="260"/>
                    </a:lnTo>
                    <a:lnTo>
                      <a:pt x="109" y="247"/>
                    </a:lnTo>
                    <a:lnTo>
                      <a:pt x="116" y="233"/>
                    </a:lnTo>
                    <a:lnTo>
                      <a:pt x="123" y="217"/>
                    </a:lnTo>
                    <a:lnTo>
                      <a:pt x="126" y="204"/>
                    </a:lnTo>
                    <a:lnTo>
                      <a:pt x="133" y="190"/>
                    </a:lnTo>
                    <a:lnTo>
                      <a:pt x="140" y="175"/>
                    </a:lnTo>
                    <a:lnTo>
                      <a:pt x="145" y="163"/>
                    </a:lnTo>
                    <a:lnTo>
                      <a:pt x="152" y="146"/>
                    </a:lnTo>
                    <a:lnTo>
                      <a:pt x="155" y="134"/>
                    </a:lnTo>
                    <a:lnTo>
                      <a:pt x="161" y="121"/>
                    </a:lnTo>
                    <a:lnTo>
                      <a:pt x="167" y="105"/>
                    </a:lnTo>
                    <a:lnTo>
                      <a:pt x="173" y="90"/>
                    </a:lnTo>
                    <a:lnTo>
                      <a:pt x="177" y="75"/>
                    </a:lnTo>
                    <a:lnTo>
                      <a:pt x="183" y="61"/>
                    </a:lnTo>
                    <a:lnTo>
                      <a:pt x="186" y="47"/>
                    </a:lnTo>
                    <a:lnTo>
                      <a:pt x="193" y="34"/>
                    </a:lnTo>
                    <a:lnTo>
                      <a:pt x="197" y="20"/>
                    </a:lnTo>
                    <a:lnTo>
                      <a:pt x="203" y="7"/>
                    </a:lnTo>
                    <a:lnTo>
                      <a:pt x="204" y="6"/>
                    </a:lnTo>
                    <a:lnTo>
                      <a:pt x="188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265" name="Freeform 191"/>
              <p:cNvSpPr>
                <a:spLocks/>
              </p:cNvSpPr>
              <p:nvPr/>
            </p:nvSpPr>
            <p:spPr bwMode="auto">
              <a:xfrm>
                <a:off x="3477" y="2461"/>
                <a:ext cx="133" cy="209"/>
              </a:xfrm>
              <a:custGeom>
                <a:avLst/>
                <a:gdLst>
                  <a:gd name="T0" fmla="*/ 253 w 267"/>
                  <a:gd name="T1" fmla="*/ 2 h 417"/>
                  <a:gd name="T2" fmla="*/ 254 w 267"/>
                  <a:gd name="T3" fmla="*/ 0 h 417"/>
                  <a:gd name="T4" fmla="*/ 243 w 267"/>
                  <a:gd name="T5" fmla="*/ 11 h 417"/>
                  <a:gd name="T6" fmla="*/ 215 w 267"/>
                  <a:gd name="T7" fmla="*/ 68 h 417"/>
                  <a:gd name="T8" fmla="*/ 208 w 267"/>
                  <a:gd name="T9" fmla="*/ 79 h 417"/>
                  <a:gd name="T10" fmla="*/ 201 w 267"/>
                  <a:gd name="T11" fmla="*/ 93 h 417"/>
                  <a:gd name="T12" fmla="*/ 193 w 267"/>
                  <a:gd name="T13" fmla="*/ 106 h 417"/>
                  <a:gd name="T14" fmla="*/ 179 w 267"/>
                  <a:gd name="T15" fmla="*/ 131 h 417"/>
                  <a:gd name="T16" fmla="*/ 170 w 267"/>
                  <a:gd name="T17" fmla="*/ 144 h 417"/>
                  <a:gd name="T18" fmla="*/ 163 w 267"/>
                  <a:gd name="T19" fmla="*/ 156 h 417"/>
                  <a:gd name="T20" fmla="*/ 155 w 267"/>
                  <a:gd name="T21" fmla="*/ 170 h 417"/>
                  <a:gd name="T22" fmla="*/ 148 w 267"/>
                  <a:gd name="T23" fmla="*/ 183 h 417"/>
                  <a:gd name="T24" fmla="*/ 139 w 267"/>
                  <a:gd name="T25" fmla="*/ 194 h 417"/>
                  <a:gd name="T26" fmla="*/ 132 w 267"/>
                  <a:gd name="T27" fmla="*/ 209 h 417"/>
                  <a:gd name="T28" fmla="*/ 116 w 267"/>
                  <a:gd name="T29" fmla="*/ 232 h 417"/>
                  <a:gd name="T30" fmla="*/ 108 w 267"/>
                  <a:gd name="T31" fmla="*/ 245 h 417"/>
                  <a:gd name="T32" fmla="*/ 100 w 267"/>
                  <a:gd name="T33" fmla="*/ 259 h 417"/>
                  <a:gd name="T34" fmla="*/ 93 w 267"/>
                  <a:gd name="T35" fmla="*/ 270 h 417"/>
                  <a:gd name="T36" fmla="*/ 84 w 267"/>
                  <a:gd name="T37" fmla="*/ 283 h 417"/>
                  <a:gd name="T38" fmla="*/ 67 w 267"/>
                  <a:gd name="T39" fmla="*/ 308 h 417"/>
                  <a:gd name="T40" fmla="*/ 58 w 267"/>
                  <a:gd name="T41" fmla="*/ 320 h 417"/>
                  <a:gd name="T42" fmla="*/ 50 w 267"/>
                  <a:gd name="T43" fmla="*/ 333 h 417"/>
                  <a:gd name="T44" fmla="*/ 41 w 267"/>
                  <a:gd name="T45" fmla="*/ 345 h 417"/>
                  <a:gd name="T46" fmla="*/ 34 w 267"/>
                  <a:gd name="T47" fmla="*/ 357 h 417"/>
                  <a:gd name="T48" fmla="*/ 24 w 267"/>
                  <a:gd name="T49" fmla="*/ 369 h 417"/>
                  <a:gd name="T50" fmla="*/ 17 w 267"/>
                  <a:gd name="T51" fmla="*/ 381 h 417"/>
                  <a:gd name="T52" fmla="*/ 6 w 267"/>
                  <a:gd name="T53" fmla="*/ 394 h 417"/>
                  <a:gd name="T54" fmla="*/ 0 w 267"/>
                  <a:gd name="T55" fmla="*/ 409 h 417"/>
                  <a:gd name="T56" fmla="*/ 0 w 267"/>
                  <a:gd name="T57" fmla="*/ 407 h 417"/>
                  <a:gd name="T58" fmla="*/ 13 w 267"/>
                  <a:gd name="T59" fmla="*/ 417 h 417"/>
                  <a:gd name="T60" fmla="*/ 13 w 267"/>
                  <a:gd name="T61" fmla="*/ 416 h 417"/>
                  <a:gd name="T62" fmla="*/ 20 w 267"/>
                  <a:gd name="T63" fmla="*/ 403 h 417"/>
                  <a:gd name="T64" fmla="*/ 31 w 267"/>
                  <a:gd name="T65" fmla="*/ 390 h 417"/>
                  <a:gd name="T66" fmla="*/ 38 w 267"/>
                  <a:gd name="T67" fmla="*/ 379 h 417"/>
                  <a:gd name="T68" fmla="*/ 48 w 267"/>
                  <a:gd name="T69" fmla="*/ 366 h 417"/>
                  <a:gd name="T70" fmla="*/ 55 w 267"/>
                  <a:gd name="T71" fmla="*/ 354 h 417"/>
                  <a:gd name="T72" fmla="*/ 64 w 267"/>
                  <a:gd name="T73" fmla="*/ 342 h 417"/>
                  <a:gd name="T74" fmla="*/ 72 w 267"/>
                  <a:gd name="T75" fmla="*/ 329 h 417"/>
                  <a:gd name="T76" fmla="*/ 81 w 267"/>
                  <a:gd name="T77" fmla="*/ 318 h 417"/>
                  <a:gd name="T78" fmla="*/ 97 w 267"/>
                  <a:gd name="T79" fmla="*/ 292 h 417"/>
                  <a:gd name="T80" fmla="*/ 107 w 267"/>
                  <a:gd name="T81" fmla="*/ 280 h 417"/>
                  <a:gd name="T82" fmla="*/ 114 w 267"/>
                  <a:gd name="T83" fmla="*/ 268 h 417"/>
                  <a:gd name="T84" fmla="*/ 122 w 267"/>
                  <a:gd name="T85" fmla="*/ 254 h 417"/>
                  <a:gd name="T86" fmla="*/ 130 w 267"/>
                  <a:gd name="T87" fmla="*/ 242 h 417"/>
                  <a:gd name="T88" fmla="*/ 138 w 267"/>
                  <a:gd name="T89" fmla="*/ 230 h 417"/>
                  <a:gd name="T90" fmla="*/ 146 w 267"/>
                  <a:gd name="T91" fmla="*/ 216 h 417"/>
                  <a:gd name="T92" fmla="*/ 153 w 267"/>
                  <a:gd name="T93" fmla="*/ 204 h 417"/>
                  <a:gd name="T94" fmla="*/ 162 w 267"/>
                  <a:gd name="T95" fmla="*/ 192 h 417"/>
                  <a:gd name="T96" fmla="*/ 169 w 267"/>
                  <a:gd name="T97" fmla="*/ 177 h 417"/>
                  <a:gd name="T98" fmla="*/ 177 w 267"/>
                  <a:gd name="T99" fmla="*/ 166 h 417"/>
                  <a:gd name="T100" fmla="*/ 184 w 267"/>
                  <a:gd name="T101" fmla="*/ 153 h 417"/>
                  <a:gd name="T102" fmla="*/ 193 w 267"/>
                  <a:gd name="T103" fmla="*/ 140 h 417"/>
                  <a:gd name="T104" fmla="*/ 200 w 267"/>
                  <a:gd name="T105" fmla="*/ 125 h 417"/>
                  <a:gd name="T106" fmla="*/ 207 w 267"/>
                  <a:gd name="T107" fmla="*/ 115 h 417"/>
                  <a:gd name="T108" fmla="*/ 215 w 267"/>
                  <a:gd name="T109" fmla="*/ 100 h 417"/>
                  <a:gd name="T110" fmla="*/ 222 w 267"/>
                  <a:gd name="T111" fmla="*/ 86 h 417"/>
                  <a:gd name="T112" fmla="*/ 229 w 267"/>
                  <a:gd name="T113" fmla="*/ 75 h 417"/>
                  <a:gd name="T114" fmla="*/ 256 w 267"/>
                  <a:gd name="T115" fmla="*/ 20 h 417"/>
                  <a:gd name="T116" fmla="*/ 266 w 267"/>
                  <a:gd name="T117" fmla="*/ 11 h 417"/>
                  <a:gd name="T118" fmla="*/ 267 w 267"/>
                  <a:gd name="T119" fmla="*/ 9 h 417"/>
                  <a:gd name="T120" fmla="*/ 253 w 267"/>
                  <a:gd name="T121" fmla="*/ 2 h 4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67" h="417">
                    <a:moveTo>
                      <a:pt x="253" y="2"/>
                    </a:moveTo>
                    <a:lnTo>
                      <a:pt x="254" y="0"/>
                    </a:lnTo>
                    <a:lnTo>
                      <a:pt x="243" y="11"/>
                    </a:lnTo>
                    <a:lnTo>
                      <a:pt x="215" y="68"/>
                    </a:lnTo>
                    <a:lnTo>
                      <a:pt x="208" y="79"/>
                    </a:lnTo>
                    <a:lnTo>
                      <a:pt x="201" y="93"/>
                    </a:lnTo>
                    <a:lnTo>
                      <a:pt x="193" y="106"/>
                    </a:lnTo>
                    <a:lnTo>
                      <a:pt x="179" y="131"/>
                    </a:lnTo>
                    <a:lnTo>
                      <a:pt x="170" y="144"/>
                    </a:lnTo>
                    <a:lnTo>
                      <a:pt x="163" y="156"/>
                    </a:lnTo>
                    <a:lnTo>
                      <a:pt x="155" y="170"/>
                    </a:lnTo>
                    <a:lnTo>
                      <a:pt x="148" y="183"/>
                    </a:lnTo>
                    <a:lnTo>
                      <a:pt x="139" y="194"/>
                    </a:lnTo>
                    <a:lnTo>
                      <a:pt x="132" y="209"/>
                    </a:lnTo>
                    <a:lnTo>
                      <a:pt x="116" y="232"/>
                    </a:lnTo>
                    <a:lnTo>
                      <a:pt x="108" y="245"/>
                    </a:lnTo>
                    <a:lnTo>
                      <a:pt x="100" y="259"/>
                    </a:lnTo>
                    <a:lnTo>
                      <a:pt x="93" y="270"/>
                    </a:lnTo>
                    <a:lnTo>
                      <a:pt x="84" y="283"/>
                    </a:lnTo>
                    <a:lnTo>
                      <a:pt x="67" y="308"/>
                    </a:lnTo>
                    <a:lnTo>
                      <a:pt x="58" y="320"/>
                    </a:lnTo>
                    <a:lnTo>
                      <a:pt x="50" y="333"/>
                    </a:lnTo>
                    <a:lnTo>
                      <a:pt x="41" y="345"/>
                    </a:lnTo>
                    <a:lnTo>
                      <a:pt x="34" y="357"/>
                    </a:lnTo>
                    <a:lnTo>
                      <a:pt x="24" y="369"/>
                    </a:lnTo>
                    <a:lnTo>
                      <a:pt x="17" y="381"/>
                    </a:lnTo>
                    <a:lnTo>
                      <a:pt x="6" y="394"/>
                    </a:lnTo>
                    <a:lnTo>
                      <a:pt x="0" y="409"/>
                    </a:lnTo>
                    <a:lnTo>
                      <a:pt x="0" y="407"/>
                    </a:lnTo>
                    <a:lnTo>
                      <a:pt x="13" y="417"/>
                    </a:lnTo>
                    <a:lnTo>
                      <a:pt x="13" y="416"/>
                    </a:lnTo>
                    <a:lnTo>
                      <a:pt x="20" y="403"/>
                    </a:lnTo>
                    <a:lnTo>
                      <a:pt x="31" y="390"/>
                    </a:lnTo>
                    <a:lnTo>
                      <a:pt x="38" y="379"/>
                    </a:lnTo>
                    <a:lnTo>
                      <a:pt x="48" y="366"/>
                    </a:lnTo>
                    <a:lnTo>
                      <a:pt x="55" y="354"/>
                    </a:lnTo>
                    <a:lnTo>
                      <a:pt x="64" y="342"/>
                    </a:lnTo>
                    <a:lnTo>
                      <a:pt x="72" y="329"/>
                    </a:lnTo>
                    <a:lnTo>
                      <a:pt x="81" y="318"/>
                    </a:lnTo>
                    <a:lnTo>
                      <a:pt x="97" y="292"/>
                    </a:lnTo>
                    <a:lnTo>
                      <a:pt x="107" y="280"/>
                    </a:lnTo>
                    <a:lnTo>
                      <a:pt x="114" y="268"/>
                    </a:lnTo>
                    <a:lnTo>
                      <a:pt x="122" y="254"/>
                    </a:lnTo>
                    <a:lnTo>
                      <a:pt x="130" y="242"/>
                    </a:lnTo>
                    <a:lnTo>
                      <a:pt x="138" y="230"/>
                    </a:lnTo>
                    <a:lnTo>
                      <a:pt x="146" y="216"/>
                    </a:lnTo>
                    <a:lnTo>
                      <a:pt x="153" y="204"/>
                    </a:lnTo>
                    <a:lnTo>
                      <a:pt x="162" y="192"/>
                    </a:lnTo>
                    <a:lnTo>
                      <a:pt x="169" y="177"/>
                    </a:lnTo>
                    <a:lnTo>
                      <a:pt x="177" y="166"/>
                    </a:lnTo>
                    <a:lnTo>
                      <a:pt x="184" y="153"/>
                    </a:lnTo>
                    <a:lnTo>
                      <a:pt x="193" y="140"/>
                    </a:lnTo>
                    <a:lnTo>
                      <a:pt x="200" y="125"/>
                    </a:lnTo>
                    <a:lnTo>
                      <a:pt x="207" y="115"/>
                    </a:lnTo>
                    <a:lnTo>
                      <a:pt x="215" y="100"/>
                    </a:lnTo>
                    <a:lnTo>
                      <a:pt x="222" y="86"/>
                    </a:lnTo>
                    <a:lnTo>
                      <a:pt x="229" y="75"/>
                    </a:lnTo>
                    <a:lnTo>
                      <a:pt x="256" y="20"/>
                    </a:lnTo>
                    <a:lnTo>
                      <a:pt x="266" y="11"/>
                    </a:lnTo>
                    <a:lnTo>
                      <a:pt x="267" y="9"/>
                    </a:lnTo>
                    <a:lnTo>
                      <a:pt x="253" y="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266" name="Freeform 192"/>
              <p:cNvSpPr>
                <a:spLocks/>
              </p:cNvSpPr>
              <p:nvPr/>
            </p:nvSpPr>
            <p:spPr bwMode="auto">
              <a:xfrm>
                <a:off x="3321" y="2665"/>
                <a:ext cx="163" cy="186"/>
              </a:xfrm>
              <a:custGeom>
                <a:avLst/>
                <a:gdLst>
                  <a:gd name="T0" fmla="*/ 312 w 324"/>
                  <a:gd name="T1" fmla="*/ 0 h 374"/>
                  <a:gd name="T2" fmla="*/ 290 w 324"/>
                  <a:gd name="T3" fmla="*/ 23 h 374"/>
                  <a:gd name="T4" fmla="*/ 273 w 324"/>
                  <a:gd name="T5" fmla="*/ 48 h 374"/>
                  <a:gd name="T6" fmla="*/ 246 w 324"/>
                  <a:gd name="T7" fmla="*/ 83 h 374"/>
                  <a:gd name="T8" fmla="*/ 229 w 324"/>
                  <a:gd name="T9" fmla="*/ 105 h 374"/>
                  <a:gd name="T10" fmla="*/ 210 w 324"/>
                  <a:gd name="T11" fmla="*/ 129 h 374"/>
                  <a:gd name="T12" fmla="*/ 191 w 324"/>
                  <a:gd name="T13" fmla="*/ 152 h 374"/>
                  <a:gd name="T14" fmla="*/ 170 w 324"/>
                  <a:gd name="T15" fmla="*/ 175 h 374"/>
                  <a:gd name="T16" fmla="*/ 152 w 324"/>
                  <a:gd name="T17" fmla="*/ 197 h 374"/>
                  <a:gd name="T18" fmla="*/ 132 w 324"/>
                  <a:gd name="T19" fmla="*/ 219 h 374"/>
                  <a:gd name="T20" fmla="*/ 112 w 324"/>
                  <a:gd name="T21" fmla="*/ 241 h 374"/>
                  <a:gd name="T22" fmla="*/ 93 w 324"/>
                  <a:gd name="T23" fmla="*/ 263 h 374"/>
                  <a:gd name="T24" fmla="*/ 72 w 324"/>
                  <a:gd name="T25" fmla="*/ 285 h 374"/>
                  <a:gd name="T26" fmla="*/ 51 w 324"/>
                  <a:gd name="T27" fmla="*/ 307 h 374"/>
                  <a:gd name="T28" fmla="*/ 11 w 324"/>
                  <a:gd name="T29" fmla="*/ 348 h 374"/>
                  <a:gd name="T30" fmla="*/ 1 w 324"/>
                  <a:gd name="T31" fmla="*/ 362 h 374"/>
                  <a:gd name="T32" fmla="*/ 13 w 324"/>
                  <a:gd name="T33" fmla="*/ 372 h 374"/>
                  <a:gd name="T34" fmla="*/ 54 w 324"/>
                  <a:gd name="T35" fmla="*/ 329 h 374"/>
                  <a:gd name="T36" fmla="*/ 73 w 324"/>
                  <a:gd name="T37" fmla="*/ 308 h 374"/>
                  <a:gd name="T38" fmla="*/ 94 w 324"/>
                  <a:gd name="T39" fmla="*/ 286 h 374"/>
                  <a:gd name="T40" fmla="*/ 115 w 324"/>
                  <a:gd name="T41" fmla="*/ 264 h 374"/>
                  <a:gd name="T42" fmla="*/ 134 w 324"/>
                  <a:gd name="T43" fmla="*/ 242 h 374"/>
                  <a:gd name="T44" fmla="*/ 154 w 324"/>
                  <a:gd name="T45" fmla="*/ 219 h 374"/>
                  <a:gd name="T46" fmla="*/ 175 w 324"/>
                  <a:gd name="T47" fmla="*/ 198 h 374"/>
                  <a:gd name="T48" fmla="*/ 193 w 324"/>
                  <a:gd name="T49" fmla="*/ 174 h 374"/>
                  <a:gd name="T50" fmla="*/ 213 w 324"/>
                  <a:gd name="T51" fmla="*/ 150 h 374"/>
                  <a:gd name="T52" fmla="*/ 230 w 324"/>
                  <a:gd name="T53" fmla="*/ 128 h 374"/>
                  <a:gd name="T54" fmla="*/ 249 w 324"/>
                  <a:gd name="T55" fmla="*/ 105 h 374"/>
                  <a:gd name="T56" fmla="*/ 278 w 324"/>
                  <a:gd name="T57" fmla="*/ 69 h 374"/>
                  <a:gd name="T58" fmla="*/ 297 w 324"/>
                  <a:gd name="T59" fmla="*/ 45 h 374"/>
                  <a:gd name="T60" fmla="*/ 313 w 324"/>
                  <a:gd name="T61" fmla="*/ 22 h 374"/>
                  <a:gd name="T62" fmla="*/ 324 w 324"/>
                  <a:gd name="T63" fmla="*/ 11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24" h="374">
                    <a:moveTo>
                      <a:pt x="311" y="1"/>
                    </a:moveTo>
                    <a:lnTo>
                      <a:pt x="312" y="0"/>
                    </a:lnTo>
                    <a:lnTo>
                      <a:pt x="301" y="11"/>
                    </a:lnTo>
                    <a:lnTo>
                      <a:pt x="290" y="23"/>
                    </a:lnTo>
                    <a:lnTo>
                      <a:pt x="283" y="36"/>
                    </a:lnTo>
                    <a:lnTo>
                      <a:pt x="273" y="48"/>
                    </a:lnTo>
                    <a:lnTo>
                      <a:pt x="264" y="60"/>
                    </a:lnTo>
                    <a:lnTo>
                      <a:pt x="246" y="83"/>
                    </a:lnTo>
                    <a:lnTo>
                      <a:pt x="238" y="96"/>
                    </a:lnTo>
                    <a:lnTo>
                      <a:pt x="229" y="105"/>
                    </a:lnTo>
                    <a:lnTo>
                      <a:pt x="218" y="119"/>
                    </a:lnTo>
                    <a:lnTo>
                      <a:pt x="210" y="129"/>
                    </a:lnTo>
                    <a:lnTo>
                      <a:pt x="201" y="141"/>
                    </a:lnTo>
                    <a:lnTo>
                      <a:pt x="191" y="152"/>
                    </a:lnTo>
                    <a:lnTo>
                      <a:pt x="182" y="163"/>
                    </a:lnTo>
                    <a:lnTo>
                      <a:pt x="170" y="175"/>
                    </a:lnTo>
                    <a:lnTo>
                      <a:pt x="163" y="187"/>
                    </a:lnTo>
                    <a:lnTo>
                      <a:pt x="152" y="197"/>
                    </a:lnTo>
                    <a:lnTo>
                      <a:pt x="142" y="208"/>
                    </a:lnTo>
                    <a:lnTo>
                      <a:pt x="132" y="219"/>
                    </a:lnTo>
                    <a:lnTo>
                      <a:pt x="123" y="231"/>
                    </a:lnTo>
                    <a:lnTo>
                      <a:pt x="112" y="241"/>
                    </a:lnTo>
                    <a:lnTo>
                      <a:pt x="103" y="253"/>
                    </a:lnTo>
                    <a:lnTo>
                      <a:pt x="93" y="263"/>
                    </a:lnTo>
                    <a:lnTo>
                      <a:pt x="82" y="275"/>
                    </a:lnTo>
                    <a:lnTo>
                      <a:pt x="72" y="285"/>
                    </a:lnTo>
                    <a:lnTo>
                      <a:pt x="62" y="296"/>
                    </a:lnTo>
                    <a:lnTo>
                      <a:pt x="51" y="307"/>
                    </a:lnTo>
                    <a:lnTo>
                      <a:pt x="42" y="317"/>
                    </a:lnTo>
                    <a:lnTo>
                      <a:pt x="11" y="348"/>
                    </a:lnTo>
                    <a:lnTo>
                      <a:pt x="0" y="363"/>
                    </a:lnTo>
                    <a:lnTo>
                      <a:pt x="1" y="362"/>
                    </a:lnTo>
                    <a:lnTo>
                      <a:pt x="12" y="374"/>
                    </a:lnTo>
                    <a:lnTo>
                      <a:pt x="13" y="372"/>
                    </a:lnTo>
                    <a:lnTo>
                      <a:pt x="23" y="360"/>
                    </a:lnTo>
                    <a:lnTo>
                      <a:pt x="54" y="329"/>
                    </a:lnTo>
                    <a:lnTo>
                      <a:pt x="63" y="318"/>
                    </a:lnTo>
                    <a:lnTo>
                      <a:pt x="73" y="308"/>
                    </a:lnTo>
                    <a:lnTo>
                      <a:pt x="84" y="296"/>
                    </a:lnTo>
                    <a:lnTo>
                      <a:pt x="94" y="286"/>
                    </a:lnTo>
                    <a:lnTo>
                      <a:pt x="104" y="275"/>
                    </a:lnTo>
                    <a:lnTo>
                      <a:pt x="115" y="264"/>
                    </a:lnTo>
                    <a:lnTo>
                      <a:pt x="124" y="253"/>
                    </a:lnTo>
                    <a:lnTo>
                      <a:pt x="134" y="242"/>
                    </a:lnTo>
                    <a:lnTo>
                      <a:pt x="143" y="231"/>
                    </a:lnTo>
                    <a:lnTo>
                      <a:pt x="154" y="219"/>
                    </a:lnTo>
                    <a:lnTo>
                      <a:pt x="163" y="209"/>
                    </a:lnTo>
                    <a:lnTo>
                      <a:pt x="175" y="198"/>
                    </a:lnTo>
                    <a:lnTo>
                      <a:pt x="184" y="185"/>
                    </a:lnTo>
                    <a:lnTo>
                      <a:pt x="193" y="174"/>
                    </a:lnTo>
                    <a:lnTo>
                      <a:pt x="202" y="164"/>
                    </a:lnTo>
                    <a:lnTo>
                      <a:pt x="213" y="150"/>
                    </a:lnTo>
                    <a:lnTo>
                      <a:pt x="222" y="139"/>
                    </a:lnTo>
                    <a:lnTo>
                      <a:pt x="230" y="128"/>
                    </a:lnTo>
                    <a:lnTo>
                      <a:pt x="240" y="117"/>
                    </a:lnTo>
                    <a:lnTo>
                      <a:pt x="249" y="105"/>
                    </a:lnTo>
                    <a:lnTo>
                      <a:pt x="260" y="92"/>
                    </a:lnTo>
                    <a:lnTo>
                      <a:pt x="278" y="69"/>
                    </a:lnTo>
                    <a:lnTo>
                      <a:pt x="286" y="57"/>
                    </a:lnTo>
                    <a:lnTo>
                      <a:pt x="297" y="45"/>
                    </a:lnTo>
                    <a:lnTo>
                      <a:pt x="304" y="33"/>
                    </a:lnTo>
                    <a:lnTo>
                      <a:pt x="313" y="22"/>
                    </a:lnTo>
                    <a:lnTo>
                      <a:pt x="323" y="12"/>
                    </a:lnTo>
                    <a:lnTo>
                      <a:pt x="324" y="11"/>
                    </a:lnTo>
                    <a:lnTo>
                      <a:pt x="311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267" name="Freeform 193"/>
              <p:cNvSpPr>
                <a:spLocks/>
              </p:cNvSpPr>
              <p:nvPr/>
            </p:nvSpPr>
            <p:spPr bwMode="auto">
              <a:xfrm>
                <a:off x="3141" y="2845"/>
                <a:ext cx="187" cy="162"/>
              </a:xfrm>
              <a:custGeom>
                <a:avLst/>
                <a:gdLst>
                  <a:gd name="T0" fmla="*/ 362 w 373"/>
                  <a:gd name="T1" fmla="*/ 1 h 325"/>
                  <a:gd name="T2" fmla="*/ 363 w 373"/>
                  <a:gd name="T3" fmla="*/ 0 h 325"/>
                  <a:gd name="T4" fmla="*/ 348 w 373"/>
                  <a:gd name="T5" fmla="*/ 11 h 325"/>
                  <a:gd name="T6" fmla="*/ 317 w 373"/>
                  <a:gd name="T7" fmla="*/ 43 h 325"/>
                  <a:gd name="T8" fmla="*/ 306 w 373"/>
                  <a:gd name="T9" fmla="*/ 52 h 325"/>
                  <a:gd name="T10" fmla="*/ 286 w 373"/>
                  <a:gd name="T11" fmla="*/ 72 h 325"/>
                  <a:gd name="T12" fmla="*/ 274 w 373"/>
                  <a:gd name="T13" fmla="*/ 83 h 325"/>
                  <a:gd name="T14" fmla="*/ 255 w 373"/>
                  <a:gd name="T15" fmla="*/ 104 h 325"/>
                  <a:gd name="T16" fmla="*/ 242 w 373"/>
                  <a:gd name="T17" fmla="*/ 112 h 325"/>
                  <a:gd name="T18" fmla="*/ 220 w 373"/>
                  <a:gd name="T19" fmla="*/ 132 h 325"/>
                  <a:gd name="T20" fmla="*/ 208 w 373"/>
                  <a:gd name="T21" fmla="*/ 142 h 325"/>
                  <a:gd name="T22" fmla="*/ 197 w 373"/>
                  <a:gd name="T23" fmla="*/ 152 h 325"/>
                  <a:gd name="T24" fmla="*/ 187 w 373"/>
                  <a:gd name="T25" fmla="*/ 163 h 325"/>
                  <a:gd name="T26" fmla="*/ 176 w 373"/>
                  <a:gd name="T27" fmla="*/ 170 h 325"/>
                  <a:gd name="T28" fmla="*/ 162 w 373"/>
                  <a:gd name="T29" fmla="*/ 182 h 325"/>
                  <a:gd name="T30" fmla="*/ 152 w 373"/>
                  <a:gd name="T31" fmla="*/ 191 h 325"/>
                  <a:gd name="T32" fmla="*/ 140 w 373"/>
                  <a:gd name="T33" fmla="*/ 202 h 325"/>
                  <a:gd name="T34" fmla="*/ 130 w 373"/>
                  <a:gd name="T35" fmla="*/ 210 h 325"/>
                  <a:gd name="T36" fmla="*/ 119 w 373"/>
                  <a:gd name="T37" fmla="*/ 218 h 325"/>
                  <a:gd name="T38" fmla="*/ 105 w 373"/>
                  <a:gd name="T39" fmla="*/ 228 h 325"/>
                  <a:gd name="T40" fmla="*/ 94 w 373"/>
                  <a:gd name="T41" fmla="*/ 238 h 325"/>
                  <a:gd name="T42" fmla="*/ 83 w 373"/>
                  <a:gd name="T43" fmla="*/ 246 h 325"/>
                  <a:gd name="T44" fmla="*/ 71 w 373"/>
                  <a:gd name="T45" fmla="*/ 256 h 325"/>
                  <a:gd name="T46" fmla="*/ 60 w 373"/>
                  <a:gd name="T47" fmla="*/ 264 h 325"/>
                  <a:gd name="T48" fmla="*/ 47 w 373"/>
                  <a:gd name="T49" fmla="*/ 274 h 325"/>
                  <a:gd name="T50" fmla="*/ 36 w 373"/>
                  <a:gd name="T51" fmla="*/ 283 h 325"/>
                  <a:gd name="T52" fmla="*/ 23 w 373"/>
                  <a:gd name="T53" fmla="*/ 290 h 325"/>
                  <a:gd name="T54" fmla="*/ 10 w 373"/>
                  <a:gd name="T55" fmla="*/ 302 h 325"/>
                  <a:gd name="T56" fmla="*/ 0 w 373"/>
                  <a:gd name="T57" fmla="*/ 312 h 325"/>
                  <a:gd name="T58" fmla="*/ 1 w 373"/>
                  <a:gd name="T59" fmla="*/ 311 h 325"/>
                  <a:gd name="T60" fmla="*/ 10 w 373"/>
                  <a:gd name="T61" fmla="*/ 325 h 325"/>
                  <a:gd name="T62" fmla="*/ 11 w 373"/>
                  <a:gd name="T63" fmla="*/ 324 h 325"/>
                  <a:gd name="T64" fmla="*/ 22 w 373"/>
                  <a:gd name="T65" fmla="*/ 313 h 325"/>
                  <a:gd name="T66" fmla="*/ 32 w 373"/>
                  <a:gd name="T67" fmla="*/ 304 h 325"/>
                  <a:gd name="T68" fmla="*/ 45 w 373"/>
                  <a:gd name="T69" fmla="*/ 297 h 325"/>
                  <a:gd name="T70" fmla="*/ 56 w 373"/>
                  <a:gd name="T71" fmla="*/ 286 h 325"/>
                  <a:gd name="T72" fmla="*/ 69 w 373"/>
                  <a:gd name="T73" fmla="*/ 278 h 325"/>
                  <a:gd name="T74" fmla="*/ 81 w 373"/>
                  <a:gd name="T75" fmla="*/ 269 h 325"/>
                  <a:gd name="T76" fmla="*/ 92 w 373"/>
                  <a:gd name="T77" fmla="*/ 260 h 325"/>
                  <a:gd name="T78" fmla="*/ 106 w 373"/>
                  <a:gd name="T79" fmla="*/ 250 h 325"/>
                  <a:gd name="T80" fmla="*/ 116 w 373"/>
                  <a:gd name="T81" fmla="*/ 240 h 325"/>
                  <a:gd name="T82" fmla="*/ 128 w 373"/>
                  <a:gd name="T83" fmla="*/ 231 h 325"/>
                  <a:gd name="T84" fmla="*/ 139 w 373"/>
                  <a:gd name="T85" fmla="*/ 223 h 325"/>
                  <a:gd name="T86" fmla="*/ 152 w 373"/>
                  <a:gd name="T87" fmla="*/ 213 h 325"/>
                  <a:gd name="T88" fmla="*/ 164 w 373"/>
                  <a:gd name="T89" fmla="*/ 203 h 325"/>
                  <a:gd name="T90" fmla="*/ 174 w 373"/>
                  <a:gd name="T91" fmla="*/ 193 h 325"/>
                  <a:gd name="T92" fmla="*/ 185 w 373"/>
                  <a:gd name="T93" fmla="*/ 184 h 325"/>
                  <a:gd name="T94" fmla="*/ 198 w 373"/>
                  <a:gd name="T95" fmla="*/ 175 h 325"/>
                  <a:gd name="T96" fmla="*/ 208 w 373"/>
                  <a:gd name="T97" fmla="*/ 163 h 325"/>
                  <a:gd name="T98" fmla="*/ 220 w 373"/>
                  <a:gd name="T99" fmla="*/ 153 h 325"/>
                  <a:gd name="T100" fmla="*/ 231 w 373"/>
                  <a:gd name="T101" fmla="*/ 144 h 325"/>
                  <a:gd name="T102" fmla="*/ 251 w 373"/>
                  <a:gd name="T103" fmla="*/ 123 h 325"/>
                  <a:gd name="T104" fmla="*/ 264 w 373"/>
                  <a:gd name="T105" fmla="*/ 115 h 325"/>
                  <a:gd name="T106" fmla="*/ 286 w 373"/>
                  <a:gd name="T107" fmla="*/ 94 h 325"/>
                  <a:gd name="T108" fmla="*/ 297 w 373"/>
                  <a:gd name="T109" fmla="*/ 84 h 325"/>
                  <a:gd name="T110" fmla="*/ 318 w 373"/>
                  <a:gd name="T111" fmla="*/ 63 h 325"/>
                  <a:gd name="T112" fmla="*/ 328 w 373"/>
                  <a:gd name="T113" fmla="*/ 54 h 325"/>
                  <a:gd name="T114" fmla="*/ 359 w 373"/>
                  <a:gd name="T115" fmla="*/ 23 h 325"/>
                  <a:gd name="T116" fmla="*/ 372 w 373"/>
                  <a:gd name="T117" fmla="*/ 14 h 325"/>
                  <a:gd name="T118" fmla="*/ 373 w 373"/>
                  <a:gd name="T119" fmla="*/ 13 h 325"/>
                  <a:gd name="T120" fmla="*/ 362 w 373"/>
                  <a:gd name="T121" fmla="*/ 1 h 3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373" h="325">
                    <a:moveTo>
                      <a:pt x="362" y="1"/>
                    </a:moveTo>
                    <a:lnTo>
                      <a:pt x="363" y="0"/>
                    </a:lnTo>
                    <a:lnTo>
                      <a:pt x="348" y="11"/>
                    </a:lnTo>
                    <a:lnTo>
                      <a:pt x="317" y="43"/>
                    </a:lnTo>
                    <a:lnTo>
                      <a:pt x="306" y="52"/>
                    </a:lnTo>
                    <a:lnTo>
                      <a:pt x="286" y="72"/>
                    </a:lnTo>
                    <a:lnTo>
                      <a:pt x="274" y="83"/>
                    </a:lnTo>
                    <a:lnTo>
                      <a:pt x="255" y="104"/>
                    </a:lnTo>
                    <a:lnTo>
                      <a:pt x="242" y="112"/>
                    </a:lnTo>
                    <a:lnTo>
                      <a:pt x="220" y="132"/>
                    </a:lnTo>
                    <a:lnTo>
                      <a:pt x="208" y="142"/>
                    </a:lnTo>
                    <a:lnTo>
                      <a:pt x="197" y="152"/>
                    </a:lnTo>
                    <a:lnTo>
                      <a:pt x="187" y="163"/>
                    </a:lnTo>
                    <a:lnTo>
                      <a:pt x="176" y="170"/>
                    </a:lnTo>
                    <a:lnTo>
                      <a:pt x="162" y="182"/>
                    </a:lnTo>
                    <a:lnTo>
                      <a:pt x="152" y="191"/>
                    </a:lnTo>
                    <a:lnTo>
                      <a:pt x="140" y="202"/>
                    </a:lnTo>
                    <a:lnTo>
                      <a:pt x="130" y="210"/>
                    </a:lnTo>
                    <a:lnTo>
                      <a:pt x="119" y="218"/>
                    </a:lnTo>
                    <a:lnTo>
                      <a:pt x="105" y="228"/>
                    </a:lnTo>
                    <a:lnTo>
                      <a:pt x="94" y="238"/>
                    </a:lnTo>
                    <a:lnTo>
                      <a:pt x="83" y="246"/>
                    </a:lnTo>
                    <a:lnTo>
                      <a:pt x="71" y="256"/>
                    </a:lnTo>
                    <a:lnTo>
                      <a:pt x="60" y="264"/>
                    </a:lnTo>
                    <a:lnTo>
                      <a:pt x="47" y="274"/>
                    </a:lnTo>
                    <a:lnTo>
                      <a:pt x="36" y="283"/>
                    </a:lnTo>
                    <a:lnTo>
                      <a:pt x="23" y="290"/>
                    </a:lnTo>
                    <a:lnTo>
                      <a:pt x="10" y="302"/>
                    </a:lnTo>
                    <a:lnTo>
                      <a:pt x="0" y="312"/>
                    </a:lnTo>
                    <a:lnTo>
                      <a:pt x="1" y="311"/>
                    </a:lnTo>
                    <a:lnTo>
                      <a:pt x="10" y="325"/>
                    </a:lnTo>
                    <a:lnTo>
                      <a:pt x="11" y="324"/>
                    </a:lnTo>
                    <a:lnTo>
                      <a:pt x="22" y="313"/>
                    </a:lnTo>
                    <a:lnTo>
                      <a:pt x="32" y="304"/>
                    </a:lnTo>
                    <a:lnTo>
                      <a:pt x="45" y="297"/>
                    </a:lnTo>
                    <a:lnTo>
                      <a:pt x="56" y="286"/>
                    </a:lnTo>
                    <a:lnTo>
                      <a:pt x="69" y="278"/>
                    </a:lnTo>
                    <a:lnTo>
                      <a:pt x="81" y="269"/>
                    </a:lnTo>
                    <a:lnTo>
                      <a:pt x="92" y="260"/>
                    </a:lnTo>
                    <a:lnTo>
                      <a:pt x="106" y="250"/>
                    </a:lnTo>
                    <a:lnTo>
                      <a:pt x="116" y="240"/>
                    </a:lnTo>
                    <a:lnTo>
                      <a:pt x="128" y="231"/>
                    </a:lnTo>
                    <a:lnTo>
                      <a:pt x="139" y="223"/>
                    </a:lnTo>
                    <a:lnTo>
                      <a:pt x="152" y="213"/>
                    </a:lnTo>
                    <a:lnTo>
                      <a:pt x="164" y="203"/>
                    </a:lnTo>
                    <a:lnTo>
                      <a:pt x="174" y="193"/>
                    </a:lnTo>
                    <a:lnTo>
                      <a:pt x="185" y="184"/>
                    </a:lnTo>
                    <a:lnTo>
                      <a:pt x="198" y="175"/>
                    </a:lnTo>
                    <a:lnTo>
                      <a:pt x="208" y="163"/>
                    </a:lnTo>
                    <a:lnTo>
                      <a:pt x="220" y="153"/>
                    </a:lnTo>
                    <a:lnTo>
                      <a:pt x="231" y="144"/>
                    </a:lnTo>
                    <a:lnTo>
                      <a:pt x="251" y="123"/>
                    </a:lnTo>
                    <a:lnTo>
                      <a:pt x="264" y="115"/>
                    </a:lnTo>
                    <a:lnTo>
                      <a:pt x="286" y="94"/>
                    </a:lnTo>
                    <a:lnTo>
                      <a:pt x="297" y="84"/>
                    </a:lnTo>
                    <a:lnTo>
                      <a:pt x="318" y="63"/>
                    </a:lnTo>
                    <a:lnTo>
                      <a:pt x="328" y="54"/>
                    </a:lnTo>
                    <a:lnTo>
                      <a:pt x="359" y="23"/>
                    </a:lnTo>
                    <a:lnTo>
                      <a:pt x="372" y="14"/>
                    </a:lnTo>
                    <a:lnTo>
                      <a:pt x="373" y="13"/>
                    </a:lnTo>
                    <a:lnTo>
                      <a:pt x="362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268" name="Freeform 194"/>
              <p:cNvSpPr>
                <a:spLocks/>
              </p:cNvSpPr>
              <p:nvPr/>
            </p:nvSpPr>
            <p:spPr bwMode="auto">
              <a:xfrm>
                <a:off x="2938" y="3000"/>
                <a:ext cx="208" cy="134"/>
              </a:xfrm>
              <a:custGeom>
                <a:avLst/>
                <a:gdLst>
                  <a:gd name="T0" fmla="*/ 408 w 417"/>
                  <a:gd name="T1" fmla="*/ 0 h 266"/>
                  <a:gd name="T2" fmla="*/ 409 w 417"/>
                  <a:gd name="T3" fmla="*/ 0 h 266"/>
                  <a:gd name="T4" fmla="*/ 394 w 417"/>
                  <a:gd name="T5" fmla="*/ 7 h 266"/>
                  <a:gd name="T6" fmla="*/ 383 w 417"/>
                  <a:gd name="T7" fmla="*/ 17 h 266"/>
                  <a:gd name="T8" fmla="*/ 370 w 417"/>
                  <a:gd name="T9" fmla="*/ 24 h 266"/>
                  <a:gd name="T10" fmla="*/ 359 w 417"/>
                  <a:gd name="T11" fmla="*/ 35 h 266"/>
                  <a:gd name="T12" fmla="*/ 346 w 417"/>
                  <a:gd name="T13" fmla="*/ 41 h 266"/>
                  <a:gd name="T14" fmla="*/ 333 w 417"/>
                  <a:gd name="T15" fmla="*/ 51 h 266"/>
                  <a:gd name="T16" fmla="*/ 322 w 417"/>
                  <a:gd name="T17" fmla="*/ 59 h 266"/>
                  <a:gd name="T18" fmla="*/ 309 w 417"/>
                  <a:gd name="T19" fmla="*/ 68 h 266"/>
                  <a:gd name="T20" fmla="*/ 296 w 417"/>
                  <a:gd name="T21" fmla="*/ 76 h 266"/>
                  <a:gd name="T22" fmla="*/ 285 w 417"/>
                  <a:gd name="T23" fmla="*/ 84 h 266"/>
                  <a:gd name="T24" fmla="*/ 272 w 417"/>
                  <a:gd name="T25" fmla="*/ 93 h 266"/>
                  <a:gd name="T26" fmla="*/ 260 w 417"/>
                  <a:gd name="T27" fmla="*/ 100 h 266"/>
                  <a:gd name="T28" fmla="*/ 222 w 417"/>
                  <a:gd name="T29" fmla="*/ 124 h 266"/>
                  <a:gd name="T30" fmla="*/ 210 w 417"/>
                  <a:gd name="T31" fmla="*/ 132 h 266"/>
                  <a:gd name="T32" fmla="*/ 196 w 417"/>
                  <a:gd name="T33" fmla="*/ 139 h 266"/>
                  <a:gd name="T34" fmla="*/ 183 w 417"/>
                  <a:gd name="T35" fmla="*/ 149 h 266"/>
                  <a:gd name="T36" fmla="*/ 171 w 417"/>
                  <a:gd name="T37" fmla="*/ 155 h 266"/>
                  <a:gd name="T38" fmla="*/ 159 w 417"/>
                  <a:gd name="T39" fmla="*/ 164 h 266"/>
                  <a:gd name="T40" fmla="*/ 144 w 417"/>
                  <a:gd name="T41" fmla="*/ 170 h 266"/>
                  <a:gd name="T42" fmla="*/ 132 w 417"/>
                  <a:gd name="T43" fmla="*/ 180 h 266"/>
                  <a:gd name="T44" fmla="*/ 107 w 417"/>
                  <a:gd name="T45" fmla="*/ 193 h 266"/>
                  <a:gd name="T46" fmla="*/ 94 w 417"/>
                  <a:gd name="T47" fmla="*/ 202 h 266"/>
                  <a:gd name="T48" fmla="*/ 68 w 417"/>
                  <a:gd name="T49" fmla="*/ 215 h 266"/>
                  <a:gd name="T50" fmla="*/ 12 w 417"/>
                  <a:gd name="T51" fmla="*/ 243 h 266"/>
                  <a:gd name="T52" fmla="*/ 0 w 417"/>
                  <a:gd name="T53" fmla="*/ 253 h 266"/>
                  <a:gd name="T54" fmla="*/ 3 w 417"/>
                  <a:gd name="T55" fmla="*/ 252 h 266"/>
                  <a:gd name="T56" fmla="*/ 10 w 417"/>
                  <a:gd name="T57" fmla="*/ 266 h 266"/>
                  <a:gd name="T58" fmla="*/ 12 w 417"/>
                  <a:gd name="T59" fmla="*/ 265 h 266"/>
                  <a:gd name="T60" fmla="*/ 21 w 417"/>
                  <a:gd name="T61" fmla="*/ 257 h 266"/>
                  <a:gd name="T62" fmla="*/ 75 w 417"/>
                  <a:gd name="T63" fmla="*/ 229 h 266"/>
                  <a:gd name="T64" fmla="*/ 101 w 417"/>
                  <a:gd name="T65" fmla="*/ 215 h 266"/>
                  <a:gd name="T66" fmla="*/ 114 w 417"/>
                  <a:gd name="T67" fmla="*/ 207 h 266"/>
                  <a:gd name="T68" fmla="*/ 141 w 417"/>
                  <a:gd name="T69" fmla="*/ 193 h 266"/>
                  <a:gd name="T70" fmla="*/ 154 w 417"/>
                  <a:gd name="T71" fmla="*/ 184 h 266"/>
                  <a:gd name="T72" fmla="*/ 166 w 417"/>
                  <a:gd name="T73" fmla="*/ 177 h 266"/>
                  <a:gd name="T74" fmla="*/ 180 w 417"/>
                  <a:gd name="T75" fmla="*/ 169 h 266"/>
                  <a:gd name="T76" fmla="*/ 193 w 417"/>
                  <a:gd name="T77" fmla="*/ 162 h 266"/>
                  <a:gd name="T78" fmla="*/ 205 w 417"/>
                  <a:gd name="T79" fmla="*/ 153 h 266"/>
                  <a:gd name="T80" fmla="*/ 219 w 417"/>
                  <a:gd name="T81" fmla="*/ 146 h 266"/>
                  <a:gd name="T82" fmla="*/ 231 w 417"/>
                  <a:gd name="T83" fmla="*/ 138 h 266"/>
                  <a:gd name="T84" fmla="*/ 269 w 417"/>
                  <a:gd name="T85" fmla="*/ 114 h 266"/>
                  <a:gd name="T86" fmla="*/ 281 w 417"/>
                  <a:gd name="T87" fmla="*/ 107 h 266"/>
                  <a:gd name="T88" fmla="*/ 294 w 417"/>
                  <a:gd name="T89" fmla="*/ 98 h 266"/>
                  <a:gd name="T90" fmla="*/ 306 w 417"/>
                  <a:gd name="T91" fmla="*/ 90 h 266"/>
                  <a:gd name="T92" fmla="*/ 318 w 417"/>
                  <a:gd name="T93" fmla="*/ 82 h 266"/>
                  <a:gd name="T94" fmla="*/ 331 w 417"/>
                  <a:gd name="T95" fmla="*/ 73 h 266"/>
                  <a:gd name="T96" fmla="*/ 342 w 417"/>
                  <a:gd name="T97" fmla="*/ 64 h 266"/>
                  <a:gd name="T98" fmla="*/ 355 w 417"/>
                  <a:gd name="T99" fmla="*/ 55 h 266"/>
                  <a:gd name="T100" fmla="*/ 368 w 417"/>
                  <a:gd name="T101" fmla="*/ 48 h 266"/>
                  <a:gd name="T102" fmla="*/ 379 w 417"/>
                  <a:gd name="T103" fmla="*/ 38 h 266"/>
                  <a:gd name="T104" fmla="*/ 392 w 417"/>
                  <a:gd name="T105" fmla="*/ 31 h 266"/>
                  <a:gd name="T106" fmla="*/ 404 w 417"/>
                  <a:gd name="T107" fmla="*/ 21 h 266"/>
                  <a:gd name="T108" fmla="*/ 416 w 417"/>
                  <a:gd name="T109" fmla="*/ 14 h 266"/>
                  <a:gd name="T110" fmla="*/ 417 w 417"/>
                  <a:gd name="T111" fmla="*/ 14 h 266"/>
                  <a:gd name="T112" fmla="*/ 408 w 417"/>
                  <a:gd name="T11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417" h="266">
                    <a:moveTo>
                      <a:pt x="408" y="0"/>
                    </a:moveTo>
                    <a:lnTo>
                      <a:pt x="409" y="0"/>
                    </a:lnTo>
                    <a:lnTo>
                      <a:pt x="394" y="7"/>
                    </a:lnTo>
                    <a:lnTo>
                      <a:pt x="383" y="17"/>
                    </a:lnTo>
                    <a:lnTo>
                      <a:pt x="370" y="24"/>
                    </a:lnTo>
                    <a:lnTo>
                      <a:pt x="359" y="35"/>
                    </a:lnTo>
                    <a:lnTo>
                      <a:pt x="346" y="41"/>
                    </a:lnTo>
                    <a:lnTo>
                      <a:pt x="333" y="51"/>
                    </a:lnTo>
                    <a:lnTo>
                      <a:pt x="322" y="59"/>
                    </a:lnTo>
                    <a:lnTo>
                      <a:pt x="309" y="68"/>
                    </a:lnTo>
                    <a:lnTo>
                      <a:pt x="296" y="76"/>
                    </a:lnTo>
                    <a:lnTo>
                      <a:pt x="285" y="84"/>
                    </a:lnTo>
                    <a:lnTo>
                      <a:pt x="272" y="93"/>
                    </a:lnTo>
                    <a:lnTo>
                      <a:pt x="260" y="100"/>
                    </a:lnTo>
                    <a:lnTo>
                      <a:pt x="222" y="124"/>
                    </a:lnTo>
                    <a:lnTo>
                      <a:pt x="210" y="132"/>
                    </a:lnTo>
                    <a:lnTo>
                      <a:pt x="196" y="139"/>
                    </a:lnTo>
                    <a:lnTo>
                      <a:pt x="183" y="149"/>
                    </a:lnTo>
                    <a:lnTo>
                      <a:pt x="171" y="155"/>
                    </a:lnTo>
                    <a:lnTo>
                      <a:pt x="159" y="164"/>
                    </a:lnTo>
                    <a:lnTo>
                      <a:pt x="144" y="170"/>
                    </a:lnTo>
                    <a:lnTo>
                      <a:pt x="132" y="180"/>
                    </a:lnTo>
                    <a:lnTo>
                      <a:pt x="107" y="193"/>
                    </a:lnTo>
                    <a:lnTo>
                      <a:pt x="94" y="202"/>
                    </a:lnTo>
                    <a:lnTo>
                      <a:pt x="68" y="215"/>
                    </a:lnTo>
                    <a:lnTo>
                      <a:pt x="12" y="243"/>
                    </a:lnTo>
                    <a:lnTo>
                      <a:pt x="0" y="253"/>
                    </a:lnTo>
                    <a:lnTo>
                      <a:pt x="3" y="252"/>
                    </a:lnTo>
                    <a:lnTo>
                      <a:pt x="10" y="266"/>
                    </a:lnTo>
                    <a:lnTo>
                      <a:pt x="12" y="265"/>
                    </a:lnTo>
                    <a:lnTo>
                      <a:pt x="21" y="257"/>
                    </a:lnTo>
                    <a:lnTo>
                      <a:pt x="75" y="229"/>
                    </a:lnTo>
                    <a:lnTo>
                      <a:pt x="101" y="215"/>
                    </a:lnTo>
                    <a:lnTo>
                      <a:pt x="114" y="207"/>
                    </a:lnTo>
                    <a:lnTo>
                      <a:pt x="141" y="193"/>
                    </a:lnTo>
                    <a:lnTo>
                      <a:pt x="154" y="184"/>
                    </a:lnTo>
                    <a:lnTo>
                      <a:pt x="166" y="177"/>
                    </a:lnTo>
                    <a:lnTo>
                      <a:pt x="180" y="169"/>
                    </a:lnTo>
                    <a:lnTo>
                      <a:pt x="193" y="162"/>
                    </a:lnTo>
                    <a:lnTo>
                      <a:pt x="205" y="153"/>
                    </a:lnTo>
                    <a:lnTo>
                      <a:pt x="219" y="146"/>
                    </a:lnTo>
                    <a:lnTo>
                      <a:pt x="231" y="138"/>
                    </a:lnTo>
                    <a:lnTo>
                      <a:pt x="269" y="114"/>
                    </a:lnTo>
                    <a:lnTo>
                      <a:pt x="281" y="107"/>
                    </a:lnTo>
                    <a:lnTo>
                      <a:pt x="294" y="98"/>
                    </a:lnTo>
                    <a:lnTo>
                      <a:pt x="306" y="90"/>
                    </a:lnTo>
                    <a:lnTo>
                      <a:pt x="318" y="82"/>
                    </a:lnTo>
                    <a:lnTo>
                      <a:pt x="331" y="73"/>
                    </a:lnTo>
                    <a:lnTo>
                      <a:pt x="342" y="64"/>
                    </a:lnTo>
                    <a:lnTo>
                      <a:pt x="355" y="55"/>
                    </a:lnTo>
                    <a:lnTo>
                      <a:pt x="368" y="48"/>
                    </a:lnTo>
                    <a:lnTo>
                      <a:pt x="379" y="38"/>
                    </a:lnTo>
                    <a:lnTo>
                      <a:pt x="392" y="31"/>
                    </a:lnTo>
                    <a:lnTo>
                      <a:pt x="404" y="21"/>
                    </a:lnTo>
                    <a:lnTo>
                      <a:pt x="416" y="14"/>
                    </a:lnTo>
                    <a:lnTo>
                      <a:pt x="417" y="14"/>
                    </a:lnTo>
                    <a:lnTo>
                      <a:pt x="40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269" name="Freeform 195"/>
              <p:cNvSpPr>
                <a:spLocks/>
              </p:cNvSpPr>
              <p:nvPr/>
            </p:nvSpPr>
            <p:spPr bwMode="auto">
              <a:xfrm>
                <a:off x="2716" y="3126"/>
                <a:ext cx="226" cy="102"/>
              </a:xfrm>
              <a:custGeom>
                <a:avLst/>
                <a:gdLst>
                  <a:gd name="T0" fmla="*/ 446 w 453"/>
                  <a:gd name="T1" fmla="*/ 1 h 204"/>
                  <a:gd name="T2" fmla="*/ 447 w 453"/>
                  <a:gd name="T3" fmla="*/ 0 h 204"/>
                  <a:gd name="T4" fmla="*/ 432 w 453"/>
                  <a:gd name="T5" fmla="*/ 6 h 204"/>
                  <a:gd name="T6" fmla="*/ 349 w 453"/>
                  <a:gd name="T7" fmla="*/ 47 h 204"/>
                  <a:gd name="T8" fmla="*/ 336 w 453"/>
                  <a:gd name="T9" fmla="*/ 53 h 204"/>
                  <a:gd name="T10" fmla="*/ 322 w 453"/>
                  <a:gd name="T11" fmla="*/ 60 h 204"/>
                  <a:gd name="T12" fmla="*/ 295 w 453"/>
                  <a:gd name="T13" fmla="*/ 72 h 204"/>
                  <a:gd name="T14" fmla="*/ 281 w 453"/>
                  <a:gd name="T15" fmla="*/ 78 h 204"/>
                  <a:gd name="T16" fmla="*/ 267 w 453"/>
                  <a:gd name="T17" fmla="*/ 84 h 204"/>
                  <a:gd name="T18" fmla="*/ 253 w 453"/>
                  <a:gd name="T19" fmla="*/ 91 h 204"/>
                  <a:gd name="T20" fmla="*/ 239 w 453"/>
                  <a:gd name="T21" fmla="*/ 96 h 204"/>
                  <a:gd name="T22" fmla="*/ 226 w 453"/>
                  <a:gd name="T23" fmla="*/ 103 h 204"/>
                  <a:gd name="T24" fmla="*/ 212 w 453"/>
                  <a:gd name="T25" fmla="*/ 107 h 204"/>
                  <a:gd name="T26" fmla="*/ 197 w 453"/>
                  <a:gd name="T27" fmla="*/ 113 h 204"/>
                  <a:gd name="T28" fmla="*/ 183 w 453"/>
                  <a:gd name="T29" fmla="*/ 120 h 204"/>
                  <a:gd name="T30" fmla="*/ 170 w 453"/>
                  <a:gd name="T31" fmla="*/ 125 h 204"/>
                  <a:gd name="T32" fmla="*/ 155 w 453"/>
                  <a:gd name="T33" fmla="*/ 129 h 204"/>
                  <a:gd name="T34" fmla="*/ 142 w 453"/>
                  <a:gd name="T35" fmla="*/ 136 h 204"/>
                  <a:gd name="T36" fmla="*/ 127 w 453"/>
                  <a:gd name="T37" fmla="*/ 139 h 204"/>
                  <a:gd name="T38" fmla="*/ 114 w 453"/>
                  <a:gd name="T39" fmla="*/ 148 h 204"/>
                  <a:gd name="T40" fmla="*/ 100 w 453"/>
                  <a:gd name="T41" fmla="*/ 151 h 204"/>
                  <a:gd name="T42" fmla="*/ 85 w 453"/>
                  <a:gd name="T43" fmla="*/ 157 h 204"/>
                  <a:gd name="T44" fmla="*/ 70 w 453"/>
                  <a:gd name="T45" fmla="*/ 161 h 204"/>
                  <a:gd name="T46" fmla="*/ 56 w 453"/>
                  <a:gd name="T47" fmla="*/ 167 h 204"/>
                  <a:gd name="T48" fmla="*/ 42 w 453"/>
                  <a:gd name="T49" fmla="*/ 171 h 204"/>
                  <a:gd name="T50" fmla="*/ 29 w 453"/>
                  <a:gd name="T51" fmla="*/ 178 h 204"/>
                  <a:gd name="T52" fmla="*/ 15 w 453"/>
                  <a:gd name="T53" fmla="*/ 181 h 204"/>
                  <a:gd name="T54" fmla="*/ 0 w 453"/>
                  <a:gd name="T55" fmla="*/ 189 h 204"/>
                  <a:gd name="T56" fmla="*/ 1 w 453"/>
                  <a:gd name="T57" fmla="*/ 188 h 204"/>
                  <a:gd name="T58" fmla="*/ 6 w 453"/>
                  <a:gd name="T59" fmla="*/ 204 h 204"/>
                  <a:gd name="T60" fmla="*/ 7 w 453"/>
                  <a:gd name="T61" fmla="*/ 203 h 204"/>
                  <a:gd name="T62" fmla="*/ 19 w 453"/>
                  <a:gd name="T63" fmla="*/ 197 h 204"/>
                  <a:gd name="T64" fmla="*/ 33 w 453"/>
                  <a:gd name="T65" fmla="*/ 194 h 204"/>
                  <a:gd name="T66" fmla="*/ 47 w 453"/>
                  <a:gd name="T67" fmla="*/ 187 h 204"/>
                  <a:gd name="T68" fmla="*/ 61 w 453"/>
                  <a:gd name="T69" fmla="*/ 183 h 204"/>
                  <a:gd name="T70" fmla="*/ 75 w 453"/>
                  <a:gd name="T71" fmla="*/ 178 h 204"/>
                  <a:gd name="T72" fmla="*/ 90 w 453"/>
                  <a:gd name="T73" fmla="*/ 173 h 204"/>
                  <a:gd name="T74" fmla="*/ 105 w 453"/>
                  <a:gd name="T75" fmla="*/ 167 h 204"/>
                  <a:gd name="T76" fmla="*/ 121 w 453"/>
                  <a:gd name="T77" fmla="*/ 161 h 204"/>
                  <a:gd name="T78" fmla="*/ 133 w 453"/>
                  <a:gd name="T79" fmla="*/ 156 h 204"/>
                  <a:gd name="T80" fmla="*/ 146 w 453"/>
                  <a:gd name="T81" fmla="*/ 152 h 204"/>
                  <a:gd name="T82" fmla="*/ 162 w 453"/>
                  <a:gd name="T83" fmla="*/ 145 h 204"/>
                  <a:gd name="T84" fmla="*/ 175 w 453"/>
                  <a:gd name="T85" fmla="*/ 141 h 204"/>
                  <a:gd name="T86" fmla="*/ 190 w 453"/>
                  <a:gd name="T87" fmla="*/ 134 h 204"/>
                  <a:gd name="T88" fmla="*/ 204 w 453"/>
                  <a:gd name="T89" fmla="*/ 127 h 204"/>
                  <a:gd name="T90" fmla="*/ 216 w 453"/>
                  <a:gd name="T91" fmla="*/ 123 h 204"/>
                  <a:gd name="T92" fmla="*/ 233 w 453"/>
                  <a:gd name="T93" fmla="*/ 116 h 204"/>
                  <a:gd name="T94" fmla="*/ 246 w 453"/>
                  <a:gd name="T95" fmla="*/ 110 h 204"/>
                  <a:gd name="T96" fmla="*/ 260 w 453"/>
                  <a:gd name="T97" fmla="*/ 105 h 204"/>
                  <a:gd name="T98" fmla="*/ 274 w 453"/>
                  <a:gd name="T99" fmla="*/ 98 h 204"/>
                  <a:gd name="T100" fmla="*/ 288 w 453"/>
                  <a:gd name="T101" fmla="*/ 92 h 204"/>
                  <a:gd name="T102" fmla="*/ 302 w 453"/>
                  <a:gd name="T103" fmla="*/ 85 h 204"/>
                  <a:gd name="T104" fmla="*/ 329 w 453"/>
                  <a:gd name="T105" fmla="*/ 74 h 204"/>
                  <a:gd name="T106" fmla="*/ 343 w 453"/>
                  <a:gd name="T107" fmla="*/ 67 h 204"/>
                  <a:gd name="T108" fmla="*/ 356 w 453"/>
                  <a:gd name="T109" fmla="*/ 61 h 204"/>
                  <a:gd name="T110" fmla="*/ 439 w 453"/>
                  <a:gd name="T111" fmla="*/ 20 h 204"/>
                  <a:gd name="T112" fmla="*/ 451 w 453"/>
                  <a:gd name="T113" fmla="*/ 16 h 204"/>
                  <a:gd name="T114" fmla="*/ 453 w 453"/>
                  <a:gd name="T115" fmla="*/ 15 h 204"/>
                  <a:gd name="T116" fmla="*/ 446 w 453"/>
                  <a:gd name="T117" fmla="*/ 1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453" h="204">
                    <a:moveTo>
                      <a:pt x="446" y="1"/>
                    </a:moveTo>
                    <a:lnTo>
                      <a:pt x="447" y="0"/>
                    </a:lnTo>
                    <a:lnTo>
                      <a:pt x="432" y="6"/>
                    </a:lnTo>
                    <a:lnTo>
                      <a:pt x="349" y="47"/>
                    </a:lnTo>
                    <a:lnTo>
                      <a:pt x="336" y="53"/>
                    </a:lnTo>
                    <a:lnTo>
                      <a:pt x="322" y="60"/>
                    </a:lnTo>
                    <a:lnTo>
                      <a:pt x="295" y="72"/>
                    </a:lnTo>
                    <a:lnTo>
                      <a:pt x="281" y="78"/>
                    </a:lnTo>
                    <a:lnTo>
                      <a:pt x="267" y="84"/>
                    </a:lnTo>
                    <a:lnTo>
                      <a:pt x="253" y="91"/>
                    </a:lnTo>
                    <a:lnTo>
                      <a:pt x="239" y="96"/>
                    </a:lnTo>
                    <a:lnTo>
                      <a:pt x="226" y="103"/>
                    </a:lnTo>
                    <a:lnTo>
                      <a:pt x="212" y="107"/>
                    </a:lnTo>
                    <a:lnTo>
                      <a:pt x="197" y="113"/>
                    </a:lnTo>
                    <a:lnTo>
                      <a:pt x="183" y="120"/>
                    </a:lnTo>
                    <a:lnTo>
                      <a:pt x="170" y="125"/>
                    </a:lnTo>
                    <a:lnTo>
                      <a:pt x="155" y="129"/>
                    </a:lnTo>
                    <a:lnTo>
                      <a:pt x="142" y="136"/>
                    </a:lnTo>
                    <a:lnTo>
                      <a:pt x="127" y="139"/>
                    </a:lnTo>
                    <a:lnTo>
                      <a:pt x="114" y="148"/>
                    </a:lnTo>
                    <a:lnTo>
                      <a:pt x="100" y="151"/>
                    </a:lnTo>
                    <a:lnTo>
                      <a:pt x="85" y="157"/>
                    </a:lnTo>
                    <a:lnTo>
                      <a:pt x="70" y="161"/>
                    </a:lnTo>
                    <a:lnTo>
                      <a:pt x="56" y="167"/>
                    </a:lnTo>
                    <a:lnTo>
                      <a:pt x="42" y="171"/>
                    </a:lnTo>
                    <a:lnTo>
                      <a:pt x="29" y="178"/>
                    </a:lnTo>
                    <a:lnTo>
                      <a:pt x="15" y="181"/>
                    </a:lnTo>
                    <a:lnTo>
                      <a:pt x="0" y="189"/>
                    </a:lnTo>
                    <a:lnTo>
                      <a:pt x="1" y="188"/>
                    </a:lnTo>
                    <a:lnTo>
                      <a:pt x="6" y="204"/>
                    </a:lnTo>
                    <a:lnTo>
                      <a:pt x="7" y="203"/>
                    </a:lnTo>
                    <a:lnTo>
                      <a:pt x="19" y="197"/>
                    </a:lnTo>
                    <a:lnTo>
                      <a:pt x="33" y="194"/>
                    </a:lnTo>
                    <a:lnTo>
                      <a:pt x="47" y="187"/>
                    </a:lnTo>
                    <a:lnTo>
                      <a:pt x="61" y="183"/>
                    </a:lnTo>
                    <a:lnTo>
                      <a:pt x="75" y="178"/>
                    </a:lnTo>
                    <a:lnTo>
                      <a:pt x="90" y="173"/>
                    </a:lnTo>
                    <a:lnTo>
                      <a:pt x="105" y="167"/>
                    </a:lnTo>
                    <a:lnTo>
                      <a:pt x="121" y="161"/>
                    </a:lnTo>
                    <a:lnTo>
                      <a:pt x="133" y="156"/>
                    </a:lnTo>
                    <a:lnTo>
                      <a:pt x="146" y="152"/>
                    </a:lnTo>
                    <a:lnTo>
                      <a:pt x="162" y="145"/>
                    </a:lnTo>
                    <a:lnTo>
                      <a:pt x="175" y="141"/>
                    </a:lnTo>
                    <a:lnTo>
                      <a:pt x="190" y="134"/>
                    </a:lnTo>
                    <a:lnTo>
                      <a:pt x="204" y="127"/>
                    </a:lnTo>
                    <a:lnTo>
                      <a:pt x="216" y="123"/>
                    </a:lnTo>
                    <a:lnTo>
                      <a:pt x="233" y="116"/>
                    </a:lnTo>
                    <a:lnTo>
                      <a:pt x="246" y="110"/>
                    </a:lnTo>
                    <a:lnTo>
                      <a:pt x="260" y="105"/>
                    </a:lnTo>
                    <a:lnTo>
                      <a:pt x="274" y="98"/>
                    </a:lnTo>
                    <a:lnTo>
                      <a:pt x="288" y="92"/>
                    </a:lnTo>
                    <a:lnTo>
                      <a:pt x="302" y="85"/>
                    </a:lnTo>
                    <a:lnTo>
                      <a:pt x="329" y="74"/>
                    </a:lnTo>
                    <a:lnTo>
                      <a:pt x="343" y="67"/>
                    </a:lnTo>
                    <a:lnTo>
                      <a:pt x="356" y="61"/>
                    </a:lnTo>
                    <a:lnTo>
                      <a:pt x="439" y="20"/>
                    </a:lnTo>
                    <a:lnTo>
                      <a:pt x="451" y="16"/>
                    </a:lnTo>
                    <a:lnTo>
                      <a:pt x="453" y="15"/>
                    </a:lnTo>
                    <a:lnTo>
                      <a:pt x="446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270" name="Freeform 196"/>
              <p:cNvSpPr>
                <a:spLocks/>
              </p:cNvSpPr>
              <p:nvPr/>
            </p:nvSpPr>
            <p:spPr bwMode="auto">
              <a:xfrm>
                <a:off x="2477" y="3220"/>
                <a:ext cx="242" cy="67"/>
              </a:xfrm>
              <a:custGeom>
                <a:avLst/>
                <a:gdLst>
                  <a:gd name="T0" fmla="*/ 479 w 483"/>
                  <a:gd name="T1" fmla="*/ 0 h 134"/>
                  <a:gd name="T2" fmla="*/ 447 w 483"/>
                  <a:gd name="T3" fmla="*/ 7 h 134"/>
                  <a:gd name="T4" fmla="*/ 419 w 483"/>
                  <a:gd name="T5" fmla="*/ 17 h 134"/>
                  <a:gd name="T6" fmla="*/ 388 w 483"/>
                  <a:gd name="T7" fmla="*/ 26 h 134"/>
                  <a:gd name="T8" fmla="*/ 361 w 483"/>
                  <a:gd name="T9" fmla="*/ 34 h 134"/>
                  <a:gd name="T10" fmla="*/ 331 w 483"/>
                  <a:gd name="T11" fmla="*/ 42 h 134"/>
                  <a:gd name="T12" fmla="*/ 301 w 483"/>
                  <a:gd name="T13" fmla="*/ 51 h 134"/>
                  <a:gd name="T14" fmla="*/ 256 w 483"/>
                  <a:gd name="T15" fmla="*/ 62 h 134"/>
                  <a:gd name="T16" fmla="*/ 227 w 483"/>
                  <a:gd name="T17" fmla="*/ 70 h 134"/>
                  <a:gd name="T18" fmla="*/ 196 w 483"/>
                  <a:gd name="T19" fmla="*/ 78 h 134"/>
                  <a:gd name="T20" fmla="*/ 167 w 483"/>
                  <a:gd name="T21" fmla="*/ 84 h 134"/>
                  <a:gd name="T22" fmla="*/ 135 w 483"/>
                  <a:gd name="T23" fmla="*/ 90 h 134"/>
                  <a:gd name="T24" fmla="*/ 106 w 483"/>
                  <a:gd name="T25" fmla="*/ 97 h 134"/>
                  <a:gd name="T26" fmla="*/ 76 w 483"/>
                  <a:gd name="T27" fmla="*/ 102 h 134"/>
                  <a:gd name="T28" fmla="*/ 46 w 483"/>
                  <a:gd name="T29" fmla="*/ 107 h 134"/>
                  <a:gd name="T30" fmla="*/ 0 w 483"/>
                  <a:gd name="T31" fmla="*/ 117 h 134"/>
                  <a:gd name="T32" fmla="*/ 3 w 483"/>
                  <a:gd name="T33" fmla="*/ 134 h 134"/>
                  <a:gd name="T34" fmla="*/ 32 w 483"/>
                  <a:gd name="T35" fmla="*/ 127 h 134"/>
                  <a:gd name="T36" fmla="*/ 62 w 483"/>
                  <a:gd name="T37" fmla="*/ 121 h 134"/>
                  <a:gd name="T38" fmla="*/ 93 w 483"/>
                  <a:gd name="T39" fmla="*/ 115 h 134"/>
                  <a:gd name="T40" fmla="*/ 126 w 483"/>
                  <a:gd name="T41" fmla="*/ 109 h 134"/>
                  <a:gd name="T42" fmla="*/ 154 w 483"/>
                  <a:gd name="T43" fmla="*/ 102 h 134"/>
                  <a:gd name="T44" fmla="*/ 184 w 483"/>
                  <a:gd name="T45" fmla="*/ 97 h 134"/>
                  <a:gd name="T46" fmla="*/ 215 w 483"/>
                  <a:gd name="T47" fmla="*/ 90 h 134"/>
                  <a:gd name="T48" fmla="*/ 246 w 483"/>
                  <a:gd name="T49" fmla="*/ 84 h 134"/>
                  <a:gd name="T50" fmla="*/ 290 w 483"/>
                  <a:gd name="T51" fmla="*/ 71 h 134"/>
                  <a:gd name="T52" fmla="*/ 319 w 483"/>
                  <a:gd name="T53" fmla="*/ 63 h 134"/>
                  <a:gd name="T54" fmla="*/ 349 w 483"/>
                  <a:gd name="T55" fmla="*/ 54 h 134"/>
                  <a:gd name="T56" fmla="*/ 379 w 483"/>
                  <a:gd name="T57" fmla="*/ 46 h 134"/>
                  <a:gd name="T58" fmla="*/ 408 w 483"/>
                  <a:gd name="T59" fmla="*/ 38 h 134"/>
                  <a:gd name="T60" fmla="*/ 438 w 483"/>
                  <a:gd name="T61" fmla="*/ 30 h 134"/>
                  <a:gd name="T62" fmla="*/ 465 w 483"/>
                  <a:gd name="T63" fmla="*/ 19 h 134"/>
                  <a:gd name="T64" fmla="*/ 483 w 483"/>
                  <a:gd name="T65" fmla="*/ 16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483" h="134">
                    <a:moveTo>
                      <a:pt x="478" y="0"/>
                    </a:moveTo>
                    <a:lnTo>
                      <a:pt x="479" y="0"/>
                    </a:lnTo>
                    <a:lnTo>
                      <a:pt x="461" y="3"/>
                    </a:lnTo>
                    <a:lnTo>
                      <a:pt x="447" y="7"/>
                    </a:lnTo>
                    <a:lnTo>
                      <a:pt x="433" y="14"/>
                    </a:lnTo>
                    <a:lnTo>
                      <a:pt x="419" y="17"/>
                    </a:lnTo>
                    <a:lnTo>
                      <a:pt x="403" y="22"/>
                    </a:lnTo>
                    <a:lnTo>
                      <a:pt x="388" y="26"/>
                    </a:lnTo>
                    <a:lnTo>
                      <a:pt x="374" y="30"/>
                    </a:lnTo>
                    <a:lnTo>
                      <a:pt x="361" y="34"/>
                    </a:lnTo>
                    <a:lnTo>
                      <a:pt x="344" y="38"/>
                    </a:lnTo>
                    <a:lnTo>
                      <a:pt x="331" y="42"/>
                    </a:lnTo>
                    <a:lnTo>
                      <a:pt x="314" y="47"/>
                    </a:lnTo>
                    <a:lnTo>
                      <a:pt x="301" y="51"/>
                    </a:lnTo>
                    <a:lnTo>
                      <a:pt x="286" y="55"/>
                    </a:lnTo>
                    <a:lnTo>
                      <a:pt x="256" y="62"/>
                    </a:lnTo>
                    <a:lnTo>
                      <a:pt x="242" y="68"/>
                    </a:lnTo>
                    <a:lnTo>
                      <a:pt x="227" y="70"/>
                    </a:lnTo>
                    <a:lnTo>
                      <a:pt x="211" y="74"/>
                    </a:lnTo>
                    <a:lnTo>
                      <a:pt x="196" y="78"/>
                    </a:lnTo>
                    <a:lnTo>
                      <a:pt x="182" y="81"/>
                    </a:lnTo>
                    <a:lnTo>
                      <a:pt x="167" y="84"/>
                    </a:lnTo>
                    <a:lnTo>
                      <a:pt x="152" y="86"/>
                    </a:lnTo>
                    <a:lnTo>
                      <a:pt x="135" y="90"/>
                    </a:lnTo>
                    <a:lnTo>
                      <a:pt x="121" y="93"/>
                    </a:lnTo>
                    <a:lnTo>
                      <a:pt x="106" y="97"/>
                    </a:lnTo>
                    <a:lnTo>
                      <a:pt x="91" y="99"/>
                    </a:lnTo>
                    <a:lnTo>
                      <a:pt x="76" y="102"/>
                    </a:lnTo>
                    <a:lnTo>
                      <a:pt x="60" y="105"/>
                    </a:lnTo>
                    <a:lnTo>
                      <a:pt x="46" y="107"/>
                    </a:lnTo>
                    <a:lnTo>
                      <a:pt x="28" y="110"/>
                    </a:lnTo>
                    <a:lnTo>
                      <a:pt x="0" y="117"/>
                    </a:lnTo>
                    <a:lnTo>
                      <a:pt x="1" y="117"/>
                    </a:lnTo>
                    <a:lnTo>
                      <a:pt x="3" y="134"/>
                    </a:lnTo>
                    <a:lnTo>
                      <a:pt x="5" y="134"/>
                    </a:lnTo>
                    <a:lnTo>
                      <a:pt x="32" y="127"/>
                    </a:lnTo>
                    <a:lnTo>
                      <a:pt x="48" y="123"/>
                    </a:lnTo>
                    <a:lnTo>
                      <a:pt x="62" y="121"/>
                    </a:lnTo>
                    <a:lnTo>
                      <a:pt x="78" y="119"/>
                    </a:lnTo>
                    <a:lnTo>
                      <a:pt x="93" y="115"/>
                    </a:lnTo>
                    <a:lnTo>
                      <a:pt x="108" y="113"/>
                    </a:lnTo>
                    <a:lnTo>
                      <a:pt x="126" y="109"/>
                    </a:lnTo>
                    <a:lnTo>
                      <a:pt x="139" y="106"/>
                    </a:lnTo>
                    <a:lnTo>
                      <a:pt x="154" y="102"/>
                    </a:lnTo>
                    <a:lnTo>
                      <a:pt x="169" y="100"/>
                    </a:lnTo>
                    <a:lnTo>
                      <a:pt x="184" y="97"/>
                    </a:lnTo>
                    <a:lnTo>
                      <a:pt x="200" y="94"/>
                    </a:lnTo>
                    <a:lnTo>
                      <a:pt x="215" y="90"/>
                    </a:lnTo>
                    <a:lnTo>
                      <a:pt x="229" y="86"/>
                    </a:lnTo>
                    <a:lnTo>
                      <a:pt x="246" y="84"/>
                    </a:lnTo>
                    <a:lnTo>
                      <a:pt x="260" y="78"/>
                    </a:lnTo>
                    <a:lnTo>
                      <a:pt x="290" y="71"/>
                    </a:lnTo>
                    <a:lnTo>
                      <a:pt x="305" y="67"/>
                    </a:lnTo>
                    <a:lnTo>
                      <a:pt x="319" y="63"/>
                    </a:lnTo>
                    <a:lnTo>
                      <a:pt x="335" y="59"/>
                    </a:lnTo>
                    <a:lnTo>
                      <a:pt x="349" y="54"/>
                    </a:lnTo>
                    <a:lnTo>
                      <a:pt x="365" y="51"/>
                    </a:lnTo>
                    <a:lnTo>
                      <a:pt x="379" y="46"/>
                    </a:lnTo>
                    <a:lnTo>
                      <a:pt x="393" y="42"/>
                    </a:lnTo>
                    <a:lnTo>
                      <a:pt x="408" y="38"/>
                    </a:lnTo>
                    <a:lnTo>
                      <a:pt x="424" y="33"/>
                    </a:lnTo>
                    <a:lnTo>
                      <a:pt x="438" y="30"/>
                    </a:lnTo>
                    <a:lnTo>
                      <a:pt x="452" y="23"/>
                    </a:lnTo>
                    <a:lnTo>
                      <a:pt x="465" y="19"/>
                    </a:lnTo>
                    <a:lnTo>
                      <a:pt x="481" y="16"/>
                    </a:lnTo>
                    <a:lnTo>
                      <a:pt x="483" y="16"/>
                    </a:lnTo>
                    <a:lnTo>
                      <a:pt x="47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271" name="Freeform 197"/>
              <p:cNvSpPr>
                <a:spLocks/>
              </p:cNvSpPr>
              <p:nvPr/>
            </p:nvSpPr>
            <p:spPr bwMode="auto">
              <a:xfrm>
                <a:off x="2226" y="3279"/>
                <a:ext cx="253" cy="28"/>
              </a:xfrm>
              <a:custGeom>
                <a:avLst/>
                <a:gdLst>
                  <a:gd name="T0" fmla="*/ 503 w 505"/>
                  <a:gd name="T1" fmla="*/ 0 h 58"/>
                  <a:gd name="T2" fmla="*/ 504 w 505"/>
                  <a:gd name="T3" fmla="*/ 0 h 58"/>
                  <a:gd name="T4" fmla="*/ 486 w 505"/>
                  <a:gd name="T5" fmla="*/ 0 h 58"/>
                  <a:gd name="T6" fmla="*/ 471 w 505"/>
                  <a:gd name="T7" fmla="*/ 4 h 58"/>
                  <a:gd name="T8" fmla="*/ 455 w 505"/>
                  <a:gd name="T9" fmla="*/ 7 h 58"/>
                  <a:gd name="T10" fmla="*/ 441 w 505"/>
                  <a:gd name="T11" fmla="*/ 8 h 58"/>
                  <a:gd name="T12" fmla="*/ 424 w 505"/>
                  <a:gd name="T13" fmla="*/ 11 h 58"/>
                  <a:gd name="T14" fmla="*/ 410 w 505"/>
                  <a:gd name="T15" fmla="*/ 13 h 58"/>
                  <a:gd name="T16" fmla="*/ 393 w 505"/>
                  <a:gd name="T17" fmla="*/ 15 h 58"/>
                  <a:gd name="T18" fmla="*/ 379 w 505"/>
                  <a:gd name="T19" fmla="*/ 18 h 58"/>
                  <a:gd name="T20" fmla="*/ 363 w 505"/>
                  <a:gd name="T21" fmla="*/ 19 h 58"/>
                  <a:gd name="T22" fmla="*/ 348 w 505"/>
                  <a:gd name="T23" fmla="*/ 21 h 58"/>
                  <a:gd name="T24" fmla="*/ 331 w 505"/>
                  <a:gd name="T25" fmla="*/ 22 h 58"/>
                  <a:gd name="T26" fmla="*/ 315 w 505"/>
                  <a:gd name="T27" fmla="*/ 25 h 58"/>
                  <a:gd name="T28" fmla="*/ 300 w 505"/>
                  <a:gd name="T29" fmla="*/ 26 h 58"/>
                  <a:gd name="T30" fmla="*/ 284 w 505"/>
                  <a:gd name="T31" fmla="*/ 28 h 58"/>
                  <a:gd name="T32" fmla="*/ 269 w 505"/>
                  <a:gd name="T33" fmla="*/ 29 h 58"/>
                  <a:gd name="T34" fmla="*/ 254 w 505"/>
                  <a:gd name="T35" fmla="*/ 31 h 58"/>
                  <a:gd name="T36" fmla="*/ 238 w 505"/>
                  <a:gd name="T37" fmla="*/ 31 h 58"/>
                  <a:gd name="T38" fmla="*/ 221 w 505"/>
                  <a:gd name="T39" fmla="*/ 33 h 58"/>
                  <a:gd name="T40" fmla="*/ 191 w 505"/>
                  <a:gd name="T41" fmla="*/ 35 h 58"/>
                  <a:gd name="T42" fmla="*/ 175 w 505"/>
                  <a:gd name="T43" fmla="*/ 35 h 58"/>
                  <a:gd name="T44" fmla="*/ 141 w 505"/>
                  <a:gd name="T45" fmla="*/ 37 h 58"/>
                  <a:gd name="T46" fmla="*/ 128 w 505"/>
                  <a:gd name="T47" fmla="*/ 38 h 58"/>
                  <a:gd name="T48" fmla="*/ 111 w 505"/>
                  <a:gd name="T49" fmla="*/ 38 h 58"/>
                  <a:gd name="T50" fmla="*/ 94 w 505"/>
                  <a:gd name="T51" fmla="*/ 40 h 58"/>
                  <a:gd name="T52" fmla="*/ 14 w 505"/>
                  <a:gd name="T53" fmla="*/ 40 h 58"/>
                  <a:gd name="T54" fmla="*/ 0 w 505"/>
                  <a:gd name="T55" fmla="*/ 42 h 58"/>
                  <a:gd name="T56" fmla="*/ 1 w 505"/>
                  <a:gd name="T57" fmla="*/ 42 h 58"/>
                  <a:gd name="T58" fmla="*/ 1 w 505"/>
                  <a:gd name="T59" fmla="*/ 58 h 58"/>
                  <a:gd name="T60" fmla="*/ 2 w 505"/>
                  <a:gd name="T61" fmla="*/ 58 h 58"/>
                  <a:gd name="T62" fmla="*/ 16 w 505"/>
                  <a:gd name="T63" fmla="*/ 56 h 58"/>
                  <a:gd name="T64" fmla="*/ 94 w 505"/>
                  <a:gd name="T65" fmla="*/ 56 h 58"/>
                  <a:gd name="T66" fmla="*/ 111 w 505"/>
                  <a:gd name="T67" fmla="*/ 55 h 58"/>
                  <a:gd name="T68" fmla="*/ 128 w 505"/>
                  <a:gd name="T69" fmla="*/ 55 h 58"/>
                  <a:gd name="T70" fmla="*/ 144 w 505"/>
                  <a:gd name="T71" fmla="*/ 53 h 58"/>
                  <a:gd name="T72" fmla="*/ 175 w 505"/>
                  <a:gd name="T73" fmla="*/ 51 h 58"/>
                  <a:gd name="T74" fmla="*/ 191 w 505"/>
                  <a:gd name="T75" fmla="*/ 51 h 58"/>
                  <a:gd name="T76" fmla="*/ 208 w 505"/>
                  <a:gd name="T77" fmla="*/ 50 h 58"/>
                  <a:gd name="T78" fmla="*/ 223 w 505"/>
                  <a:gd name="T79" fmla="*/ 49 h 58"/>
                  <a:gd name="T80" fmla="*/ 238 w 505"/>
                  <a:gd name="T81" fmla="*/ 48 h 58"/>
                  <a:gd name="T82" fmla="*/ 257 w 505"/>
                  <a:gd name="T83" fmla="*/ 48 h 58"/>
                  <a:gd name="T84" fmla="*/ 272 w 505"/>
                  <a:gd name="T85" fmla="*/ 45 h 58"/>
                  <a:gd name="T86" fmla="*/ 287 w 505"/>
                  <a:gd name="T87" fmla="*/ 44 h 58"/>
                  <a:gd name="T88" fmla="*/ 303 w 505"/>
                  <a:gd name="T89" fmla="*/ 42 h 58"/>
                  <a:gd name="T90" fmla="*/ 318 w 505"/>
                  <a:gd name="T91" fmla="*/ 41 h 58"/>
                  <a:gd name="T92" fmla="*/ 334 w 505"/>
                  <a:gd name="T93" fmla="*/ 38 h 58"/>
                  <a:gd name="T94" fmla="*/ 350 w 505"/>
                  <a:gd name="T95" fmla="*/ 37 h 58"/>
                  <a:gd name="T96" fmla="*/ 365 w 505"/>
                  <a:gd name="T97" fmla="*/ 35 h 58"/>
                  <a:gd name="T98" fmla="*/ 381 w 505"/>
                  <a:gd name="T99" fmla="*/ 34 h 58"/>
                  <a:gd name="T100" fmla="*/ 395 w 505"/>
                  <a:gd name="T101" fmla="*/ 31 h 58"/>
                  <a:gd name="T102" fmla="*/ 412 w 505"/>
                  <a:gd name="T103" fmla="*/ 29 h 58"/>
                  <a:gd name="T104" fmla="*/ 426 w 505"/>
                  <a:gd name="T105" fmla="*/ 27 h 58"/>
                  <a:gd name="T106" fmla="*/ 443 w 505"/>
                  <a:gd name="T107" fmla="*/ 25 h 58"/>
                  <a:gd name="T108" fmla="*/ 457 w 505"/>
                  <a:gd name="T109" fmla="*/ 23 h 58"/>
                  <a:gd name="T110" fmla="*/ 475 w 505"/>
                  <a:gd name="T111" fmla="*/ 20 h 58"/>
                  <a:gd name="T112" fmla="*/ 488 w 505"/>
                  <a:gd name="T113" fmla="*/ 17 h 58"/>
                  <a:gd name="T114" fmla="*/ 504 w 505"/>
                  <a:gd name="T115" fmla="*/ 17 h 58"/>
                  <a:gd name="T116" fmla="*/ 505 w 505"/>
                  <a:gd name="T117" fmla="*/ 17 h 58"/>
                  <a:gd name="T118" fmla="*/ 503 w 505"/>
                  <a:gd name="T119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505" h="58">
                    <a:moveTo>
                      <a:pt x="503" y="0"/>
                    </a:moveTo>
                    <a:lnTo>
                      <a:pt x="504" y="0"/>
                    </a:lnTo>
                    <a:lnTo>
                      <a:pt x="486" y="0"/>
                    </a:lnTo>
                    <a:lnTo>
                      <a:pt x="471" y="4"/>
                    </a:lnTo>
                    <a:lnTo>
                      <a:pt x="455" y="7"/>
                    </a:lnTo>
                    <a:lnTo>
                      <a:pt x="441" y="8"/>
                    </a:lnTo>
                    <a:lnTo>
                      <a:pt x="424" y="11"/>
                    </a:lnTo>
                    <a:lnTo>
                      <a:pt x="410" y="13"/>
                    </a:lnTo>
                    <a:lnTo>
                      <a:pt x="393" y="15"/>
                    </a:lnTo>
                    <a:lnTo>
                      <a:pt x="379" y="18"/>
                    </a:lnTo>
                    <a:lnTo>
                      <a:pt x="363" y="19"/>
                    </a:lnTo>
                    <a:lnTo>
                      <a:pt x="348" y="21"/>
                    </a:lnTo>
                    <a:lnTo>
                      <a:pt x="331" y="22"/>
                    </a:lnTo>
                    <a:lnTo>
                      <a:pt x="315" y="25"/>
                    </a:lnTo>
                    <a:lnTo>
                      <a:pt x="300" y="26"/>
                    </a:lnTo>
                    <a:lnTo>
                      <a:pt x="284" y="28"/>
                    </a:lnTo>
                    <a:lnTo>
                      <a:pt x="269" y="29"/>
                    </a:lnTo>
                    <a:lnTo>
                      <a:pt x="254" y="31"/>
                    </a:lnTo>
                    <a:lnTo>
                      <a:pt x="238" y="31"/>
                    </a:lnTo>
                    <a:lnTo>
                      <a:pt x="221" y="33"/>
                    </a:lnTo>
                    <a:lnTo>
                      <a:pt x="191" y="35"/>
                    </a:lnTo>
                    <a:lnTo>
                      <a:pt x="175" y="35"/>
                    </a:lnTo>
                    <a:lnTo>
                      <a:pt x="141" y="37"/>
                    </a:lnTo>
                    <a:lnTo>
                      <a:pt x="128" y="38"/>
                    </a:lnTo>
                    <a:lnTo>
                      <a:pt x="111" y="38"/>
                    </a:lnTo>
                    <a:lnTo>
                      <a:pt x="94" y="40"/>
                    </a:lnTo>
                    <a:lnTo>
                      <a:pt x="14" y="40"/>
                    </a:lnTo>
                    <a:lnTo>
                      <a:pt x="0" y="42"/>
                    </a:lnTo>
                    <a:lnTo>
                      <a:pt x="1" y="42"/>
                    </a:lnTo>
                    <a:lnTo>
                      <a:pt x="1" y="58"/>
                    </a:lnTo>
                    <a:lnTo>
                      <a:pt x="2" y="58"/>
                    </a:lnTo>
                    <a:lnTo>
                      <a:pt x="16" y="56"/>
                    </a:lnTo>
                    <a:lnTo>
                      <a:pt x="94" y="56"/>
                    </a:lnTo>
                    <a:lnTo>
                      <a:pt x="111" y="55"/>
                    </a:lnTo>
                    <a:lnTo>
                      <a:pt x="128" y="55"/>
                    </a:lnTo>
                    <a:lnTo>
                      <a:pt x="144" y="53"/>
                    </a:lnTo>
                    <a:lnTo>
                      <a:pt x="175" y="51"/>
                    </a:lnTo>
                    <a:lnTo>
                      <a:pt x="191" y="51"/>
                    </a:lnTo>
                    <a:lnTo>
                      <a:pt x="208" y="50"/>
                    </a:lnTo>
                    <a:lnTo>
                      <a:pt x="223" y="49"/>
                    </a:lnTo>
                    <a:lnTo>
                      <a:pt x="238" y="48"/>
                    </a:lnTo>
                    <a:lnTo>
                      <a:pt x="257" y="48"/>
                    </a:lnTo>
                    <a:lnTo>
                      <a:pt x="272" y="45"/>
                    </a:lnTo>
                    <a:lnTo>
                      <a:pt x="287" y="44"/>
                    </a:lnTo>
                    <a:lnTo>
                      <a:pt x="303" y="42"/>
                    </a:lnTo>
                    <a:lnTo>
                      <a:pt x="318" y="41"/>
                    </a:lnTo>
                    <a:lnTo>
                      <a:pt x="334" y="38"/>
                    </a:lnTo>
                    <a:lnTo>
                      <a:pt x="350" y="37"/>
                    </a:lnTo>
                    <a:lnTo>
                      <a:pt x="365" y="35"/>
                    </a:lnTo>
                    <a:lnTo>
                      <a:pt x="381" y="34"/>
                    </a:lnTo>
                    <a:lnTo>
                      <a:pt x="395" y="31"/>
                    </a:lnTo>
                    <a:lnTo>
                      <a:pt x="412" y="29"/>
                    </a:lnTo>
                    <a:lnTo>
                      <a:pt x="426" y="27"/>
                    </a:lnTo>
                    <a:lnTo>
                      <a:pt x="443" y="25"/>
                    </a:lnTo>
                    <a:lnTo>
                      <a:pt x="457" y="23"/>
                    </a:lnTo>
                    <a:lnTo>
                      <a:pt x="475" y="20"/>
                    </a:lnTo>
                    <a:lnTo>
                      <a:pt x="488" y="17"/>
                    </a:lnTo>
                    <a:lnTo>
                      <a:pt x="504" y="17"/>
                    </a:lnTo>
                    <a:lnTo>
                      <a:pt x="505" y="17"/>
                    </a:lnTo>
                    <a:lnTo>
                      <a:pt x="50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272" name="Freeform 198"/>
              <p:cNvSpPr>
                <a:spLocks/>
              </p:cNvSpPr>
              <p:nvPr/>
            </p:nvSpPr>
            <p:spPr bwMode="auto">
              <a:xfrm>
                <a:off x="2227" y="1750"/>
                <a:ext cx="1504" cy="1557"/>
              </a:xfrm>
              <a:custGeom>
                <a:avLst/>
                <a:gdLst>
                  <a:gd name="T0" fmla="*/ 152 w 3008"/>
                  <a:gd name="T1" fmla="*/ 3109 h 3115"/>
                  <a:gd name="T2" fmla="*/ 456 w 3008"/>
                  <a:gd name="T3" fmla="*/ 3078 h 3115"/>
                  <a:gd name="T4" fmla="*/ 750 w 3008"/>
                  <a:gd name="T5" fmla="*/ 3016 h 3115"/>
                  <a:gd name="T6" fmla="*/ 1032 w 3008"/>
                  <a:gd name="T7" fmla="*/ 2925 h 3115"/>
                  <a:gd name="T8" fmla="*/ 1302 w 3008"/>
                  <a:gd name="T9" fmla="*/ 2806 h 3115"/>
                  <a:gd name="T10" fmla="*/ 1558 w 3008"/>
                  <a:gd name="T11" fmla="*/ 2663 h 3115"/>
                  <a:gd name="T12" fmla="*/ 1798 w 3008"/>
                  <a:gd name="T13" fmla="*/ 2495 h 3115"/>
                  <a:gd name="T14" fmla="*/ 2021 w 3008"/>
                  <a:gd name="T15" fmla="*/ 2304 h 3115"/>
                  <a:gd name="T16" fmla="*/ 2224 w 3008"/>
                  <a:gd name="T17" fmla="*/ 2093 h 3115"/>
                  <a:gd name="T18" fmla="*/ 2410 w 3008"/>
                  <a:gd name="T19" fmla="*/ 1863 h 3115"/>
                  <a:gd name="T20" fmla="*/ 2571 w 3008"/>
                  <a:gd name="T21" fmla="*/ 1614 h 3115"/>
                  <a:gd name="T22" fmla="*/ 2709 w 3008"/>
                  <a:gd name="T23" fmla="*/ 1349 h 3115"/>
                  <a:gd name="T24" fmla="*/ 2824 w 3008"/>
                  <a:gd name="T25" fmla="*/ 1069 h 3115"/>
                  <a:gd name="T26" fmla="*/ 2912 w 3008"/>
                  <a:gd name="T27" fmla="*/ 776 h 3115"/>
                  <a:gd name="T28" fmla="*/ 2972 w 3008"/>
                  <a:gd name="T29" fmla="*/ 472 h 3115"/>
                  <a:gd name="T30" fmla="*/ 3002 w 3008"/>
                  <a:gd name="T31" fmla="*/ 158 h 3115"/>
                  <a:gd name="T32" fmla="*/ 2991 w 3008"/>
                  <a:gd name="T33" fmla="*/ 0 h 3115"/>
                  <a:gd name="T34" fmla="*/ 2975 w 3008"/>
                  <a:gd name="T35" fmla="*/ 316 h 3115"/>
                  <a:gd name="T36" fmla="*/ 2929 w 3008"/>
                  <a:gd name="T37" fmla="*/ 623 h 3115"/>
                  <a:gd name="T38" fmla="*/ 2854 w 3008"/>
                  <a:gd name="T39" fmla="*/ 920 h 3115"/>
                  <a:gd name="T40" fmla="*/ 2756 w 3008"/>
                  <a:gd name="T41" fmla="*/ 1204 h 3115"/>
                  <a:gd name="T42" fmla="*/ 2629 w 3008"/>
                  <a:gd name="T43" fmla="*/ 1477 h 3115"/>
                  <a:gd name="T44" fmla="*/ 2479 w 3008"/>
                  <a:gd name="T45" fmla="*/ 1731 h 3115"/>
                  <a:gd name="T46" fmla="*/ 2307 w 3008"/>
                  <a:gd name="T47" fmla="*/ 1971 h 3115"/>
                  <a:gd name="T48" fmla="*/ 2115 w 3008"/>
                  <a:gd name="T49" fmla="*/ 2191 h 3115"/>
                  <a:gd name="T50" fmla="*/ 1902 w 3008"/>
                  <a:gd name="T51" fmla="*/ 2390 h 3115"/>
                  <a:gd name="T52" fmla="*/ 1671 w 3008"/>
                  <a:gd name="T53" fmla="*/ 2569 h 3115"/>
                  <a:gd name="T54" fmla="*/ 1425 w 3008"/>
                  <a:gd name="T55" fmla="*/ 2723 h 3115"/>
                  <a:gd name="T56" fmla="*/ 1162 w 3008"/>
                  <a:gd name="T57" fmla="*/ 2855 h 3115"/>
                  <a:gd name="T58" fmla="*/ 888 w 3008"/>
                  <a:gd name="T59" fmla="*/ 2958 h 3115"/>
                  <a:gd name="T60" fmla="*/ 601 w 3008"/>
                  <a:gd name="T61" fmla="*/ 3035 h 3115"/>
                  <a:gd name="T62" fmla="*/ 303 w 3008"/>
                  <a:gd name="T63" fmla="*/ 3082 h 3115"/>
                  <a:gd name="T64" fmla="*/ 0 w 3008"/>
                  <a:gd name="T65" fmla="*/ 3099 h 3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008" h="3115">
                    <a:moveTo>
                      <a:pt x="0" y="3115"/>
                    </a:moveTo>
                    <a:lnTo>
                      <a:pt x="152" y="3109"/>
                    </a:lnTo>
                    <a:lnTo>
                      <a:pt x="305" y="3098"/>
                    </a:lnTo>
                    <a:lnTo>
                      <a:pt x="456" y="3078"/>
                    </a:lnTo>
                    <a:lnTo>
                      <a:pt x="603" y="3052"/>
                    </a:lnTo>
                    <a:lnTo>
                      <a:pt x="750" y="3016"/>
                    </a:lnTo>
                    <a:lnTo>
                      <a:pt x="893" y="2974"/>
                    </a:lnTo>
                    <a:lnTo>
                      <a:pt x="1032" y="2925"/>
                    </a:lnTo>
                    <a:lnTo>
                      <a:pt x="1169" y="2868"/>
                    </a:lnTo>
                    <a:lnTo>
                      <a:pt x="1302" y="2806"/>
                    </a:lnTo>
                    <a:lnTo>
                      <a:pt x="1432" y="2737"/>
                    </a:lnTo>
                    <a:lnTo>
                      <a:pt x="1558" y="2663"/>
                    </a:lnTo>
                    <a:lnTo>
                      <a:pt x="1681" y="2583"/>
                    </a:lnTo>
                    <a:lnTo>
                      <a:pt x="1798" y="2495"/>
                    </a:lnTo>
                    <a:lnTo>
                      <a:pt x="1913" y="2402"/>
                    </a:lnTo>
                    <a:lnTo>
                      <a:pt x="2021" y="2304"/>
                    </a:lnTo>
                    <a:lnTo>
                      <a:pt x="2126" y="2203"/>
                    </a:lnTo>
                    <a:lnTo>
                      <a:pt x="2224" y="2093"/>
                    </a:lnTo>
                    <a:lnTo>
                      <a:pt x="2319" y="1980"/>
                    </a:lnTo>
                    <a:lnTo>
                      <a:pt x="2410" y="1863"/>
                    </a:lnTo>
                    <a:lnTo>
                      <a:pt x="2493" y="1741"/>
                    </a:lnTo>
                    <a:lnTo>
                      <a:pt x="2571" y="1614"/>
                    </a:lnTo>
                    <a:lnTo>
                      <a:pt x="2642" y="1484"/>
                    </a:lnTo>
                    <a:lnTo>
                      <a:pt x="2709" y="1349"/>
                    </a:lnTo>
                    <a:lnTo>
                      <a:pt x="2770" y="1211"/>
                    </a:lnTo>
                    <a:lnTo>
                      <a:pt x="2824" y="1069"/>
                    </a:lnTo>
                    <a:lnTo>
                      <a:pt x="2870" y="925"/>
                    </a:lnTo>
                    <a:lnTo>
                      <a:pt x="2912" y="776"/>
                    </a:lnTo>
                    <a:lnTo>
                      <a:pt x="2945" y="625"/>
                    </a:lnTo>
                    <a:lnTo>
                      <a:pt x="2972" y="472"/>
                    </a:lnTo>
                    <a:lnTo>
                      <a:pt x="2991" y="318"/>
                    </a:lnTo>
                    <a:lnTo>
                      <a:pt x="3002" y="158"/>
                    </a:lnTo>
                    <a:lnTo>
                      <a:pt x="3008" y="0"/>
                    </a:lnTo>
                    <a:lnTo>
                      <a:pt x="2991" y="0"/>
                    </a:lnTo>
                    <a:lnTo>
                      <a:pt x="2986" y="158"/>
                    </a:lnTo>
                    <a:lnTo>
                      <a:pt x="2975" y="316"/>
                    </a:lnTo>
                    <a:lnTo>
                      <a:pt x="2956" y="470"/>
                    </a:lnTo>
                    <a:lnTo>
                      <a:pt x="2929" y="623"/>
                    </a:lnTo>
                    <a:lnTo>
                      <a:pt x="2896" y="772"/>
                    </a:lnTo>
                    <a:lnTo>
                      <a:pt x="2854" y="920"/>
                    </a:lnTo>
                    <a:lnTo>
                      <a:pt x="2808" y="1064"/>
                    </a:lnTo>
                    <a:lnTo>
                      <a:pt x="2756" y="1204"/>
                    </a:lnTo>
                    <a:lnTo>
                      <a:pt x="2695" y="1342"/>
                    </a:lnTo>
                    <a:lnTo>
                      <a:pt x="2629" y="1477"/>
                    </a:lnTo>
                    <a:lnTo>
                      <a:pt x="2557" y="1605"/>
                    </a:lnTo>
                    <a:lnTo>
                      <a:pt x="2479" y="1731"/>
                    </a:lnTo>
                    <a:lnTo>
                      <a:pt x="2396" y="1854"/>
                    </a:lnTo>
                    <a:lnTo>
                      <a:pt x="2307" y="1971"/>
                    </a:lnTo>
                    <a:lnTo>
                      <a:pt x="2213" y="2082"/>
                    </a:lnTo>
                    <a:lnTo>
                      <a:pt x="2115" y="2191"/>
                    </a:lnTo>
                    <a:lnTo>
                      <a:pt x="2010" y="2292"/>
                    </a:lnTo>
                    <a:lnTo>
                      <a:pt x="1902" y="2390"/>
                    </a:lnTo>
                    <a:lnTo>
                      <a:pt x="1789" y="2481"/>
                    </a:lnTo>
                    <a:lnTo>
                      <a:pt x="1671" y="2569"/>
                    </a:lnTo>
                    <a:lnTo>
                      <a:pt x="1549" y="2650"/>
                    </a:lnTo>
                    <a:lnTo>
                      <a:pt x="1425" y="2723"/>
                    </a:lnTo>
                    <a:lnTo>
                      <a:pt x="1295" y="2792"/>
                    </a:lnTo>
                    <a:lnTo>
                      <a:pt x="1162" y="2855"/>
                    </a:lnTo>
                    <a:lnTo>
                      <a:pt x="1027" y="2909"/>
                    </a:lnTo>
                    <a:lnTo>
                      <a:pt x="888" y="2958"/>
                    </a:lnTo>
                    <a:lnTo>
                      <a:pt x="745" y="3000"/>
                    </a:lnTo>
                    <a:lnTo>
                      <a:pt x="601" y="3035"/>
                    </a:lnTo>
                    <a:lnTo>
                      <a:pt x="454" y="3062"/>
                    </a:lnTo>
                    <a:lnTo>
                      <a:pt x="303" y="3082"/>
                    </a:lnTo>
                    <a:lnTo>
                      <a:pt x="152" y="3093"/>
                    </a:lnTo>
                    <a:lnTo>
                      <a:pt x="0" y="3099"/>
                    </a:lnTo>
                    <a:lnTo>
                      <a:pt x="0" y="311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273" name="Freeform 199"/>
              <p:cNvSpPr>
                <a:spLocks/>
              </p:cNvSpPr>
              <p:nvPr/>
            </p:nvSpPr>
            <p:spPr bwMode="auto">
              <a:xfrm>
                <a:off x="2227" y="193"/>
                <a:ext cx="1504" cy="1557"/>
              </a:xfrm>
              <a:custGeom>
                <a:avLst/>
                <a:gdLst>
                  <a:gd name="T0" fmla="*/ 3002 w 3008"/>
                  <a:gd name="T1" fmla="*/ 2953 h 3114"/>
                  <a:gd name="T2" fmla="*/ 2972 w 3008"/>
                  <a:gd name="T3" fmla="*/ 2638 h 3114"/>
                  <a:gd name="T4" fmla="*/ 2912 w 3008"/>
                  <a:gd name="T5" fmla="*/ 2334 h 3114"/>
                  <a:gd name="T6" fmla="*/ 2824 w 3008"/>
                  <a:gd name="T7" fmla="*/ 2041 h 3114"/>
                  <a:gd name="T8" fmla="*/ 2709 w 3008"/>
                  <a:gd name="T9" fmla="*/ 1763 h 3114"/>
                  <a:gd name="T10" fmla="*/ 2571 w 3008"/>
                  <a:gd name="T11" fmla="*/ 1498 h 3114"/>
                  <a:gd name="T12" fmla="*/ 2410 w 3008"/>
                  <a:gd name="T13" fmla="*/ 1250 h 3114"/>
                  <a:gd name="T14" fmla="*/ 2224 w 3008"/>
                  <a:gd name="T15" fmla="*/ 1018 h 3114"/>
                  <a:gd name="T16" fmla="*/ 2021 w 3008"/>
                  <a:gd name="T17" fmla="*/ 808 h 3114"/>
                  <a:gd name="T18" fmla="*/ 1798 w 3008"/>
                  <a:gd name="T19" fmla="*/ 616 h 3114"/>
                  <a:gd name="T20" fmla="*/ 1558 w 3008"/>
                  <a:gd name="T21" fmla="*/ 449 h 3114"/>
                  <a:gd name="T22" fmla="*/ 1302 w 3008"/>
                  <a:gd name="T23" fmla="*/ 306 h 3114"/>
                  <a:gd name="T24" fmla="*/ 1032 w 3008"/>
                  <a:gd name="T25" fmla="*/ 187 h 3114"/>
                  <a:gd name="T26" fmla="*/ 750 w 3008"/>
                  <a:gd name="T27" fmla="*/ 97 h 3114"/>
                  <a:gd name="T28" fmla="*/ 456 w 3008"/>
                  <a:gd name="T29" fmla="*/ 35 h 3114"/>
                  <a:gd name="T30" fmla="*/ 152 w 3008"/>
                  <a:gd name="T31" fmla="*/ 3 h 3114"/>
                  <a:gd name="T32" fmla="*/ 0 w 3008"/>
                  <a:gd name="T33" fmla="*/ 16 h 3114"/>
                  <a:gd name="T34" fmla="*/ 303 w 3008"/>
                  <a:gd name="T35" fmla="*/ 31 h 3114"/>
                  <a:gd name="T36" fmla="*/ 601 w 3008"/>
                  <a:gd name="T37" fmla="*/ 77 h 3114"/>
                  <a:gd name="T38" fmla="*/ 888 w 3008"/>
                  <a:gd name="T39" fmla="*/ 154 h 3114"/>
                  <a:gd name="T40" fmla="*/ 1162 w 3008"/>
                  <a:gd name="T41" fmla="*/ 258 h 3114"/>
                  <a:gd name="T42" fmla="*/ 1425 w 3008"/>
                  <a:gd name="T43" fmla="*/ 388 h 3114"/>
                  <a:gd name="T44" fmla="*/ 1671 w 3008"/>
                  <a:gd name="T45" fmla="*/ 544 h 3114"/>
                  <a:gd name="T46" fmla="*/ 1902 w 3008"/>
                  <a:gd name="T47" fmla="*/ 722 h 3114"/>
                  <a:gd name="T48" fmla="*/ 2115 w 3008"/>
                  <a:gd name="T49" fmla="*/ 923 h 3114"/>
                  <a:gd name="T50" fmla="*/ 2307 w 3008"/>
                  <a:gd name="T51" fmla="*/ 1142 h 3114"/>
                  <a:gd name="T52" fmla="*/ 2479 w 3008"/>
                  <a:gd name="T53" fmla="*/ 1380 h 3114"/>
                  <a:gd name="T54" fmla="*/ 2629 w 3008"/>
                  <a:gd name="T55" fmla="*/ 1635 h 3114"/>
                  <a:gd name="T56" fmla="*/ 2756 w 3008"/>
                  <a:gd name="T57" fmla="*/ 1907 h 3114"/>
                  <a:gd name="T58" fmla="*/ 2854 w 3008"/>
                  <a:gd name="T59" fmla="*/ 2190 h 3114"/>
                  <a:gd name="T60" fmla="*/ 2929 w 3008"/>
                  <a:gd name="T61" fmla="*/ 2487 h 3114"/>
                  <a:gd name="T62" fmla="*/ 2975 w 3008"/>
                  <a:gd name="T63" fmla="*/ 2796 h 3114"/>
                  <a:gd name="T64" fmla="*/ 2991 w 3008"/>
                  <a:gd name="T65" fmla="*/ 3114 h 3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008" h="3114">
                    <a:moveTo>
                      <a:pt x="3008" y="3114"/>
                    </a:moveTo>
                    <a:lnTo>
                      <a:pt x="3002" y="2953"/>
                    </a:lnTo>
                    <a:lnTo>
                      <a:pt x="2991" y="2794"/>
                    </a:lnTo>
                    <a:lnTo>
                      <a:pt x="2972" y="2638"/>
                    </a:lnTo>
                    <a:lnTo>
                      <a:pt x="2945" y="2485"/>
                    </a:lnTo>
                    <a:lnTo>
                      <a:pt x="2912" y="2334"/>
                    </a:lnTo>
                    <a:lnTo>
                      <a:pt x="2870" y="2185"/>
                    </a:lnTo>
                    <a:lnTo>
                      <a:pt x="2824" y="2041"/>
                    </a:lnTo>
                    <a:lnTo>
                      <a:pt x="2770" y="1900"/>
                    </a:lnTo>
                    <a:lnTo>
                      <a:pt x="2709" y="1763"/>
                    </a:lnTo>
                    <a:lnTo>
                      <a:pt x="2642" y="1628"/>
                    </a:lnTo>
                    <a:lnTo>
                      <a:pt x="2571" y="1498"/>
                    </a:lnTo>
                    <a:lnTo>
                      <a:pt x="2493" y="1371"/>
                    </a:lnTo>
                    <a:lnTo>
                      <a:pt x="2410" y="1250"/>
                    </a:lnTo>
                    <a:lnTo>
                      <a:pt x="2319" y="1132"/>
                    </a:lnTo>
                    <a:lnTo>
                      <a:pt x="2224" y="1018"/>
                    </a:lnTo>
                    <a:lnTo>
                      <a:pt x="2126" y="911"/>
                    </a:lnTo>
                    <a:lnTo>
                      <a:pt x="2021" y="808"/>
                    </a:lnTo>
                    <a:lnTo>
                      <a:pt x="1913" y="711"/>
                    </a:lnTo>
                    <a:lnTo>
                      <a:pt x="1798" y="616"/>
                    </a:lnTo>
                    <a:lnTo>
                      <a:pt x="1681" y="530"/>
                    </a:lnTo>
                    <a:lnTo>
                      <a:pt x="1558" y="449"/>
                    </a:lnTo>
                    <a:lnTo>
                      <a:pt x="1432" y="374"/>
                    </a:lnTo>
                    <a:lnTo>
                      <a:pt x="1302" y="306"/>
                    </a:lnTo>
                    <a:lnTo>
                      <a:pt x="1169" y="244"/>
                    </a:lnTo>
                    <a:lnTo>
                      <a:pt x="1032" y="187"/>
                    </a:lnTo>
                    <a:lnTo>
                      <a:pt x="893" y="138"/>
                    </a:lnTo>
                    <a:lnTo>
                      <a:pt x="750" y="97"/>
                    </a:lnTo>
                    <a:lnTo>
                      <a:pt x="603" y="61"/>
                    </a:lnTo>
                    <a:lnTo>
                      <a:pt x="456" y="35"/>
                    </a:lnTo>
                    <a:lnTo>
                      <a:pt x="305" y="15"/>
                    </a:lnTo>
                    <a:lnTo>
                      <a:pt x="152" y="3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52" y="20"/>
                    </a:lnTo>
                    <a:lnTo>
                      <a:pt x="303" y="31"/>
                    </a:lnTo>
                    <a:lnTo>
                      <a:pt x="454" y="51"/>
                    </a:lnTo>
                    <a:lnTo>
                      <a:pt x="601" y="77"/>
                    </a:lnTo>
                    <a:lnTo>
                      <a:pt x="745" y="113"/>
                    </a:lnTo>
                    <a:lnTo>
                      <a:pt x="888" y="154"/>
                    </a:lnTo>
                    <a:lnTo>
                      <a:pt x="1027" y="203"/>
                    </a:lnTo>
                    <a:lnTo>
                      <a:pt x="1162" y="258"/>
                    </a:lnTo>
                    <a:lnTo>
                      <a:pt x="1295" y="320"/>
                    </a:lnTo>
                    <a:lnTo>
                      <a:pt x="1425" y="388"/>
                    </a:lnTo>
                    <a:lnTo>
                      <a:pt x="1549" y="463"/>
                    </a:lnTo>
                    <a:lnTo>
                      <a:pt x="1671" y="544"/>
                    </a:lnTo>
                    <a:lnTo>
                      <a:pt x="1789" y="630"/>
                    </a:lnTo>
                    <a:lnTo>
                      <a:pt x="1902" y="722"/>
                    </a:lnTo>
                    <a:lnTo>
                      <a:pt x="2010" y="819"/>
                    </a:lnTo>
                    <a:lnTo>
                      <a:pt x="2115" y="923"/>
                    </a:lnTo>
                    <a:lnTo>
                      <a:pt x="2213" y="1030"/>
                    </a:lnTo>
                    <a:lnTo>
                      <a:pt x="2307" y="1142"/>
                    </a:lnTo>
                    <a:lnTo>
                      <a:pt x="2396" y="1259"/>
                    </a:lnTo>
                    <a:lnTo>
                      <a:pt x="2479" y="1380"/>
                    </a:lnTo>
                    <a:lnTo>
                      <a:pt x="2557" y="1507"/>
                    </a:lnTo>
                    <a:lnTo>
                      <a:pt x="2629" y="1635"/>
                    </a:lnTo>
                    <a:lnTo>
                      <a:pt x="2695" y="1770"/>
                    </a:lnTo>
                    <a:lnTo>
                      <a:pt x="2756" y="1907"/>
                    </a:lnTo>
                    <a:lnTo>
                      <a:pt x="2808" y="2046"/>
                    </a:lnTo>
                    <a:lnTo>
                      <a:pt x="2854" y="2190"/>
                    </a:lnTo>
                    <a:lnTo>
                      <a:pt x="2896" y="2339"/>
                    </a:lnTo>
                    <a:lnTo>
                      <a:pt x="2929" y="2487"/>
                    </a:lnTo>
                    <a:lnTo>
                      <a:pt x="2956" y="2640"/>
                    </a:lnTo>
                    <a:lnTo>
                      <a:pt x="2975" y="2796"/>
                    </a:lnTo>
                    <a:lnTo>
                      <a:pt x="2986" y="2953"/>
                    </a:lnTo>
                    <a:lnTo>
                      <a:pt x="2991" y="3114"/>
                    </a:lnTo>
                    <a:lnTo>
                      <a:pt x="3008" y="311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274" name="Freeform 200"/>
              <p:cNvSpPr>
                <a:spLocks/>
              </p:cNvSpPr>
              <p:nvPr/>
            </p:nvSpPr>
            <p:spPr bwMode="auto">
              <a:xfrm>
                <a:off x="2227" y="193"/>
                <a:ext cx="253" cy="29"/>
              </a:xfrm>
              <a:custGeom>
                <a:avLst/>
                <a:gdLst>
                  <a:gd name="T0" fmla="*/ 0 w 506"/>
                  <a:gd name="T1" fmla="*/ 16 h 58"/>
                  <a:gd name="T2" fmla="*/ 93 w 506"/>
                  <a:gd name="T3" fmla="*/ 16 h 58"/>
                  <a:gd name="T4" fmla="*/ 110 w 506"/>
                  <a:gd name="T5" fmla="*/ 17 h 58"/>
                  <a:gd name="T6" fmla="*/ 142 w 506"/>
                  <a:gd name="T7" fmla="*/ 17 h 58"/>
                  <a:gd name="T8" fmla="*/ 190 w 506"/>
                  <a:gd name="T9" fmla="*/ 21 h 58"/>
                  <a:gd name="T10" fmla="*/ 205 w 506"/>
                  <a:gd name="T11" fmla="*/ 21 h 58"/>
                  <a:gd name="T12" fmla="*/ 220 w 506"/>
                  <a:gd name="T13" fmla="*/ 23 h 58"/>
                  <a:gd name="T14" fmla="*/ 236 w 506"/>
                  <a:gd name="T15" fmla="*/ 24 h 58"/>
                  <a:gd name="T16" fmla="*/ 254 w 506"/>
                  <a:gd name="T17" fmla="*/ 26 h 58"/>
                  <a:gd name="T18" fmla="*/ 269 w 506"/>
                  <a:gd name="T19" fmla="*/ 26 h 58"/>
                  <a:gd name="T20" fmla="*/ 284 w 506"/>
                  <a:gd name="T21" fmla="*/ 28 h 58"/>
                  <a:gd name="T22" fmla="*/ 299 w 506"/>
                  <a:gd name="T23" fmla="*/ 30 h 58"/>
                  <a:gd name="T24" fmla="*/ 316 w 506"/>
                  <a:gd name="T25" fmla="*/ 31 h 58"/>
                  <a:gd name="T26" fmla="*/ 330 w 506"/>
                  <a:gd name="T27" fmla="*/ 32 h 58"/>
                  <a:gd name="T28" fmla="*/ 347 w 506"/>
                  <a:gd name="T29" fmla="*/ 35 h 58"/>
                  <a:gd name="T30" fmla="*/ 362 w 506"/>
                  <a:gd name="T31" fmla="*/ 36 h 58"/>
                  <a:gd name="T32" fmla="*/ 378 w 506"/>
                  <a:gd name="T33" fmla="*/ 38 h 58"/>
                  <a:gd name="T34" fmla="*/ 393 w 506"/>
                  <a:gd name="T35" fmla="*/ 40 h 58"/>
                  <a:gd name="T36" fmla="*/ 409 w 506"/>
                  <a:gd name="T37" fmla="*/ 41 h 58"/>
                  <a:gd name="T38" fmla="*/ 424 w 506"/>
                  <a:gd name="T39" fmla="*/ 44 h 58"/>
                  <a:gd name="T40" fmla="*/ 440 w 506"/>
                  <a:gd name="T41" fmla="*/ 47 h 58"/>
                  <a:gd name="T42" fmla="*/ 455 w 506"/>
                  <a:gd name="T43" fmla="*/ 48 h 58"/>
                  <a:gd name="T44" fmla="*/ 471 w 506"/>
                  <a:gd name="T45" fmla="*/ 51 h 58"/>
                  <a:gd name="T46" fmla="*/ 486 w 506"/>
                  <a:gd name="T47" fmla="*/ 54 h 58"/>
                  <a:gd name="T48" fmla="*/ 503 w 506"/>
                  <a:gd name="T49" fmla="*/ 58 h 58"/>
                  <a:gd name="T50" fmla="*/ 506 w 506"/>
                  <a:gd name="T51" fmla="*/ 41 h 58"/>
                  <a:gd name="T52" fmla="*/ 488 w 506"/>
                  <a:gd name="T53" fmla="*/ 38 h 58"/>
                  <a:gd name="T54" fmla="*/ 473 w 506"/>
                  <a:gd name="T55" fmla="*/ 35 h 58"/>
                  <a:gd name="T56" fmla="*/ 457 w 506"/>
                  <a:gd name="T57" fmla="*/ 32 h 58"/>
                  <a:gd name="T58" fmla="*/ 442 w 506"/>
                  <a:gd name="T59" fmla="*/ 31 h 58"/>
                  <a:gd name="T60" fmla="*/ 426 w 506"/>
                  <a:gd name="T61" fmla="*/ 28 h 58"/>
                  <a:gd name="T62" fmla="*/ 411 w 506"/>
                  <a:gd name="T63" fmla="*/ 25 h 58"/>
                  <a:gd name="T64" fmla="*/ 395 w 506"/>
                  <a:gd name="T65" fmla="*/ 24 h 58"/>
                  <a:gd name="T66" fmla="*/ 380 w 506"/>
                  <a:gd name="T67" fmla="*/ 22 h 58"/>
                  <a:gd name="T68" fmla="*/ 364 w 506"/>
                  <a:gd name="T69" fmla="*/ 20 h 58"/>
                  <a:gd name="T70" fmla="*/ 349 w 506"/>
                  <a:gd name="T71" fmla="*/ 18 h 58"/>
                  <a:gd name="T72" fmla="*/ 333 w 506"/>
                  <a:gd name="T73" fmla="*/ 16 h 58"/>
                  <a:gd name="T74" fmla="*/ 318 w 506"/>
                  <a:gd name="T75" fmla="*/ 15 h 58"/>
                  <a:gd name="T76" fmla="*/ 302 w 506"/>
                  <a:gd name="T77" fmla="*/ 14 h 58"/>
                  <a:gd name="T78" fmla="*/ 287 w 506"/>
                  <a:gd name="T79" fmla="*/ 12 h 58"/>
                  <a:gd name="T80" fmla="*/ 269 w 506"/>
                  <a:gd name="T81" fmla="*/ 10 h 58"/>
                  <a:gd name="T82" fmla="*/ 254 w 506"/>
                  <a:gd name="T83" fmla="*/ 10 h 58"/>
                  <a:gd name="T84" fmla="*/ 238 w 506"/>
                  <a:gd name="T85" fmla="*/ 8 h 58"/>
                  <a:gd name="T86" fmla="*/ 222 w 506"/>
                  <a:gd name="T87" fmla="*/ 7 h 58"/>
                  <a:gd name="T88" fmla="*/ 207 w 506"/>
                  <a:gd name="T89" fmla="*/ 5 h 58"/>
                  <a:gd name="T90" fmla="*/ 190 w 506"/>
                  <a:gd name="T91" fmla="*/ 5 h 58"/>
                  <a:gd name="T92" fmla="*/ 142 w 506"/>
                  <a:gd name="T93" fmla="*/ 1 h 58"/>
                  <a:gd name="T94" fmla="*/ 110 w 506"/>
                  <a:gd name="T95" fmla="*/ 1 h 58"/>
                  <a:gd name="T96" fmla="*/ 93 w 506"/>
                  <a:gd name="T97" fmla="*/ 0 h 58"/>
                  <a:gd name="T98" fmla="*/ 0 w 506"/>
                  <a:gd name="T99" fmla="*/ 0 h 58"/>
                  <a:gd name="T100" fmla="*/ 0 w 506"/>
                  <a:gd name="T101" fmla="*/ 1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506" h="58">
                    <a:moveTo>
                      <a:pt x="0" y="16"/>
                    </a:moveTo>
                    <a:lnTo>
                      <a:pt x="93" y="16"/>
                    </a:lnTo>
                    <a:lnTo>
                      <a:pt x="110" y="17"/>
                    </a:lnTo>
                    <a:lnTo>
                      <a:pt x="142" y="17"/>
                    </a:lnTo>
                    <a:lnTo>
                      <a:pt x="190" y="21"/>
                    </a:lnTo>
                    <a:lnTo>
                      <a:pt x="205" y="21"/>
                    </a:lnTo>
                    <a:lnTo>
                      <a:pt x="220" y="23"/>
                    </a:lnTo>
                    <a:lnTo>
                      <a:pt x="236" y="24"/>
                    </a:lnTo>
                    <a:lnTo>
                      <a:pt x="254" y="26"/>
                    </a:lnTo>
                    <a:lnTo>
                      <a:pt x="269" y="26"/>
                    </a:lnTo>
                    <a:lnTo>
                      <a:pt x="284" y="28"/>
                    </a:lnTo>
                    <a:lnTo>
                      <a:pt x="299" y="30"/>
                    </a:lnTo>
                    <a:lnTo>
                      <a:pt x="316" y="31"/>
                    </a:lnTo>
                    <a:lnTo>
                      <a:pt x="330" y="32"/>
                    </a:lnTo>
                    <a:lnTo>
                      <a:pt x="347" y="35"/>
                    </a:lnTo>
                    <a:lnTo>
                      <a:pt x="362" y="36"/>
                    </a:lnTo>
                    <a:lnTo>
                      <a:pt x="378" y="38"/>
                    </a:lnTo>
                    <a:lnTo>
                      <a:pt x="393" y="40"/>
                    </a:lnTo>
                    <a:lnTo>
                      <a:pt x="409" y="41"/>
                    </a:lnTo>
                    <a:lnTo>
                      <a:pt x="424" y="44"/>
                    </a:lnTo>
                    <a:lnTo>
                      <a:pt x="440" y="47"/>
                    </a:lnTo>
                    <a:lnTo>
                      <a:pt x="455" y="48"/>
                    </a:lnTo>
                    <a:lnTo>
                      <a:pt x="471" y="51"/>
                    </a:lnTo>
                    <a:lnTo>
                      <a:pt x="486" y="54"/>
                    </a:lnTo>
                    <a:lnTo>
                      <a:pt x="503" y="58"/>
                    </a:lnTo>
                    <a:lnTo>
                      <a:pt x="506" y="41"/>
                    </a:lnTo>
                    <a:lnTo>
                      <a:pt x="488" y="38"/>
                    </a:lnTo>
                    <a:lnTo>
                      <a:pt x="473" y="35"/>
                    </a:lnTo>
                    <a:lnTo>
                      <a:pt x="457" y="32"/>
                    </a:lnTo>
                    <a:lnTo>
                      <a:pt x="442" y="31"/>
                    </a:lnTo>
                    <a:lnTo>
                      <a:pt x="426" y="28"/>
                    </a:lnTo>
                    <a:lnTo>
                      <a:pt x="411" y="25"/>
                    </a:lnTo>
                    <a:lnTo>
                      <a:pt x="395" y="24"/>
                    </a:lnTo>
                    <a:lnTo>
                      <a:pt x="380" y="22"/>
                    </a:lnTo>
                    <a:lnTo>
                      <a:pt x="364" y="20"/>
                    </a:lnTo>
                    <a:lnTo>
                      <a:pt x="349" y="18"/>
                    </a:lnTo>
                    <a:lnTo>
                      <a:pt x="333" y="16"/>
                    </a:lnTo>
                    <a:lnTo>
                      <a:pt x="318" y="15"/>
                    </a:lnTo>
                    <a:lnTo>
                      <a:pt x="302" y="14"/>
                    </a:lnTo>
                    <a:lnTo>
                      <a:pt x="287" y="12"/>
                    </a:lnTo>
                    <a:lnTo>
                      <a:pt x="269" y="10"/>
                    </a:lnTo>
                    <a:lnTo>
                      <a:pt x="254" y="10"/>
                    </a:lnTo>
                    <a:lnTo>
                      <a:pt x="238" y="8"/>
                    </a:lnTo>
                    <a:lnTo>
                      <a:pt x="222" y="7"/>
                    </a:lnTo>
                    <a:lnTo>
                      <a:pt x="207" y="5"/>
                    </a:lnTo>
                    <a:lnTo>
                      <a:pt x="190" y="5"/>
                    </a:lnTo>
                    <a:lnTo>
                      <a:pt x="142" y="1"/>
                    </a:lnTo>
                    <a:lnTo>
                      <a:pt x="110" y="1"/>
                    </a:lnTo>
                    <a:lnTo>
                      <a:pt x="93" y="0"/>
                    </a:lnTo>
                    <a:lnTo>
                      <a:pt x="0" y="0"/>
                    </a:ln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275" name="Freeform 201"/>
              <p:cNvSpPr>
                <a:spLocks/>
              </p:cNvSpPr>
              <p:nvPr/>
            </p:nvSpPr>
            <p:spPr bwMode="auto">
              <a:xfrm>
                <a:off x="2479" y="214"/>
                <a:ext cx="241" cy="67"/>
              </a:xfrm>
              <a:custGeom>
                <a:avLst/>
                <a:gdLst>
                  <a:gd name="T0" fmla="*/ 0 w 483"/>
                  <a:gd name="T1" fmla="*/ 17 h 134"/>
                  <a:gd name="T2" fmla="*/ 14 w 483"/>
                  <a:gd name="T3" fmla="*/ 17 h 134"/>
                  <a:gd name="T4" fmla="*/ 27 w 483"/>
                  <a:gd name="T5" fmla="*/ 20 h 134"/>
                  <a:gd name="T6" fmla="*/ 45 w 483"/>
                  <a:gd name="T7" fmla="*/ 24 h 134"/>
                  <a:gd name="T8" fmla="*/ 59 w 483"/>
                  <a:gd name="T9" fmla="*/ 26 h 134"/>
                  <a:gd name="T10" fmla="*/ 75 w 483"/>
                  <a:gd name="T11" fmla="*/ 28 h 134"/>
                  <a:gd name="T12" fmla="*/ 90 w 483"/>
                  <a:gd name="T13" fmla="*/ 32 h 134"/>
                  <a:gd name="T14" fmla="*/ 105 w 483"/>
                  <a:gd name="T15" fmla="*/ 34 h 134"/>
                  <a:gd name="T16" fmla="*/ 120 w 483"/>
                  <a:gd name="T17" fmla="*/ 37 h 134"/>
                  <a:gd name="T18" fmla="*/ 134 w 483"/>
                  <a:gd name="T19" fmla="*/ 41 h 134"/>
                  <a:gd name="T20" fmla="*/ 151 w 483"/>
                  <a:gd name="T21" fmla="*/ 44 h 134"/>
                  <a:gd name="T22" fmla="*/ 166 w 483"/>
                  <a:gd name="T23" fmla="*/ 47 h 134"/>
                  <a:gd name="T24" fmla="*/ 225 w 483"/>
                  <a:gd name="T25" fmla="*/ 60 h 134"/>
                  <a:gd name="T26" fmla="*/ 241 w 483"/>
                  <a:gd name="T27" fmla="*/ 65 h 134"/>
                  <a:gd name="T28" fmla="*/ 269 w 483"/>
                  <a:gd name="T29" fmla="*/ 72 h 134"/>
                  <a:gd name="T30" fmla="*/ 284 w 483"/>
                  <a:gd name="T31" fmla="*/ 75 h 134"/>
                  <a:gd name="T32" fmla="*/ 300 w 483"/>
                  <a:gd name="T33" fmla="*/ 80 h 134"/>
                  <a:gd name="T34" fmla="*/ 314 w 483"/>
                  <a:gd name="T35" fmla="*/ 83 h 134"/>
                  <a:gd name="T36" fmla="*/ 344 w 483"/>
                  <a:gd name="T37" fmla="*/ 93 h 134"/>
                  <a:gd name="T38" fmla="*/ 359 w 483"/>
                  <a:gd name="T39" fmla="*/ 96 h 134"/>
                  <a:gd name="T40" fmla="*/ 373 w 483"/>
                  <a:gd name="T41" fmla="*/ 101 h 134"/>
                  <a:gd name="T42" fmla="*/ 387 w 483"/>
                  <a:gd name="T43" fmla="*/ 104 h 134"/>
                  <a:gd name="T44" fmla="*/ 401 w 483"/>
                  <a:gd name="T45" fmla="*/ 109 h 134"/>
                  <a:gd name="T46" fmla="*/ 417 w 483"/>
                  <a:gd name="T47" fmla="*/ 113 h 134"/>
                  <a:gd name="T48" fmla="*/ 432 w 483"/>
                  <a:gd name="T49" fmla="*/ 117 h 134"/>
                  <a:gd name="T50" fmla="*/ 446 w 483"/>
                  <a:gd name="T51" fmla="*/ 124 h 134"/>
                  <a:gd name="T52" fmla="*/ 460 w 483"/>
                  <a:gd name="T53" fmla="*/ 127 h 134"/>
                  <a:gd name="T54" fmla="*/ 476 w 483"/>
                  <a:gd name="T55" fmla="*/ 133 h 134"/>
                  <a:gd name="T56" fmla="*/ 477 w 483"/>
                  <a:gd name="T57" fmla="*/ 134 h 134"/>
                  <a:gd name="T58" fmla="*/ 482 w 483"/>
                  <a:gd name="T59" fmla="*/ 118 h 134"/>
                  <a:gd name="T60" fmla="*/ 483 w 483"/>
                  <a:gd name="T61" fmla="*/ 119 h 134"/>
                  <a:gd name="T62" fmla="*/ 464 w 483"/>
                  <a:gd name="T63" fmla="*/ 111 h 134"/>
                  <a:gd name="T64" fmla="*/ 451 w 483"/>
                  <a:gd name="T65" fmla="*/ 108 h 134"/>
                  <a:gd name="T66" fmla="*/ 437 w 483"/>
                  <a:gd name="T67" fmla="*/ 101 h 134"/>
                  <a:gd name="T68" fmla="*/ 422 w 483"/>
                  <a:gd name="T69" fmla="*/ 97 h 134"/>
                  <a:gd name="T70" fmla="*/ 406 w 483"/>
                  <a:gd name="T71" fmla="*/ 93 h 134"/>
                  <a:gd name="T72" fmla="*/ 392 w 483"/>
                  <a:gd name="T73" fmla="*/ 88 h 134"/>
                  <a:gd name="T74" fmla="*/ 378 w 483"/>
                  <a:gd name="T75" fmla="*/ 85 h 134"/>
                  <a:gd name="T76" fmla="*/ 363 w 483"/>
                  <a:gd name="T77" fmla="*/ 80 h 134"/>
                  <a:gd name="T78" fmla="*/ 348 w 483"/>
                  <a:gd name="T79" fmla="*/ 77 h 134"/>
                  <a:gd name="T80" fmla="*/ 318 w 483"/>
                  <a:gd name="T81" fmla="*/ 67 h 134"/>
                  <a:gd name="T82" fmla="*/ 304 w 483"/>
                  <a:gd name="T83" fmla="*/ 64 h 134"/>
                  <a:gd name="T84" fmla="*/ 288 w 483"/>
                  <a:gd name="T85" fmla="*/ 59 h 134"/>
                  <a:gd name="T86" fmla="*/ 273 w 483"/>
                  <a:gd name="T87" fmla="*/ 56 h 134"/>
                  <a:gd name="T88" fmla="*/ 246 w 483"/>
                  <a:gd name="T89" fmla="*/ 49 h 134"/>
                  <a:gd name="T90" fmla="*/ 230 w 483"/>
                  <a:gd name="T91" fmla="*/ 44 h 134"/>
                  <a:gd name="T92" fmla="*/ 168 w 483"/>
                  <a:gd name="T93" fmla="*/ 30 h 134"/>
                  <a:gd name="T94" fmla="*/ 153 w 483"/>
                  <a:gd name="T95" fmla="*/ 28 h 134"/>
                  <a:gd name="T96" fmla="*/ 139 w 483"/>
                  <a:gd name="T97" fmla="*/ 25 h 134"/>
                  <a:gd name="T98" fmla="*/ 125 w 483"/>
                  <a:gd name="T99" fmla="*/ 21 h 134"/>
                  <a:gd name="T100" fmla="*/ 107 w 483"/>
                  <a:gd name="T101" fmla="*/ 18 h 134"/>
                  <a:gd name="T102" fmla="*/ 92 w 483"/>
                  <a:gd name="T103" fmla="*/ 15 h 134"/>
                  <a:gd name="T104" fmla="*/ 77 w 483"/>
                  <a:gd name="T105" fmla="*/ 12 h 134"/>
                  <a:gd name="T106" fmla="*/ 61 w 483"/>
                  <a:gd name="T107" fmla="*/ 10 h 134"/>
                  <a:gd name="T108" fmla="*/ 48 w 483"/>
                  <a:gd name="T109" fmla="*/ 7 h 134"/>
                  <a:gd name="T110" fmla="*/ 31 w 483"/>
                  <a:gd name="T111" fmla="*/ 4 h 134"/>
                  <a:gd name="T112" fmla="*/ 16 w 483"/>
                  <a:gd name="T113" fmla="*/ 0 h 134"/>
                  <a:gd name="T114" fmla="*/ 1 w 483"/>
                  <a:gd name="T115" fmla="*/ 0 h 134"/>
                  <a:gd name="T116" fmla="*/ 3 w 483"/>
                  <a:gd name="T117" fmla="*/ 0 h 134"/>
                  <a:gd name="T118" fmla="*/ 0 w 483"/>
                  <a:gd name="T119" fmla="*/ 17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483" h="134">
                    <a:moveTo>
                      <a:pt x="0" y="17"/>
                    </a:moveTo>
                    <a:lnTo>
                      <a:pt x="14" y="17"/>
                    </a:lnTo>
                    <a:lnTo>
                      <a:pt x="27" y="20"/>
                    </a:lnTo>
                    <a:lnTo>
                      <a:pt x="45" y="24"/>
                    </a:lnTo>
                    <a:lnTo>
                      <a:pt x="59" y="26"/>
                    </a:lnTo>
                    <a:lnTo>
                      <a:pt x="75" y="28"/>
                    </a:lnTo>
                    <a:lnTo>
                      <a:pt x="90" y="32"/>
                    </a:lnTo>
                    <a:lnTo>
                      <a:pt x="105" y="34"/>
                    </a:lnTo>
                    <a:lnTo>
                      <a:pt x="120" y="37"/>
                    </a:lnTo>
                    <a:lnTo>
                      <a:pt x="134" y="41"/>
                    </a:lnTo>
                    <a:lnTo>
                      <a:pt x="151" y="44"/>
                    </a:lnTo>
                    <a:lnTo>
                      <a:pt x="166" y="47"/>
                    </a:lnTo>
                    <a:lnTo>
                      <a:pt x="225" y="60"/>
                    </a:lnTo>
                    <a:lnTo>
                      <a:pt x="241" y="65"/>
                    </a:lnTo>
                    <a:lnTo>
                      <a:pt x="269" y="72"/>
                    </a:lnTo>
                    <a:lnTo>
                      <a:pt x="284" y="75"/>
                    </a:lnTo>
                    <a:lnTo>
                      <a:pt x="300" y="80"/>
                    </a:lnTo>
                    <a:lnTo>
                      <a:pt x="314" y="83"/>
                    </a:lnTo>
                    <a:lnTo>
                      <a:pt x="344" y="93"/>
                    </a:lnTo>
                    <a:lnTo>
                      <a:pt x="359" y="96"/>
                    </a:lnTo>
                    <a:lnTo>
                      <a:pt x="373" y="101"/>
                    </a:lnTo>
                    <a:lnTo>
                      <a:pt x="387" y="104"/>
                    </a:lnTo>
                    <a:lnTo>
                      <a:pt x="401" y="109"/>
                    </a:lnTo>
                    <a:lnTo>
                      <a:pt x="417" y="113"/>
                    </a:lnTo>
                    <a:lnTo>
                      <a:pt x="432" y="117"/>
                    </a:lnTo>
                    <a:lnTo>
                      <a:pt x="446" y="124"/>
                    </a:lnTo>
                    <a:lnTo>
                      <a:pt x="460" y="127"/>
                    </a:lnTo>
                    <a:lnTo>
                      <a:pt x="476" y="133"/>
                    </a:lnTo>
                    <a:lnTo>
                      <a:pt x="477" y="134"/>
                    </a:lnTo>
                    <a:lnTo>
                      <a:pt x="482" y="118"/>
                    </a:lnTo>
                    <a:lnTo>
                      <a:pt x="483" y="119"/>
                    </a:lnTo>
                    <a:lnTo>
                      <a:pt x="464" y="111"/>
                    </a:lnTo>
                    <a:lnTo>
                      <a:pt x="451" y="108"/>
                    </a:lnTo>
                    <a:lnTo>
                      <a:pt x="437" y="101"/>
                    </a:lnTo>
                    <a:lnTo>
                      <a:pt x="422" y="97"/>
                    </a:lnTo>
                    <a:lnTo>
                      <a:pt x="406" y="93"/>
                    </a:lnTo>
                    <a:lnTo>
                      <a:pt x="392" y="88"/>
                    </a:lnTo>
                    <a:lnTo>
                      <a:pt x="378" y="85"/>
                    </a:lnTo>
                    <a:lnTo>
                      <a:pt x="363" y="80"/>
                    </a:lnTo>
                    <a:lnTo>
                      <a:pt x="348" y="77"/>
                    </a:lnTo>
                    <a:lnTo>
                      <a:pt x="318" y="67"/>
                    </a:lnTo>
                    <a:lnTo>
                      <a:pt x="304" y="64"/>
                    </a:lnTo>
                    <a:lnTo>
                      <a:pt x="288" y="59"/>
                    </a:lnTo>
                    <a:lnTo>
                      <a:pt x="273" y="56"/>
                    </a:lnTo>
                    <a:lnTo>
                      <a:pt x="246" y="49"/>
                    </a:lnTo>
                    <a:lnTo>
                      <a:pt x="230" y="44"/>
                    </a:lnTo>
                    <a:lnTo>
                      <a:pt x="168" y="30"/>
                    </a:lnTo>
                    <a:lnTo>
                      <a:pt x="153" y="28"/>
                    </a:lnTo>
                    <a:lnTo>
                      <a:pt x="139" y="25"/>
                    </a:lnTo>
                    <a:lnTo>
                      <a:pt x="125" y="21"/>
                    </a:lnTo>
                    <a:lnTo>
                      <a:pt x="107" y="18"/>
                    </a:lnTo>
                    <a:lnTo>
                      <a:pt x="92" y="15"/>
                    </a:lnTo>
                    <a:lnTo>
                      <a:pt x="77" y="12"/>
                    </a:lnTo>
                    <a:lnTo>
                      <a:pt x="61" y="10"/>
                    </a:lnTo>
                    <a:lnTo>
                      <a:pt x="48" y="7"/>
                    </a:lnTo>
                    <a:lnTo>
                      <a:pt x="31" y="4"/>
                    </a:lnTo>
                    <a:lnTo>
                      <a:pt x="16" y="0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276" name="Freeform 202"/>
              <p:cNvSpPr>
                <a:spLocks/>
              </p:cNvSpPr>
              <p:nvPr/>
            </p:nvSpPr>
            <p:spPr bwMode="auto">
              <a:xfrm>
                <a:off x="2717" y="272"/>
                <a:ext cx="225" cy="102"/>
              </a:xfrm>
              <a:custGeom>
                <a:avLst/>
                <a:gdLst>
                  <a:gd name="T0" fmla="*/ 0 w 451"/>
                  <a:gd name="T1" fmla="*/ 16 h 203"/>
                  <a:gd name="T2" fmla="*/ 28 w 451"/>
                  <a:gd name="T3" fmla="*/ 23 h 203"/>
                  <a:gd name="T4" fmla="*/ 40 w 451"/>
                  <a:gd name="T5" fmla="*/ 29 h 203"/>
                  <a:gd name="T6" fmla="*/ 55 w 451"/>
                  <a:gd name="T7" fmla="*/ 35 h 203"/>
                  <a:gd name="T8" fmla="*/ 69 w 451"/>
                  <a:gd name="T9" fmla="*/ 40 h 203"/>
                  <a:gd name="T10" fmla="*/ 83 w 451"/>
                  <a:gd name="T11" fmla="*/ 45 h 203"/>
                  <a:gd name="T12" fmla="*/ 98 w 451"/>
                  <a:gd name="T13" fmla="*/ 50 h 203"/>
                  <a:gd name="T14" fmla="*/ 112 w 451"/>
                  <a:gd name="T15" fmla="*/ 54 h 203"/>
                  <a:gd name="T16" fmla="*/ 127 w 451"/>
                  <a:gd name="T17" fmla="*/ 61 h 203"/>
                  <a:gd name="T18" fmla="*/ 155 w 451"/>
                  <a:gd name="T19" fmla="*/ 70 h 203"/>
                  <a:gd name="T20" fmla="*/ 210 w 451"/>
                  <a:gd name="T21" fmla="*/ 93 h 203"/>
                  <a:gd name="T22" fmla="*/ 225 w 451"/>
                  <a:gd name="T23" fmla="*/ 101 h 203"/>
                  <a:gd name="T24" fmla="*/ 240 w 451"/>
                  <a:gd name="T25" fmla="*/ 106 h 203"/>
                  <a:gd name="T26" fmla="*/ 252 w 451"/>
                  <a:gd name="T27" fmla="*/ 111 h 203"/>
                  <a:gd name="T28" fmla="*/ 266 w 451"/>
                  <a:gd name="T29" fmla="*/ 117 h 203"/>
                  <a:gd name="T30" fmla="*/ 280 w 451"/>
                  <a:gd name="T31" fmla="*/ 123 h 203"/>
                  <a:gd name="T32" fmla="*/ 294 w 451"/>
                  <a:gd name="T33" fmla="*/ 130 h 203"/>
                  <a:gd name="T34" fmla="*/ 307 w 451"/>
                  <a:gd name="T35" fmla="*/ 135 h 203"/>
                  <a:gd name="T36" fmla="*/ 334 w 451"/>
                  <a:gd name="T37" fmla="*/ 149 h 203"/>
                  <a:gd name="T38" fmla="*/ 348 w 451"/>
                  <a:gd name="T39" fmla="*/ 154 h 203"/>
                  <a:gd name="T40" fmla="*/ 361 w 451"/>
                  <a:gd name="T41" fmla="*/ 161 h 203"/>
                  <a:gd name="T42" fmla="*/ 444 w 451"/>
                  <a:gd name="T43" fmla="*/ 203 h 203"/>
                  <a:gd name="T44" fmla="*/ 451 w 451"/>
                  <a:gd name="T45" fmla="*/ 189 h 203"/>
                  <a:gd name="T46" fmla="*/ 368 w 451"/>
                  <a:gd name="T47" fmla="*/ 147 h 203"/>
                  <a:gd name="T48" fmla="*/ 355 w 451"/>
                  <a:gd name="T49" fmla="*/ 141 h 203"/>
                  <a:gd name="T50" fmla="*/ 341 w 451"/>
                  <a:gd name="T51" fmla="*/ 135 h 203"/>
                  <a:gd name="T52" fmla="*/ 313 w 451"/>
                  <a:gd name="T53" fmla="*/ 121 h 203"/>
                  <a:gd name="T54" fmla="*/ 301 w 451"/>
                  <a:gd name="T55" fmla="*/ 116 h 203"/>
                  <a:gd name="T56" fmla="*/ 287 w 451"/>
                  <a:gd name="T57" fmla="*/ 109 h 203"/>
                  <a:gd name="T58" fmla="*/ 273 w 451"/>
                  <a:gd name="T59" fmla="*/ 104 h 203"/>
                  <a:gd name="T60" fmla="*/ 259 w 451"/>
                  <a:gd name="T61" fmla="*/ 97 h 203"/>
                  <a:gd name="T62" fmla="*/ 244 w 451"/>
                  <a:gd name="T63" fmla="*/ 90 h 203"/>
                  <a:gd name="T64" fmla="*/ 232 w 451"/>
                  <a:gd name="T65" fmla="*/ 85 h 203"/>
                  <a:gd name="T66" fmla="*/ 217 w 451"/>
                  <a:gd name="T67" fmla="*/ 79 h 203"/>
                  <a:gd name="T68" fmla="*/ 161 w 451"/>
                  <a:gd name="T69" fmla="*/ 56 h 203"/>
                  <a:gd name="T70" fmla="*/ 145 w 451"/>
                  <a:gd name="T71" fmla="*/ 50 h 203"/>
                  <a:gd name="T72" fmla="*/ 131 w 451"/>
                  <a:gd name="T73" fmla="*/ 45 h 203"/>
                  <a:gd name="T74" fmla="*/ 119 w 451"/>
                  <a:gd name="T75" fmla="*/ 40 h 203"/>
                  <a:gd name="T76" fmla="*/ 103 w 451"/>
                  <a:gd name="T77" fmla="*/ 33 h 203"/>
                  <a:gd name="T78" fmla="*/ 88 w 451"/>
                  <a:gd name="T79" fmla="*/ 29 h 203"/>
                  <a:gd name="T80" fmla="*/ 74 w 451"/>
                  <a:gd name="T81" fmla="*/ 24 h 203"/>
                  <a:gd name="T82" fmla="*/ 60 w 451"/>
                  <a:gd name="T83" fmla="*/ 18 h 203"/>
                  <a:gd name="T84" fmla="*/ 47 w 451"/>
                  <a:gd name="T85" fmla="*/ 15 h 203"/>
                  <a:gd name="T86" fmla="*/ 32 w 451"/>
                  <a:gd name="T87" fmla="*/ 7 h 203"/>
                  <a:gd name="T88" fmla="*/ 5 w 451"/>
                  <a:gd name="T89" fmla="*/ 0 h 203"/>
                  <a:gd name="T90" fmla="*/ 0 w 451"/>
                  <a:gd name="T91" fmla="*/ 16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451" h="203">
                    <a:moveTo>
                      <a:pt x="0" y="16"/>
                    </a:moveTo>
                    <a:lnTo>
                      <a:pt x="28" y="23"/>
                    </a:lnTo>
                    <a:lnTo>
                      <a:pt x="40" y="29"/>
                    </a:lnTo>
                    <a:lnTo>
                      <a:pt x="55" y="35"/>
                    </a:lnTo>
                    <a:lnTo>
                      <a:pt x="69" y="40"/>
                    </a:lnTo>
                    <a:lnTo>
                      <a:pt x="83" y="45"/>
                    </a:lnTo>
                    <a:lnTo>
                      <a:pt x="98" y="50"/>
                    </a:lnTo>
                    <a:lnTo>
                      <a:pt x="112" y="54"/>
                    </a:lnTo>
                    <a:lnTo>
                      <a:pt x="127" y="61"/>
                    </a:lnTo>
                    <a:lnTo>
                      <a:pt x="155" y="70"/>
                    </a:lnTo>
                    <a:lnTo>
                      <a:pt x="210" y="93"/>
                    </a:lnTo>
                    <a:lnTo>
                      <a:pt x="225" y="101"/>
                    </a:lnTo>
                    <a:lnTo>
                      <a:pt x="240" y="106"/>
                    </a:lnTo>
                    <a:lnTo>
                      <a:pt x="252" y="111"/>
                    </a:lnTo>
                    <a:lnTo>
                      <a:pt x="266" y="117"/>
                    </a:lnTo>
                    <a:lnTo>
                      <a:pt x="280" y="123"/>
                    </a:lnTo>
                    <a:lnTo>
                      <a:pt x="294" y="130"/>
                    </a:lnTo>
                    <a:lnTo>
                      <a:pt x="307" y="135"/>
                    </a:lnTo>
                    <a:lnTo>
                      <a:pt x="334" y="149"/>
                    </a:lnTo>
                    <a:lnTo>
                      <a:pt x="348" y="154"/>
                    </a:lnTo>
                    <a:lnTo>
                      <a:pt x="361" y="161"/>
                    </a:lnTo>
                    <a:lnTo>
                      <a:pt x="444" y="203"/>
                    </a:lnTo>
                    <a:lnTo>
                      <a:pt x="451" y="189"/>
                    </a:lnTo>
                    <a:lnTo>
                      <a:pt x="368" y="147"/>
                    </a:lnTo>
                    <a:lnTo>
                      <a:pt x="355" y="141"/>
                    </a:lnTo>
                    <a:lnTo>
                      <a:pt x="341" y="135"/>
                    </a:lnTo>
                    <a:lnTo>
                      <a:pt x="313" y="121"/>
                    </a:lnTo>
                    <a:lnTo>
                      <a:pt x="301" y="116"/>
                    </a:lnTo>
                    <a:lnTo>
                      <a:pt x="287" y="109"/>
                    </a:lnTo>
                    <a:lnTo>
                      <a:pt x="273" y="104"/>
                    </a:lnTo>
                    <a:lnTo>
                      <a:pt x="259" y="97"/>
                    </a:lnTo>
                    <a:lnTo>
                      <a:pt x="244" y="90"/>
                    </a:lnTo>
                    <a:lnTo>
                      <a:pt x="232" y="85"/>
                    </a:lnTo>
                    <a:lnTo>
                      <a:pt x="217" y="79"/>
                    </a:lnTo>
                    <a:lnTo>
                      <a:pt x="161" y="56"/>
                    </a:lnTo>
                    <a:lnTo>
                      <a:pt x="145" y="50"/>
                    </a:lnTo>
                    <a:lnTo>
                      <a:pt x="131" y="45"/>
                    </a:lnTo>
                    <a:lnTo>
                      <a:pt x="119" y="40"/>
                    </a:lnTo>
                    <a:lnTo>
                      <a:pt x="103" y="33"/>
                    </a:lnTo>
                    <a:lnTo>
                      <a:pt x="88" y="29"/>
                    </a:lnTo>
                    <a:lnTo>
                      <a:pt x="74" y="24"/>
                    </a:lnTo>
                    <a:lnTo>
                      <a:pt x="60" y="18"/>
                    </a:lnTo>
                    <a:lnTo>
                      <a:pt x="47" y="15"/>
                    </a:lnTo>
                    <a:lnTo>
                      <a:pt x="32" y="7"/>
                    </a:lnTo>
                    <a:lnTo>
                      <a:pt x="5" y="0"/>
                    </a:ln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277" name="Freeform 203"/>
              <p:cNvSpPr>
                <a:spLocks/>
              </p:cNvSpPr>
              <p:nvPr/>
            </p:nvSpPr>
            <p:spPr bwMode="auto">
              <a:xfrm>
                <a:off x="2938" y="367"/>
                <a:ext cx="209" cy="134"/>
              </a:xfrm>
              <a:custGeom>
                <a:avLst/>
                <a:gdLst>
                  <a:gd name="T0" fmla="*/ 2 w 417"/>
                  <a:gd name="T1" fmla="*/ 14 h 267"/>
                  <a:gd name="T2" fmla="*/ 0 w 417"/>
                  <a:gd name="T3" fmla="*/ 14 h 267"/>
                  <a:gd name="T4" fmla="*/ 11 w 417"/>
                  <a:gd name="T5" fmla="*/ 21 h 267"/>
                  <a:gd name="T6" fmla="*/ 67 w 417"/>
                  <a:gd name="T7" fmla="*/ 48 h 267"/>
                  <a:gd name="T8" fmla="*/ 93 w 417"/>
                  <a:gd name="T9" fmla="*/ 62 h 267"/>
                  <a:gd name="T10" fmla="*/ 106 w 417"/>
                  <a:gd name="T11" fmla="*/ 70 h 267"/>
                  <a:gd name="T12" fmla="*/ 131 w 417"/>
                  <a:gd name="T13" fmla="*/ 84 h 267"/>
                  <a:gd name="T14" fmla="*/ 143 w 417"/>
                  <a:gd name="T15" fmla="*/ 93 h 267"/>
                  <a:gd name="T16" fmla="*/ 158 w 417"/>
                  <a:gd name="T17" fmla="*/ 100 h 267"/>
                  <a:gd name="T18" fmla="*/ 170 w 417"/>
                  <a:gd name="T19" fmla="*/ 108 h 267"/>
                  <a:gd name="T20" fmla="*/ 182 w 417"/>
                  <a:gd name="T21" fmla="*/ 115 h 267"/>
                  <a:gd name="T22" fmla="*/ 195 w 417"/>
                  <a:gd name="T23" fmla="*/ 123 h 267"/>
                  <a:gd name="T24" fmla="*/ 209 w 417"/>
                  <a:gd name="T25" fmla="*/ 132 h 267"/>
                  <a:gd name="T26" fmla="*/ 221 w 417"/>
                  <a:gd name="T27" fmla="*/ 139 h 267"/>
                  <a:gd name="T28" fmla="*/ 233 w 417"/>
                  <a:gd name="T29" fmla="*/ 147 h 267"/>
                  <a:gd name="T30" fmla="*/ 246 w 417"/>
                  <a:gd name="T31" fmla="*/ 154 h 267"/>
                  <a:gd name="T32" fmla="*/ 259 w 417"/>
                  <a:gd name="T33" fmla="*/ 163 h 267"/>
                  <a:gd name="T34" fmla="*/ 271 w 417"/>
                  <a:gd name="T35" fmla="*/ 170 h 267"/>
                  <a:gd name="T36" fmla="*/ 284 w 417"/>
                  <a:gd name="T37" fmla="*/ 180 h 267"/>
                  <a:gd name="T38" fmla="*/ 295 w 417"/>
                  <a:gd name="T39" fmla="*/ 188 h 267"/>
                  <a:gd name="T40" fmla="*/ 309 w 417"/>
                  <a:gd name="T41" fmla="*/ 197 h 267"/>
                  <a:gd name="T42" fmla="*/ 321 w 417"/>
                  <a:gd name="T43" fmla="*/ 205 h 267"/>
                  <a:gd name="T44" fmla="*/ 333 w 417"/>
                  <a:gd name="T45" fmla="*/ 214 h 267"/>
                  <a:gd name="T46" fmla="*/ 346 w 417"/>
                  <a:gd name="T47" fmla="*/ 222 h 267"/>
                  <a:gd name="T48" fmla="*/ 358 w 417"/>
                  <a:gd name="T49" fmla="*/ 230 h 267"/>
                  <a:gd name="T50" fmla="*/ 370 w 417"/>
                  <a:gd name="T51" fmla="*/ 240 h 267"/>
                  <a:gd name="T52" fmla="*/ 382 w 417"/>
                  <a:gd name="T53" fmla="*/ 248 h 267"/>
                  <a:gd name="T54" fmla="*/ 394 w 417"/>
                  <a:gd name="T55" fmla="*/ 257 h 267"/>
                  <a:gd name="T56" fmla="*/ 408 w 417"/>
                  <a:gd name="T57" fmla="*/ 267 h 267"/>
                  <a:gd name="T58" fmla="*/ 417 w 417"/>
                  <a:gd name="T59" fmla="*/ 253 h 267"/>
                  <a:gd name="T60" fmla="*/ 404 w 417"/>
                  <a:gd name="T61" fmla="*/ 243 h 267"/>
                  <a:gd name="T62" fmla="*/ 391 w 417"/>
                  <a:gd name="T63" fmla="*/ 234 h 267"/>
                  <a:gd name="T64" fmla="*/ 379 w 417"/>
                  <a:gd name="T65" fmla="*/ 226 h 267"/>
                  <a:gd name="T66" fmla="*/ 367 w 417"/>
                  <a:gd name="T67" fmla="*/ 216 h 267"/>
                  <a:gd name="T68" fmla="*/ 355 w 417"/>
                  <a:gd name="T69" fmla="*/ 208 h 267"/>
                  <a:gd name="T70" fmla="*/ 343 w 417"/>
                  <a:gd name="T71" fmla="*/ 200 h 267"/>
                  <a:gd name="T72" fmla="*/ 330 w 417"/>
                  <a:gd name="T73" fmla="*/ 191 h 267"/>
                  <a:gd name="T74" fmla="*/ 318 w 417"/>
                  <a:gd name="T75" fmla="*/ 183 h 267"/>
                  <a:gd name="T76" fmla="*/ 305 w 417"/>
                  <a:gd name="T77" fmla="*/ 174 h 267"/>
                  <a:gd name="T78" fmla="*/ 293 w 417"/>
                  <a:gd name="T79" fmla="*/ 166 h 267"/>
                  <a:gd name="T80" fmla="*/ 280 w 417"/>
                  <a:gd name="T81" fmla="*/ 157 h 267"/>
                  <a:gd name="T82" fmla="*/ 268 w 417"/>
                  <a:gd name="T83" fmla="*/ 150 h 267"/>
                  <a:gd name="T84" fmla="*/ 255 w 417"/>
                  <a:gd name="T85" fmla="*/ 140 h 267"/>
                  <a:gd name="T86" fmla="*/ 242 w 417"/>
                  <a:gd name="T87" fmla="*/ 134 h 267"/>
                  <a:gd name="T88" fmla="*/ 230 w 417"/>
                  <a:gd name="T89" fmla="*/ 125 h 267"/>
                  <a:gd name="T90" fmla="*/ 218 w 417"/>
                  <a:gd name="T91" fmla="*/ 119 h 267"/>
                  <a:gd name="T92" fmla="*/ 204 w 417"/>
                  <a:gd name="T93" fmla="*/ 109 h 267"/>
                  <a:gd name="T94" fmla="*/ 192 w 417"/>
                  <a:gd name="T95" fmla="*/ 101 h 267"/>
                  <a:gd name="T96" fmla="*/ 179 w 417"/>
                  <a:gd name="T97" fmla="*/ 94 h 267"/>
                  <a:gd name="T98" fmla="*/ 165 w 417"/>
                  <a:gd name="T99" fmla="*/ 86 h 267"/>
                  <a:gd name="T100" fmla="*/ 153 w 417"/>
                  <a:gd name="T101" fmla="*/ 79 h 267"/>
                  <a:gd name="T102" fmla="*/ 140 w 417"/>
                  <a:gd name="T103" fmla="*/ 70 h 267"/>
                  <a:gd name="T104" fmla="*/ 113 w 417"/>
                  <a:gd name="T105" fmla="*/ 56 h 267"/>
                  <a:gd name="T106" fmla="*/ 100 w 417"/>
                  <a:gd name="T107" fmla="*/ 48 h 267"/>
                  <a:gd name="T108" fmla="*/ 74 w 417"/>
                  <a:gd name="T109" fmla="*/ 34 h 267"/>
                  <a:gd name="T110" fmla="*/ 20 w 417"/>
                  <a:gd name="T111" fmla="*/ 7 h 267"/>
                  <a:gd name="T112" fmla="*/ 10 w 417"/>
                  <a:gd name="T113" fmla="*/ 0 h 267"/>
                  <a:gd name="T114" fmla="*/ 9 w 417"/>
                  <a:gd name="T115" fmla="*/ 0 h 267"/>
                  <a:gd name="T116" fmla="*/ 2 w 417"/>
                  <a:gd name="T117" fmla="*/ 14 h 2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417" h="267">
                    <a:moveTo>
                      <a:pt x="2" y="14"/>
                    </a:moveTo>
                    <a:lnTo>
                      <a:pt x="0" y="14"/>
                    </a:lnTo>
                    <a:lnTo>
                      <a:pt x="11" y="21"/>
                    </a:lnTo>
                    <a:lnTo>
                      <a:pt x="67" y="48"/>
                    </a:lnTo>
                    <a:lnTo>
                      <a:pt x="93" y="62"/>
                    </a:lnTo>
                    <a:lnTo>
                      <a:pt x="106" y="70"/>
                    </a:lnTo>
                    <a:lnTo>
                      <a:pt x="131" y="84"/>
                    </a:lnTo>
                    <a:lnTo>
                      <a:pt x="143" y="93"/>
                    </a:lnTo>
                    <a:lnTo>
                      <a:pt x="158" y="100"/>
                    </a:lnTo>
                    <a:lnTo>
                      <a:pt x="170" y="108"/>
                    </a:lnTo>
                    <a:lnTo>
                      <a:pt x="182" y="115"/>
                    </a:lnTo>
                    <a:lnTo>
                      <a:pt x="195" y="123"/>
                    </a:lnTo>
                    <a:lnTo>
                      <a:pt x="209" y="132"/>
                    </a:lnTo>
                    <a:lnTo>
                      <a:pt x="221" y="139"/>
                    </a:lnTo>
                    <a:lnTo>
                      <a:pt x="233" y="147"/>
                    </a:lnTo>
                    <a:lnTo>
                      <a:pt x="246" y="154"/>
                    </a:lnTo>
                    <a:lnTo>
                      <a:pt x="259" y="163"/>
                    </a:lnTo>
                    <a:lnTo>
                      <a:pt x="271" y="170"/>
                    </a:lnTo>
                    <a:lnTo>
                      <a:pt x="284" y="180"/>
                    </a:lnTo>
                    <a:lnTo>
                      <a:pt x="295" y="188"/>
                    </a:lnTo>
                    <a:lnTo>
                      <a:pt x="309" y="197"/>
                    </a:lnTo>
                    <a:lnTo>
                      <a:pt x="321" y="205"/>
                    </a:lnTo>
                    <a:lnTo>
                      <a:pt x="333" y="214"/>
                    </a:lnTo>
                    <a:lnTo>
                      <a:pt x="346" y="222"/>
                    </a:lnTo>
                    <a:lnTo>
                      <a:pt x="358" y="230"/>
                    </a:lnTo>
                    <a:lnTo>
                      <a:pt x="370" y="240"/>
                    </a:lnTo>
                    <a:lnTo>
                      <a:pt x="382" y="248"/>
                    </a:lnTo>
                    <a:lnTo>
                      <a:pt x="394" y="257"/>
                    </a:lnTo>
                    <a:lnTo>
                      <a:pt x="408" y="267"/>
                    </a:lnTo>
                    <a:lnTo>
                      <a:pt x="417" y="253"/>
                    </a:lnTo>
                    <a:lnTo>
                      <a:pt x="404" y="243"/>
                    </a:lnTo>
                    <a:lnTo>
                      <a:pt x="391" y="234"/>
                    </a:lnTo>
                    <a:lnTo>
                      <a:pt x="379" y="226"/>
                    </a:lnTo>
                    <a:lnTo>
                      <a:pt x="367" y="216"/>
                    </a:lnTo>
                    <a:lnTo>
                      <a:pt x="355" y="208"/>
                    </a:lnTo>
                    <a:lnTo>
                      <a:pt x="343" y="200"/>
                    </a:lnTo>
                    <a:lnTo>
                      <a:pt x="330" y="191"/>
                    </a:lnTo>
                    <a:lnTo>
                      <a:pt x="318" y="183"/>
                    </a:lnTo>
                    <a:lnTo>
                      <a:pt x="305" y="174"/>
                    </a:lnTo>
                    <a:lnTo>
                      <a:pt x="293" y="166"/>
                    </a:lnTo>
                    <a:lnTo>
                      <a:pt x="280" y="157"/>
                    </a:lnTo>
                    <a:lnTo>
                      <a:pt x="268" y="150"/>
                    </a:lnTo>
                    <a:lnTo>
                      <a:pt x="255" y="140"/>
                    </a:lnTo>
                    <a:lnTo>
                      <a:pt x="242" y="134"/>
                    </a:lnTo>
                    <a:lnTo>
                      <a:pt x="230" y="125"/>
                    </a:lnTo>
                    <a:lnTo>
                      <a:pt x="218" y="119"/>
                    </a:lnTo>
                    <a:lnTo>
                      <a:pt x="204" y="109"/>
                    </a:lnTo>
                    <a:lnTo>
                      <a:pt x="192" y="101"/>
                    </a:lnTo>
                    <a:lnTo>
                      <a:pt x="179" y="94"/>
                    </a:lnTo>
                    <a:lnTo>
                      <a:pt x="165" y="86"/>
                    </a:lnTo>
                    <a:lnTo>
                      <a:pt x="153" y="79"/>
                    </a:lnTo>
                    <a:lnTo>
                      <a:pt x="140" y="70"/>
                    </a:lnTo>
                    <a:lnTo>
                      <a:pt x="113" y="56"/>
                    </a:lnTo>
                    <a:lnTo>
                      <a:pt x="100" y="48"/>
                    </a:lnTo>
                    <a:lnTo>
                      <a:pt x="74" y="34"/>
                    </a:lnTo>
                    <a:lnTo>
                      <a:pt x="20" y="7"/>
                    </a:lnTo>
                    <a:lnTo>
                      <a:pt x="10" y="0"/>
                    </a:lnTo>
                    <a:lnTo>
                      <a:pt x="9" y="0"/>
                    </a:lnTo>
                    <a:lnTo>
                      <a:pt x="2" y="1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278" name="Freeform 204"/>
              <p:cNvSpPr>
                <a:spLocks/>
              </p:cNvSpPr>
              <p:nvPr/>
            </p:nvSpPr>
            <p:spPr bwMode="auto">
              <a:xfrm>
                <a:off x="3142" y="494"/>
                <a:ext cx="186" cy="161"/>
              </a:xfrm>
              <a:custGeom>
                <a:avLst/>
                <a:gdLst>
                  <a:gd name="T0" fmla="*/ 0 w 372"/>
                  <a:gd name="T1" fmla="*/ 14 h 323"/>
                  <a:gd name="T2" fmla="*/ 11 w 372"/>
                  <a:gd name="T3" fmla="*/ 20 h 323"/>
                  <a:gd name="T4" fmla="*/ 21 w 372"/>
                  <a:gd name="T5" fmla="*/ 31 h 323"/>
                  <a:gd name="T6" fmla="*/ 35 w 372"/>
                  <a:gd name="T7" fmla="*/ 38 h 323"/>
                  <a:gd name="T8" fmla="*/ 45 w 372"/>
                  <a:gd name="T9" fmla="*/ 48 h 323"/>
                  <a:gd name="T10" fmla="*/ 59 w 372"/>
                  <a:gd name="T11" fmla="*/ 58 h 323"/>
                  <a:gd name="T12" fmla="*/ 69 w 372"/>
                  <a:gd name="T13" fmla="*/ 65 h 323"/>
                  <a:gd name="T14" fmla="*/ 81 w 372"/>
                  <a:gd name="T15" fmla="*/ 74 h 323"/>
                  <a:gd name="T16" fmla="*/ 94 w 372"/>
                  <a:gd name="T17" fmla="*/ 84 h 323"/>
                  <a:gd name="T18" fmla="*/ 117 w 372"/>
                  <a:gd name="T19" fmla="*/ 104 h 323"/>
                  <a:gd name="T20" fmla="*/ 128 w 372"/>
                  <a:gd name="T21" fmla="*/ 111 h 323"/>
                  <a:gd name="T22" fmla="*/ 138 w 372"/>
                  <a:gd name="T23" fmla="*/ 121 h 323"/>
                  <a:gd name="T24" fmla="*/ 150 w 372"/>
                  <a:gd name="T25" fmla="*/ 131 h 323"/>
                  <a:gd name="T26" fmla="*/ 160 w 372"/>
                  <a:gd name="T27" fmla="*/ 140 h 323"/>
                  <a:gd name="T28" fmla="*/ 186 w 372"/>
                  <a:gd name="T29" fmla="*/ 160 h 323"/>
                  <a:gd name="T30" fmla="*/ 196 w 372"/>
                  <a:gd name="T31" fmla="*/ 169 h 323"/>
                  <a:gd name="T32" fmla="*/ 218 w 372"/>
                  <a:gd name="T33" fmla="*/ 189 h 323"/>
                  <a:gd name="T34" fmla="*/ 229 w 372"/>
                  <a:gd name="T35" fmla="*/ 199 h 323"/>
                  <a:gd name="T36" fmla="*/ 240 w 372"/>
                  <a:gd name="T37" fmla="*/ 209 h 323"/>
                  <a:gd name="T38" fmla="*/ 251 w 372"/>
                  <a:gd name="T39" fmla="*/ 218 h 323"/>
                  <a:gd name="T40" fmla="*/ 262 w 372"/>
                  <a:gd name="T41" fmla="*/ 228 h 323"/>
                  <a:gd name="T42" fmla="*/ 273 w 372"/>
                  <a:gd name="T43" fmla="*/ 239 h 323"/>
                  <a:gd name="T44" fmla="*/ 284 w 372"/>
                  <a:gd name="T45" fmla="*/ 249 h 323"/>
                  <a:gd name="T46" fmla="*/ 295 w 372"/>
                  <a:gd name="T47" fmla="*/ 260 h 323"/>
                  <a:gd name="T48" fmla="*/ 347 w 372"/>
                  <a:gd name="T49" fmla="*/ 311 h 323"/>
                  <a:gd name="T50" fmla="*/ 362 w 372"/>
                  <a:gd name="T51" fmla="*/ 323 h 323"/>
                  <a:gd name="T52" fmla="*/ 361 w 372"/>
                  <a:gd name="T53" fmla="*/ 323 h 323"/>
                  <a:gd name="T54" fmla="*/ 372 w 372"/>
                  <a:gd name="T55" fmla="*/ 311 h 323"/>
                  <a:gd name="T56" fmla="*/ 371 w 372"/>
                  <a:gd name="T57" fmla="*/ 311 h 323"/>
                  <a:gd name="T58" fmla="*/ 359 w 372"/>
                  <a:gd name="T59" fmla="*/ 300 h 323"/>
                  <a:gd name="T60" fmla="*/ 307 w 372"/>
                  <a:gd name="T61" fmla="*/ 248 h 323"/>
                  <a:gd name="T62" fmla="*/ 295 w 372"/>
                  <a:gd name="T63" fmla="*/ 238 h 323"/>
                  <a:gd name="T64" fmla="*/ 285 w 372"/>
                  <a:gd name="T65" fmla="*/ 227 h 323"/>
                  <a:gd name="T66" fmla="*/ 273 w 372"/>
                  <a:gd name="T67" fmla="*/ 217 h 323"/>
                  <a:gd name="T68" fmla="*/ 263 w 372"/>
                  <a:gd name="T69" fmla="*/ 207 h 323"/>
                  <a:gd name="T70" fmla="*/ 251 w 372"/>
                  <a:gd name="T71" fmla="*/ 197 h 323"/>
                  <a:gd name="T72" fmla="*/ 241 w 372"/>
                  <a:gd name="T73" fmla="*/ 187 h 323"/>
                  <a:gd name="T74" fmla="*/ 229 w 372"/>
                  <a:gd name="T75" fmla="*/ 178 h 323"/>
                  <a:gd name="T76" fmla="*/ 205 w 372"/>
                  <a:gd name="T77" fmla="*/ 157 h 323"/>
                  <a:gd name="T78" fmla="*/ 195 w 372"/>
                  <a:gd name="T79" fmla="*/ 149 h 323"/>
                  <a:gd name="T80" fmla="*/ 185 w 372"/>
                  <a:gd name="T81" fmla="*/ 139 h 323"/>
                  <a:gd name="T82" fmla="*/ 172 w 372"/>
                  <a:gd name="T83" fmla="*/ 128 h 323"/>
                  <a:gd name="T84" fmla="*/ 162 w 372"/>
                  <a:gd name="T85" fmla="*/ 119 h 323"/>
                  <a:gd name="T86" fmla="*/ 150 w 372"/>
                  <a:gd name="T87" fmla="*/ 110 h 323"/>
                  <a:gd name="T88" fmla="*/ 137 w 372"/>
                  <a:gd name="T89" fmla="*/ 99 h 323"/>
                  <a:gd name="T90" fmla="*/ 126 w 372"/>
                  <a:gd name="T91" fmla="*/ 90 h 323"/>
                  <a:gd name="T92" fmla="*/ 103 w 372"/>
                  <a:gd name="T93" fmla="*/ 73 h 323"/>
                  <a:gd name="T94" fmla="*/ 90 w 372"/>
                  <a:gd name="T95" fmla="*/ 63 h 323"/>
                  <a:gd name="T96" fmla="*/ 79 w 372"/>
                  <a:gd name="T97" fmla="*/ 53 h 323"/>
                  <a:gd name="T98" fmla="*/ 68 w 372"/>
                  <a:gd name="T99" fmla="*/ 44 h 323"/>
                  <a:gd name="T100" fmla="*/ 54 w 372"/>
                  <a:gd name="T101" fmla="*/ 36 h 323"/>
                  <a:gd name="T102" fmla="*/ 44 w 372"/>
                  <a:gd name="T103" fmla="*/ 25 h 323"/>
                  <a:gd name="T104" fmla="*/ 30 w 372"/>
                  <a:gd name="T105" fmla="*/ 18 h 323"/>
                  <a:gd name="T106" fmla="*/ 20 w 372"/>
                  <a:gd name="T107" fmla="*/ 8 h 323"/>
                  <a:gd name="T108" fmla="*/ 9 w 372"/>
                  <a:gd name="T109" fmla="*/ 0 h 323"/>
                  <a:gd name="T110" fmla="*/ 0 w 372"/>
                  <a:gd name="T111" fmla="*/ 14 h 3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372" h="323">
                    <a:moveTo>
                      <a:pt x="0" y="14"/>
                    </a:moveTo>
                    <a:lnTo>
                      <a:pt x="11" y="20"/>
                    </a:lnTo>
                    <a:lnTo>
                      <a:pt x="21" y="31"/>
                    </a:lnTo>
                    <a:lnTo>
                      <a:pt x="35" y="38"/>
                    </a:lnTo>
                    <a:lnTo>
                      <a:pt x="45" y="48"/>
                    </a:lnTo>
                    <a:lnTo>
                      <a:pt x="59" y="58"/>
                    </a:lnTo>
                    <a:lnTo>
                      <a:pt x="69" y="65"/>
                    </a:lnTo>
                    <a:lnTo>
                      <a:pt x="81" y="74"/>
                    </a:lnTo>
                    <a:lnTo>
                      <a:pt x="94" y="84"/>
                    </a:lnTo>
                    <a:lnTo>
                      <a:pt x="117" y="104"/>
                    </a:lnTo>
                    <a:lnTo>
                      <a:pt x="128" y="111"/>
                    </a:lnTo>
                    <a:lnTo>
                      <a:pt x="138" y="121"/>
                    </a:lnTo>
                    <a:lnTo>
                      <a:pt x="150" y="131"/>
                    </a:lnTo>
                    <a:lnTo>
                      <a:pt x="160" y="140"/>
                    </a:lnTo>
                    <a:lnTo>
                      <a:pt x="186" y="160"/>
                    </a:lnTo>
                    <a:lnTo>
                      <a:pt x="196" y="169"/>
                    </a:lnTo>
                    <a:lnTo>
                      <a:pt x="218" y="189"/>
                    </a:lnTo>
                    <a:lnTo>
                      <a:pt x="229" y="199"/>
                    </a:lnTo>
                    <a:lnTo>
                      <a:pt x="240" y="209"/>
                    </a:lnTo>
                    <a:lnTo>
                      <a:pt x="251" y="218"/>
                    </a:lnTo>
                    <a:lnTo>
                      <a:pt x="262" y="228"/>
                    </a:lnTo>
                    <a:lnTo>
                      <a:pt x="273" y="239"/>
                    </a:lnTo>
                    <a:lnTo>
                      <a:pt x="284" y="249"/>
                    </a:lnTo>
                    <a:lnTo>
                      <a:pt x="295" y="260"/>
                    </a:lnTo>
                    <a:lnTo>
                      <a:pt x="347" y="311"/>
                    </a:lnTo>
                    <a:lnTo>
                      <a:pt x="362" y="323"/>
                    </a:lnTo>
                    <a:lnTo>
                      <a:pt x="361" y="323"/>
                    </a:lnTo>
                    <a:lnTo>
                      <a:pt x="372" y="311"/>
                    </a:lnTo>
                    <a:lnTo>
                      <a:pt x="371" y="311"/>
                    </a:lnTo>
                    <a:lnTo>
                      <a:pt x="359" y="300"/>
                    </a:lnTo>
                    <a:lnTo>
                      <a:pt x="307" y="248"/>
                    </a:lnTo>
                    <a:lnTo>
                      <a:pt x="295" y="238"/>
                    </a:lnTo>
                    <a:lnTo>
                      <a:pt x="285" y="227"/>
                    </a:lnTo>
                    <a:lnTo>
                      <a:pt x="273" y="217"/>
                    </a:lnTo>
                    <a:lnTo>
                      <a:pt x="263" y="207"/>
                    </a:lnTo>
                    <a:lnTo>
                      <a:pt x="251" y="197"/>
                    </a:lnTo>
                    <a:lnTo>
                      <a:pt x="241" y="187"/>
                    </a:lnTo>
                    <a:lnTo>
                      <a:pt x="229" y="178"/>
                    </a:lnTo>
                    <a:lnTo>
                      <a:pt x="205" y="157"/>
                    </a:lnTo>
                    <a:lnTo>
                      <a:pt x="195" y="149"/>
                    </a:lnTo>
                    <a:lnTo>
                      <a:pt x="185" y="139"/>
                    </a:lnTo>
                    <a:lnTo>
                      <a:pt x="172" y="128"/>
                    </a:lnTo>
                    <a:lnTo>
                      <a:pt x="162" y="119"/>
                    </a:lnTo>
                    <a:lnTo>
                      <a:pt x="150" y="110"/>
                    </a:lnTo>
                    <a:lnTo>
                      <a:pt x="137" y="99"/>
                    </a:lnTo>
                    <a:lnTo>
                      <a:pt x="126" y="90"/>
                    </a:lnTo>
                    <a:lnTo>
                      <a:pt x="103" y="73"/>
                    </a:lnTo>
                    <a:lnTo>
                      <a:pt x="90" y="63"/>
                    </a:lnTo>
                    <a:lnTo>
                      <a:pt x="79" y="53"/>
                    </a:lnTo>
                    <a:lnTo>
                      <a:pt x="68" y="44"/>
                    </a:lnTo>
                    <a:lnTo>
                      <a:pt x="54" y="36"/>
                    </a:lnTo>
                    <a:lnTo>
                      <a:pt x="44" y="25"/>
                    </a:lnTo>
                    <a:lnTo>
                      <a:pt x="30" y="18"/>
                    </a:lnTo>
                    <a:lnTo>
                      <a:pt x="20" y="8"/>
                    </a:lnTo>
                    <a:lnTo>
                      <a:pt x="9" y="0"/>
                    </a:lnTo>
                    <a:lnTo>
                      <a:pt x="0" y="1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48" name="Freeform 205"/>
            <p:cNvSpPr>
              <a:spLocks/>
            </p:cNvSpPr>
            <p:nvPr/>
          </p:nvSpPr>
          <p:spPr bwMode="auto">
            <a:xfrm>
              <a:off x="3322" y="649"/>
              <a:ext cx="162" cy="186"/>
            </a:xfrm>
            <a:custGeom>
              <a:avLst/>
              <a:gdLst>
                <a:gd name="T0" fmla="*/ 0 w 323"/>
                <a:gd name="T1" fmla="*/ 12 h 373"/>
                <a:gd name="T2" fmla="*/ 41 w 323"/>
                <a:gd name="T3" fmla="*/ 53 h 373"/>
                <a:gd name="T4" fmla="*/ 50 w 323"/>
                <a:gd name="T5" fmla="*/ 64 h 373"/>
                <a:gd name="T6" fmla="*/ 61 w 323"/>
                <a:gd name="T7" fmla="*/ 74 h 373"/>
                <a:gd name="T8" fmla="*/ 82 w 323"/>
                <a:gd name="T9" fmla="*/ 97 h 373"/>
                <a:gd name="T10" fmla="*/ 102 w 323"/>
                <a:gd name="T11" fmla="*/ 117 h 373"/>
                <a:gd name="T12" fmla="*/ 110 w 323"/>
                <a:gd name="T13" fmla="*/ 128 h 373"/>
                <a:gd name="T14" fmla="*/ 121 w 323"/>
                <a:gd name="T15" fmla="*/ 141 h 373"/>
                <a:gd name="T16" fmla="*/ 131 w 323"/>
                <a:gd name="T17" fmla="*/ 151 h 373"/>
                <a:gd name="T18" fmla="*/ 140 w 323"/>
                <a:gd name="T19" fmla="*/ 163 h 373"/>
                <a:gd name="T20" fmla="*/ 151 w 323"/>
                <a:gd name="T21" fmla="*/ 174 h 373"/>
                <a:gd name="T22" fmla="*/ 162 w 323"/>
                <a:gd name="T23" fmla="*/ 186 h 373"/>
                <a:gd name="T24" fmla="*/ 170 w 323"/>
                <a:gd name="T25" fmla="*/ 195 h 373"/>
                <a:gd name="T26" fmla="*/ 181 w 323"/>
                <a:gd name="T27" fmla="*/ 209 h 373"/>
                <a:gd name="T28" fmla="*/ 190 w 323"/>
                <a:gd name="T29" fmla="*/ 219 h 373"/>
                <a:gd name="T30" fmla="*/ 200 w 323"/>
                <a:gd name="T31" fmla="*/ 231 h 373"/>
                <a:gd name="T32" fmla="*/ 208 w 323"/>
                <a:gd name="T33" fmla="*/ 241 h 373"/>
                <a:gd name="T34" fmla="*/ 216 w 323"/>
                <a:gd name="T35" fmla="*/ 253 h 373"/>
                <a:gd name="T36" fmla="*/ 227 w 323"/>
                <a:gd name="T37" fmla="*/ 264 h 373"/>
                <a:gd name="T38" fmla="*/ 237 w 323"/>
                <a:gd name="T39" fmla="*/ 277 h 373"/>
                <a:gd name="T40" fmla="*/ 256 w 323"/>
                <a:gd name="T41" fmla="*/ 300 h 373"/>
                <a:gd name="T42" fmla="*/ 262 w 323"/>
                <a:gd name="T43" fmla="*/ 310 h 373"/>
                <a:gd name="T44" fmla="*/ 273 w 323"/>
                <a:gd name="T45" fmla="*/ 324 h 373"/>
                <a:gd name="T46" fmla="*/ 282 w 323"/>
                <a:gd name="T47" fmla="*/ 334 h 373"/>
                <a:gd name="T48" fmla="*/ 289 w 323"/>
                <a:gd name="T49" fmla="*/ 348 h 373"/>
                <a:gd name="T50" fmla="*/ 300 w 323"/>
                <a:gd name="T51" fmla="*/ 360 h 373"/>
                <a:gd name="T52" fmla="*/ 310 w 323"/>
                <a:gd name="T53" fmla="*/ 373 h 373"/>
                <a:gd name="T54" fmla="*/ 323 w 323"/>
                <a:gd name="T55" fmla="*/ 363 h 373"/>
                <a:gd name="T56" fmla="*/ 312 w 323"/>
                <a:gd name="T57" fmla="*/ 348 h 373"/>
                <a:gd name="T58" fmla="*/ 303 w 323"/>
                <a:gd name="T59" fmla="*/ 339 h 373"/>
                <a:gd name="T60" fmla="*/ 296 w 323"/>
                <a:gd name="T61" fmla="*/ 325 h 373"/>
                <a:gd name="T62" fmla="*/ 284 w 323"/>
                <a:gd name="T63" fmla="*/ 315 h 373"/>
                <a:gd name="T64" fmla="*/ 276 w 323"/>
                <a:gd name="T65" fmla="*/ 301 h 373"/>
                <a:gd name="T66" fmla="*/ 267 w 323"/>
                <a:gd name="T67" fmla="*/ 291 h 373"/>
                <a:gd name="T68" fmla="*/ 249 w 323"/>
                <a:gd name="T69" fmla="*/ 268 h 373"/>
                <a:gd name="T70" fmla="*/ 238 w 323"/>
                <a:gd name="T71" fmla="*/ 255 h 373"/>
                <a:gd name="T72" fmla="*/ 230 w 323"/>
                <a:gd name="T73" fmla="*/ 243 h 373"/>
                <a:gd name="T74" fmla="*/ 222 w 323"/>
                <a:gd name="T75" fmla="*/ 232 h 373"/>
                <a:gd name="T76" fmla="*/ 212 w 323"/>
                <a:gd name="T77" fmla="*/ 219 h 373"/>
                <a:gd name="T78" fmla="*/ 201 w 323"/>
                <a:gd name="T79" fmla="*/ 208 h 373"/>
                <a:gd name="T80" fmla="*/ 192 w 323"/>
                <a:gd name="T81" fmla="*/ 197 h 373"/>
                <a:gd name="T82" fmla="*/ 182 w 323"/>
                <a:gd name="T83" fmla="*/ 186 h 373"/>
                <a:gd name="T84" fmla="*/ 174 w 323"/>
                <a:gd name="T85" fmla="*/ 174 h 373"/>
                <a:gd name="T86" fmla="*/ 162 w 323"/>
                <a:gd name="T87" fmla="*/ 163 h 373"/>
                <a:gd name="T88" fmla="*/ 152 w 323"/>
                <a:gd name="T89" fmla="*/ 151 h 373"/>
                <a:gd name="T90" fmla="*/ 143 w 323"/>
                <a:gd name="T91" fmla="*/ 140 h 373"/>
                <a:gd name="T92" fmla="*/ 132 w 323"/>
                <a:gd name="T93" fmla="*/ 129 h 373"/>
                <a:gd name="T94" fmla="*/ 122 w 323"/>
                <a:gd name="T95" fmla="*/ 119 h 373"/>
                <a:gd name="T96" fmla="*/ 114 w 323"/>
                <a:gd name="T97" fmla="*/ 108 h 373"/>
                <a:gd name="T98" fmla="*/ 93 w 323"/>
                <a:gd name="T99" fmla="*/ 86 h 373"/>
                <a:gd name="T100" fmla="*/ 72 w 323"/>
                <a:gd name="T101" fmla="*/ 63 h 373"/>
                <a:gd name="T102" fmla="*/ 62 w 323"/>
                <a:gd name="T103" fmla="*/ 52 h 373"/>
                <a:gd name="T104" fmla="*/ 53 w 323"/>
                <a:gd name="T105" fmla="*/ 42 h 373"/>
                <a:gd name="T106" fmla="*/ 11 w 323"/>
                <a:gd name="T107" fmla="*/ 0 h 373"/>
                <a:gd name="T108" fmla="*/ 0 w 323"/>
                <a:gd name="T109" fmla="*/ 12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23" h="373">
                  <a:moveTo>
                    <a:pt x="0" y="12"/>
                  </a:moveTo>
                  <a:lnTo>
                    <a:pt x="41" y="53"/>
                  </a:lnTo>
                  <a:lnTo>
                    <a:pt x="50" y="64"/>
                  </a:lnTo>
                  <a:lnTo>
                    <a:pt x="61" y="74"/>
                  </a:lnTo>
                  <a:lnTo>
                    <a:pt x="82" y="97"/>
                  </a:lnTo>
                  <a:lnTo>
                    <a:pt x="102" y="117"/>
                  </a:lnTo>
                  <a:lnTo>
                    <a:pt x="110" y="128"/>
                  </a:lnTo>
                  <a:lnTo>
                    <a:pt x="121" y="141"/>
                  </a:lnTo>
                  <a:lnTo>
                    <a:pt x="131" y="151"/>
                  </a:lnTo>
                  <a:lnTo>
                    <a:pt x="140" y="163"/>
                  </a:lnTo>
                  <a:lnTo>
                    <a:pt x="151" y="174"/>
                  </a:lnTo>
                  <a:lnTo>
                    <a:pt x="162" y="186"/>
                  </a:lnTo>
                  <a:lnTo>
                    <a:pt x="170" y="195"/>
                  </a:lnTo>
                  <a:lnTo>
                    <a:pt x="181" y="209"/>
                  </a:lnTo>
                  <a:lnTo>
                    <a:pt x="190" y="219"/>
                  </a:lnTo>
                  <a:lnTo>
                    <a:pt x="200" y="231"/>
                  </a:lnTo>
                  <a:lnTo>
                    <a:pt x="208" y="241"/>
                  </a:lnTo>
                  <a:lnTo>
                    <a:pt x="216" y="253"/>
                  </a:lnTo>
                  <a:lnTo>
                    <a:pt x="227" y="264"/>
                  </a:lnTo>
                  <a:lnTo>
                    <a:pt x="237" y="277"/>
                  </a:lnTo>
                  <a:lnTo>
                    <a:pt x="256" y="300"/>
                  </a:lnTo>
                  <a:lnTo>
                    <a:pt x="262" y="310"/>
                  </a:lnTo>
                  <a:lnTo>
                    <a:pt x="273" y="324"/>
                  </a:lnTo>
                  <a:lnTo>
                    <a:pt x="282" y="334"/>
                  </a:lnTo>
                  <a:lnTo>
                    <a:pt x="289" y="348"/>
                  </a:lnTo>
                  <a:lnTo>
                    <a:pt x="300" y="360"/>
                  </a:lnTo>
                  <a:lnTo>
                    <a:pt x="310" y="373"/>
                  </a:lnTo>
                  <a:lnTo>
                    <a:pt x="323" y="363"/>
                  </a:lnTo>
                  <a:lnTo>
                    <a:pt x="312" y="348"/>
                  </a:lnTo>
                  <a:lnTo>
                    <a:pt x="303" y="339"/>
                  </a:lnTo>
                  <a:lnTo>
                    <a:pt x="296" y="325"/>
                  </a:lnTo>
                  <a:lnTo>
                    <a:pt x="284" y="315"/>
                  </a:lnTo>
                  <a:lnTo>
                    <a:pt x="276" y="301"/>
                  </a:lnTo>
                  <a:lnTo>
                    <a:pt x="267" y="291"/>
                  </a:lnTo>
                  <a:lnTo>
                    <a:pt x="249" y="268"/>
                  </a:lnTo>
                  <a:lnTo>
                    <a:pt x="238" y="255"/>
                  </a:lnTo>
                  <a:lnTo>
                    <a:pt x="230" y="243"/>
                  </a:lnTo>
                  <a:lnTo>
                    <a:pt x="222" y="232"/>
                  </a:lnTo>
                  <a:lnTo>
                    <a:pt x="212" y="219"/>
                  </a:lnTo>
                  <a:lnTo>
                    <a:pt x="201" y="208"/>
                  </a:lnTo>
                  <a:lnTo>
                    <a:pt x="192" y="197"/>
                  </a:lnTo>
                  <a:lnTo>
                    <a:pt x="182" y="186"/>
                  </a:lnTo>
                  <a:lnTo>
                    <a:pt x="174" y="174"/>
                  </a:lnTo>
                  <a:lnTo>
                    <a:pt x="162" y="163"/>
                  </a:lnTo>
                  <a:lnTo>
                    <a:pt x="152" y="151"/>
                  </a:lnTo>
                  <a:lnTo>
                    <a:pt x="143" y="140"/>
                  </a:lnTo>
                  <a:lnTo>
                    <a:pt x="132" y="129"/>
                  </a:lnTo>
                  <a:lnTo>
                    <a:pt x="122" y="119"/>
                  </a:lnTo>
                  <a:lnTo>
                    <a:pt x="114" y="108"/>
                  </a:lnTo>
                  <a:lnTo>
                    <a:pt x="93" y="86"/>
                  </a:lnTo>
                  <a:lnTo>
                    <a:pt x="72" y="63"/>
                  </a:lnTo>
                  <a:lnTo>
                    <a:pt x="62" y="52"/>
                  </a:lnTo>
                  <a:lnTo>
                    <a:pt x="53" y="42"/>
                  </a:lnTo>
                  <a:lnTo>
                    <a:pt x="11" y="0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49" name="Freeform 206"/>
            <p:cNvSpPr>
              <a:spLocks/>
            </p:cNvSpPr>
            <p:nvPr/>
          </p:nvSpPr>
          <p:spPr bwMode="auto">
            <a:xfrm>
              <a:off x="3477" y="831"/>
              <a:ext cx="133" cy="208"/>
            </a:xfrm>
            <a:custGeom>
              <a:avLst/>
              <a:gdLst>
                <a:gd name="T0" fmla="*/ 0 w 266"/>
                <a:gd name="T1" fmla="*/ 10 h 417"/>
                <a:gd name="T2" fmla="*/ 16 w 266"/>
                <a:gd name="T3" fmla="*/ 34 h 417"/>
                <a:gd name="T4" fmla="*/ 24 w 266"/>
                <a:gd name="T5" fmla="*/ 44 h 417"/>
                <a:gd name="T6" fmla="*/ 33 w 266"/>
                <a:gd name="T7" fmla="*/ 58 h 417"/>
                <a:gd name="T8" fmla="*/ 41 w 266"/>
                <a:gd name="T9" fmla="*/ 68 h 417"/>
                <a:gd name="T10" fmla="*/ 49 w 266"/>
                <a:gd name="T11" fmla="*/ 82 h 417"/>
                <a:gd name="T12" fmla="*/ 57 w 266"/>
                <a:gd name="T13" fmla="*/ 94 h 417"/>
                <a:gd name="T14" fmla="*/ 66 w 266"/>
                <a:gd name="T15" fmla="*/ 106 h 417"/>
                <a:gd name="T16" fmla="*/ 75 w 266"/>
                <a:gd name="T17" fmla="*/ 119 h 417"/>
                <a:gd name="T18" fmla="*/ 83 w 266"/>
                <a:gd name="T19" fmla="*/ 130 h 417"/>
                <a:gd name="T20" fmla="*/ 92 w 266"/>
                <a:gd name="T21" fmla="*/ 143 h 417"/>
                <a:gd name="T22" fmla="*/ 100 w 266"/>
                <a:gd name="T23" fmla="*/ 156 h 417"/>
                <a:gd name="T24" fmla="*/ 107 w 266"/>
                <a:gd name="T25" fmla="*/ 168 h 417"/>
                <a:gd name="T26" fmla="*/ 123 w 266"/>
                <a:gd name="T27" fmla="*/ 194 h 417"/>
                <a:gd name="T28" fmla="*/ 131 w 266"/>
                <a:gd name="T29" fmla="*/ 208 h 417"/>
                <a:gd name="T30" fmla="*/ 139 w 266"/>
                <a:gd name="T31" fmla="*/ 219 h 417"/>
                <a:gd name="T32" fmla="*/ 155 w 266"/>
                <a:gd name="T33" fmla="*/ 243 h 417"/>
                <a:gd name="T34" fmla="*/ 169 w 266"/>
                <a:gd name="T35" fmla="*/ 271 h 417"/>
                <a:gd name="T36" fmla="*/ 178 w 266"/>
                <a:gd name="T37" fmla="*/ 284 h 417"/>
                <a:gd name="T38" fmla="*/ 185 w 266"/>
                <a:gd name="T39" fmla="*/ 295 h 417"/>
                <a:gd name="T40" fmla="*/ 192 w 266"/>
                <a:gd name="T41" fmla="*/ 309 h 417"/>
                <a:gd name="T42" fmla="*/ 200 w 266"/>
                <a:gd name="T43" fmla="*/ 323 h 417"/>
                <a:gd name="T44" fmla="*/ 214 w 266"/>
                <a:gd name="T45" fmla="*/ 347 h 417"/>
                <a:gd name="T46" fmla="*/ 242 w 266"/>
                <a:gd name="T47" fmla="*/ 403 h 417"/>
                <a:gd name="T48" fmla="*/ 252 w 266"/>
                <a:gd name="T49" fmla="*/ 417 h 417"/>
                <a:gd name="T50" fmla="*/ 252 w 266"/>
                <a:gd name="T51" fmla="*/ 416 h 417"/>
                <a:gd name="T52" fmla="*/ 266 w 266"/>
                <a:gd name="T53" fmla="*/ 409 h 417"/>
                <a:gd name="T54" fmla="*/ 266 w 266"/>
                <a:gd name="T55" fmla="*/ 408 h 417"/>
                <a:gd name="T56" fmla="*/ 255 w 266"/>
                <a:gd name="T57" fmla="*/ 394 h 417"/>
                <a:gd name="T58" fmla="*/ 228 w 266"/>
                <a:gd name="T59" fmla="*/ 340 h 417"/>
                <a:gd name="T60" fmla="*/ 214 w 266"/>
                <a:gd name="T61" fmla="*/ 314 h 417"/>
                <a:gd name="T62" fmla="*/ 206 w 266"/>
                <a:gd name="T63" fmla="*/ 302 h 417"/>
                <a:gd name="T64" fmla="*/ 199 w 266"/>
                <a:gd name="T65" fmla="*/ 288 h 417"/>
                <a:gd name="T66" fmla="*/ 192 w 266"/>
                <a:gd name="T67" fmla="*/ 274 h 417"/>
                <a:gd name="T68" fmla="*/ 183 w 266"/>
                <a:gd name="T69" fmla="*/ 262 h 417"/>
                <a:gd name="T70" fmla="*/ 176 w 266"/>
                <a:gd name="T71" fmla="*/ 250 h 417"/>
                <a:gd name="T72" fmla="*/ 169 w 266"/>
                <a:gd name="T73" fmla="*/ 236 h 417"/>
                <a:gd name="T74" fmla="*/ 153 w 266"/>
                <a:gd name="T75" fmla="*/ 210 h 417"/>
                <a:gd name="T76" fmla="*/ 145 w 266"/>
                <a:gd name="T77" fmla="*/ 198 h 417"/>
                <a:gd name="T78" fmla="*/ 137 w 266"/>
                <a:gd name="T79" fmla="*/ 185 h 417"/>
                <a:gd name="T80" fmla="*/ 121 w 266"/>
                <a:gd name="T81" fmla="*/ 159 h 417"/>
                <a:gd name="T82" fmla="*/ 114 w 266"/>
                <a:gd name="T83" fmla="*/ 147 h 417"/>
                <a:gd name="T84" fmla="*/ 106 w 266"/>
                <a:gd name="T85" fmla="*/ 134 h 417"/>
                <a:gd name="T86" fmla="*/ 96 w 266"/>
                <a:gd name="T87" fmla="*/ 121 h 417"/>
                <a:gd name="T88" fmla="*/ 88 w 266"/>
                <a:gd name="T89" fmla="*/ 110 h 417"/>
                <a:gd name="T90" fmla="*/ 80 w 266"/>
                <a:gd name="T91" fmla="*/ 97 h 417"/>
                <a:gd name="T92" fmla="*/ 71 w 266"/>
                <a:gd name="T93" fmla="*/ 84 h 417"/>
                <a:gd name="T94" fmla="*/ 63 w 266"/>
                <a:gd name="T95" fmla="*/ 73 h 417"/>
                <a:gd name="T96" fmla="*/ 55 w 266"/>
                <a:gd name="T97" fmla="*/ 59 h 417"/>
                <a:gd name="T98" fmla="*/ 47 w 266"/>
                <a:gd name="T99" fmla="*/ 49 h 417"/>
                <a:gd name="T100" fmla="*/ 38 w 266"/>
                <a:gd name="T101" fmla="*/ 35 h 417"/>
                <a:gd name="T102" fmla="*/ 30 w 266"/>
                <a:gd name="T103" fmla="*/ 24 h 417"/>
                <a:gd name="T104" fmla="*/ 13 w 266"/>
                <a:gd name="T105" fmla="*/ 0 h 417"/>
                <a:gd name="T106" fmla="*/ 0 w 266"/>
                <a:gd name="T107" fmla="*/ 10 h 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66" h="417">
                  <a:moveTo>
                    <a:pt x="0" y="10"/>
                  </a:moveTo>
                  <a:lnTo>
                    <a:pt x="16" y="34"/>
                  </a:lnTo>
                  <a:lnTo>
                    <a:pt x="24" y="44"/>
                  </a:lnTo>
                  <a:lnTo>
                    <a:pt x="33" y="58"/>
                  </a:lnTo>
                  <a:lnTo>
                    <a:pt x="41" y="68"/>
                  </a:lnTo>
                  <a:lnTo>
                    <a:pt x="49" y="82"/>
                  </a:lnTo>
                  <a:lnTo>
                    <a:pt x="57" y="94"/>
                  </a:lnTo>
                  <a:lnTo>
                    <a:pt x="66" y="106"/>
                  </a:lnTo>
                  <a:lnTo>
                    <a:pt x="75" y="119"/>
                  </a:lnTo>
                  <a:lnTo>
                    <a:pt x="83" y="130"/>
                  </a:lnTo>
                  <a:lnTo>
                    <a:pt x="92" y="143"/>
                  </a:lnTo>
                  <a:lnTo>
                    <a:pt x="100" y="156"/>
                  </a:lnTo>
                  <a:lnTo>
                    <a:pt x="107" y="168"/>
                  </a:lnTo>
                  <a:lnTo>
                    <a:pt x="123" y="194"/>
                  </a:lnTo>
                  <a:lnTo>
                    <a:pt x="131" y="208"/>
                  </a:lnTo>
                  <a:lnTo>
                    <a:pt x="139" y="219"/>
                  </a:lnTo>
                  <a:lnTo>
                    <a:pt x="155" y="243"/>
                  </a:lnTo>
                  <a:lnTo>
                    <a:pt x="169" y="271"/>
                  </a:lnTo>
                  <a:lnTo>
                    <a:pt x="178" y="284"/>
                  </a:lnTo>
                  <a:lnTo>
                    <a:pt x="185" y="295"/>
                  </a:lnTo>
                  <a:lnTo>
                    <a:pt x="192" y="309"/>
                  </a:lnTo>
                  <a:lnTo>
                    <a:pt x="200" y="323"/>
                  </a:lnTo>
                  <a:lnTo>
                    <a:pt x="214" y="347"/>
                  </a:lnTo>
                  <a:lnTo>
                    <a:pt x="242" y="403"/>
                  </a:lnTo>
                  <a:lnTo>
                    <a:pt x="252" y="417"/>
                  </a:lnTo>
                  <a:lnTo>
                    <a:pt x="252" y="416"/>
                  </a:lnTo>
                  <a:lnTo>
                    <a:pt x="266" y="409"/>
                  </a:lnTo>
                  <a:lnTo>
                    <a:pt x="266" y="408"/>
                  </a:lnTo>
                  <a:lnTo>
                    <a:pt x="255" y="394"/>
                  </a:lnTo>
                  <a:lnTo>
                    <a:pt x="228" y="340"/>
                  </a:lnTo>
                  <a:lnTo>
                    <a:pt x="214" y="314"/>
                  </a:lnTo>
                  <a:lnTo>
                    <a:pt x="206" y="302"/>
                  </a:lnTo>
                  <a:lnTo>
                    <a:pt x="199" y="288"/>
                  </a:lnTo>
                  <a:lnTo>
                    <a:pt x="192" y="274"/>
                  </a:lnTo>
                  <a:lnTo>
                    <a:pt x="183" y="262"/>
                  </a:lnTo>
                  <a:lnTo>
                    <a:pt x="176" y="250"/>
                  </a:lnTo>
                  <a:lnTo>
                    <a:pt x="169" y="236"/>
                  </a:lnTo>
                  <a:lnTo>
                    <a:pt x="153" y="210"/>
                  </a:lnTo>
                  <a:lnTo>
                    <a:pt x="145" y="198"/>
                  </a:lnTo>
                  <a:lnTo>
                    <a:pt x="137" y="185"/>
                  </a:lnTo>
                  <a:lnTo>
                    <a:pt x="121" y="159"/>
                  </a:lnTo>
                  <a:lnTo>
                    <a:pt x="114" y="147"/>
                  </a:lnTo>
                  <a:lnTo>
                    <a:pt x="106" y="134"/>
                  </a:lnTo>
                  <a:lnTo>
                    <a:pt x="96" y="121"/>
                  </a:lnTo>
                  <a:lnTo>
                    <a:pt x="88" y="110"/>
                  </a:lnTo>
                  <a:lnTo>
                    <a:pt x="80" y="97"/>
                  </a:lnTo>
                  <a:lnTo>
                    <a:pt x="71" y="84"/>
                  </a:lnTo>
                  <a:lnTo>
                    <a:pt x="63" y="73"/>
                  </a:lnTo>
                  <a:lnTo>
                    <a:pt x="55" y="59"/>
                  </a:lnTo>
                  <a:lnTo>
                    <a:pt x="47" y="49"/>
                  </a:lnTo>
                  <a:lnTo>
                    <a:pt x="38" y="35"/>
                  </a:lnTo>
                  <a:lnTo>
                    <a:pt x="30" y="24"/>
                  </a:lnTo>
                  <a:lnTo>
                    <a:pt x="13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50" name="Freeform 207"/>
            <p:cNvSpPr>
              <a:spLocks/>
            </p:cNvSpPr>
            <p:nvPr/>
          </p:nvSpPr>
          <p:spPr bwMode="auto">
            <a:xfrm>
              <a:off x="3603" y="1035"/>
              <a:ext cx="102" cy="226"/>
            </a:xfrm>
            <a:custGeom>
              <a:avLst/>
              <a:gdLst>
                <a:gd name="T0" fmla="*/ 0 w 203"/>
                <a:gd name="T1" fmla="*/ 7 h 452"/>
                <a:gd name="T2" fmla="*/ 5 w 203"/>
                <a:gd name="T3" fmla="*/ 18 h 452"/>
                <a:gd name="T4" fmla="*/ 39 w 203"/>
                <a:gd name="T5" fmla="*/ 87 h 452"/>
                <a:gd name="T6" fmla="*/ 46 w 203"/>
                <a:gd name="T7" fmla="*/ 99 h 452"/>
                <a:gd name="T8" fmla="*/ 52 w 203"/>
                <a:gd name="T9" fmla="*/ 113 h 452"/>
                <a:gd name="T10" fmla="*/ 59 w 203"/>
                <a:gd name="T11" fmla="*/ 127 h 452"/>
                <a:gd name="T12" fmla="*/ 70 w 203"/>
                <a:gd name="T13" fmla="*/ 155 h 452"/>
                <a:gd name="T14" fmla="*/ 77 w 203"/>
                <a:gd name="T15" fmla="*/ 168 h 452"/>
                <a:gd name="T16" fmla="*/ 83 w 203"/>
                <a:gd name="T17" fmla="*/ 182 h 452"/>
                <a:gd name="T18" fmla="*/ 90 w 203"/>
                <a:gd name="T19" fmla="*/ 196 h 452"/>
                <a:gd name="T20" fmla="*/ 94 w 203"/>
                <a:gd name="T21" fmla="*/ 210 h 452"/>
                <a:gd name="T22" fmla="*/ 101 w 203"/>
                <a:gd name="T23" fmla="*/ 224 h 452"/>
                <a:gd name="T24" fmla="*/ 106 w 203"/>
                <a:gd name="T25" fmla="*/ 236 h 452"/>
                <a:gd name="T26" fmla="*/ 112 w 203"/>
                <a:gd name="T27" fmla="*/ 251 h 452"/>
                <a:gd name="T28" fmla="*/ 119 w 203"/>
                <a:gd name="T29" fmla="*/ 265 h 452"/>
                <a:gd name="T30" fmla="*/ 123 w 203"/>
                <a:gd name="T31" fmla="*/ 278 h 452"/>
                <a:gd name="T32" fmla="*/ 128 w 203"/>
                <a:gd name="T33" fmla="*/ 293 h 452"/>
                <a:gd name="T34" fmla="*/ 135 w 203"/>
                <a:gd name="T35" fmla="*/ 307 h 452"/>
                <a:gd name="T36" fmla="*/ 138 w 203"/>
                <a:gd name="T37" fmla="*/ 321 h 452"/>
                <a:gd name="T38" fmla="*/ 146 w 203"/>
                <a:gd name="T39" fmla="*/ 335 h 452"/>
                <a:gd name="T40" fmla="*/ 150 w 203"/>
                <a:gd name="T41" fmla="*/ 348 h 452"/>
                <a:gd name="T42" fmla="*/ 155 w 203"/>
                <a:gd name="T43" fmla="*/ 363 h 452"/>
                <a:gd name="T44" fmla="*/ 160 w 203"/>
                <a:gd name="T45" fmla="*/ 378 h 452"/>
                <a:gd name="T46" fmla="*/ 166 w 203"/>
                <a:gd name="T47" fmla="*/ 392 h 452"/>
                <a:gd name="T48" fmla="*/ 169 w 203"/>
                <a:gd name="T49" fmla="*/ 406 h 452"/>
                <a:gd name="T50" fmla="*/ 176 w 203"/>
                <a:gd name="T51" fmla="*/ 420 h 452"/>
                <a:gd name="T52" fmla="*/ 180 w 203"/>
                <a:gd name="T53" fmla="*/ 433 h 452"/>
                <a:gd name="T54" fmla="*/ 188 w 203"/>
                <a:gd name="T55" fmla="*/ 452 h 452"/>
                <a:gd name="T56" fmla="*/ 187 w 203"/>
                <a:gd name="T57" fmla="*/ 451 h 452"/>
                <a:gd name="T58" fmla="*/ 203 w 203"/>
                <a:gd name="T59" fmla="*/ 446 h 452"/>
                <a:gd name="T60" fmla="*/ 202 w 203"/>
                <a:gd name="T61" fmla="*/ 445 h 452"/>
                <a:gd name="T62" fmla="*/ 196 w 203"/>
                <a:gd name="T63" fmla="*/ 429 h 452"/>
                <a:gd name="T64" fmla="*/ 192 w 203"/>
                <a:gd name="T65" fmla="*/ 415 h 452"/>
                <a:gd name="T66" fmla="*/ 185 w 203"/>
                <a:gd name="T67" fmla="*/ 401 h 452"/>
                <a:gd name="T68" fmla="*/ 182 w 203"/>
                <a:gd name="T69" fmla="*/ 387 h 452"/>
                <a:gd name="T70" fmla="*/ 176 w 203"/>
                <a:gd name="T71" fmla="*/ 374 h 452"/>
                <a:gd name="T72" fmla="*/ 172 w 203"/>
                <a:gd name="T73" fmla="*/ 359 h 452"/>
                <a:gd name="T74" fmla="*/ 166 w 203"/>
                <a:gd name="T75" fmla="*/ 344 h 452"/>
                <a:gd name="T76" fmla="*/ 160 w 203"/>
                <a:gd name="T77" fmla="*/ 329 h 452"/>
                <a:gd name="T78" fmla="*/ 154 w 203"/>
                <a:gd name="T79" fmla="*/ 316 h 452"/>
                <a:gd name="T80" fmla="*/ 151 w 203"/>
                <a:gd name="T81" fmla="*/ 302 h 452"/>
                <a:gd name="T82" fmla="*/ 144 w 203"/>
                <a:gd name="T83" fmla="*/ 286 h 452"/>
                <a:gd name="T84" fmla="*/ 139 w 203"/>
                <a:gd name="T85" fmla="*/ 273 h 452"/>
                <a:gd name="T86" fmla="*/ 132 w 203"/>
                <a:gd name="T87" fmla="*/ 258 h 452"/>
                <a:gd name="T88" fmla="*/ 125 w 203"/>
                <a:gd name="T89" fmla="*/ 244 h 452"/>
                <a:gd name="T90" fmla="*/ 122 w 203"/>
                <a:gd name="T91" fmla="*/ 232 h 452"/>
                <a:gd name="T92" fmla="*/ 115 w 203"/>
                <a:gd name="T93" fmla="*/ 217 h 452"/>
                <a:gd name="T94" fmla="*/ 108 w 203"/>
                <a:gd name="T95" fmla="*/ 203 h 452"/>
                <a:gd name="T96" fmla="*/ 104 w 203"/>
                <a:gd name="T97" fmla="*/ 189 h 452"/>
                <a:gd name="T98" fmla="*/ 97 w 203"/>
                <a:gd name="T99" fmla="*/ 175 h 452"/>
                <a:gd name="T100" fmla="*/ 91 w 203"/>
                <a:gd name="T101" fmla="*/ 162 h 452"/>
                <a:gd name="T102" fmla="*/ 84 w 203"/>
                <a:gd name="T103" fmla="*/ 148 h 452"/>
                <a:gd name="T104" fmla="*/ 73 w 203"/>
                <a:gd name="T105" fmla="*/ 120 h 452"/>
                <a:gd name="T106" fmla="*/ 66 w 203"/>
                <a:gd name="T107" fmla="*/ 106 h 452"/>
                <a:gd name="T108" fmla="*/ 60 w 203"/>
                <a:gd name="T109" fmla="*/ 92 h 452"/>
                <a:gd name="T110" fmla="*/ 53 w 203"/>
                <a:gd name="T111" fmla="*/ 80 h 452"/>
                <a:gd name="T112" fmla="*/ 18 w 203"/>
                <a:gd name="T113" fmla="*/ 11 h 452"/>
                <a:gd name="T114" fmla="*/ 14 w 203"/>
                <a:gd name="T115" fmla="*/ 0 h 452"/>
                <a:gd name="T116" fmla="*/ 0 w 203"/>
                <a:gd name="T117" fmla="*/ 7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03" h="452">
                  <a:moveTo>
                    <a:pt x="0" y="7"/>
                  </a:moveTo>
                  <a:lnTo>
                    <a:pt x="5" y="18"/>
                  </a:lnTo>
                  <a:lnTo>
                    <a:pt x="39" y="87"/>
                  </a:lnTo>
                  <a:lnTo>
                    <a:pt x="46" y="99"/>
                  </a:lnTo>
                  <a:lnTo>
                    <a:pt x="52" y="113"/>
                  </a:lnTo>
                  <a:lnTo>
                    <a:pt x="59" y="127"/>
                  </a:lnTo>
                  <a:lnTo>
                    <a:pt x="70" y="155"/>
                  </a:lnTo>
                  <a:lnTo>
                    <a:pt x="77" y="168"/>
                  </a:lnTo>
                  <a:lnTo>
                    <a:pt x="83" y="182"/>
                  </a:lnTo>
                  <a:lnTo>
                    <a:pt x="90" y="196"/>
                  </a:lnTo>
                  <a:lnTo>
                    <a:pt x="94" y="210"/>
                  </a:lnTo>
                  <a:lnTo>
                    <a:pt x="101" y="224"/>
                  </a:lnTo>
                  <a:lnTo>
                    <a:pt x="106" y="236"/>
                  </a:lnTo>
                  <a:lnTo>
                    <a:pt x="112" y="251"/>
                  </a:lnTo>
                  <a:lnTo>
                    <a:pt x="119" y="265"/>
                  </a:lnTo>
                  <a:lnTo>
                    <a:pt x="123" y="278"/>
                  </a:lnTo>
                  <a:lnTo>
                    <a:pt x="128" y="293"/>
                  </a:lnTo>
                  <a:lnTo>
                    <a:pt x="135" y="307"/>
                  </a:lnTo>
                  <a:lnTo>
                    <a:pt x="138" y="321"/>
                  </a:lnTo>
                  <a:lnTo>
                    <a:pt x="146" y="335"/>
                  </a:lnTo>
                  <a:lnTo>
                    <a:pt x="150" y="348"/>
                  </a:lnTo>
                  <a:lnTo>
                    <a:pt x="155" y="363"/>
                  </a:lnTo>
                  <a:lnTo>
                    <a:pt x="160" y="378"/>
                  </a:lnTo>
                  <a:lnTo>
                    <a:pt x="166" y="392"/>
                  </a:lnTo>
                  <a:lnTo>
                    <a:pt x="169" y="406"/>
                  </a:lnTo>
                  <a:lnTo>
                    <a:pt x="176" y="420"/>
                  </a:lnTo>
                  <a:lnTo>
                    <a:pt x="180" y="433"/>
                  </a:lnTo>
                  <a:lnTo>
                    <a:pt x="188" y="452"/>
                  </a:lnTo>
                  <a:lnTo>
                    <a:pt x="187" y="451"/>
                  </a:lnTo>
                  <a:lnTo>
                    <a:pt x="203" y="446"/>
                  </a:lnTo>
                  <a:lnTo>
                    <a:pt x="202" y="445"/>
                  </a:lnTo>
                  <a:lnTo>
                    <a:pt x="196" y="429"/>
                  </a:lnTo>
                  <a:lnTo>
                    <a:pt x="192" y="415"/>
                  </a:lnTo>
                  <a:lnTo>
                    <a:pt x="185" y="401"/>
                  </a:lnTo>
                  <a:lnTo>
                    <a:pt x="182" y="387"/>
                  </a:lnTo>
                  <a:lnTo>
                    <a:pt x="176" y="374"/>
                  </a:lnTo>
                  <a:lnTo>
                    <a:pt x="172" y="359"/>
                  </a:lnTo>
                  <a:lnTo>
                    <a:pt x="166" y="344"/>
                  </a:lnTo>
                  <a:lnTo>
                    <a:pt x="160" y="329"/>
                  </a:lnTo>
                  <a:lnTo>
                    <a:pt x="154" y="316"/>
                  </a:lnTo>
                  <a:lnTo>
                    <a:pt x="151" y="302"/>
                  </a:lnTo>
                  <a:lnTo>
                    <a:pt x="144" y="286"/>
                  </a:lnTo>
                  <a:lnTo>
                    <a:pt x="139" y="273"/>
                  </a:lnTo>
                  <a:lnTo>
                    <a:pt x="132" y="258"/>
                  </a:lnTo>
                  <a:lnTo>
                    <a:pt x="125" y="244"/>
                  </a:lnTo>
                  <a:lnTo>
                    <a:pt x="122" y="232"/>
                  </a:lnTo>
                  <a:lnTo>
                    <a:pt x="115" y="217"/>
                  </a:lnTo>
                  <a:lnTo>
                    <a:pt x="108" y="203"/>
                  </a:lnTo>
                  <a:lnTo>
                    <a:pt x="104" y="189"/>
                  </a:lnTo>
                  <a:lnTo>
                    <a:pt x="97" y="175"/>
                  </a:lnTo>
                  <a:lnTo>
                    <a:pt x="91" y="162"/>
                  </a:lnTo>
                  <a:lnTo>
                    <a:pt x="84" y="148"/>
                  </a:lnTo>
                  <a:lnTo>
                    <a:pt x="73" y="120"/>
                  </a:lnTo>
                  <a:lnTo>
                    <a:pt x="66" y="106"/>
                  </a:lnTo>
                  <a:lnTo>
                    <a:pt x="60" y="92"/>
                  </a:lnTo>
                  <a:lnTo>
                    <a:pt x="53" y="80"/>
                  </a:lnTo>
                  <a:lnTo>
                    <a:pt x="18" y="11"/>
                  </a:lnTo>
                  <a:lnTo>
                    <a:pt x="14" y="0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51" name="Freeform 208"/>
            <p:cNvSpPr>
              <a:spLocks/>
            </p:cNvSpPr>
            <p:nvPr/>
          </p:nvSpPr>
          <p:spPr bwMode="auto">
            <a:xfrm>
              <a:off x="3697" y="1258"/>
              <a:ext cx="67" cy="241"/>
            </a:xfrm>
            <a:custGeom>
              <a:avLst/>
              <a:gdLst>
                <a:gd name="T0" fmla="*/ 0 w 134"/>
                <a:gd name="T1" fmla="*/ 5 h 482"/>
                <a:gd name="T2" fmla="*/ 6 w 134"/>
                <a:gd name="T3" fmla="*/ 32 h 482"/>
                <a:gd name="T4" fmla="*/ 13 w 134"/>
                <a:gd name="T5" fmla="*/ 46 h 482"/>
                <a:gd name="T6" fmla="*/ 17 w 134"/>
                <a:gd name="T7" fmla="*/ 61 h 482"/>
                <a:gd name="T8" fmla="*/ 26 w 134"/>
                <a:gd name="T9" fmla="*/ 91 h 482"/>
                <a:gd name="T10" fmla="*/ 29 w 134"/>
                <a:gd name="T11" fmla="*/ 105 h 482"/>
                <a:gd name="T12" fmla="*/ 35 w 134"/>
                <a:gd name="T13" fmla="*/ 120 h 482"/>
                <a:gd name="T14" fmla="*/ 38 w 134"/>
                <a:gd name="T15" fmla="*/ 135 h 482"/>
                <a:gd name="T16" fmla="*/ 42 w 134"/>
                <a:gd name="T17" fmla="*/ 149 h 482"/>
                <a:gd name="T18" fmla="*/ 47 w 134"/>
                <a:gd name="T19" fmla="*/ 165 h 482"/>
                <a:gd name="T20" fmla="*/ 50 w 134"/>
                <a:gd name="T21" fmla="*/ 180 h 482"/>
                <a:gd name="T22" fmla="*/ 55 w 134"/>
                <a:gd name="T23" fmla="*/ 194 h 482"/>
                <a:gd name="T24" fmla="*/ 58 w 134"/>
                <a:gd name="T25" fmla="*/ 209 h 482"/>
                <a:gd name="T26" fmla="*/ 63 w 134"/>
                <a:gd name="T27" fmla="*/ 224 h 482"/>
                <a:gd name="T28" fmla="*/ 68 w 134"/>
                <a:gd name="T29" fmla="*/ 240 h 482"/>
                <a:gd name="T30" fmla="*/ 70 w 134"/>
                <a:gd name="T31" fmla="*/ 252 h 482"/>
                <a:gd name="T32" fmla="*/ 73 w 134"/>
                <a:gd name="T33" fmla="*/ 269 h 482"/>
                <a:gd name="T34" fmla="*/ 78 w 134"/>
                <a:gd name="T35" fmla="*/ 283 h 482"/>
                <a:gd name="T36" fmla="*/ 81 w 134"/>
                <a:gd name="T37" fmla="*/ 297 h 482"/>
                <a:gd name="T38" fmla="*/ 84 w 134"/>
                <a:gd name="T39" fmla="*/ 312 h 482"/>
                <a:gd name="T40" fmla="*/ 91 w 134"/>
                <a:gd name="T41" fmla="*/ 345 h 482"/>
                <a:gd name="T42" fmla="*/ 94 w 134"/>
                <a:gd name="T43" fmla="*/ 358 h 482"/>
                <a:gd name="T44" fmla="*/ 96 w 134"/>
                <a:gd name="T45" fmla="*/ 373 h 482"/>
                <a:gd name="T46" fmla="*/ 100 w 134"/>
                <a:gd name="T47" fmla="*/ 388 h 482"/>
                <a:gd name="T48" fmla="*/ 102 w 134"/>
                <a:gd name="T49" fmla="*/ 403 h 482"/>
                <a:gd name="T50" fmla="*/ 106 w 134"/>
                <a:gd name="T51" fmla="*/ 419 h 482"/>
                <a:gd name="T52" fmla="*/ 108 w 134"/>
                <a:gd name="T53" fmla="*/ 433 h 482"/>
                <a:gd name="T54" fmla="*/ 111 w 134"/>
                <a:gd name="T55" fmla="*/ 452 h 482"/>
                <a:gd name="T56" fmla="*/ 115 w 134"/>
                <a:gd name="T57" fmla="*/ 466 h 482"/>
                <a:gd name="T58" fmla="*/ 118 w 134"/>
                <a:gd name="T59" fmla="*/ 482 h 482"/>
                <a:gd name="T60" fmla="*/ 134 w 134"/>
                <a:gd name="T61" fmla="*/ 479 h 482"/>
                <a:gd name="T62" fmla="*/ 131 w 134"/>
                <a:gd name="T63" fmla="*/ 461 h 482"/>
                <a:gd name="T64" fmla="*/ 127 w 134"/>
                <a:gd name="T65" fmla="*/ 447 h 482"/>
                <a:gd name="T66" fmla="*/ 124 w 134"/>
                <a:gd name="T67" fmla="*/ 431 h 482"/>
                <a:gd name="T68" fmla="*/ 122 w 134"/>
                <a:gd name="T69" fmla="*/ 417 h 482"/>
                <a:gd name="T70" fmla="*/ 118 w 134"/>
                <a:gd name="T71" fmla="*/ 401 h 482"/>
                <a:gd name="T72" fmla="*/ 116 w 134"/>
                <a:gd name="T73" fmla="*/ 386 h 482"/>
                <a:gd name="T74" fmla="*/ 112 w 134"/>
                <a:gd name="T75" fmla="*/ 371 h 482"/>
                <a:gd name="T76" fmla="*/ 110 w 134"/>
                <a:gd name="T77" fmla="*/ 356 h 482"/>
                <a:gd name="T78" fmla="*/ 107 w 134"/>
                <a:gd name="T79" fmla="*/ 340 h 482"/>
                <a:gd name="T80" fmla="*/ 103 w 134"/>
                <a:gd name="T81" fmla="*/ 324 h 482"/>
                <a:gd name="T82" fmla="*/ 100 w 134"/>
                <a:gd name="T83" fmla="*/ 310 h 482"/>
                <a:gd name="T84" fmla="*/ 97 w 134"/>
                <a:gd name="T85" fmla="*/ 295 h 482"/>
                <a:gd name="T86" fmla="*/ 94 w 134"/>
                <a:gd name="T87" fmla="*/ 279 h 482"/>
                <a:gd name="T88" fmla="*/ 89 w 134"/>
                <a:gd name="T89" fmla="*/ 264 h 482"/>
                <a:gd name="T90" fmla="*/ 86 w 134"/>
                <a:gd name="T91" fmla="*/ 250 h 482"/>
                <a:gd name="T92" fmla="*/ 84 w 134"/>
                <a:gd name="T93" fmla="*/ 235 h 482"/>
                <a:gd name="T94" fmla="*/ 79 w 134"/>
                <a:gd name="T95" fmla="*/ 219 h 482"/>
                <a:gd name="T96" fmla="*/ 74 w 134"/>
                <a:gd name="T97" fmla="*/ 204 h 482"/>
                <a:gd name="T98" fmla="*/ 71 w 134"/>
                <a:gd name="T99" fmla="*/ 189 h 482"/>
                <a:gd name="T100" fmla="*/ 66 w 134"/>
                <a:gd name="T101" fmla="*/ 175 h 482"/>
                <a:gd name="T102" fmla="*/ 63 w 134"/>
                <a:gd name="T103" fmla="*/ 160 h 482"/>
                <a:gd name="T104" fmla="*/ 58 w 134"/>
                <a:gd name="T105" fmla="*/ 144 h 482"/>
                <a:gd name="T106" fmla="*/ 54 w 134"/>
                <a:gd name="T107" fmla="*/ 130 h 482"/>
                <a:gd name="T108" fmla="*/ 51 w 134"/>
                <a:gd name="T109" fmla="*/ 115 h 482"/>
                <a:gd name="T110" fmla="*/ 46 w 134"/>
                <a:gd name="T111" fmla="*/ 100 h 482"/>
                <a:gd name="T112" fmla="*/ 42 w 134"/>
                <a:gd name="T113" fmla="*/ 86 h 482"/>
                <a:gd name="T114" fmla="*/ 33 w 134"/>
                <a:gd name="T115" fmla="*/ 57 h 482"/>
                <a:gd name="T116" fmla="*/ 29 w 134"/>
                <a:gd name="T117" fmla="*/ 42 h 482"/>
                <a:gd name="T118" fmla="*/ 23 w 134"/>
                <a:gd name="T119" fmla="*/ 28 h 482"/>
                <a:gd name="T120" fmla="*/ 16 w 134"/>
                <a:gd name="T121" fmla="*/ 0 h 482"/>
                <a:gd name="T122" fmla="*/ 0 w 134"/>
                <a:gd name="T123" fmla="*/ 5 h 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34" h="482">
                  <a:moveTo>
                    <a:pt x="0" y="5"/>
                  </a:moveTo>
                  <a:lnTo>
                    <a:pt x="6" y="32"/>
                  </a:lnTo>
                  <a:lnTo>
                    <a:pt x="13" y="46"/>
                  </a:lnTo>
                  <a:lnTo>
                    <a:pt x="17" y="61"/>
                  </a:lnTo>
                  <a:lnTo>
                    <a:pt x="26" y="91"/>
                  </a:lnTo>
                  <a:lnTo>
                    <a:pt x="29" y="105"/>
                  </a:lnTo>
                  <a:lnTo>
                    <a:pt x="35" y="120"/>
                  </a:lnTo>
                  <a:lnTo>
                    <a:pt x="38" y="135"/>
                  </a:lnTo>
                  <a:lnTo>
                    <a:pt x="42" y="149"/>
                  </a:lnTo>
                  <a:lnTo>
                    <a:pt x="47" y="165"/>
                  </a:lnTo>
                  <a:lnTo>
                    <a:pt x="50" y="180"/>
                  </a:lnTo>
                  <a:lnTo>
                    <a:pt x="55" y="194"/>
                  </a:lnTo>
                  <a:lnTo>
                    <a:pt x="58" y="209"/>
                  </a:lnTo>
                  <a:lnTo>
                    <a:pt x="63" y="224"/>
                  </a:lnTo>
                  <a:lnTo>
                    <a:pt x="68" y="240"/>
                  </a:lnTo>
                  <a:lnTo>
                    <a:pt x="70" y="252"/>
                  </a:lnTo>
                  <a:lnTo>
                    <a:pt x="73" y="269"/>
                  </a:lnTo>
                  <a:lnTo>
                    <a:pt x="78" y="283"/>
                  </a:lnTo>
                  <a:lnTo>
                    <a:pt x="81" y="297"/>
                  </a:lnTo>
                  <a:lnTo>
                    <a:pt x="84" y="312"/>
                  </a:lnTo>
                  <a:lnTo>
                    <a:pt x="91" y="345"/>
                  </a:lnTo>
                  <a:lnTo>
                    <a:pt x="94" y="358"/>
                  </a:lnTo>
                  <a:lnTo>
                    <a:pt x="96" y="373"/>
                  </a:lnTo>
                  <a:lnTo>
                    <a:pt x="100" y="388"/>
                  </a:lnTo>
                  <a:lnTo>
                    <a:pt x="102" y="403"/>
                  </a:lnTo>
                  <a:lnTo>
                    <a:pt x="106" y="419"/>
                  </a:lnTo>
                  <a:lnTo>
                    <a:pt x="108" y="433"/>
                  </a:lnTo>
                  <a:lnTo>
                    <a:pt x="111" y="452"/>
                  </a:lnTo>
                  <a:lnTo>
                    <a:pt x="115" y="466"/>
                  </a:lnTo>
                  <a:lnTo>
                    <a:pt x="118" y="482"/>
                  </a:lnTo>
                  <a:lnTo>
                    <a:pt x="134" y="479"/>
                  </a:lnTo>
                  <a:lnTo>
                    <a:pt x="131" y="461"/>
                  </a:lnTo>
                  <a:lnTo>
                    <a:pt x="127" y="447"/>
                  </a:lnTo>
                  <a:lnTo>
                    <a:pt x="124" y="431"/>
                  </a:lnTo>
                  <a:lnTo>
                    <a:pt x="122" y="417"/>
                  </a:lnTo>
                  <a:lnTo>
                    <a:pt x="118" y="401"/>
                  </a:lnTo>
                  <a:lnTo>
                    <a:pt x="116" y="386"/>
                  </a:lnTo>
                  <a:lnTo>
                    <a:pt x="112" y="371"/>
                  </a:lnTo>
                  <a:lnTo>
                    <a:pt x="110" y="356"/>
                  </a:lnTo>
                  <a:lnTo>
                    <a:pt x="107" y="340"/>
                  </a:lnTo>
                  <a:lnTo>
                    <a:pt x="103" y="324"/>
                  </a:lnTo>
                  <a:lnTo>
                    <a:pt x="100" y="310"/>
                  </a:lnTo>
                  <a:lnTo>
                    <a:pt x="97" y="295"/>
                  </a:lnTo>
                  <a:lnTo>
                    <a:pt x="94" y="279"/>
                  </a:lnTo>
                  <a:lnTo>
                    <a:pt x="89" y="264"/>
                  </a:lnTo>
                  <a:lnTo>
                    <a:pt x="86" y="250"/>
                  </a:lnTo>
                  <a:lnTo>
                    <a:pt x="84" y="235"/>
                  </a:lnTo>
                  <a:lnTo>
                    <a:pt x="79" y="219"/>
                  </a:lnTo>
                  <a:lnTo>
                    <a:pt x="74" y="204"/>
                  </a:lnTo>
                  <a:lnTo>
                    <a:pt x="71" y="189"/>
                  </a:lnTo>
                  <a:lnTo>
                    <a:pt x="66" y="175"/>
                  </a:lnTo>
                  <a:lnTo>
                    <a:pt x="63" y="160"/>
                  </a:lnTo>
                  <a:lnTo>
                    <a:pt x="58" y="144"/>
                  </a:lnTo>
                  <a:lnTo>
                    <a:pt x="54" y="130"/>
                  </a:lnTo>
                  <a:lnTo>
                    <a:pt x="51" y="115"/>
                  </a:lnTo>
                  <a:lnTo>
                    <a:pt x="46" y="100"/>
                  </a:lnTo>
                  <a:lnTo>
                    <a:pt x="42" y="86"/>
                  </a:lnTo>
                  <a:lnTo>
                    <a:pt x="33" y="57"/>
                  </a:lnTo>
                  <a:lnTo>
                    <a:pt x="29" y="42"/>
                  </a:lnTo>
                  <a:lnTo>
                    <a:pt x="23" y="28"/>
                  </a:lnTo>
                  <a:lnTo>
                    <a:pt x="16" y="0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52" name="Freeform 209"/>
            <p:cNvSpPr>
              <a:spLocks/>
            </p:cNvSpPr>
            <p:nvPr/>
          </p:nvSpPr>
          <p:spPr bwMode="auto">
            <a:xfrm>
              <a:off x="3756" y="1498"/>
              <a:ext cx="28" cy="253"/>
            </a:xfrm>
            <a:custGeom>
              <a:avLst/>
              <a:gdLst>
                <a:gd name="T0" fmla="*/ 0 w 57"/>
                <a:gd name="T1" fmla="*/ 3 h 506"/>
                <a:gd name="T2" fmla="*/ 0 w 57"/>
                <a:gd name="T3" fmla="*/ 1 h 506"/>
                <a:gd name="T4" fmla="*/ 0 w 57"/>
                <a:gd name="T5" fmla="*/ 16 h 506"/>
                <a:gd name="T6" fmla="*/ 4 w 57"/>
                <a:gd name="T7" fmla="*/ 33 h 506"/>
                <a:gd name="T8" fmla="*/ 6 w 57"/>
                <a:gd name="T9" fmla="*/ 48 h 506"/>
                <a:gd name="T10" fmla="*/ 7 w 57"/>
                <a:gd name="T11" fmla="*/ 64 h 506"/>
                <a:gd name="T12" fmla="*/ 9 w 57"/>
                <a:gd name="T13" fmla="*/ 79 h 506"/>
                <a:gd name="T14" fmla="*/ 12 w 57"/>
                <a:gd name="T15" fmla="*/ 95 h 506"/>
                <a:gd name="T16" fmla="*/ 14 w 57"/>
                <a:gd name="T17" fmla="*/ 110 h 506"/>
                <a:gd name="T18" fmla="*/ 16 w 57"/>
                <a:gd name="T19" fmla="*/ 126 h 506"/>
                <a:gd name="T20" fmla="*/ 17 w 57"/>
                <a:gd name="T21" fmla="*/ 141 h 506"/>
                <a:gd name="T22" fmla="*/ 20 w 57"/>
                <a:gd name="T23" fmla="*/ 157 h 506"/>
                <a:gd name="T24" fmla="*/ 21 w 57"/>
                <a:gd name="T25" fmla="*/ 172 h 506"/>
                <a:gd name="T26" fmla="*/ 23 w 57"/>
                <a:gd name="T27" fmla="*/ 188 h 506"/>
                <a:gd name="T28" fmla="*/ 24 w 57"/>
                <a:gd name="T29" fmla="*/ 203 h 506"/>
                <a:gd name="T30" fmla="*/ 27 w 57"/>
                <a:gd name="T31" fmla="*/ 219 h 506"/>
                <a:gd name="T32" fmla="*/ 28 w 57"/>
                <a:gd name="T33" fmla="*/ 234 h 506"/>
                <a:gd name="T34" fmla="*/ 30 w 57"/>
                <a:gd name="T35" fmla="*/ 250 h 506"/>
                <a:gd name="T36" fmla="*/ 30 w 57"/>
                <a:gd name="T37" fmla="*/ 265 h 506"/>
                <a:gd name="T38" fmla="*/ 31 w 57"/>
                <a:gd name="T39" fmla="*/ 283 h 506"/>
                <a:gd name="T40" fmla="*/ 34 w 57"/>
                <a:gd name="T41" fmla="*/ 313 h 506"/>
                <a:gd name="T42" fmla="*/ 34 w 57"/>
                <a:gd name="T43" fmla="*/ 329 h 506"/>
                <a:gd name="T44" fmla="*/ 35 w 57"/>
                <a:gd name="T45" fmla="*/ 346 h 506"/>
                <a:gd name="T46" fmla="*/ 36 w 57"/>
                <a:gd name="T47" fmla="*/ 361 h 506"/>
                <a:gd name="T48" fmla="*/ 37 w 57"/>
                <a:gd name="T49" fmla="*/ 377 h 506"/>
                <a:gd name="T50" fmla="*/ 37 w 57"/>
                <a:gd name="T51" fmla="*/ 392 h 506"/>
                <a:gd name="T52" fmla="*/ 38 w 57"/>
                <a:gd name="T53" fmla="*/ 408 h 506"/>
                <a:gd name="T54" fmla="*/ 38 w 57"/>
                <a:gd name="T55" fmla="*/ 488 h 506"/>
                <a:gd name="T56" fmla="*/ 41 w 57"/>
                <a:gd name="T57" fmla="*/ 506 h 506"/>
                <a:gd name="T58" fmla="*/ 41 w 57"/>
                <a:gd name="T59" fmla="*/ 505 h 506"/>
                <a:gd name="T60" fmla="*/ 57 w 57"/>
                <a:gd name="T61" fmla="*/ 505 h 506"/>
                <a:gd name="T62" fmla="*/ 57 w 57"/>
                <a:gd name="T63" fmla="*/ 504 h 506"/>
                <a:gd name="T64" fmla="*/ 54 w 57"/>
                <a:gd name="T65" fmla="*/ 488 h 506"/>
                <a:gd name="T66" fmla="*/ 54 w 57"/>
                <a:gd name="T67" fmla="*/ 408 h 506"/>
                <a:gd name="T68" fmla="*/ 53 w 57"/>
                <a:gd name="T69" fmla="*/ 392 h 506"/>
                <a:gd name="T70" fmla="*/ 53 w 57"/>
                <a:gd name="T71" fmla="*/ 377 h 506"/>
                <a:gd name="T72" fmla="*/ 52 w 57"/>
                <a:gd name="T73" fmla="*/ 359 h 506"/>
                <a:gd name="T74" fmla="*/ 51 w 57"/>
                <a:gd name="T75" fmla="*/ 344 h 506"/>
                <a:gd name="T76" fmla="*/ 50 w 57"/>
                <a:gd name="T77" fmla="*/ 329 h 506"/>
                <a:gd name="T78" fmla="*/ 50 w 57"/>
                <a:gd name="T79" fmla="*/ 313 h 506"/>
                <a:gd name="T80" fmla="*/ 49 w 57"/>
                <a:gd name="T81" fmla="*/ 295 h 506"/>
                <a:gd name="T82" fmla="*/ 47 w 57"/>
                <a:gd name="T83" fmla="*/ 280 h 506"/>
                <a:gd name="T84" fmla="*/ 46 w 57"/>
                <a:gd name="T85" fmla="*/ 265 h 506"/>
                <a:gd name="T86" fmla="*/ 46 w 57"/>
                <a:gd name="T87" fmla="*/ 250 h 506"/>
                <a:gd name="T88" fmla="*/ 44 w 57"/>
                <a:gd name="T89" fmla="*/ 232 h 506"/>
                <a:gd name="T90" fmla="*/ 43 w 57"/>
                <a:gd name="T91" fmla="*/ 217 h 506"/>
                <a:gd name="T92" fmla="*/ 41 w 57"/>
                <a:gd name="T93" fmla="*/ 201 h 506"/>
                <a:gd name="T94" fmla="*/ 39 w 57"/>
                <a:gd name="T95" fmla="*/ 186 h 506"/>
                <a:gd name="T96" fmla="*/ 37 w 57"/>
                <a:gd name="T97" fmla="*/ 170 h 506"/>
                <a:gd name="T98" fmla="*/ 36 w 57"/>
                <a:gd name="T99" fmla="*/ 155 h 506"/>
                <a:gd name="T100" fmla="*/ 34 w 57"/>
                <a:gd name="T101" fmla="*/ 139 h 506"/>
                <a:gd name="T102" fmla="*/ 32 w 57"/>
                <a:gd name="T103" fmla="*/ 124 h 506"/>
                <a:gd name="T104" fmla="*/ 30 w 57"/>
                <a:gd name="T105" fmla="*/ 107 h 506"/>
                <a:gd name="T106" fmla="*/ 28 w 57"/>
                <a:gd name="T107" fmla="*/ 92 h 506"/>
                <a:gd name="T108" fmla="*/ 26 w 57"/>
                <a:gd name="T109" fmla="*/ 76 h 506"/>
                <a:gd name="T110" fmla="*/ 23 w 57"/>
                <a:gd name="T111" fmla="*/ 61 h 506"/>
                <a:gd name="T112" fmla="*/ 22 w 57"/>
                <a:gd name="T113" fmla="*/ 45 h 506"/>
                <a:gd name="T114" fmla="*/ 20 w 57"/>
                <a:gd name="T115" fmla="*/ 30 h 506"/>
                <a:gd name="T116" fmla="*/ 16 w 57"/>
                <a:gd name="T117" fmla="*/ 14 h 506"/>
                <a:gd name="T118" fmla="*/ 16 w 57"/>
                <a:gd name="T119" fmla="*/ 1 h 506"/>
                <a:gd name="T120" fmla="*/ 16 w 57"/>
                <a:gd name="T121" fmla="*/ 0 h 506"/>
                <a:gd name="T122" fmla="*/ 0 w 57"/>
                <a:gd name="T123" fmla="*/ 3 h 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7" h="506">
                  <a:moveTo>
                    <a:pt x="0" y="3"/>
                  </a:moveTo>
                  <a:lnTo>
                    <a:pt x="0" y="1"/>
                  </a:lnTo>
                  <a:lnTo>
                    <a:pt x="0" y="16"/>
                  </a:lnTo>
                  <a:lnTo>
                    <a:pt x="4" y="33"/>
                  </a:lnTo>
                  <a:lnTo>
                    <a:pt x="6" y="48"/>
                  </a:lnTo>
                  <a:lnTo>
                    <a:pt x="7" y="64"/>
                  </a:lnTo>
                  <a:lnTo>
                    <a:pt x="9" y="79"/>
                  </a:lnTo>
                  <a:lnTo>
                    <a:pt x="12" y="95"/>
                  </a:lnTo>
                  <a:lnTo>
                    <a:pt x="14" y="110"/>
                  </a:lnTo>
                  <a:lnTo>
                    <a:pt x="16" y="126"/>
                  </a:lnTo>
                  <a:lnTo>
                    <a:pt x="17" y="141"/>
                  </a:lnTo>
                  <a:lnTo>
                    <a:pt x="20" y="157"/>
                  </a:lnTo>
                  <a:lnTo>
                    <a:pt x="21" y="172"/>
                  </a:lnTo>
                  <a:lnTo>
                    <a:pt x="23" y="188"/>
                  </a:lnTo>
                  <a:lnTo>
                    <a:pt x="24" y="203"/>
                  </a:lnTo>
                  <a:lnTo>
                    <a:pt x="27" y="219"/>
                  </a:lnTo>
                  <a:lnTo>
                    <a:pt x="28" y="234"/>
                  </a:lnTo>
                  <a:lnTo>
                    <a:pt x="30" y="250"/>
                  </a:lnTo>
                  <a:lnTo>
                    <a:pt x="30" y="265"/>
                  </a:lnTo>
                  <a:lnTo>
                    <a:pt x="31" y="283"/>
                  </a:lnTo>
                  <a:lnTo>
                    <a:pt x="34" y="313"/>
                  </a:lnTo>
                  <a:lnTo>
                    <a:pt x="34" y="329"/>
                  </a:lnTo>
                  <a:lnTo>
                    <a:pt x="35" y="346"/>
                  </a:lnTo>
                  <a:lnTo>
                    <a:pt x="36" y="361"/>
                  </a:lnTo>
                  <a:lnTo>
                    <a:pt x="37" y="377"/>
                  </a:lnTo>
                  <a:lnTo>
                    <a:pt x="37" y="392"/>
                  </a:lnTo>
                  <a:lnTo>
                    <a:pt x="38" y="408"/>
                  </a:lnTo>
                  <a:lnTo>
                    <a:pt x="38" y="488"/>
                  </a:lnTo>
                  <a:lnTo>
                    <a:pt x="41" y="506"/>
                  </a:lnTo>
                  <a:lnTo>
                    <a:pt x="41" y="505"/>
                  </a:lnTo>
                  <a:lnTo>
                    <a:pt x="57" y="505"/>
                  </a:lnTo>
                  <a:lnTo>
                    <a:pt x="57" y="504"/>
                  </a:lnTo>
                  <a:lnTo>
                    <a:pt x="54" y="488"/>
                  </a:lnTo>
                  <a:lnTo>
                    <a:pt x="54" y="408"/>
                  </a:lnTo>
                  <a:lnTo>
                    <a:pt x="53" y="392"/>
                  </a:lnTo>
                  <a:lnTo>
                    <a:pt x="53" y="377"/>
                  </a:lnTo>
                  <a:lnTo>
                    <a:pt x="52" y="359"/>
                  </a:lnTo>
                  <a:lnTo>
                    <a:pt x="51" y="344"/>
                  </a:lnTo>
                  <a:lnTo>
                    <a:pt x="50" y="329"/>
                  </a:lnTo>
                  <a:lnTo>
                    <a:pt x="50" y="313"/>
                  </a:lnTo>
                  <a:lnTo>
                    <a:pt x="49" y="295"/>
                  </a:lnTo>
                  <a:lnTo>
                    <a:pt x="47" y="280"/>
                  </a:lnTo>
                  <a:lnTo>
                    <a:pt x="46" y="265"/>
                  </a:lnTo>
                  <a:lnTo>
                    <a:pt x="46" y="250"/>
                  </a:lnTo>
                  <a:lnTo>
                    <a:pt x="44" y="232"/>
                  </a:lnTo>
                  <a:lnTo>
                    <a:pt x="43" y="217"/>
                  </a:lnTo>
                  <a:lnTo>
                    <a:pt x="41" y="201"/>
                  </a:lnTo>
                  <a:lnTo>
                    <a:pt x="39" y="186"/>
                  </a:lnTo>
                  <a:lnTo>
                    <a:pt x="37" y="170"/>
                  </a:lnTo>
                  <a:lnTo>
                    <a:pt x="36" y="155"/>
                  </a:lnTo>
                  <a:lnTo>
                    <a:pt x="34" y="139"/>
                  </a:lnTo>
                  <a:lnTo>
                    <a:pt x="32" y="124"/>
                  </a:lnTo>
                  <a:lnTo>
                    <a:pt x="30" y="107"/>
                  </a:lnTo>
                  <a:lnTo>
                    <a:pt x="28" y="92"/>
                  </a:lnTo>
                  <a:lnTo>
                    <a:pt x="26" y="76"/>
                  </a:lnTo>
                  <a:lnTo>
                    <a:pt x="23" y="61"/>
                  </a:lnTo>
                  <a:lnTo>
                    <a:pt x="22" y="45"/>
                  </a:lnTo>
                  <a:lnTo>
                    <a:pt x="20" y="30"/>
                  </a:lnTo>
                  <a:lnTo>
                    <a:pt x="16" y="14"/>
                  </a:lnTo>
                  <a:lnTo>
                    <a:pt x="16" y="1"/>
                  </a:lnTo>
                  <a:lnTo>
                    <a:pt x="16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53" name="Freeform 210"/>
            <p:cNvSpPr>
              <a:spLocks/>
            </p:cNvSpPr>
            <p:nvPr/>
          </p:nvSpPr>
          <p:spPr bwMode="auto">
            <a:xfrm>
              <a:off x="2227" y="197"/>
              <a:ext cx="1553" cy="3106"/>
            </a:xfrm>
            <a:custGeom>
              <a:avLst/>
              <a:gdLst>
                <a:gd name="T0" fmla="*/ 3084 w 3107"/>
                <a:gd name="T1" fmla="*/ 3487 h 6213"/>
                <a:gd name="T2" fmla="*/ 2984 w 3107"/>
                <a:gd name="T3" fmla="*/ 3972 h 6213"/>
                <a:gd name="T4" fmla="*/ 2813 w 3107"/>
                <a:gd name="T5" fmla="*/ 4426 h 6213"/>
                <a:gd name="T6" fmla="*/ 2576 w 3107"/>
                <a:gd name="T7" fmla="*/ 4843 h 6213"/>
                <a:gd name="T8" fmla="*/ 2278 w 3107"/>
                <a:gd name="T9" fmla="*/ 5216 h 6213"/>
                <a:gd name="T10" fmla="*/ 1929 w 3107"/>
                <a:gd name="T11" fmla="*/ 5541 h 6213"/>
                <a:gd name="T12" fmla="*/ 1533 w 3107"/>
                <a:gd name="T13" fmla="*/ 5809 h 6213"/>
                <a:gd name="T14" fmla="*/ 1097 w 3107"/>
                <a:gd name="T15" fmla="*/ 6014 h 6213"/>
                <a:gd name="T16" fmla="*/ 625 w 3107"/>
                <a:gd name="T17" fmla="*/ 6150 h 6213"/>
                <a:gd name="T18" fmla="*/ 128 w 3107"/>
                <a:gd name="T19" fmla="*/ 6211 h 6213"/>
                <a:gd name="T20" fmla="*/ 230 w 3107"/>
                <a:gd name="T21" fmla="*/ 6204 h 6213"/>
                <a:gd name="T22" fmla="*/ 531 w 3107"/>
                <a:gd name="T23" fmla="*/ 6165 h 6213"/>
                <a:gd name="T24" fmla="*/ 821 w 3107"/>
                <a:gd name="T25" fmla="*/ 6095 h 6213"/>
                <a:gd name="T26" fmla="*/ 1100 w 3107"/>
                <a:gd name="T27" fmla="*/ 5997 h 6213"/>
                <a:gd name="T28" fmla="*/ 1365 w 3107"/>
                <a:gd name="T29" fmla="*/ 5873 h 6213"/>
                <a:gd name="T30" fmla="*/ 1677 w 3107"/>
                <a:gd name="T31" fmla="*/ 5683 h 6213"/>
                <a:gd name="T32" fmla="*/ 1907 w 3107"/>
                <a:gd name="T33" fmla="*/ 5503 h 6213"/>
                <a:gd name="T34" fmla="*/ 2121 w 3107"/>
                <a:gd name="T35" fmla="*/ 5303 h 6213"/>
                <a:gd name="T36" fmla="*/ 2314 w 3107"/>
                <a:gd name="T37" fmla="*/ 5083 h 6213"/>
                <a:gd name="T38" fmla="*/ 2487 w 3107"/>
                <a:gd name="T39" fmla="*/ 4843 h 6213"/>
                <a:gd name="T40" fmla="*/ 2638 w 3107"/>
                <a:gd name="T41" fmla="*/ 4587 h 6213"/>
                <a:gd name="T42" fmla="*/ 2763 w 3107"/>
                <a:gd name="T43" fmla="*/ 4316 h 6213"/>
                <a:gd name="T44" fmla="*/ 2865 w 3107"/>
                <a:gd name="T45" fmla="*/ 4030 h 6213"/>
                <a:gd name="T46" fmla="*/ 2938 w 3107"/>
                <a:gd name="T47" fmla="*/ 3733 h 6213"/>
                <a:gd name="T48" fmla="*/ 2984 w 3107"/>
                <a:gd name="T49" fmla="*/ 3424 h 6213"/>
                <a:gd name="T50" fmla="*/ 2999 w 3107"/>
                <a:gd name="T51" fmla="*/ 3106 h 6213"/>
                <a:gd name="T52" fmla="*/ 2984 w 3107"/>
                <a:gd name="T53" fmla="*/ 2788 h 6213"/>
                <a:gd name="T54" fmla="*/ 2938 w 3107"/>
                <a:gd name="T55" fmla="*/ 2480 h 6213"/>
                <a:gd name="T56" fmla="*/ 2865 w 3107"/>
                <a:gd name="T57" fmla="*/ 2182 h 6213"/>
                <a:gd name="T58" fmla="*/ 2763 w 3107"/>
                <a:gd name="T59" fmla="*/ 1897 h 6213"/>
                <a:gd name="T60" fmla="*/ 2638 w 3107"/>
                <a:gd name="T61" fmla="*/ 1626 h 6213"/>
                <a:gd name="T62" fmla="*/ 2447 w 3107"/>
                <a:gd name="T63" fmla="*/ 1308 h 6213"/>
                <a:gd name="T64" fmla="*/ 2268 w 3107"/>
                <a:gd name="T65" fmla="*/ 1074 h 6213"/>
                <a:gd name="T66" fmla="*/ 2017 w 3107"/>
                <a:gd name="T67" fmla="*/ 806 h 6213"/>
                <a:gd name="T68" fmla="*/ 1736 w 3107"/>
                <a:gd name="T69" fmla="*/ 573 h 6213"/>
                <a:gd name="T70" fmla="*/ 1429 w 3107"/>
                <a:gd name="T71" fmla="*/ 374 h 6213"/>
                <a:gd name="T72" fmla="*/ 1168 w 3107"/>
                <a:gd name="T73" fmla="*/ 244 h 6213"/>
                <a:gd name="T74" fmla="*/ 891 w 3107"/>
                <a:gd name="T75" fmla="*/ 139 h 6213"/>
                <a:gd name="T76" fmla="*/ 605 w 3107"/>
                <a:gd name="T77" fmla="*/ 63 h 6213"/>
                <a:gd name="T78" fmla="*/ 306 w 3107"/>
                <a:gd name="T79" fmla="*/ 16 h 6213"/>
                <a:gd name="T80" fmla="*/ 0 w 3107"/>
                <a:gd name="T81" fmla="*/ 0 h 6213"/>
                <a:gd name="T82" fmla="*/ 504 w 3107"/>
                <a:gd name="T83" fmla="*/ 42 h 6213"/>
                <a:gd name="T84" fmla="*/ 982 w 3107"/>
                <a:gd name="T85" fmla="*/ 159 h 6213"/>
                <a:gd name="T86" fmla="*/ 1427 w 3107"/>
                <a:gd name="T87" fmla="*/ 347 h 6213"/>
                <a:gd name="T88" fmla="*/ 1835 w 3107"/>
                <a:gd name="T89" fmla="*/ 600 h 6213"/>
                <a:gd name="T90" fmla="*/ 2197 w 3107"/>
                <a:gd name="T91" fmla="*/ 910 h 6213"/>
                <a:gd name="T92" fmla="*/ 2508 w 3107"/>
                <a:gd name="T93" fmla="*/ 1272 h 6213"/>
                <a:gd name="T94" fmla="*/ 2760 w 3107"/>
                <a:gd name="T95" fmla="*/ 1680 h 6213"/>
                <a:gd name="T96" fmla="*/ 2948 w 3107"/>
                <a:gd name="T97" fmla="*/ 2124 h 6213"/>
                <a:gd name="T98" fmla="*/ 3066 w 3107"/>
                <a:gd name="T99" fmla="*/ 2602 h 6213"/>
                <a:gd name="T100" fmla="*/ 3107 w 3107"/>
                <a:gd name="T101" fmla="*/ 3106 h 6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107" h="6213">
                  <a:moveTo>
                    <a:pt x="3107" y="3106"/>
                  </a:moveTo>
                  <a:lnTo>
                    <a:pt x="3104" y="3234"/>
                  </a:lnTo>
                  <a:lnTo>
                    <a:pt x="3096" y="3362"/>
                  </a:lnTo>
                  <a:lnTo>
                    <a:pt x="3084" y="3487"/>
                  </a:lnTo>
                  <a:lnTo>
                    <a:pt x="3066" y="3610"/>
                  </a:lnTo>
                  <a:lnTo>
                    <a:pt x="3043" y="3733"/>
                  </a:lnTo>
                  <a:lnTo>
                    <a:pt x="3016" y="3854"/>
                  </a:lnTo>
                  <a:lnTo>
                    <a:pt x="2984" y="3972"/>
                  </a:lnTo>
                  <a:lnTo>
                    <a:pt x="2948" y="4089"/>
                  </a:lnTo>
                  <a:lnTo>
                    <a:pt x="2907" y="4204"/>
                  </a:lnTo>
                  <a:lnTo>
                    <a:pt x="2862" y="4316"/>
                  </a:lnTo>
                  <a:lnTo>
                    <a:pt x="2813" y="4426"/>
                  </a:lnTo>
                  <a:lnTo>
                    <a:pt x="2760" y="4534"/>
                  </a:lnTo>
                  <a:lnTo>
                    <a:pt x="2702" y="4640"/>
                  </a:lnTo>
                  <a:lnTo>
                    <a:pt x="2640" y="4743"/>
                  </a:lnTo>
                  <a:lnTo>
                    <a:pt x="2576" y="4843"/>
                  </a:lnTo>
                  <a:lnTo>
                    <a:pt x="2506" y="4941"/>
                  </a:lnTo>
                  <a:lnTo>
                    <a:pt x="2434" y="5037"/>
                  </a:lnTo>
                  <a:lnTo>
                    <a:pt x="2358" y="5128"/>
                  </a:lnTo>
                  <a:lnTo>
                    <a:pt x="2278" y="5216"/>
                  </a:lnTo>
                  <a:lnTo>
                    <a:pt x="2195" y="5303"/>
                  </a:lnTo>
                  <a:lnTo>
                    <a:pt x="2110" y="5386"/>
                  </a:lnTo>
                  <a:lnTo>
                    <a:pt x="2021" y="5465"/>
                  </a:lnTo>
                  <a:lnTo>
                    <a:pt x="1929" y="5541"/>
                  </a:lnTo>
                  <a:lnTo>
                    <a:pt x="1834" y="5614"/>
                  </a:lnTo>
                  <a:lnTo>
                    <a:pt x="1736" y="5683"/>
                  </a:lnTo>
                  <a:lnTo>
                    <a:pt x="1636" y="5747"/>
                  </a:lnTo>
                  <a:lnTo>
                    <a:pt x="1533" y="5809"/>
                  </a:lnTo>
                  <a:lnTo>
                    <a:pt x="1427" y="5866"/>
                  </a:lnTo>
                  <a:lnTo>
                    <a:pt x="1319" y="5919"/>
                  </a:lnTo>
                  <a:lnTo>
                    <a:pt x="1208" y="5969"/>
                  </a:lnTo>
                  <a:lnTo>
                    <a:pt x="1097" y="6014"/>
                  </a:lnTo>
                  <a:lnTo>
                    <a:pt x="981" y="6054"/>
                  </a:lnTo>
                  <a:lnTo>
                    <a:pt x="865" y="6091"/>
                  </a:lnTo>
                  <a:lnTo>
                    <a:pt x="746" y="6122"/>
                  </a:lnTo>
                  <a:lnTo>
                    <a:pt x="625" y="6150"/>
                  </a:lnTo>
                  <a:lnTo>
                    <a:pt x="503" y="6171"/>
                  </a:lnTo>
                  <a:lnTo>
                    <a:pt x="380" y="6190"/>
                  </a:lnTo>
                  <a:lnTo>
                    <a:pt x="254" y="6203"/>
                  </a:lnTo>
                  <a:lnTo>
                    <a:pt x="128" y="6211"/>
                  </a:lnTo>
                  <a:lnTo>
                    <a:pt x="0" y="6213"/>
                  </a:lnTo>
                  <a:lnTo>
                    <a:pt x="77" y="6212"/>
                  </a:lnTo>
                  <a:lnTo>
                    <a:pt x="154" y="6208"/>
                  </a:lnTo>
                  <a:lnTo>
                    <a:pt x="230" y="6204"/>
                  </a:lnTo>
                  <a:lnTo>
                    <a:pt x="306" y="6197"/>
                  </a:lnTo>
                  <a:lnTo>
                    <a:pt x="382" y="6188"/>
                  </a:lnTo>
                  <a:lnTo>
                    <a:pt x="457" y="6177"/>
                  </a:lnTo>
                  <a:lnTo>
                    <a:pt x="531" y="6165"/>
                  </a:lnTo>
                  <a:lnTo>
                    <a:pt x="605" y="6150"/>
                  </a:lnTo>
                  <a:lnTo>
                    <a:pt x="677" y="6133"/>
                  </a:lnTo>
                  <a:lnTo>
                    <a:pt x="750" y="6115"/>
                  </a:lnTo>
                  <a:lnTo>
                    <a:pt x="821" y="6095"/>
                  </a:lnTo>
                  <a:lnTo>
                    <a:pt x="891" y="6074"/>
                  </a:lnTo>
                  <a:lnTo>
                    <a:pt x="962" y="6049"/>
                  </a:lnTo>
                  <a:lnTo>
                    <a:pt x="1031" y="6024"/>
                  </a:lnTo>
                  <a:lnTo>
                    <a:pt x="1100" y="5997"/>
                  </a:lnTo>
                  <a:lnTo>
                    <a:pt x="1168" y="5969"/>
                  </a:lnTo>
                  <a:lnTo>
                    <a:pt x="1235" y="5939"/>
                  </a:lnTo>
                  <a:lnTo>
                    <a:pt x="1300" y="5906"/>
                  </a:lnTo>
                  <a:lnTo>
                    <a:pt x="1365" y="5873"/>
                  </a:lnTo>
                  <a:lnTo>
                    <a:pt x="1429" y="5839"/>
                  </a:lnTo>
                  <a:lnTo>
                    <a:pt x="1493" y="5802"/>
                  </a:lnTo>
                  <a:lnTo>
                    <a:pt x="1555" y="5764"/>
                  </a:lnTo>
                  <a:lnTo>
                    <a:pt x="1677" y="5683"/>
                  </a:lnTo>
                  <a:lnTo>
                    <a:pt x="1736" y="5640"/>
                  </a:lnTo>
                  <a:lnTo>
                    <a:pt x="1795" y="5595"/>
                  </a:lnTo>
                  <a:lnTo>
                    <a:pt x="1852" y="5551"/>
                  </a:lnTo>
                  <a:lnTo>
                    <a:pt x="1907" y="5503"/>
                  </a:lnTo>
                  <a:lnTo>
                    <a:pt x="1963" y="5455"/>
                  </a:lnTo>
                  <a:lnTo>
                    <a:pt x="2017" y="5406"/>
                  </a:lnTo>
                  <a:lnTo>
                    <a:pt x="2070" y="5355"/>
                  </a:lnTo>
                  <a:lnTo>
                    <a:pt x="2121" y="5303"/>
                  </a:lnTo>
                  <a:lnTo>
                    <a:pt x="2171" y="5250"/>
                  </a:lnTo>
                  <a:lnTo>
                    <a:pt x="2220" y="5196"/>
                  </a:lnTo>
                  <a:lnTo>
                    <a:pt x="2268" y="5139"/>
                  </a:lnTo>
                  <a:lnTo>
                    <a:pt x="2314" y="5083"/>
                  </a:lnTo>
                  <a:lnTo>
                    <a:pt x="2360" y="5024"/>
                  </a:lnTo>
                  <a:lnTo>
                    <a:pt x="2404" y="4965"/>
                  </a:lnTo>
                  <a:lnTo>
                    <a:pt x="2447" y="4904"/>
                  </a:lnTo>
                  <a:lnTo>
                    <a:pt x="2487" y="4843"/>
                  </a:lnTo>
                  <a:lnTo>
                    <a:pt x="2527" y="4781"/>
                  </a:lnTo>
                  <a:lnTo>
                    <a:pt x="2565" y="4718"/>
                  </a:lnTo>
                  <a:lnTo>
                    <a:pt x="2602" y="4653"/>
                  </a:lnTo>
                  <a:lnTo>
                    <a:pt x="2638" y="4587"/>
                  </a:lnTo>
                  <a:lnTo>
                    <a:pt x="2671" y="4521"/>
                  </a:lnTo>
                  <a:lnTo>
                    <a:pt x="2703" y="4453"/>
                  </a:lnTo>
                  <a:lnTo>
                    <a:pt x="2735" y="4385"/>
                  </a:lnTo>
                  <a:lnTo>
                    <a:pt x="2763" y="4316"/>
                  </a:lnTo>
                  <a:lnTo>
                    <a:pt x="2791" y="4245"/>
                  </a:lnTo>
                  <a:lnTo>
                    <a:pt x="2817" y="4175"/>
                  </a:lnTo>
                  <a:lnTo>
                    <a:pt x="2842" y="4102"/>
                  </a:lnTo>
                  <a:lnTo>
                    <a:pt x="2865" y="4030"/>
                  </a:lnTo>
                  <a:lnTo>
                    <a:pt x="2885" y="3957"/>
                  </a:lnTo>
                  <a:lnTo>
                    <a:pt x="2905" y="3882"/>
                  </a:lnTo>
                  <a:lnTo>
                    <a:pt x="2922" y="3807"/>
                  </a:lnTo>
                  <a:lnTo>
                    <a:pt x="2938" y="3733"/>
                  </a:lnTo>
                  <a:lnTo>
                    <a:pt x="2952" y="3657"/>
                  </a:lnTo>
                  <a:lnTo>
                    <a:pt x="2965" y="3579"/>
                  </a:lnTo>
                  <a:lnTo>
                    <a:pt x="2975" y="3502"/>
                  </a:lnTo>
                  <a:lnTo>
                    <a:pt x="2984" y="3424"/>
                  </a:lnTo>
                  <a:lnTo>
                    <a:pt x="2990" y="3346"/>
                  </a:lnTo>
                  <a:lnTo>
                    <a:pt x="2996" y="3266"/>
                  </a:lnTo>
                  <a:lnTo>
                    <a:pt x="2998" y="3187"/>
                  </a:lnTo>
                  <a:lnTo>
                    <a:pt x="2999" y="3106"/>
                  </a:lnTo>
                  <a:lnTo>
                    <a:pt x="2998" y="3025"/>
                  </a:lnTo>
                  <a:lnTo>
                    <a:pt x="2996" y="2946"/>
                  </a:lnTo>
                  <a:lnTo>
                    <a:pt x="2990" y="2867"/>
                  </a:lnTo>
                  <a:lnTo>
                    <a:pt x="2984" y="2788"/>
                  </a:lnTo>
                  <a:lnTo>
                    <a:pt x="2975" y="2711"/>
                  </a:lnTo>
                  <a:lnTo>
                    <a:pt x="2965" y="2632"/>
                  </a:lnTo>
                  <a:lnTo>
                    <a:pt x="2952" y="2556"/>
                  </a:lnTo>
                  <a:lnTo>
                    <a:pt x="2938" y="2480"/>
                  </a:lnTo>
                  <a:lnTo>
                    <a:pt x="2922" y="2404"/>
                  </a:lnTo>
                  <a:lnTo>
                    <a:pt x="2905" y="2329"/>
                  </a:lnTo>
                  <a:lnTo>
                    <a:pt x="2885" y="2256"/>
                  </a:lnTo>
                  <a:lnTo>
                    <a:pt x="2865" y="2182"/>
                  </a:lnTo>
                  <a:lnTo>
                    <a:pt x="2842" y="2109"/>
                  </a:lnTo>
                  <a:lnTo>
                    <a:pt x="2817" y="2038"/>
                  </a:lnTo>
                  <a:lnTo>
                    <a:pt x="2791" y="1967"/>
                  </a:lnTo>
                  <a:lnTo>
                    <a:pt x="2763" y="1897"/>
                  </a:lnTo>
                  <a:lnTo>
                    <a:pt x="2735" y="1827"/>
                  </a:lnTo>
                  <a:lnTo>
                    <a:pt x="2703" y="1759"/>
                  </a:lnTo>
                  <a:lnTo>
                    <a:pt x="2671" y="1692"/>
                  </a:lnTo>
                  <a:lnTo>
                    <a:pt x="2638" y="1626"/>
                  </a:lnTo>
                  <a:lnTo>
                    <a:pt x="2602" y="1560"/>
                  </a:lnTo>
                  <a:lnTo>
                    <a:pt x="2565" y="1495"/>
                  </a:lnTo>
                  <a:lnTo>
                    <a:pt x="2527" y="1432"/>
                  </a:lnTo>
                  <a:lnTo>
                    <a:pt x="2447" y="1308"/>
                  </a:lnTo>
                  <a:lnTo>
                    <a:pt x="2404" y="1248"/>
                  </a:lnTo>
                  <a:lnTo>
                    <a:pt x="2360" y="1189"/>
                  </a:lnTo>
                  <a:lnTo>
                    <a:pt x="2314" y="1130"/>
                  </a:lnTo>
                  <a:lnTo>
                    <a:pt x="2268" y="1074"/>
                  </a:lnTo>
                  <a:lnTo>
                    <a:pt x="2220" y="1017"/>
                  </a:lnTo>
                  <a:lnTo>
                    <a:pt x="2171" y="963"/>
                  </a:lnTo>
                  <a:lnTo>
                    <a:pt x="2070" y="857"/>
                  </a:lnTo>
                  <a:lnTo>
                    <a:pt x="2017" y="806"/>
                  </a:lnTo>
                  <a:lnTo>
                    <a:pt x="1963" y="757"/>
                  </a:lnTo>
                  <a:lnTo>
                    <a:pt x="1852" y="662"/>
                  </a:lnTo>
                  <a:lnTo>
                    <a:pt x="1795" y="618"/>
                  </a:lnTo>
                  <a:lnTo>
                    <a:pt x="1736" y="573"/>
                  </a:lnTo>
                  <a:lnTo>
                    <a:pt x="1677" y="530"/>
                  </a:lnTo>
                  <a:lnTo>
                    <a:pt x="1555" y="449"/>
                  </a:lnTo>
                  <a:lnTo>
                    <a:pt x="1493" y="411"/>
                  </a:lnTo>
                  <a:lnTo>
                    <a:pt x="1429" y="374"/>
                  </a:lnTo>
                  <a:lnTo>
                    <a:pt x="1365" y="340"/>
                  </a:lnTo>
                  <a:lnTo>
                    <a:pt x="1300" y="307"/>
                  </a:lnTo>
                  <a:lnTo>
                    <a:pt x="1235" y="274"/>
                  </a:lnTo>
                  <a:lnTo>
                    <a:pt x="1168" y="244"/>
                  </a:lnTo>
                  <a:lnTo>
                    <a:pt x="1100" y="215"/>
                  </a:lnTo>
                  <a:lnTo>
                    <a:pt x="1031" y="189"/>
                  </a:lnTo>
                  <a:lnTo>
                    <a:pt x="962" y="164"/>
                  </a:lnTo>
                  <a:lnTo>
                    <a:pt x="891" y="139"/>
                  </a:lnTo>
                  <a:lnTo>
                    <a:pt x="821" y="118"/>
                  </a:lnTo>
                  <a:lnTo>
                    <a:pt x="750" y="98"/>
                  </a:lnTo>
                  <a:lnTo>
                    <a:pt x="677" y="80"/>
                  </a:lnTo>
                  <a:lnTo>
                    <a:pt x="605" y="63"/>
                  </a:lnTo>
                  <a:lnTo>
                    <a:pt x="531" y="48"/>
                  </a:lnTo>
                  <a:lnTo>
                    <a:pt x="457" y="36"/>
                  </a:lnTo>
                  <a:lnTo>
                    <a:pt x="382" y="25"/>
                  </a:lnTo>
                  <a:lnTo>
                    <a:pt x="306" y="16"/>
                  </a:lnTo>
                  <a:lnTo>
                    <a:pt x="230" y="9"/>
                  </a:lnTo>
                  <a:lnTo>
                    <a:pt x="154" y="5"/>
                  </a:lnTo>
                  <a:lnTo>
                    <a:pt x="77" y="1"/>
                  </a:lnTo>
                  <a:lnTo>
                    <a:pt x="0" y="0"/>
                  </a:lnTo>
                  <a:lnTo>
                    <a:pt x="128" y="2"/>
                  </a:lnTo>
                  <a:lnTo>
                    <a:pt x="254" y="10"/>
                  </a:lnTo>
                  <a:lnTo>
                    <a:pt x="380" y="23"/>
                  </a:lnTo>
                  <a:lnTo>
                    <a:pt x="504" y="42"/>
                  </a:lnTo>
                  <a:lnTo>
                    <a:pt x="627" y="63"/>
                  </a:lnTo>
                  <a:lnTo>
                    <a:pt x="746" y="91"/>
                  </a:lnTo>
                  <a:lnTo>
                    <a:pt x="865" y="122"/>
                  </a:lnTo>
                  <a:lnTo>
                    <a:pt x="982" y="159"/>
                  </a:lnTo>
                  <a:lnTo>
                    <a:pt x="1097" y="199"/>
                  </a:lnTo>
                  <a:lnTo>
                    <a:pt x="1209" y="244"/>
                  </a:lnTo>
                  <a:lnTo>
                    <a:pt x="1320" y="294"/>
                  </a:lnTo>
                  <a:lnTo>
                    <a:pt x="1427" y="347"/>
                  </a:lnTo>
                  <a:lnTo>
                    <a:pt x="1533" y="404"/>
                  </a:lnTo>
                  <a:lnTo>
                    <a:pt x="1637" y="465"/>
                  </a:lnTo>
                  <a:lnTo>
                    <a:pt x="1737" y="531"/>
                  </a:lnTo>
                  <a:lnTo>
                    <a:pt x="1835" y="600"/>
                  </a:lnTo>
                  <a:lnTo>
                    <a:pt x="1929" y="673"/>
                  </a:lnTo>
                  <a:lnTo>
                    <a:pt x="2021" y="749"/>
                  </a:lnTo>
                  <a:lnTo>
                    <a:pt x="2110" y="828"/>
                  </a:lnTo>
                  <a:lnTo>
                    <a:pt x="2197" y="910"/>
                  </a:lnTo>
                  <a:lnTo>
                    <a:pt x="2280" y="997"/>
                  </a:lnTo>
                  <a:lnTo>
                    <a:pt x="2359" y="1085"/>
                  </a:lnTo>
                  <a:lnTo>
                    <a:pt x="2435" y="1177"/>
                  </a:lnTo>
                  <a:lnTo>
                    <a:pt x="2508" y="1272"/>
                  </a:lnTo>
                  <a:lnTo>
                    <a:pt x="2576" y="1370"/>
                  </a:lnTo>
                  <a:lnTo>
                    <a:pt x="2641" y="1471"/>
                  </a:lnTo>
                  <a:lnTo>
                    <a:pt x="2702" y="1574"/>
                  </a:lnTo>
                  <a:lnTo>
                    <a:pt x="2760" y="1680"/>
                  </a:lnTo>
                  <a:lnTo>
                    <a:pt x="2813" y="1787"/>
                  </a:lnTo>
                  <a:lnTo>
                    <a:pt x="2862" y="1897"/>
                  </a:lnTo>
                  <a:lnTo>
                    <a:pt x="2907" y="2009"/>
                  </a:lnTo>
                  <a:lnTo>
                    <a:pt x="2948" y="2124"/>
                  </a:lnTo>
                  <a:lnTo>
                    <a:pt x="2984" y="2241"/>
                  </a:lnTo>
                  <a:lnTo>
                    <a:pt x="3016" y="2361"/>
                  </a:lnTo>
                  <a:lnTo>
                    <a:pt x="3043" y="2480"/>
                  </a:lnTo>
                  <a:lnTo>
                    <a:pt x="3066" y="2602"/>
                  </a:lnTo>
                  <a:lnTo>
                    <a:pt x="3084" y="2727"/>
                  </a:lnTo>
                  <a:lnTo>
                    <a:pt x="3096" y="2852"/>
                  </a:lnTo>
                  <a:lnTo>
                    <a:pt x="3104" y="2978"/>
                  </a:lnTo>
                  <a:lnTo>
                    <a:pt x="3107" y="3106"/>
                  </a:lnTo>
                  <a:close/>
                </a:path>
              </a:pathLst>
            </a:custGeom>
            <a:solidFill>
              <a:srgbClr val="00CD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54" name="Freeform 211"/>
            <p:cNvSpPr>
              <a:spLocks/>
            </p:cNvSpPr>
            <p:nvPr/>
          </p:nvSpPr>
          <p:spPr bwMode="auto">
            <a:xfrm>
              <a:off x="2227" y="197"/>
              <a:ext cx="1553" cy="3106"/>
            </a:xfrm>
            <a:custGeom>
              <a:avLst/>
              <a:gdLst>
                <a:gd name="T0" fmla="*/ 865 w 3107"/>
                <a:gd name="T1" fmla="*/ 122 h 6213"/>
                <a:gd name="T2" fmla="*/ 1320 w 3107"/>
                <a:gd name="T3" fmla="*/ 294 h 6213"/>
                <a:gd name="T4" fmla="*/ 1737 w 3107"/>
                <a:gd name="T5" fmla="*/ 531 h 6213"/>
                <a:gd name="T6" fmla="*/ 2110 w 3107"/>
                <a:gd name="T7" fmla="*/ 828 h 6213"/>
                <a:gd name="T8" fmla="*/ 2435 w 3107"/>
                <a:gd name="T9" fmla="*/ 1177 h 6213"/>
                <a:gd name="T10" fmla="*/ 2702 w 3107"/>
                <a:gd name="T11" fmla="*/ 1574 h 6213"/>
                <a:gd name="T12" fmla="*/ 2907 w 3107"/>
                <a:gd name="T13" fmla="*/ 2009 h 6213"/>
                <a:gd name="T14" fmla="*/ 3043 w 3107"/>
                <a:gd name="T15" fmla="*/ 2480 h 6213"/>
                <a:gd name="T16" fmla="*/ 3104 w 3107"/>
                <a:gd name="T17" fmla="*/ 2978 h 6213"/>
                <a:gd name="T18" fmla="*/ 3084 w 3107"/>
                <a:gd name="T19" fmla="*/ 3487 h 6213"/>
                <a:gd name="T20" fmla="*/ 2984 w 3107"/>
                <a:gd name="T21" fmla="*/ 3972 h 6213"/>
                <a:gd name="T22" fmla="*/ 2813 w 3107"/>
                <a:gd name="T23" fmla="*/ 4426 h 6213"/>
                <a:gd name="T24" fmla="*/ 2576 w 3107"/>
                <a:gd name="T25" fmla="*/ 4843 h 6213"/>
                <a:gd name="T26" fmla="*/ 2278 w 3107"/>
                <a:gd name="T27" fmla="*/ 5216 h 6213"/>
                <a:gd name="T28" fmla="*/ 1929 w 3107"/>
                <a:gd name="T29" fmla="*/ 5541 h 6213"/>
                <a:gd name="T30" fmla="*/ 1533 w 3107"/>
                <a:gd name="T31" fmla="*/ 5809 h 6213"/>
                <a:gd name="T32" fmla="*/ 1097 w 3107"/>
                <a:gd name="T33" fmla="*/ 6014 h 6213"/>
                <a:gd name="T34" fmla="*/ 625 w 3107"/>
                <a:gd name="T35" fmla="*/ 6150 h 6213"/>
                <a:gd name="T36" fmla="*/ 128 w 3107"/>
                <a:gd name="T37" fmla="*/ 6211 h 6213"/>
                <a:gd name="T38" fmla="*/ 230 w 3107"/>
                <a:gd name="T39" fmla="*/ 6204 h 6213"/>
                <a:gd name="T40" fmla="*/ 531 w 3107"/>
                <a:gd name="T41" fmla="*/ 6165 h 6213"/>
                <a:gd name="T42" fmla="*/ 821 w 3107"/>
                <a:gd name="T43" fmla="*/ 6095 h 6213"/>
                <a:gd name="T44" fmla="*/ 1100 w 3107"/>
                <a:gd name="T45" fmla="*/ 5997 h 6213"/>
                <a:gd name="T46" fmla="*/ 1365 w 3107"/>
                <a:gd name="T47" fmla="*/ 5873 h 6213"/>
                <a:gd name="T48" fmla="*/ 1677 w 3107"/>
                <a:gd name="T49" fmla="*/ 5683 h 6213"/>
                <a:gd name="T50" fmla="*/ 1907 w 3107"/>
                <a:gd name="T51" fmla="*/ 5503 h 6213"/>
                <a:gd name="T52" fmla="*/ 2121 w 3107"/>
                <a:gd name="T53" fmla="*/ 5303 h 6213"/>
                <a:gd name="T54" fmla="*/ 2314 w 3107"/>
                <a:gd name="T55" fmla="*/ 5083 h 6213"/>
                <a:gd name="T56" fmla="*/ 2487 w 3107"/>
                <a:gd name="T57" fmla="*/ 4843 h 6213"/>
                <a:gd name="T58" fmla="*/ 2638 w 3107"/>
                <a:gd name="T59" fmla="*/ 4587 h 6213"/>
                <a:gd name="T60" fmla="*/ 2763 w 3107"/>
                <a:gd name="T61" fmla="*/ 4316 h 6213"/>
                <a:gd name="T62" fmla="*/ 2865 w 3107"/>
                <a:gd name="T63" fmla="*/ 4030 h 6213"/>
                <a:gd name="T64" fmla="*/ 2938 w 3107"/>
                <a:gd name="T65" fmla="*/ 3733 h 6213"/>
                <a:gd name="T66" fmla="*/ 2984 w 3107"/>
                <a:gd name="T67" fmla="*/ 3424 h 6213"/>
                <a:gd name="T68" fmla="*/ 2999 w 3107"/>
                <a:gd name="T69" fmla="*/ 3106 h 6213"/>
                <a:gd name="T70" fmla="*/ 2966 w 3107"/>
                <a:gd name="T71" fmla="*/ 2642 h 6213"/>
                <a:gd name="T72" fmla="*/ 2869 w 3107"/>
                <a:gd name="T73" fmla="*/ 2199 h 6213"/>
                <a:gd name="T74" fmla="*/ 2714 w 3107"/>
                <a:gd name="T75" fmla="*/ 1782 h 6213"/>
                <a:gd name="T76" fmla="*/ 2505 w 3107"/>
                <a:gd name="T77" fmla="*/ 1397 h 6213"/>
                <a:gd name="T78" fmla="*/ 2406 w 3107"/>
                <a:gd name="T79" fmla="*/ 1248 h 6213"/>
                <a:gd name="T80" fmla="*/ 2251 w 3107"/>
                <a:gd name="T81" fmla="*/ 1053 h 6213"/>
                <a:gd name="T82" fmla="*/ 2033 w 3107"/>
                <a:gd name="T83" fmla="*/ 823 h 6213"/>
                <a:gd name="T84" fmla="*/ 1793 w 3107"/>
                <a:gd name="T85" fmla="*/ 616 h 6213"/>
                <a:gd name="T86" fmla="*/ 1533 w 3107"/>
                <a:gd name="T87" fmla="*/ 437 h 6213"/>
                <a:gd name="T88" fmla="*/ 1255 w 3107"/>
                <a:gd name="T89" fmla="*/ 285 h 6213"/>
                <a:gd name="T90" fmla="*/ 961 w 3107"/>
                <a:gd name="T91" fmla="*/ 164 h 6213"/>
                <a:gd name="T92" fmla="*/ 652 w 3107"/>
                <a:gd name="T93" fmla="*/ 74 h 6213"/>
                <a:gd name="T94" fmla="*/ 332 w 3107"/>
                <a:gd name="T95" fmla="*/ 18 h 6213"/>
                <a:gd name="T96" fmla="*/ 0 w 3107"/>
                <a:gd name="T97" fmla="*/ 0 h 6213"/>
                <a:gd name="T98" fmla="*/ 504 w 3107"/>
                <a:gd name="T99" fmla="*/ 42 h 6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107" h="6213">
                  <a:moveTo>
                    <a:pt x="504" y="42"/>
                  </a:moveTo>
                  <a:lnTo>
                    <a:pt x="627" y="63"/>
                  </a:lnTo>
                  <a:lnTo>
                    <a:pt x="746" y="91"/>
                  </a:lnTo>
                  <a:lnTo>
                    <a:pt x="865" y="122"/>
                  </a:lnTo>
                  <a:lnTo>
                    <a:pt x="982" y="159"/>
                  </a:lnTo>
                  <a:lnTo>
                    <a:pt x="1097" y="199"/>
                  </a:lnTo>
                  <a:lnTo>
                    <a:pt x="1209" y="244"/>
                  </a:lnTo>
                  <a:lnTo>
                    <a:pt x="1320" y="294"/>
                  </a:lnTo>
                  <a:lnTo>
                    <a:pt x="1427" y="347"/>
                  </a:lnTo>
                  <a:lnTo>
                    <a:pt x="1533" y="404"/>
                  </a:lnTo>
                  <a:lnTo>
                    <a:pt x="1637" y="465"/>
                  </a:lnTo>
                  <a:lnTo>
                    <a:pt x="1737" y="531"/>
                  </a:lnTo>
                  <a:lnTo>
                    <a:pt x="1835" y="600"/>
                  </a:lnTo>
                  <a:lnTo>
                    <a:pt x="1929" y="673"/>
                  </a:lnTo>
                  <a:lnTo>
                    <a:pt x="2021" y="749"/>
                  </a:lnTo>
                  <a:lnTo>
                    <a:pt x="2110" y="828"/>
                  </a:lnTo>
                  <a:lnTo>
                    <a:pt x="2197" y="910"/>
                  </a:lnTo>
                  <a:lnTo>
                    <a:pt x="2280" y="997"/>
                  </a:lnTo>
                  <a:lnTo>
                    <a:pt x="2359" y="1085"/>
                  </a:lnTo>
                  <a:lnTo>
                    <a:pt x="2435" y="1177"/>
                  </a:lnTo>
                  <a:lnTo>
                    <a:pt x="2508" y="1272"/>
                  </a:lnTo>
                  <a:lnTo>
                    <a:pt x="2576" y="1370"/>
                  </a:lnTo>
                  <a:lnTo>
                    <a:pt x="2641" y="1471"/>
                  </a:lnTo>
                  <a:lnTo>
                    <a:pt x="2702" y="1574"/>
                  </a:lnTo>
                  <a:lnTo>
                    <a:pt x="2760" y="1680"/>
                  </a:lnTo>
                  <a:lnTo>
                    <a:pt x="2813" y="1787"/>
                  </a:lnTo>
                  <a:lnTo>
                    <a:pt x="2862" y="1897"/>
                  </a:lnTo>
                  <a:lnTo>
                    <a:pt x="2907" y="2009"/>
                  </a:lnTo>
                  <a:lnTo>
                    <a:pt x="2948" y="2124"/>
                  </a:lnTo>
                  <a:lnTo>
                    <a:pt x="2984" y="2241"/>
                  </a:lnTo>
                  <a:lnTo>
                    <a:pt x="3016" y="2361"/>
                  </a:lnTo>
                  <a:lnTo>
                    <a:pt x="3043" y="2480"/>
                  </a:lnTo>
                  <a:lnTo>
                    <a:pt x="3066" y="2602"/>
                  </a:lnTo>
                  <a:lnTo>
                    <a:pt x="3084" y="2727"/>
                  </a:lnTo>
                  <a:lnTo>
                    <a:pt x="3096" y="2852"/>
                  </a:lnTo>
                  <a:lnTo>
                    <a:pt x="3104" y="2978"/>
                  </a:lnTo>
                  <a:lnTo>
                    <a:pt x="3107" y="3106"/>
                  </a:lnTo>
                  <a:lnTo>
                    <a:pt x="3104" y="3234"/>
                  </a:lnTo>
                  <a:lnTo>
                    <a:pt x="3096" y="3362"/>
                  </a:lnTo>
                  <a:lnTo>
                    <a:pt x="3084" y="3487"/>
                  </a:lnTo>
                  <a:lnTo>
                    <a:pt x="3066" y="3610"/>
                  </a:lnTo>
                  <a:lnTo>
                    <a:pt x="3043" y="3733"/>
                  </a:lnTo>
                  <a:lnTo>
                    <a:pt x="3016" y="3854"/>
                  </a:lnTo>
                  <a:lnTo>
                    <a:pt x="2984" y="3972"/>
                  </a:lnTo>
                  <a:lnTo>
                    <a:pt x="2948" y="4089"/>
                  </a:lnTo>
                  <a:lnTo>
                    <a:pt x="2907" y="4204"/>
                  </a:lnTo>
                  <a:lnTo>
                    <a:pt x="2862" y="4316"/>
                  </a:lnTo>
                  <a:lnTo>
                    <a:pt x="2813" y="4426"/>
                  </a:lnTo>
                  <a:lnTo>
                    <a:pt x="2760" y="4534"/>
                  </a:lnTo>
                  <a:lnTo>
                    <a:pt x="2702" y="4640"/>
                  </a:lnTo>
                  <a:lnTo>
                    <a:pt x="2640" y="4743"/>
                  </a:lnTo>
                  <a:lnTo>
                    <a:pt x="2576" y="4843"/>
                  </a:lnTo>
                  <a:lnTo>
                    <a:pt x="2506" y="4941"/>
                  </a:lnTo>
                  <a:lnTo>
                    <a:pt x="2434" y="5037"/>
                  </a:lnTo>
                  <a:lnTo>
                    <a:pt x="2358" y="5128"/>
                  </a:lnTo>
                  <a:lnTo>
                    <a:pt x="2278" y="5216"/>
                  </a:lnTo>
                  <a:lnTo>
                    <a:pt x="2195" y="5303"/>
                  </a:lnTo>
                  <a:lnTo>
                    <a:pt x="2110" y="5386"/>
                  </a:lnTo>
                  <a:lnTo>
                    <a:pt x="2021" y="5465"/>
                  </a:lnTo>
                  <a:lnTo>
                    <a:pt x="1929" y="5541"/>
                  </a:lnTo>
                  <a:lnTo>
                    <a:pt x="1834" y="5614"/>
                  </a:lnTo>
                  <a:lnTo>
                    <a:pt x="1736" y="5683"/>
                  </a:lnTo>
                  <a:lnTo>
                    <a:pt x="1636" y="5747"/>
                  </a:lnTo>
                  <a:lnTo>
                    <a:pt x="1533" y="5809"/>
                  </a:lnTo>
                  <a:lnTo>
                    <a:pt x="1427" y="5866"/>
                  </a:lnTo>
                  <a:lnTo>
                    <a:pt x="1319" y="5919"/>
                  </a:lnTo>
                  <a:lnTo>
                    <a:pt x="1208" y="5969"/>
                  </a:lnTo>
                  <a:lnTo>
                    <a:pt x="1097" y="6014"/>
                  </a:lnTo>
                  <a:lnTo>
                    <a:pt x="981" y="6054"/>
                  </a:lnTo>
                  <a:lnTo>
                    <a:pt x="865" y="6091"/>
                  </a:lnTo>
                  <a:lnTo>
                    <a:pt x="746" y="6122"/>
                  </a:lnTo>
                  <a:lnTo>
                    <a:pt x="625" y="6150"/>
                  </a:lnTo>
                  <a:lnTo>
                    <a:pt x="503" y="6171"/>
                  </a:lnTo>
                  <a:lnTo>
                    <a:pt x="380" y="6190"/>
                  </a:lnTo>
                  <a:lnTo>
                    <a:pt x="254" y="6203"/>
                  </a:lnTo>
                  <a:lnTo>
                    <a:pt x="128" y="6211"/>
                  </a:lnTo>
                  <a:lnTo>
                    <a:pt x="0" y="6213"/>
                  </a:lnTo>
                  <a:lnTo>
                    <a:pt x="77" y="6212"/>
                  </a:lnTo>
                  <a:lnTo>
                    <a:pt x="154" y="6208"/>
                  </a:lnTo>
                  <a:lnTo>
                    <a:pt x="230" y="6204"/>
                  </a:lnTo>
                  <a:lnTo>
                    <a:pt x="306" y="6197"/>
                  </a:lnTo>
                  <a:lnTo>
                    <a:pt x="382" y="6188"/>
                  </a:lnTo>
                  <a:lnTo>
                    <a:pt x="457" y="6177"/>
                  </a:lnTo>
                  <a:lnTo>
                    <a:pt x="531" y="6165"/>
                  </a:lnTo>
                  <a:lnTo>
                    <a:pt x="605" y="6150"/>
                  </a:lnTo>
                  <a:lnTo>
                    <a:pt x="677" y="6133"/>
                  </a:lnTo>
                  <a:lnTo>
                    <a:pt x="750" y="6115"/>
                  </a:lnTo>
                  <a:lnTo>
                    <a:pt x="821" y="6095"/>
                  </a:lnTo>
                  <a:lnTo>
                    <a:pt x="891" y="6074"/>
                  </a:lnTo>
                  <a:lnTo>
                    <a:pt x="962" y="6049"/>
                  </a:lnTo>
                  <a:lnTo>
                    <a:pt x="1031" y="6024"/>
                  </a:lnTo>
                  <a:lnTo>
                    <a:pt x="1100" y="5997"/>
                  </a:lnTo>
                  <a:lnTo>
                    <a:pt x="1168" y="5969"/>
                  </a:lnTo>
                  <a:lnTo>
                    <a:pt x="1235" y="5939"/>
                  </a:lnTo>
                  <a:lnTo>
                    <a:pt x="1300" y="5906"/>
                  </a:lnTo>
                  <a:lnTo>
                    <a:pt x="1365" y="5873"/>
                  </a:lnTo>
                  <a:lnTo>
                    <a:pt x="1429" y="5839"/>
                  </a:lnTo>
                  <a:lnTo>
                    <a:pt x="1493" y="5802"/>
                  </a:lnTo>
                  <a:lnTo>
                    <a:pt x="1555" y="5764"/>
                  </a:lnTo>
                  <a:lnTo>
                    <a:pt x="1677" y="5683"/>
                  </a:lnTo>
                  <a:lnTo>
                    <a:pt x="1736" y="5640"/>
                  </a:lnTo>
                  <a:lnTo>
                    <a:pt x="1795" y="5595"/>
                  </a:lnTo>
                  <a:lnTo>
                    <a:pt x="1852" y="5551"/>
                  </a:lnTo>
                  <a:lnTo>
                    <a:pt x="1907" y="5503"/>
                  </a:lnTo>
                  <a:lnTo>
                    <a:pt x="1963" y="5455"/>
                  </a:lnTo>
                  <a:lnTo>
                    <a:pt x="2017" y="5406"/>
                  </a:lnTo>
                  <a:lnTo>
                    <a:pt x="2070" y="5355"/>
                  </a:lnTo>
                  <a:lnTo>
                    <a:pt x="2121" y="5303"/>
                  </a:lnTo>
                  <a:lnTo>
                    <a:pt x="2171" y="5250"/>
                  </a:lnTo>
                  <a:lnTo>
                    <a:pt x="2220" y="5196"/>
                  </a:lnTo>
                  <a:lnTo>
                    <a:pt x="2268" y="5139"/>
                  </a:lnTo>
                  <a:lnTo>
                    <a:pt x="2314" y="5083"/>
                  </a:lnTo>
                  <a:lnTo>
                    <a:pt x="2360" y="5024"/>
                  </a:lnTo>
                  <a:lnTo>
                    <a:pt x="2404" y="4965"/>
                  </a:lnTo>
                  <a:lnTo>
                    <a:pt x="2447" y="4904"/>
                  </a:lnTo>
                  <a:lnTo>
                    <a:pt x="2487" y="4843"/>
                  </a:lnTo>
                  <a:lnTo>
                    <a:pt x="2527" y="4781"/>
                  </a:lnTo>
                  <a:lnTo>
                    <a:pt x="2565" y="4718"/>
                  </a:lnTo>
                  <a:lnTo>
                    <a:pt x="2602" y="4653"/>
                  </a:lnTo>
                  <a:lnTo>
                    <a:pt x="2638" y="4587"/>
                  </a:lnTo>
                  <a:lnTo>
                    <a:pt x="2671" y="4521"/>
                  </a:lnTo>
                  <a:lnTo>
                    <a:pt x="2703" y="4453"/>
                  </a:lnTo>
                  <a:lnTo>
                    <a:pt x="2735" y="4385"/>
                  </a:lnTo>
                  <a:lnTo>
                    <a:pt x="2763" y="4316"/>
                  </a:lnTo>
                  <a:lnTo>
                    <a:pt x="2791" y="4245"/>
                  </a:lnTo>
                  <a:lnTo>
                    <a:pt x="2817" y="4175"/>
                  </a:lnTo>
                  <a:lnTo>
                    <a:pt x="2842" y="4102"/>
                  </a:lnTo>
                  <a:lnTo>
                    <a:pt x="2865" y="4030"/>
                  </a:lnTo>
                  <a:lnTo>
                    <a:pt x="2885" y="3957"/>
                  </a:lnTo>
                  <a:lnTo>
                    <a:pt x="2905" y="3882"/>
                  </a:lnTo>
                  <a:lnTo>
                    <a:pt x="2922" y="3807"/>
                  </a:lnTo>
                  <a:lnTo>
                    <a:pt x="2938" y="3733"/>
                  </a:lnTo>
                  <a:lnTo>
                    <a:pt x="2952" y="3657"/>
                  </a:lnTo>
                  <a:lnTo>
                    <a:pt x="2965" y="3579"/>
                  </a:lnTo>
                  <a:lnTo>
                    <a:pt x="2975" y="3502"/>
                  </a:lnTo>
                  <a:lnTo>
                    <a:pt x="2984" y="3424"/>
                  </a:lnTo>
                  <a:lnTo>
                    <a:pt x="2990" y="3346"/>
                  </a:lnTo>
                  <a:lnTo>
                    <a:pt x="2996" y="3266"/>
                  </a:lnTo>
                  <a:lnTo>
                    <a:pt x="2998" y="3187"/>
                  </a:lnTo>
                  <a:lnTo>
                    <a:pt x="2999" y="3106"/>
                  </a:lnTo>
                  <a:lnTo>
                    <a:pt x="2997" y="2988"/>
                  </a:lnTo>
                  <a:lnTo>
                    <a:pt x="2991" y="2872"/>
                  </a:lnTo>
                  <a:lnTo>
                    <a:pt x="2981" y="2756"/>
                  </a:lnTo>
                  <a:lnTo>
                    <a:pt x="2966" y="2642"/>
                  </a:lnTo>
                  <a:lnTo>
                    <a:pt x="2948" y="2529"/>
                  </a:lnTo>
                  <a:lnTo>
                    <a:pt x="2926" y="2417"/>
                  </a:lnTo>
                  <a:lnTo>
                    <a:pt x="2899" y="2308"/>
                  </a:lnTo>
                  <a:lnTo>
                    <a:pt x="2869" y="2199"/>
                  </a:lnTo>
                  <a:lnTo>
                    <a:pt x="2836" y="2092"/>
                  </a:lnTo>
                  <a:lnTo>
                    <a:pt x="2799" y="1987"/>
                  </a:lnTo>
                  <a:lnTo>
                    <a:pt x="2759" y="1884"/>
                  </a:lnTo>
                  <a:lnTo>
                    <a:pt x="2714" y="1782"/>
                  </a:lnTo>
                  <a:lnTo>
                    <a:pt x="2667" y="1683"/>
                  </a:lnTo>
                  <a:lnTo>
                    <a:pt x="2616" y="1585"/>
                  </a:lnTo>
                  <a:lnTo>
                    <a:pt x="2562" y="1491"/>
                  </a:lnTo>
                  <a:lnTo>
                    <a:pt x="2505" y="1397"/>
                  </a:lnTo>
                  <a:lnTo>
                    <a:pt x="2485" y="1364"/>
                  </a:lnTo>
                  <a:lnTo>
                    <a:pt x="2462" y="1328"/>
                  </a:lnTo>
                  <a:lnTo>
                    <a:pt x="2435" y="1289"/>
                  </a:lnTo>
                  <a:lnTo>
                    <a:pt x="2406" y="1248"/>
                  </a:lnTo>
                  <a:lnTo>
                    <a:pt x="2374" y="1203"/>
                  </a:lnTo>
                  <a:lnTo>
                    <a:pt x="2337" y="1156"/>
                  </a:lnTo>
                  <a:lnTo>
                    <a:pt x="2296" y="1106"/>
                  </a:lnTo>
                  <a:lnTo>
                    <a:pt x="2251" y="1053"/>
                  </a:lnTo>
                  <a:lnTo>
                    <a:pt x="2199" y="993"/>
                  </a:lnTo>
                  <a:lnTo>
                    <a:pt x="2145" y="934"/>
                  </a:lnTo>
                  <a:lnTo>
                    <a:pt x="2089" y="878"/>
                  </a:lnTo>
                  <a:lnTo>
                    <a:pt x="2033" y="823"/>
                  </a:lnTo>
                  <a:lnTo>
                    <a:pt x="1975" y="768"/>
                  </a:lnTo>
                  <a:lnTo>
                    <a:pt x="1916" y="717"/>
                  </a:lnTo>
                  <a:lnTo>
                    <a:pt x="1856" y="666"/>
                  </a:lnTo>
                  <a:lnTo>
                    <a:pt x="1793" y="616"/>
                  </a:lnTo>
                  <a:lnTo>
                    <a:pt x="1730" y="569"/>
                  </a:lnTo>
                  <a:lnTo>
                    <a:pt x="1666" y="523"/>
                  </a:lnTo>
                  <a:lnTo>
                    <a:pt x="1600" y="479"/>
                  </a:lnTo>
                  <a:lnTo>
                    <a:pt x="1533" y="437"/>
                  </a:lnTo>
                  <a:lnTo>
                    <a:pt x="1465" y="395"/>
                  </a:lnTo>
                  <a:lnTo>
                    <a:pt x="1396" y="357"/>
                  </a:lnTo>
                  <a:lnTo>
                    <a:pt x="1327" y="320"/>
                  </a:lnTo>
                  <a:lnTo>
                    <a:pt x="1255" y="285"/>
                  </a:lnTo>
                  <a:lnTo>
                    <a:pt x="1183" y="251"/>
                  </a:lnTo>
                  <a:lnTo>
                    <a:pt x="1110" y="220"/>
                  </a:lnTo>
                  <a:lnTo>
                    <a:pt x="1035" y="190"/>
                  </a:lnTo>
                  <a:lnTo>
                    <a:pt x="961" y="164"/>
                  </a:lnTo>
                  <a:lnTo>
                    <a:pt x="885" y="137"/>
                  </a:lnTo>
                  <a:lnTo>
                    <a:pt x="809" y="114"/>
                  </a:lnTo>
                  <a:lnTo>
                    <a:pt x="731" y="93"/>
                  </a:lnTo>
                  <a:lnTo>
                    <a:pt x="652" y="74"/>
                  </a:lnTo>
                  <a:lnTo>
                    <a:pt x="574" y="57"/>
                  </a:lnTo>
                  <a:lnTo>
                    <a:pt x="493" y="42"/>
                  </a:lnTo>
                  <a:lnTo>
                    <a:pt x="412" y="29"/>
                  </a:lnTo>
                  <a:lnTo>
                    <a:pt x="332" y="18"/>
                  </a:lnTo>
                  <a:lnTo>
                    <a:pt x="250" y="10"/>
                  </a:lnTo>
                  <a:lnTo>
                    <a:pt x="167" y="5"/>
                  </a:lnTo>
                  <a:lnTo>
                    <a:pt x="84" y="1"/>
                  </a:lnTo>
                  <a:lnTo>
                    <a:pt x="0" y="0"/>
                  </a:lnTo>
                  <a:lnTo>
                    <a:pt x="128" y="2"/>
                  </a:lnTo>
                  <a:lnTo>
                    <a:pt x="254" y="10"/>
                  </a:lnTo>
                  <a:lnTo>
                    <a:pt x="380" y="23"/>
                  </a:lnTo>
                  <a:lnTo>
                    <a:pt x="504" y="42"/>
                  </a:lnTo>
                  <a:close/>
                </a:path>
              </a:pathLst>
            </a:custGeom>
            <a:solidFill>
              <a:srgbClr val="00CD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55" name="Freeform 212"/>
            <p:cNvSpPr>
              <a:spLocks/>
            </p:cNvSpPr>
            <p:nvPr/>
          </p:nvSpPr>
          <p:spPr bwMode="auto">
            <a:xfrm>
              <a:off x="2227" y="197"/>
              <a:ext cx="1553" cy="3106"/>
            </a:xfrm>
            <a:custGeom>
              <a:avLst/>
              <a:gdLst>
                <a:gd name="T0" fmla="*/ 865 w 3107"/>
                <a:gd name="T1" fmla="*/ 122 h 6213"/>
                <a:gd name="T2" fmla="*/ 1320 w 3107"/>
                <a:gd name="T3" fmla="*/ 294 h 6213"/>
                <a:gd name="T4" fmla="*/ 1737 w 3107"/>
                <a:gd name="T5" fmla="*/ 531 h 6213"/>
                <a:gd name="T6" fmla="*/ 2110 w 3107"/>
                <a:gd name="T7" fmla="*/ 828 h 6213"/>
                <a:gd name="T8" fmla="*/ 2435 w 3107"/>
                <a:gd name="T9" fmla="*/ 1177 h 6213"/>
                <a:gd name="T10" fmla="*/ 2702 w 3107"/>
                <a:gd name="T11" fmla="*/ 1574 h 6213"/>
                <a:gd name="T12" fmla="*/ 2907 w 3107"/>
                <a:gd name="T13" fmla="*/ 2009 h 6213"/>
                <a:gd name="T14" fmla="*/ 3043 w 3107"/>
                <a:gd name="T15" fmla="*/ 2480 h 6213"/>
                <a:gd name="T16" fmla="*/ 3104 w 3107"/>
                <a:gd name="T17" fmla="*/ 2978 h 6213"/>
                <a:gd name="T18" fmla="*/ 3084 w 3107"/>
                <a:gd name="T19" fmla="*/ 3487 h 6213"/>
                <a:gd name="T20" fmla="*/ 2984 w 3107"/>
                <a:gd name="T21" fmla="*/ 3972 h 6213"/>
                <a:gd name="T22" fmla="*/ 2813 w 3107"/>
                <a:gd name="T23" fmla="*/ 4426 h 6213"/>
                <a:gd name="T24" fmla="*/ 2576 w 3107"/>
                <a:gd name="T25" fmla="*/ 4843 h 6213"/>
                <a:gd name="T26" fmla="*/ 2278 w 3107"/>
                <a:gd name="T27" fmla="*/ 5216 h 6213"/>
                <a:gd name="T28" fmla="*/ 1929 w 3107"/>
                <a:gd name="T29" fmla="*/ 5541 h 6213"/>
                <a:gd name="T30" fmla="*/ 1533 w 3107"/>
                <a:gd name="T31" fmla="*/ 5809 h 6213"/>
                <a:gd name="T32" fmla="*/ 1097 w 3107"/>
                <a:gd name="T33" fmla="*/ 6014 h 6213"/>
                <a:gd name="T34" fmla="*/ 625 w 3107"/>
                <a:gd name="T35" fmla="*/ 6150 h 6213"/>
                <a:gd name="T36" fmla="*/ 128 w 3107"/>
                <a:gd name="T37" fmla="*/ 6211 h 6213"/>
                <a:gd name="T38" fmla="*/ 230 w 3107"/>
                <a:gd name="T39" fmla="*/ 6204 h 6213"/>
                <a:gd name="T40" fmla="*/ 531 w 3107"/>
                <a:gd name="T41" fmla="*/ 6165 h 6213"/>
                <a:gd name="T42" fmla="*/ 821 w 3107"/>
                <a:gd name="T43" fmla="*/ 6095 h 6213"/>
                <a:gd name="T44" fmla="*/ 1100 w 3107"/>
                <a:gd name="T45" fmla="*/ 5997 h 6213"/>
                <a:gd name="T46" fmla="*/ 1365 w 3107"/>
                <a:gd name="T47" fmla="*/ 5873 h 6213"/>
                <a:gd name="T48" fmla="*/ 1677 w 3107"/>
                <a:gd name="T49" fmla="*/ 5683 h 6213"/>
                <a:gd name="T50" fmla="*/ 1907 w 3107"/>
                <a:gd name="T51" fmla="*/ 5503 h 6213"/>
                <a:gd name="T52" fmla="*/ 2121 w 3107"/>
                <a:gd name="T53" fmla="*/ 5303 h 6213"/>
                <a:gd name="T54" fmla="*/ 2314 w 3107"/>
                <a:gd name="T55" fmla="*/ 5083 h 6213"/>
                <a:gd name="T56" fmla="*/ 2487 w 3107"/>
                <a:gd name="T57" fmla="*/ 4843 h 6213"/>
                <a:gd name="T58" fmla="*/ 2638 w 3107"/>
                <a:gd name="T59" fmla="*/ 4587 h 6213"/>
                <a:gd name="T60" fmla="*/ 2763 w 3107"/>
                <a:gd name="T61" fmla="*/ 4316 h 6213"/>
                <a:gd name="T62" fmla="*/ 2865 w 3107"/>
                <a:gd name="T63" fmla="*/ 4030 h 6213"/>
                <a:gd name="T64" fmla="*/ 2938 w 3107"/>
                <a:gd name="T65" fmla="*/ 3733 h 6213"/>
                <a:gd name="T66" fmla="*/ 2984 w 3107"/>
                <a:gd name="T67" fmla="*/ 3424 h 6213"/>
                <a:gd name="T68" fmla="*/ 2999 w 3107"/>
                <a:gd name="T69" fmla="*/ 3106 h 6213"/>
                <a:gd name="T70" fmla="*/ 2983 w 3107"/>
                <a:gd name="T71" fmla="*/ 2784 h 6213"/>
                <a:gd name="T72" fmla="*/ 2921 w 3107"/>
                <a:gd name="T73" fmla="*/ 2396 h 6213"/>
                <a:gd name="T74" fmla="*/ 2838 w 3107"/>
                <a:gd name="T75" fmla="*/ 2098 h 6213"/>
                <a:gd name="T76" fmla="*/ 2755 w 3107"/>
                <a:gd name="T77" fmla="*/ 1874 h 6213"/>
                <a:gd name="T78" fmla="*/ 2670 w 3107"/>
                <a:gd name="T79" fmla="*/ 1653 h 6213"/>
                <a:gd name="T80" fmla="*/ 2463 w 3107"/>
                <a:gd name="T81" fmla="*/ 1283 h 6213"/>
                <a:gd name="T82" fmla="*/ 2222 w 3107"/>
                <a:gd name="T83" fmla="*/ 987 h 6213"/>
                <a:gd name="T84" fmla="*/ 1978 w 3107"/>
                <a:gd name="T85" fmla="*/ 760 h 6213"/>
                <a:gd name="T86" fmla="*/ 1664 w 3107"/>
                <a:gd name="T87" fmla="*/ 522 h 6213"/>
                <a:gd name="T88" fmla="*/ 1234 w 3107"/>
                <a:gd name="T89" fmla="*/ 274 h 6213"/>
                <a:gd name="T90" fmla="*/ 764 w 3107"/>
                <a:gd name="T91" fmla="*/ 101 h 6213"/>
                <a:gd name="T92" fmla="*/ 261 w 3107"/>
                <a:gd name="T93" fmla="*/ 12 h 6213"/>
                <a:gd name="T94" fmla="*/ 254 w 3107"/>
                <a:gd name="T95" fmla="*/ 10 h 6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107" h="6213">
                  <a:moveTo>
                    <a:pt x="504" y="42"/>
                  </a:moveTo>
                  <a:lnTo>
                    <a:pt x="627" y="63"/>
                  </a:lnTo>
                  <a:lnTo>
                    <a:pt x="746" y="91"/>
                  </a:lnTo>
                  <a:lnTo>
                    <a:pt x="865" y="122"/>
                  </a:lnTo>
                  <a:lnTo>
                    <a:pt x="982" y="159"/>
                  </a:lnTo>
                  <a:lnTo>
                    <a:pt x="1097" y="199"/>
                  </a:lnTo>
                  <a:lnTo>
                    <a:pt x="1209" y="244"/>
                  </a:lnTo>
                  <a:lnTo>
                    <a:pt x="1320" y="294"/>
                  </a:lnTo>
                  <a:lnTo>
                    <a:pt x="1427" y="347"/>
                  </a:lnTo>
                  <a:lnTo>
                    <a:pt x="1533" y="404"/>
                  </a:lnTo>
                  <a:lnTo>
                    <a:pt x="1637" y="465"/>
                  </a:lnTo>
                  <a:lnTo>
                    <a:pt x="1737" y="531"/>
                  </a:lnTo>
                  <a:lnTo>
                    <a:pt x="1835" y="600"/>
                  </a:lnTo>
                  <a:lnTo>
                    <a:pt x="1929" y="673"/>
                  </a:lnTo>
                  <a:lnTo>
                    <a:pt x="2021" y="749"/>
                  </a:lnTo>
                  <a:lnTo>
                    <a:pt x="2110" y="828"/>
                  </a:lnTo>
                  <a:lnTo>
                    <a:pt x="2197" y="910"/>
                  </a:lnTo>
                  <a:lnTo>
                    <a:pt x="2280" y="997"/>
                  </a:lnTo>
                  <a:lnTo>
                    <a:pt x="2359" y="1085"/>
                  </a:lnTo>
                  <a:lnTo>
                    <a:pt x="2435" y="1177"/>
                  </a:lnTo>
                  <a:lnTo>
                    <a:pt x="2508" y="1272"/>
                  </a:lnTo>
                  <a:lnTo>
                    <a:pt x="2576" y="1370"/>
                  </a:lnTo>
                  <a:lnTo>
                    <a:pt x="2641" y="1471"/>
                  </a:lnTo>
                  <a:lnTo>
                    <a:pt x="2702" y="1574"/>
                  </a:lnTo>
                  <a:lnTo>
                    <a:pt x="2760" y="1680"/>
                  </a:lnTo>
                  <a:lnTo>
                    <a:pt x="2813" y="1787"/>
                  </a:lnTo>
                  <a:lnTo>
                    <a:pt x="2862" y="1897"/>
                  </a:lnTo>
                  <a:lnTo>
                    <a:pt x="2907" y="2009"/>
                  </a:lnTo>
                  <a:lnTo>
                    <a:pt x="2948" y="2124"/>
                  </a:lnTo>
                  <a:lnTo>
                    <a:pt x="2984" y="2241"/>
                  </a:lnTo>
                  <a:lnTo>
                    <a:pt x="3016" y="2361"/>
                  </a:lnTo>
                  <a:lnTo>
                    <a:pt x="3043" y="2480"/>
                  </a:lnTo>
                  <a:lnTo>
                    <a:pt x="3066" y="2602"/>
                  </a:lnTo>
                  <a:lnTo>
                    <a:pt x="3084" y="2727"/>
                  </a:lnTo>
                  <a:lnTo>
                    <a:pt x="3096" y="2852"/>
                  </a:lnTo>
                  <a:lnTo>
                    <a:pt x="3104" y="2978"/>
                  </a:lnTo>
                  <a:lnTo>
                    <a:pt x="3107" y="3106"/>
                  </a:lnTo>
                  <a:lnTo>
                    <a:pt x="3104" y="3234"/>
                  </a:lnTo>
                  <a:lnTo>
                    <a:pt x="3096" y="3362"/>
                  </a:lnTo>
                  <a:lnTo>
                    <a:pt x="3084" y="3487"/>
                  </a:lnTo>
                  <a:lnTo>
                    <a:pt x="3066" y="3610"/>
                  </a:lnTo>
                  <a:lnTo>
                    <a:pt x="3043" y="3733"/>
                  </a:lnTo>
                  <a:lnTo>
                    <a:pt x="3016" y="3854"/>
                  </a:lnTo>
                  <a:lnTo>
                    <a:pt x="2984" y="3972"/>
                  </a:lnTo>
                  <a:lnTo>
                    <a:pt x="2948" y="4089"/>
                  </a:lnTo>
                  <a:lnTo>
                    <a:pt x="2907" y="4204"/>
                  </a:lnTo>
                  <a:lnTo>
                    <a:pt x="2862" y="4316"/>
                  </a:lnTo>
                  <a:lnTo>
                    <a:pt x="2813" y="4426"/>
                  </a:lnTo>
                  <a:lnTo>
                    <a:pt x="2760" y="4534"/>
                  </a:lnTo>
                  <a:lnTo>
                    <a:pt x="2702" y="4640"/>
                  </a:lnTo>
                  <a:lnTo>
                    <a:pt x="2640" y="4743"/>
                  </a:lnTo>
                  <a:lnTo>
                    <a:pt x="2576" y="4843"/>
                  </a:lnTo>
                  <a:lnTo>
                    <a:pt x="2506" y="4941"/>
                  </a:lnTo>
                  <a:lnTo>
                    <a:pt x="2434" y="5037"/>
                  </a:lnTo>
                  <a:lnTo>
                    <a:pt x="2358" y="5128"/>
                  </a:lnTo>
                  <a:lnTo>
                    <a:pt x="2278" y="5216"/>
                  </a:lnTo>
                  <a:lnTo>
                    <a:pt x="2195" y="5303"/>
                  </a:lnTo>
                  <a:lnTo>
                    <a:pt x="2110" y="5386"/>
                  </a:lnTo>
                  <a:lnTo>
                    <a:pt x="2021" y="5465"/>
                  </a:lnTo>
                  <a:lnTo>
                    <a:pt x="1929" y="5541"/>
                  </a:lnTo>
                  <a:lnTo>
                    <a:pt x="1834" y="5614"/>
                  </a:lnTo>
                  <a:lnTo>
                    <a:pt x="1736" y="5683"/>
                  </a:lnTo>
                  <a:lnTo>
                    <a:pt x="1636" y="5747"/>
                  </a:lnTo>
                  <a:lnTo>
                    <a:pt x="1533" y="5809"/>
                  </a:lnTo>
                  <a:lnTo>
                    <a:pt x="1427" y="5866"/>
                  </a:lnTo>
                  <a:lnTo>
                    <a:pt x="1319" y="5919"/>
                  </a:lnTo>
                  <a:lnTo>
                    <a:pt x="1208" y="5969"/>
                  </a:lnTo>
                  <a:lnTo>
                    <a:pt x="1097" y="6014"/>
                  </a:lnTo>
                  <a:lnTo>
                    <a:pt x="981" y="6054"/>
                  </a:lnTo>
                  <a:lnTo>
                    <a:pt x="865" y="6091"/>
                  </a:lnTo>
                  <a:lnTo>
                    <a:pt x="746" y="6122"/>
                  </a:lnTo>
                  <a:lnTo>
                    <a:pt x="625" y="6150"/>
                  </a:lnTo>
                  <a:lnTo>
                    <a:pt x="503" y="6171"/>
                  </a:lnTo>
                  <a:lnTo>
                    <a:pt x="380" y="6190"/>
                  </a:lnTo>
                  <a:lnTo>
                    <a:pt x="254" y="6203"/>
                  </a:lnTo>
                  <a:lnTo>
                    <a:pt x="128" y="6211"/>
                  </a:lnTo>
                  <a:lnTo>
                    <a:pt x="0" y="6213"/>
                  </a:lnTo>
                  <a:lnTo>
                    <a:pt x="77" y="6212"/>
                  </a:lnTo>
                  <a:lnTo>
                    <a:pt x="154" y="6208"/>
                  </a:lnTo>
                  <a:lnTo>
                    <a:pt x="230" y="6204"/>
                  </a:lnTo>
                  <a:lnTo>
                    <a:pt x="306" y="6197"/>
                  </a:lnTo>
                  <a:lnTo>
                    <a:pt x="382" y="6188"/>
                  </a:lnTo>
                  <a:lnTo>
                    <a:pt x="457" y="6177"/>
                  </a:lnTo>
                  <a:lnTo>
                    <a:pt x="531" y="6165"/>
                  </a:lnTo>
                  <a:lnTo>
                    <a:pt x="605" y="6150"/>
                  </a:lnTo>
                  <a:lnTo>
                    <a:pt x="677" y="6133"/>
                  </a:lnTo>
                  <a:lnTo>
                    <a:pt x="750" y="6115"/>
                  </a:lnTo>
                  <a:lnTo>
                    <a:pt x="821" y="6095"/>
                  </a:lnTo>
                  <a:lnTo>
                    <a:pt x="891" y="6074"/>
                  </a:lnTo>
                  <a:lnTo>
                    <a:pt x="962" y="6049"/>
                  </a:lnTo>
                  <a:lnTo>
                    <a:pt x="1031" y="6024"/>
                  </a:lnTo>
                  <a:lnTo>
                    <a:pt x="1100" y="5997"/>
                  </a:lnTo>
                  <a:lnTo>
                    <a:pt x="1168" y="5969"/>
                  </a:lnTo>
                  <a:lnTo>
                    <a:pt x="1235" y="5939"/>
                  </a:lnTo>
                  <a:lnTo>
                    <a:pt x="1300" y="5906"/>
                  </a:lnTo>
                  <a:lnTo>
                    <a:pt x="1365" y="5873"/>
                  </a:lnTo>
                  <a:lnTo>
                    <a:pt x="1429" y="5839"/>
                  </a:lnTo>
                  <a:lnTo>
                    <a:pt x="1493" y="5802"/>
                  </a:lnTo>
                  <a:lnTo>
                    <a:pt x="1555" y="5764"/>
                  </a:lnTo>
                  <a:lnTo>
                    <a:pt x="1677" y="5683"/>
                  </a:lnTo>
                  <a:lnTo>
                    <a:pt x="1736" y="5640"/>
                  </a:lnTo>
                  <a:lnTo>
                    <a:pt x="1795" y="5595"/>
                  </a:lnTo>
                  <a:lnTo>
                    <a:pt x="1852" y="5551"/>
                  </a:lnTo>
                  <a:lnTo>
                    <a:pt x="1907" y="5503"/>
                  </a:lnTo>
                  <a:lnTo>
                    <a:pt x="1963" y="5455"/>
                  </a:lnTo>
                  <a:lnTo>
                    <a:pt x="2017" y="5406"/>
                  </a:lnTo>
                  <a:lnTo>
                    <a:pt x="2070" y="5355"/>
                  </a:lnTo>
                  <a:lnTo>
                    <a:pt x="2121" y="5303"/>
                  </a:lnTo>
                  <a:lnTo>
                    <a:pt x="2171" y="5250"/>
                  </a:lnTo>
                  <a:lnTo>
                    <a:pt x="2220" y="5196"/>
                  </a:lnTo>
                  <a:lnTo>
                    <a:pt x="2268" y="5139"/>
                  </a:lnTo>
                  <a:lnTo>
                    <a:pt x="2314" y="5083"/>
                  </a:lnTo>
                  <a:lnTo>
                    <a:pt x="2360" y="5024"/>
                  </a:lnTo>
                  <a:lnTo>
                    <a:pt x="2404" y="4965"/>
                  </a:lnTo>
                  <a:lnTo>
                    <a:pt x="2447" y="4904"/>
                  </a:lnTo>
                  <a:lnTo>
                    <a:pt x="2487" y="4843"/>
                  </a:lnTo>
                  <a:lnTo>
                    <a:pt x="2527" y="4781"/>
                  </a:lnTo>
                  <a:lnTo>
                    <a:pt x="2565" y="4718"/>
                  </a:lnTo>
                  <a:lnTo>
                    <a:pt x="2602" y="4653"/>
                  </a:lnTo>
                  <a:lnTo>
                    <a:pt x="2638" y="4587"/>
                  </a:lnTo>
                  <a:lnTo>
                    <a:pt x="2671" y="4521"/>
                  </a:lnTo>
                  <a:lnTo>
                    <a:pt x="2703" y="4453"/>
                  </a:lnTo>
                  <a:lnTo>
                    <a:pt x="2735" y="4385"/>
                  </a:lnTo>
                  <a:lnTo>
                    <a:pt x="2763" y="4316"/>
                  </a:lnTo>
                  <a:lnTo>
                    <a:pt x="2791" y="4245"/>
                  </a:lnTo>
                  <a:lnTo>
                    <a:pt x="2817" y="4175"/>
                  </a:lnTo>
                  <a:lnTo>
                    <a:pt x="2842" y="4102"/>
                  </a:lnTo>
                  <a:lnTo>
                    <a:pt x="2865" y="4030"/>
                  </a:lnTo>
                  <a:lnTo>
                    <a:pt x="2885" y="3957"/>
                  </a:lnTo>
                  <a:lnTo>
                    <a:pt x="2905" y="3882"/>
                  </a:lnTo>
                  <a:lnTo>
                    <a:pt x="2922" y="3807"/>
                  </a:lnTo>
                  <a:lnTo>
                    <a:pt x="2938" y="3733"/>
                  </a:lnTo>
                  <a:lnTo>
                    <a:pt x="2952" y="3657"/>
                  </a:lnTo>
                  <a:lnTo>
                    <a:pt x="2965" y="3579"/>
                  </a:lnTo>
                  <a:lnTo>
                    <a:pt x="2975" y="3502"/>
                  </a:lnTo>
                  <a:lnTo>
                    <a:pt x="2984" y="3424"/>
                  </a:lnTo>
                  <a:lnTo>
                    <a:pt x="2990" y="3346"/>
                  </a:lnTo>
                  <a:lnTo>
                    <a:pt x="2996" y="3266"/>
                  </a:lnTo>
                  <a:lnTo>
                    <a:pt x="2998" y="3187"/>
                  </a:lnTo>
                  <a:lnTo>
                    <a:pt x="2999" y="3106"/>
                  </a:lnTo>
                  <a:lnTo>
                    <a:pt x="2998" y="3025"/>
                  </a:lnTo>
                  <a:lnTo>
                    <a:pt x="2996" y="2945"/>
                  </a:lnTo>
                  <a:lnTo>
                    <a:pt x="2990" y="2864"/>
                  </a:lnTo>
                  <a:lnTo>
                    <a:pt x="2983" y="2784"/>
                  </a:lnTo>
                  <a:lnTo>
                    <a:pt x="2975" y="2706"/>
                  </a:lnTo>
                  <a:lnTo>
                    <a:pt x="2952" y="2549"/>
                  </a:lnTo>
                  <a:lnTo>
                    <a:pt x="2937" y="2472"/>
                  </a:lnTo>
                  <a:lnTo>
                    <a:pt x="2921" y="2396"/>
                  </a:lnTo>
                  <a:lnTo>
                    <a:pt x="2903" y="2320"/>
                  </a:lnTo>
                  <a:lnTo>
                    <a:pt x="2883" y="2245"/>
                  </a:lnTo>
                  <a:lnTo>
                    <a:pt x="2861" y="2172"/>
                  </a:lnTo>
                  <a:lnTo>
                    <a:pt x="2838" y="2098"/>
                  </a:lnTo>
                  <a:lnTo>
                    <a:pt x="2813" y="2025"/>
                  </a:lnTo>
                  <a:lnTo>
                    <a:pt x="2786" y="1954"/>
                  </a:lnTo>
                  <a:lnTo>
                    <a:pt x="2758" y="1884"/>
                  </a:lnTo>
                  <a:lnTo>
                    <a:pt x="2755" y="1874"/>
                  </a:lnTo>
                  <a:lnTo>
                    <a:pt x="2754" y="1870"/>
                  </a:lnTo>
                  <a:lnTo>
                    <a:pt x="2753" y="1866"/>
                  </a:lnTo>
                  <a:lnTo>
                    <a:pt x="2714" y="1757"/>
                  </a:lnTo>
                  <a:lnTo>
                    <a:pt x="2670" y="1653"/>
                  </a:lnTo>
                  <a:lnTo>
                    <a:pt x="2623" y="1553"/>
                  </a:lnTo>
                  <a:lnTo>
                    <a:pt x="2572" y="1459"/>
                  </a:lnTo>
                  <a:lnTo>
                    <a:pt x="2518" y="1369"/>
                  </a:lnTo>
                  <a:lnTo>
                    <a:pt x="2463" y="1283"/>
                  </a:lnTo>
                  <a:lnTo>
                    <a:pt x="2404" y="1203"/>
                  </a:lnTo>
                  <a:lnTo>
                    <a:pt x="2344" y="1127"/>
                  </a:lnTo>
                  <a:lnTo>
                    <a:pt x="2284" y="1054"/>
                  </a:lnTo>
                  <a:lnTo>
                    <a:pt x="2222" y="987"/>
                  </a:lnTo>
                  <a:lnTo>
                    <a:pt x="2161" y="924"/>
                  </a:lnTo>
                  <a:lnTo>
                    <a:pt x="2099" y="865"/>
                  </a:lnTo>
                  <a:lnTo>
                    <a:pt x="2038" y="811"/>
                  </a:lnTo>
                  <a:lnTo>
                    <a:pt x="1978" y="760"/>
                  </a:lnTo>
                  <a:lnTo>
                    <a:pt x="1919" y="714"/>
                  </a:lnTo>
                  <a:lnTo>
                    <a:pt x="1863" y="672"/>
                  </a:lnTo>
                  <a:lnTo>
                    <a:pt x="1765" y="595"/>
                  </a:lnTo>
                  <a:lnTo>
                    <a:pt x="1664" y="522"/>
                  </a:lnTo>
                  <a:lnTo>
                    <a:pt x="1561" y="454"/>
                  </a:lnTo>
                  <a:lnTo>
                    <a:pt x="1455" y="389"/>
                  </a:lnTo>
                  <a:lnTo>
                    <a:pt x="1345" y="330"/>
                  </a:lnTo>
                  <a:lnTo>
                    <a:pt x="1234" y="274"/>
                  </a:lnTo>
                  <a:lnTo>
                    <a:pt x="1120" y="224"/>
                  </a:lnTo>
                  <a:lnTo>
                    <a:pt x="1003" y="179"/>
                  </a:lnTo>
                  <a:lnTo>
                    <a:pt x="885" y="137"/>
                  </a:lnTo>
                  <a:lnTo>
                    <a:pt x="764" y="101"/>
                  </a:lnTo>
                  <a:lnTo>
                    <a:pt x="640" y="71"/>
                  </a:lnTo>
                  <a:lnTo>
                    <a:pt x="516" y="46"/>
                  </a:lnTo>
                  <a:lnTo>
                    <a:pt x="389" y="27"/>
                  </a:lnTo>
                  <a:lnTo>
                    <a:pt x="261" y="12"/>
                  </a:lnTo>
                  <a:lnTo>
                    <a:pt x="131" y="4"/>
                  </a:lnTo>
                  <a:lnTo>
                    <a:pt x="0" y="0"/>
                  </a:lnTo>
                  <a:lnTo>
                    <a:pt x="128" y="2"/>
                  </a:lnTo>
                  <a:lnTo>
                    <a:pt x="254" y="10"/>
                  </a:lnTo>
                  <a:lnTo>
                    <a:pt x="380" y="23"/>
                  </a:lnTo>
                  <a:lnTo>
                    <a:pt x="504" y="42"/>
                  </a:lnTo>
                  <a:close/>
                </a:path>
              </a:pathLst>
            </a:custGeom>
            <a:solidFill>
              <a:srgbClr val="00C53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56" name="Freeform 213"/>
            <p:cNvSpPr>
              <a:spLocks/>
            </p:cNvSpPr>
            <p:nvPr/>
          </p:nvSpPr>
          <p:spPr bwMode="auto">
            <a:xfrm>
              <a:off x="2227" y="197"/>
              <a:ext cx="1553" cy="3106"/>
            </a:xfrm>
            <a:custGeom>
              <a:avLst/>
              <a:gdLst>
                <a:gd name="T0" fmla="*/ 865 w 3107"/>
                <a:gd name="T1" fmla="*/ 122 h 6213"/>
                <a:gd name="T2" fmla="*/ 1320 w 3107"/>
                <a:gd name="T3" fmla="*/ 294 h 6213"/>
                <a:gd name="T4" fmla="*/ 1737 w 3107"/>
                <a:gd name="T5" fmla="*/ 531 h 6213"/>
                <a:gd name="T6" fmla="*/ 2110 w 3107"/>
                <a:gd name="T7" fmla="*/ 828 h 6213"/>
                <a:gd name="T8" fmla="*/ 2435 w 3107"/>
                <a:gd name="T9" fmla="*/ 1177 h 6213"/>
                <a:gd name="T10" fmla="*/ 2702 w 3107"/>
                <a:gd name="T11" fmla="*/ 1574 h 6213"/>
                <a:gd name="T12" fmla="*/ 2907 w 3107"/>
                <a:gd name="T13" fmla="*/ 2009 h 6213"/>
                <a:gd name="T14" fmla="*/ 3043 w 3107"/>
                <a:gd name="T15" fmla="*/ 2480 h 6213"/>
                <a:gd name="T16" fmla="*/ 3104 w 3107"/>
                <a:gd name="T17" fmla="*/ 2978 h 6213"/>
                <a:gd name="T18" fmla="*/ 3084 w 3107"/>
                <a:gd name="T19" fmla="*/ 3487 h 6213"/>
                <a:gd name="T20" fmla="*/ 2984 w 3107"/>
                <a:gd name="T21" fmla="*/ 3972 h 6213"/>
                <a:gd name="T22" fmla="*/ 2813 w 3107"/>
                <a:gd name="T23" fmla="*/ 4426 h 6213"/>
                <a:gd name="T24" fmla="*/ 2576 w 3107"/>
                <a:gd name="T25" fmla="*/ 4843 h 6213"/>
                <a:gd name="T26" fmla="*/ 2278 w 3107"/>
                <a:gd name="T27" fmla="*/ 5216 h 6213"/>
                <a:gd name="T28" fmla="*/ 1929 w 3107"/>
                <a:gd name="T29" fmla="*/ 5541 h 6213"/>
                <a:gd name="T30" fmla="*/ 1533 w 3107"/>
                <a:gd name="T31" fmla="*/ 5809 h 6213"/>
                <a:gd name="T32" fmla="*/ 1097 w 3107"/>
                <a:gd name="T33" fmla="*/ 6014 h 6213"/>
                <a:gd name="T34" fmla="*/ 625 w 3107"/>
                <a:gd name="T35" fmla="*/ 6150 h 6213"/>
                <a:gd name="T36" fmla="*/ 128 w 3107"/>
                <a:gd name="T37" fmla="*/ 6211 h 6213"/>
                <a:gd name="T38" fmla="*/ 230 w 3107"/>
                <a:gd name="T39" fmla="*/ 6204 h 6213"/>
                <a:gd name="T40" fmla="*/ 531 w 3107"/>
                <a:gd name="T41" fmla="*/ 6165 h 6213"/>
                <a:gd name="T42" fmla="*/ 821 w 3107"/>
                <a:gd name="T43" fmla="*/ 6095 h 6213"/>
                <a:gd name="T44" fmla="*/ 1100 w 3107"/>
                <a:gd name="T45" fmla="*/ 5997 h 6213"/>
                <a:gd name="T46" fmla="*/ 1365 w 3107"/>
                <a:gd name="T47" fmla="*/ 5873 h 6213"/>
                <a:gd name="T48" fmla="*/ 1677 w 3107"/>
                <a:gd name="T49" fmla="*/ 5683 h 6213"/>
                <a:gd name="T50" fmla="*/ 1907 w 3107"/>
                <a:gd name="T51" fmla="*/ 5503 h 6213"/>
                <a:gd name="T52" fmla="*/ 2121 w 3107"/>
                <a:gd name="T53" fmla="*/ 5303 h 6213"/>
                <a:gd name="T54" fmla="*/ 2314 w 3107"/>
                <a:gd name="T55" fmla="*/ 5083 h 6213"/>
                <a:gd name="T56" fmla="*/ 2487 w 3107"/>
                <a:gd name="T57" fmla="*/ 4843 h 6213"/>
                <a:gd name="T58" fmla="*/ 2638 w 3107"/>
                <a:gd name="T59" fmla="*/ 4587 h 6213"/>
                <a:gd name="T60" fmla="*/ 2763 w 3107"/>
                <a:gd name="T61" fmla="*/ 4316 h 6213"/>
                <a:gd name="T62" fmla="*/ 2865 w 3107"/>
                <a:gd name="T63" fmla="*/ 4030 h 6213"/>
                <a:gd name="T64" fmla="*/ 2938 w 3107"/>
                <a:gd name="T65" fmla="*/ 3733 h 6213"/>
                <a:gd name="T66" fmla="*/ 2984 w 3107"/>
                <a:gd name="T67" fmla="*/ 3424 h 6213"/>
                <a:gd name="T68" fmla="*/ 2999 w 3107"/>
                <a:gd name="T69" fmla="*/ 3106 h 6213"/>
                <a:gd name="T70" fmla="*/ 2964 w 3107"/>
                <a:gd name="T71" fmla="*/ 2626 h 6213"/>
                <a:gd name="T72" fmla="*/ 2860 w 3107"/>
                <a:gd name="T73" fmla="*/ 2169 h 6213"/>
                <a:gd name="T74" fmla="*/ 2802 w 3107"/>
                <a:gd name="T75" fmla="*/ 1923 h 6213"/>
                <a:gd name="T76" fmla="*/ 2714 w 3107"/>
                <a:gd name="T77" fmla="*/ 1682 h 6213"/>
                <a:gd name="T78" fmla="*/ 2594 w 3107"/>
                <a:gd name="T79" fmla="*/ 1449 h 6213"/>
                <a:gd name="T80" fmla="*/ 2448 w 3107"/>
                <a:gd name="T81" fmla="*/ 1228 h 6213"/>
                <a:gd name="T82" fmla="*/ 2276 w 3107"/>
                <a:gd name="T83" fmla="*/ 1018 h 6213"/>
                <a:gd name="T84" fmla="*/ 2079 w 3107"/>
                <a:gd name="T85" fmla="*/ 825 h 6213"/>
                <a:gd name="T86" fmla="*/ 1860 w 3107"/>
                <a:gd name="T87" fmla="*/ 649 h 6213"/>
                <a:gd name="T88" fmla="*/ 1532 w 3107"/>
                <a:gd name="T89" fmla="*/ 436 h 6213"/>
                <a:gd name="T90" fmla="*/ 1158 w 3107"/>
                <a:gd name="T91" fmla="*/ 240 h 6213"/>
                <a:gd name="T92" fmla="*/ 756 w 3107"/>
                <a:gd name="T93" fmla="*/ 99 h 6213"/>
                <a:gd name="T94" fmla="*/ 330 w 3107"/>
                <a:gd name="T95" fmla="*/ 18 h 6213"/>
                <a:gd name="T96" fmla="*/ 128 w 3107"/>
                <a:gd name="T97" fmla="*/ 2 h 6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107" h="6213">
                  <a:moveTo>
                    <a:pt x="504" y="42"/>
                  </a:moveTo>
                  <a:lnTo>
                    <a:pt x="627" y="63"/>
                  </a:lnTo>
                  <a:lnTo>
                    <a:pt x="746" y="91"/>
                  </a:lnTo>
                  <a:lnTo>
                    <a:pt x="865" y="122"/>
                  </a:lnTo>
                  <a:lnTo>
                    <a:pt x="982" y="159"/>
                  </a:lnTo>
                  <a:lnTo>
                    <a:pt x="1097" y="199"/>
                  </a:lnTo>
                  <a:lnTo>
                    <a:pt x="1209" y="244"/>
                  </a:lnTo>
                  <a:lnTo>
                    <a:pt x="1320" y="294"/>
                  </a:lnTo>
                  <a:lnTo>
                    <a:pt x="1427" y="347"/>
                  </a:lnTo>
                  <a:lnTo>
                    <a:pt x="1533" y="404"/>
                  </a:lnTo>
                  <a:lnTo>
                    <a:pt x="1637" y="465"/>
                  </a:lnTo>
                  <a:lnTo>
                    <a:pt x="1737" y="531"/>
                  </a:lnTo>
                  <a:lnTo>
                    <a:pt x="1835" y="600"/>
                  </a:lnTo>
                  <a:lnTo>
                    <a:pt x="1929" y="673"/>
                  </a:lnTo>
                  <a:lnTo>
                    <a:pt x="2021" y="749"/>
                  </a:lnTo>
                  <a:lnTo>
                    <a:pt x="2110" y="828"/>
                  </a:lnTo>
                  <a:lnTo>
                    <a:pt x="2197" y="910"/>
                  </a:lnTo>
                  <a:lnTo>
                    <a:pt x="2280" y="997"/>
                  </a:lnTo>
                  <a:lnTo>
                    <a:pt x="2359" y="1085"/>
                  </a:lnTo>
                  <a:lnTo>
                    <a:pt x="2435" y="1177"/>
                  </a:lnTo>
                  <a:lnTo>
                    <a:pt x="2508" y="1272"/>
                  </a:lnTo>
                  <a:lnTo>
                    <a:pt x="2576" y="1370"/>
                  </a:lnTo>
                  <a:lnTo>
                    <a:pt x="2641" y="1471"/>
                  </a:lnTo>
                  <a:lnTo>
                    <a:pt x="2702" y="1574"/>
                  </a:lnTo>
                  <a:lnTo>
                    <a:pt x="2760" y="1680"/>
                  </a:lnTo>
                  <a:lnTo>
                    <a:pt x="2813" y="1787"/>
                  </a:lnTo>
                  <a:lnTo>
                    <a:pt x="2862" y="1897"/>
                  </a:lnTo>
                  <a:lnTo>
                    <a:pt x="2907" y="2009"/>
                  </a:lnTo>
                  <a:lnTo>
                    <a:pt x="2948" y="2124"/>
                  </a:lnTo>
                  <a:lnTo>
                    <a:pt x="2984" y="2241"/>
                  </a:lnTo>
                  <a:lnTo>
                    <a:pt x="3016" y="2361"/>
                  </a:lnTo>
                  <a:lnTo>
                    <a:pt x="3043" y="2480"/>
                  </a:lnTo>
                  <a:lnTo>
                    <a:pt x="3066" y="2602"/>
                  </a:lnTo>
                  <a:lnTo>
                    <a:pt x="3084" y="2727"/>
                  </a:lnTo>
                  <a:lnTo>
                    <a:pt x="3096" y="2852"/>
                  </a:lnTo>
                  <a:lnTo>
                    <a:pt x="3104" y="2978"/>
                  </a:lnTo>
                  <a:lnTo>
                    <a:pt x="3107" y="3106"/>
                  </a:lnTo>
                  <a:lnTo>
                    <a:pt x="3104" y="3234"/>
                  </a:lnTo>
                  <a:lnTo>
                    <a:pt x="3096" y="3362"/>
                  </a:lnTo>
                  <a:lnTo>
                    <a:pt x="3084" y="3487"/>
                  </a:lnTo>
                  <a:lnTo>
                    <a:pt x="3066" y="3610"/>
                  </a:lnTo>
                  <a:lnTo>
                    <a:pt x="3043" y="3733"/>
                  </a:lnTo>
                  <a:lnTo>
                    <a:pt x="3016" y="3854"/>
                  </a:lnTo>
                  <a:lnTo>
                    <a:pt x="2984" y="3972"/>
                  </a:lnTo>
                  <a:lnTo>
                    <a:pt x="2948" y="4089"/>
                  </a:lnTo>
                  <a:lnTo>
                    <a:pt x="2907" y="4204"/>
                  </a:lnTo>
                  <a:lnTo>
                    <a:pt x="2862" y="4316"/>
                  </a:lnTo>
                  <a:lnTo>
                    <a:pt x="2813" y="4426"/>
                  </a:lnTo>
                  <a:lnTo>
                    <a:pt x="2760" y="4534"/>
                  </a:lnTo>
                  <a:lnTo>
                    <a:pt x="2702" y="4640"/>
                  </a:lnTo>
                  <a:lnTo>
                    <a:pt x="2640" y="4743"/>
                  </a:lnTo>
                  <a:lnTo>
                    <a:pt x="2576" y="4843"/>
                  </a:lnTo>
                  <a:lnTo>
                    <a:pt x="2506" y="4941"/>
                  </a:lnTo>
                  <a:lnTo>
                    <a:pt x="2434" y="5037"/>
                  </a:lnTo>
                  <a:lnTo>
                    <a:pt x="2358" y="5128"/>
                  </a:lnTo>
                  <a:lnTo>
                    <a:pt x="2278" y="5216"/>
                  </a:lnTo>
                  <a:lnTo>
                    <a:pt x="2195" y="5303"/>
                  </a:lnTo>
                  <a:lnTo>
                    <a:pt x="2110" y="5386"/>
                  </a:lnTo>
                  <a:lnTo>
                    <a:pt x="2021" y="5465"/>
                  </a:lnTo>
                  <a:lnTo>
                    <a:pt x="1929" y="5541"/>
                  </a:lnTo>
                  <a:lnTo>
                    <a:pt x="1834" y="5614"/>
                  </a:lnTo>
                  <a:lnTo>
                    <a:pt x="1736" y="5683"/>
                  </a:lnTo>
                  <a:lnTo>
                    <a:pt x="1636" y="5747"/>
                  </a:lnTo>
                  <a:lnTo>
                    <a:pt x="1533" y="5809"/>
                  </a:lnTo>
                  <a:lnTo>
                    <a:pt x="1427" y="5866"/>
                  </a:lnTo>
                  <a:lnTo>
                    <a:pt x="1319" y="5919"/>
                  </a:lnTo>
                  <a:lnTo>
                    <a:pt x="1208" y="5969"/>
                  </a:lnTo>
                  <a:lnTo>
                    <a:pt x="1097" y="6014"/>
                  </a:lnTo>
                  <a:lnTo>
                    <a:pt x="981" y="6054"/>
                  </a:lnTo>
                  <a:lnTo>
                    <a:pt x="865" y="6091"/>
                  </a:lnTo>
                  <a:lnTo>
                    <a:pt x="746" y="6122"/>
                  </a:lnTo>
                  <a:lnTo>
                    <a:pt x="625" y="6150"/>
                  </a:lnTo>
                  <a:lnTo>
                    <a:pt x="503" y="6171"/>
                  </a:lnTo>
                  <a:lnTo>
                    <a:pt x="380" y="6190"/>
                  </a:lnTo>
                  <a:lnTo>
                    <a:pt x="254" y="6203"/>
                  </a:lnTo>
                  <a:lnTo>
                    <a:pt x="128" y="6211"/>
                  </a:lnTo>
                  <a:lnTo>
                    <a:pt x="0" y="6213"/>
                  </a:lnTo>
                  <a:lnTo>
                    <a:pt x="77" y="6212"/>
                  </a:lnTo>
                  <a:lnTo>
                    <a:pt x="154" y="6208"/>
                  </a:lnTo>
                  <a:lnTo>
                    <a:pt x="230" y="6204"/>
                  </a:lnTo>
                  <a:lnTo>
                    <a:pt x="306" y="6197"/>
                  </a:lnTo>
                  <a:lnTo>
                    <a:pt x="382" y="6188"/>
                  </a:lnTo>
                  <a:lnTo>
                    <a:pt x="457" y="6177"/>
                  </a:lnTo>
                  <a:lnTo>
                    <a:pt x="531" y="6165"/>
                  </a:lnTo>
                  <a:lnTo>
                    <a:pt x="605" y="6150"/>
                  </a:lnTo>
                  <a:lnTo>
                    <a:pt x="677" y="6133"/>
                  </a:lnTo>
                  <a:lnTo>
                    <a:pt x="750" y="6115"/>
                  </a:lnTo>
                  <a:lnTo>
                    <a:pt x="821" y="6095"/>
                  </a:lnTo>
                  <a:lnTo>
                    <a:pt x="891" y="6074"/>
                  </a:lnTo>
                  <a:lnTo>
                    <a:pt x="962" y="6049"/>
                  </a:lnTo>
                  <a:lnTo>
                    <a:pt x="1031" y="6024"/>
                  </a:lnTo>
                  <a:lnTo>
                    <a:pt x="1100" y="5997"/>
                  </a:lnTo>
                  <a:lnTo>
                    <a:pt x="1168" y="5969"/>
                  </a:lnTo>
                  <a:lnTo>
                    <a:pt x="1235" y="5939"/>
                  </a:lnTo>
                  <a:lnTo>
                    <a:pt x="1300" y="5906"/>
                  </a:lnTo>
                  <a:lnTo>
                    <a:pt x="1365" y="5873"/>
                  </a:lnTo>
                  <a:lnTo>
                    <a:pt x="1429" y="5839"/>
                  </a:lnTo>
                  <a:lnTo>
                    <a:pt x="1493" y="5802"/>
                  </a:lnTo>
                  <a:lnTo>
                    <a:pt x="1555" y="5764"/>
                  </a:lnTo>
                  <a:lnTo>
                    <a:pt x="1677" y="5683"/>
                  </a:lnTo>
                  <a:lnTo>
                    <a:pt x="1736" y="5640"/>
                  </a:lnTo>
                  <a:lnTo>
                    <a:pt x="1795" y="5595"/>
                  </a:lnTo>
                  <a:lnTo>
                    <a:pt x="1852" y="5551"/>
                  </a:lnTo>
                  <a:lnTo>
                    <a:pt x="1907" y="5503"/>
                  </a:lnTo>
                  <a:lnTo>
                    <a:pt x="1963" y="5455"/>
                  </a:lnTo>
                  <a:lnTo>
                    <a:pt x="2017" y="5406"/>
                  </a:lnTo>
                  <a:lnTo>
                    <a:pt x="2070" y="5355"/>
                  </a:lnTo>
                  <a:lnTo>
                    <a:pt x="2121" y="5303"/>
                  </a:lnTo>
                  <a:lnTo>
                    <a:pt x="2171" y="5250"/>
                  </a:lnTo>
                  <a:lnTo>
                    <a:pt x="2220" y="5196"/>
                  </a:lnTo>
                  <a:lnTo>
                    <a:pt x="2268" y="5139"/>
                  </a:lnTo>
                  <a:lnTo>
                    <a:pt x="2314" y="5083"/>
                  </a:lnTo>
                  <a:lnTo>
                    <a:pt x="2360" y="5024"/>
                  </a:lnTo>
                  <a:lnTo>
                    <a:pt x="2404" y="4965"/>
                  </a:lnTo>
                  <a:lnTo>
                    <a:pt x="2447" y="4904"/>
                  </a:lnTo>
                  <a:lnTo>
                    <a:pt x="2487" y="4843"/>
                  </a:lnTo>
                  <a:lnTo>
                    <a:pt x="2527" y="4781"/>
                  </a:lnTo>
                  <a:lnTo>
                    <a:pt x="2565" y="4718"/>
                  </a:lnTo>
                  <a:lnTo>
                    <a:pt x="2602" y="4653"/>
                  </a:lnTo>
                  <a:lnTo>
                    <a:pt x="2638" y="4587"/>
                  </a:lnTo>
                  <a:lnTo>
                    <a:pt x="2671" y="4521"/>
                  </a:lnTo>
                  <a:lnTo>
                    <a:pt x="2703" y="4453"/>
                  </a:lnTo>
                  <a:lnTo>
                    <a:pt x="2735" y="4385"/>
                  </a:lnTo>
                  <a:lnTo>
                    <a:pt x="2763" y="4316"/>
                  </a:lnTo>
                  <a:lnTo>
                    <a:pt x="2791" y="4245"/>
                  </a:lnTo>
                  <a:lnTo>
                    <a:pt x="2817" y="4175"/>
                  </a:lnTo>
                  <a:lnTo>
                    <a:pt x="2842" y="4102"/>
                  </a:lnTo>
                  <a:lnTo>
                    <a:pt x="2865" y="4030"/>
                  </a:lnTo>
                  <a:lnTo>
                    <a:pt x="2885" y="3957"/>
                  </a:lnTo>
                  <a:lnTo>
                    <a:pt x="2905" y="3882"/>
                  </a:lnTo>
                  <a:lnTo>
                    <a:pt x="2922" y="3807"/>
                  </a:lnTo>
                  <a:lnTo>
                    <a:pt x="2938" y="3733"/>
                  </a:lnTo>
                  <a:lnTo>
                    <a:pt x="2952" y="3657"/>
                  </a:lnTo>
                  <a:lnTo>
                    <a:pt x="2965" y="3579"/>
                  </a:lnTo>
                  <a:lnTo>
                    <a:pt x="2975" y="3502"/>
                  </a:lnTo>
                  <a:lnTo>
                    <a:pt x="2984" y="3424"/>
                  </a:lnTo>
                  <a:lnTo>
                    <a:pt x="2990" y="3346"/>
                  </a:lnTo>
                  <a:lnTo>
                    <a:pt x="2996" y="3266"/>
                  </a:lnTo>
                  <a:lnTo>
                    <a:pt x="2998" y="3187"/>
                  </a:lnTo>
                  <a:lnTo>
                    <a:pt x="2999" y="3106"/>
                  </a:lnTo>
                  <a:lnTo>
                    <a:pt x="2997" y="2984"/>
                  </a:lnTo>
                  <a:lnTo>
                    <a:pt x="2990" y="2864"/>
                  </a:lnTo>
                  <a:lnTo>
                    <a:pt x="2980" y="2744"/>
                  </a:lnTo>
                  <a:lnTo>
                    <a:pt x="2964" y="2626"/>
                  </a:lnTo>
                  <a:lnTo>
                    <a:pt x="2944" y="2509"/>
                  </a:lnTo>
                  <a:lnTo>
                    <a:pt x="2920" y="2394"/>
                  </a:lnTo>
                  <a:lnTo>
                    <a:pt x="2892" y="2281"/>
                  </a:lnTo>
                  <a:lnTo>
                    <a:pt x="2860" y="2169"/>
                  </a:lnTo>
                  <a:lnTo>
                    <a:pt x="2849" y="2107"/>
                  </a:lnTo>
                  <a:lnTo>
                    <a:pt x="2835" y="2046"/>
                  </a:lnTo>
                  <a:lnTo>
                    <a:pt x="2820" y="1984"/>
                  </a:lnTo>
                  <a:lnTo>
                    <a:pt x="2802" y="1923"/>
                  </a:lnTo>
                  <a:lnTo>
                    <a:pt x="2783" y="1862"/>
                  </a:lnTo>
                  <a:lnTo>
                    <a:pt x="2761" y="1802"/>
                  </a:lnTo>
                  <a:lnTo>
                    <a:pt x="2738" y="1742"/>
                  </a:lnTo>
                  <a:lnTo>
                    <a:pt x="2714" y="1682"/>
                  </a:lnTo>
                  <a:lnTo>
                    <a:pt x="2686" y="1623"/>
                  </a:lnTo>
                  <a:lnTo>
                    <a:pt x="2657" y="1565"/>
                  </a:lnTo>
                  <a:lnTo>
                    <a:pt x="2627" y="1507"/>
                  </a:lnTo>
                  <a:lnTo>
                    <a:pt x="2594" y="1449"/>
                  </a:lnTo>
                  <a:lnTo>
                    <a:pt x="2561" y="1393"/>
                  </a:lnTo>
                  <a:lnTo>
                    <a:pt x="2525" y="1338"/>
                  </a:lnTo>
                  <a:lnTo>
                    <a:pt x="2487" y="1282"/>
                  </a:lnTo>
                  <a:lnTo>
                    <a:pt x="2448" y="1228"/>
                  </a:lnTo>
                  <a:lnTo>
                    <a:pt x="2407" y="1174"/>
                  </a:lnTo>
                  <a:lnTo>
                    <a:pt x="2365" y="1121"/>
                  </a:lnTo>
                  <a:lnTo>
                    <a:pt x="2321" y="1069"/>
                  </a:lnTo>
                  <a:lnTo>
                    <a:pt x="2276" y="1018"/>
                  </a:lnTo>
                  <a:lnTo>
                    <a:pt x="2229" y="969"/>
                  </a:lnTo>
                  <a:lnTo>
                    <a:pt x="2180" y="919"/>
                  </a:lnTo>
                  <a:lnTo>
                    <a:pt x="2131" y="872"/>
                  </a:lnTo>
                  <a:lnTo>
                    <a:pt x="2079" y="825"/>
                  </a:lnTo>
                  <a:lnTo>
                    <a:pt x="2026" y="779"/>
                  </a:lnTo>
                  <a:lnTo>
                    <a:pt x="1972" y="734"/>
                  </a:lnTo>
                  <a:lnTo>
                    <a:pt x="1917" y="690"/>
                  </a:lnTo>
                  <a:lnTo>
                    <a:pt x="1860" y="649"/>
                  </a:lnTo>
                  <a:lnTo>
                    <a:pt x="1803" y="607"/>
                  </a:lnTo>
                  <a:lnTo>
                    <a:pt x="1683" y="529"/>
                  </a:lnTo>
                  <a:lnTo>
                    <a:pt x="1621" y="492"/>
                  </a:lnTo>
                  <a:lnTo>
                    <a:pt x="1532" y="436"/>
                  </a:lnTo>
                  <a:lnTo>
                    <a:pt x="1441" y="381"/>
                  </a:lnTo>
                  <a:lnTo>
                    <a:pt x="1349" y="331"/>
                  </a:lnTo>
                  <a:lnTo>
                    <a:pt x="1254" y="283"/>
                  </a:lnTo>
                  <a:lnTo>
                    <a:pt x="1158" y="240"/>
                  </a:lnTo>
                  <a:lnTo>
                    <a:pt x="1060" y="199"/>
                  </a:lnTo>
                  <a:lnTo>
                    <a:pt x="959" y="162"/>
                  </a:lnTo>
                  <a:lnTo>
                    <a:pt x="859" y="129"/>
                  </a:lnTo>
                  <a:lnTo>
                    <a:pt x="756" y="99"/>
                  </a:lnTo>
                  <a:lnTo>
                    <a:pt x="652" y="74"/>
                  </a:lnTo>
                  <a:lnTo>
                    <a:pt x="546" y="52"/>
                  </a:lnTo>
                  <a:lnTo>
                    <a:pt x="439" y="33"/>
                  </a:lnTo>
                  <a:lnTo>
                    <a:pt x="330" y="18"/>
                  </a:lnTo>
                  <a:lnTo>
                    <a:pt x="222" y="8"/>
                  </a:lnTo>
                  <a:lnTo>
                    <a:pt x="112" y="2"/>
                  </a:lnTo>
                  <a:lnTo>
                    <a:pt x="0" y="0"/>
                  </a:lnTo>
                  <a:lnTo>
                    <a:pt x="128" y="2"/>
                  </a:lnTo>
                  <a:lnTo>
                    <a:pt x="254" y="10"/>
                  </a:lnTo>
                  <a:lnTo>
                    <a:pt x="380" y="23"/>
                  </a:lnTo>
                  <a:lnTo>
                    <a:pt x="504" y="42"/>
                  </a:lnTo>
                  <a:close/>
                </a:path>
              </a:pathLst>
            </a:custGeom>
            <a:solidFill>
              <a:srgbClr val="00BE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57" name="Freeform 214"/>
            <p:cNvSpPr>
              <a:spLocks/>
            </p:cNvSpPr>
            <p:nvPr/>
          </p:nvSpPr>
          <p:spPr bwMode="auto">
            <a:xfrm>
              <a:off x="2227" y="197"/>
              <a:ext cx="1553" cy="3106"/>
            </a:xfrm>
            <a:custGeom>
              <a:avLst/>
              <a:gdLst>
                <a:gd name="T0" fmla="*/ 865 w 3107"/>
                <a:gd name="T1" fmla="*/ 122 h 6213"/>
                <a:gd name="T2" fmla="*/ 1320 w 3107"/>
                <a:gd name="T3" fmla="*/ 294 h 6213"/>
                <a:gd name="T4" fmla="*/ 1737 w 3107"/>
                <a:gd name="T5" fmla="*/ 531 h 6213"/>
                <a:gd name="T6" fmla="*/ 2110 w 3107"/>
                <a:gd name="T7" fmla="*/ 828 h 6213"/>
                <a:gd name="T8" fmla="*/ 2435 w 3107"/>
                <a:gd name="T9" fmla="*/ 1177 h 6213"/>
                <a:gd name="T10" fmla="*/ 2702 w 3107"/>
                <a:gd name="T11" fmla="*/ 1574 h 6213"/>
                <a:gd name="T12" fmla="*/ 2907 w 3107"/>
                <a:gd name="T13" fmla="*/ 2009 h 6213"/>
                <a:gd name="T14" fmla="*/ 3043 w 3107"/>
                <a:gd name="T15" fmla="*/ 2480 h 6213"/>
                <a:gd name="T16" fmla="*/ 3104 w 3107"/>
                <a:gd name="T17" fmla="*/ 2978 h 6213"/>
                <a:gd name="T18" fmla="*/ 3084 w 3107"/>
                <a:gd name="T19" fmla="*/ 3487 h 6213"/>
                <a:gd name="T20" fmla="*/ 2984 w 3107"/>
                <a:gd name="T21" fmla="*/ 3972 h 6213"/>
                <a:gd name="T22" fmla="*/ 2813 w 3107"/>
                <a:gd name="T23" fmla="*/ 4426 h 6213"/>
                <a:gd name="T24" fmla="*/ 2576 w 3107"/>
                <a:gd name="T25" fmla="*/ 4843 h 6213"/>
                <a:gd name="T26" fmla="*/ 2278 w 3107"/>
                <a:gd name="T27" fmla="*/ 5216 h 6213"/>
                <a:gd name="T28" fmla="*/ 1929 w 3107"/>
                <a:gd name="T29" fmla="*/ 5541 h 6213"/>
                <a:gd name="T30" fmla="*/ 1533 w 3107"/>
                <a:gd name="T31" fmla="*/ 5809 h 6213"/>
                <a:gd name="T32" fmla="*/ 1097 w 3107"/>
                <a:gd name="T33" fmla="*/ 6014 h 6213"/>
                <a:gd name="T34" fmla="*/ 625 w 3107"/>
                <a:gd name="T35" fmla="*/ 6150 h 6213"/>
                <a:gd name="T36" fmla="*/ 128 w 3107"/>
                <a:gd name="T37" fmla="*/ 6211 h 6213"/>
                <a:gd name="T38" fmla="*/ 230 w 3107"/>
                <a:gd name="T39" fmla="*/ 6204 h 6213"/>
                <a:gd name="T40" fmla="*/ 531 w 3107"/>
                <a:gd name="T41" fmla="*/ 6165 h 6213"/>
                <a:gd name="T42" fmla="*/ 821 w 3107"/>
                <a:gd name="T43" fmla="*/ 6095 h 6213"/>
                <a:gd name="T44" fmla="*/ 1100 w 3107"/>
                <a:gd name="T45" fmla="*/ 5997 h 6213"/>
                <a:gd name="T46" fmla="*/ 1365 w 3107"/>
                <a:gd name="T47" fmla="*/ 5873 h 6213"/>
                <a:gd name="T48" fmla="*/ 1677 w 3107"/>
                <a:gd name="T49" fmla="*/ 5683 h 6213"/>
                <a:gd name="T50" fmla="*/ 1907 w 3107"/>
                <a:gd name="T51" fmla="*/ 5503 h 6213"/>
                <a:gd name="T52" fmla="*/ 2121 w 3107"/>
                <a:gd name="T53" fmla="*/ 5303 h 6213"/>
                <a:gd name="T54" fmla="*/ 2314 w 3107"/>
                <a:gd name="T55" fmla="*/ 5083 h 6213"/>
                <a:gd name="T56" fmla="*/ 2487 w 3107"/>
                <a:gd name="T57" fmla="*/ 4843 h 6213"/>
                <a:gd name="T58" fmla="*/ 2638 w 3107"/>
                <a:gd name="T59" fmla="*/ 4587 h 6213"/>
                <a:gd name="T60" fmla="*/ 2763 w 3107"/>
                <a:gd name="T61" fmla="*/ 4316 h 6213"/>
                <a:gd name="T62" fmla="*/ 2865 w 3107"/>
                <a:gd name="T63" fmla="*/ 4030 h 6213"/>
                <a:gd name="T64" fmla="*/ 2938 w 3107"/>
                <a:gd name="T65" fmla="*/ 3733 h 6213"/>
                <a:gd name="T66" fmla="*/ 2984 w 3107"/>
                <a:gd name="T67" fmla="*/ 3424 h 6213"/>
                <a:gd name="T68" fmla="*/ 2999 w 3107"/>
                <a:gd name="T69" fmla="*/ 3106 h 6213"/>
                <a:gd name="T70" fmla="*/ 2980 w 3107"/>
                <a:gd name="T71" fmla="*/ 2750 h 6213"/>
                <a:gd name="T72" fmla="*/ 2922 w 3107"/>
                <a:gd name="T73" fmla="*/ 2405 h 6213"/>
                <a:gd name="T74" fmla="*/ 2867 w 3107"/>
                <a:gd name="T75" fmla="*/ 2060 h 6213"/>
                <a:gd name="T76" fmla="*/ 2755 w 3107"/>
                <a:gd name="T77" fmla="*/ 1734 h 6213"/>
                <a:gd name="T78" fmla="*/ 2596 w 3107"/>
                <a:gd name="T79" fmla="*/ 1430 h 6213"/>
                <a:gd name="T80" fmla="*/ 2399 w 3107"/>
                <a:gd name="T81" fmla="*/ 1152 h 6213"/>
                <a:gd name="T82" fmla="*/ 2174 w 3107"/>
                <a:gd name="T83" fmla="*/ 903 h 6213"/>
                <a:gd name="T84" fmla="*/ 1928 w 3107"/>
                <a:gd name="T85" fmla="*/ 688 h 6213"/>
                <a:gd name="T86" fmla="*/ 1672 w 3107"/>
                <a:gd name="T87" fmla="*/ 508 h 6213"/>
                <a:gd name="T88" fmla="*/ 1416 w 3107"/>
                <a:gd name="T89" fmla="*/ 368 h 6213"/>
                <a:gd name="T90" fmla="*/ 1088 w 3107"/>
                <a:gd name="T91" fmla="*/ 212 h 6213"/>
                <a:gd name="T92" fmla="*/ 742 w 3107"/>
                <a:gd name="T93" fmla="*/ 96 h 6213"/>
                <a:gd name="T94" fmla="*/ 378 w 3107"/>
                <a:gd name="T95" fmla="*/ 24 h 6213"/>
                <a:gd name="T96" fmla="*/ 0 w 3107"/>
                <a:gd name="T97" fmla="*/ 0 h 6213"/>
                <a:gd name="T98" fmla="*/ 504 w 3107"/>
                <a:gd name="T99" fmla="*/ 42 h 6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107" h="6213">
                  <a:moveTo>
                    <a:pt x="504" y="42"/>
                  </a:moveTo>
                  <a:lnTo>
                    <a:pt x="627" y="63"/>
                  </a:lnTo>
                  <a:lnTo>
                    <a:pt x="746" y="91"/>
                  </a:lnTo>
                  <a:lnTo>
                    <a:pt x="865" y="122"/>
                  </a:lnTo>
                  <a:lnTo>
                    <a:pt x="982" y="159"/>
                  </a:lnTo>
                  <a:lnTo>
                    <a:pt x="1097" y="199"/>
                  </a:lnTo>
                  <a:lnTo>
                    <a:pt x="1209" y="244"/>
                  </a:lnTo>
                  <a:lnTo>
                    <a:pt x="1320" y="294"/>
                  </a:lnTo>
                  <a:lnTo>
                    <a:pt x="1427" y="347"/>
                  </a:lnTo>
                  <a:lnTo>
                    <a:pt x="1533" y="404"/>
                  </a:lnTo>
                  <a:lnTo>
                    <a:pt x="1637" y="465"/>
                  </a:lnTo>
                  <a:lnTo>
                    <a:pt x="1737" y="531"/>
                  </a:lnTo>
                  <a:lnTo>
                    <a:pt x="1835" y="600"/>
                  </a:lnTo>
                  <a:lnTo>
                    <a:pt x="1929" y="673"/>
                  </a:lnTo>
                  <a:lnTo>
                    <a:pt x="2021" y="749"/>
                  </a:lnTo>
                  <a:lnTo>
                    <a:pt x="2110" y="828"/>
                  </a:lnTo>
                  <a:lnTo>
                    <a:pt x="2197" y="910"/>
                  </a:lnTo>
                  <a:lnTo>
                    <a:pt x="2280" y="997"/>
                  </a:lnTo>
                  <a:lnTo>
                    <a:pt x="2359" y="1085"/>
                  </a:lnTo>
                  <a:lnTo>
                    <a:pt x="2435" y="1177"/>
                  </a:lnTo>
                  <a:lnTo>
                    <a:pt x="2508" y="1272"/>
                  </a:lnTo>
                  <a:lnTo>
                    <a:pt x="2576" y="1370"/>
                  </a:lnTo>
                  <a:lnTo>
                    <a:pt x="2641" y="1471"/>
                  </a:lnTo>
                  <a:lnTo>
                    <a:pt x="2702" y="1574"/>
                  </a:lnTo>
                  <a:lnTo>
                    <a:pt x="2760" y="1680"/>
                  </a:lnTo>
                  <a:lnTo>
                    <a:pt x="2813" y="1787"/>
                  </a:lnTo>
                  <a:lnTo>
                    <a:pt x="2862" y="1897"/>
                  </a:lnTo>
                  <a:lnTo>
                    <a:pt x="2907" y="2009"/>
                  </a:lnTo>
                  <a:lnTo>
                    <a:pt x="2948" y="2124"/>
                  </a:lnTo>
                  <a:lnTo>
                    <a:pt x="2984" y="2241"/>
                  </a:lnTo>
                  <a:lnTo>
                    <a:pt x="3016" y="2361"/>
                  </a:lnTo>
                  <a:lnTo>
                    <a:pt x="3043" y="2480"/>
                  </a:lnTo>
                  <a:lnTo>
                    <a:pt x="3066" y="2602"/>
                  </a:lnTo>
                  <a:lnTo>
                    <a:pt x="3084" y="2727"/>
                  </a:lnTo>
                  <a:lnTo>
                    <a:pt x="3096" y="2852"/>
                  </a:lnTo>
                  <a:lnTo>
                    <a:pt x="3104" y="2978"/>
                  </a:lnTo>
                  <a:lnTo>
                    <a:pt x="3107" y="3106"/>
                  </a:lnTo>
                  <a:lnTo>
                    <a:pt x="3104" y="3234"/>
                  </a:lnTo>
                  <a:lnTo>
                    <a:pt x="3096" y="3362"/>
                  </a:lnTo>
                  <a:lnTo>
                    <a:pt x="3084" y="3487"/>
                  </a:lnTo>
                  <a:lnTo>
                    <a:pt x="3066" y="3610"/>
                  </a:lnTo>
                  <a:lnTo>
                    <a:pt x="3043" y="3733"/>
                  </a:lnTo>
                  <a:lnTo>
                    <a:pt x="3016" y="3854"/>
                  </a:lnTo>
                  <a:lnTo>
                    <a:pt x="2984" y="3972"/>
                  </a:lnTo>
                  <a:lnTo>
                    <a:pt x="2948" y="4089"/>
                  </a:lnTo>
                  <a:lnTo>
                    <a:pt x="2907" y="4204"/>
                  </a:lnTo>
                  <a:lnTo>
                    <a:pt x="2862" y="4316"/>
                  </a:lnTo>
                  <a:lnTo>
                    <a:pt x="2813" y="4426"/>
                  </a:lnTo>
                  <a:lnTo>
                    <a:pt x="2760" y="4534"/>
                  </a:lnTo>
                  <a:lnTo>
                    <a:pt x="2702" y="4640"/>
                  </a:lnTo>
                  <a:lnTo>
                    <a:pt x="2640" y="4743"/>
                  </a:lnTo>
                  <a:lnTo>
                    <a:pt x="2576" y="4843"/>
                  </a:lnTo>
                  <a:lnTo>
                    <a:pt x="2506" y="4941"/>
                  </a:lnTo>
                  <a:lnTo>
                    <a:pt x="2434" y="5037"/>
                  </a:lnTo>
                  <a:lnTo>
                    <a:pt x="2358" y="5128"/>
                  </a:lnTo>
                  <a:lnTo>
                    <a:pt x="2278" y="5216"/>
                  </a:lnTo>
                  <a:lnTo>
                    <a:pt x="2195" y="5303"/>
                  </a:lnTo>
                  <a:lnTo>
                    <a:pt x="2110" y="5386"/>
                  </a:lnTo>
                  <a:lnTo>
                    <a:pt x="2021" y="5465"/>
                  </a:lnTo>
                  <a:lnTo>
                    <a:pt x="1929" y="5541"/>
                  </a:lnTo>
                  <a:lnTo>
                    <a:pt x="1834" y="5614"/>
                  </a:lnTo>
                  <a:lnTo>
                    <a:pt x="1736" y="5683"/>
                  </a:lnTo>
                  <a:lnTo>
                    <a:pt x="1636" y="5747"/>
                  </a:lnTo>
                  <a:lnTo>
                    <a:pt x="1533" y="5809"/>
                  </a:lnTo>
                  <a:lnTo>
                    <a:pt x="1427" y="5866"/>
                  </a:lnTo>
                  <a:lnTo>
                    <a:pt x="1319" y="5919"/>
                  </a:lnTo>
                  <a:lnTo>
                    <a:pt x="1208" y="5969"/>
                  </a:lnTo>
                  <a:lnTo>
                    <a:pt x="1097" y="6014"/>
                  </a:lnTo>
                  <a:lnTo>
                    <a:pt x="981" y="6054"/>
                  </a:lnTo>
                  <a:lnTo>
                    <a:pt x="865" y="6091"/>
                  </a:lnTo>
                  <a:lnTo>
                    <a:pt x="746" y="6122"/>
                  </a:lnTo>
                  <a:lnTo>
                    <a:pt x="625" y="6150"/>
                  </a:lnTo>
                  <a:lnTo>
                    <a:pt x="503" y="6171"/>
                  </a:lnTo>
                  <a:lnTo>
                    <a:pt x="380" y="6190"/>
                  </a:lnTo>
                  <a:lnTo>
                    <a:pt x="254" y="6203"/>
                  </a:lnTo>
                  <a:lnTo>
                    <a:pt x="128" y="6211"/>
                  </a:lnTo>
                  <a:lnTo>
                    <a:pt x="0" y="6213"/>
                  </a:lnTo>
                  <a:lnTo>
                    <a:pt x="77" y="6212"/>
                  </a:lnTo>
                  <a:lnTo>
                    <a:pt x="154" y="6208"/>
                  </a:lnTo>
                  <a:lnTo>
                    <a:pt x="230" y="6204"/>
                  </a:lnTo>
                  <a:lnTo>
                    <a:pt x="306" y="6197"/>
                  </a:lnTo>
                  <a:lnTo>
                    <a:pt x="382" y="6188"/>
                  </a:lnTo>
                  <a:lnTo>
                    <a:pt x="457" y="6177"/>
                  </a:lnTo>
                  <a:lnTo>
                    <a:pt x="531" y="6165"/>
                  </a:lnTo>
                  <a:lnTo>
                    <a:pt x="605" y="6150"/>
                  </a:lnTo>
                  <a:lnTo>
                    <a:pt x="677" y="6133"/>
                  </a:lnTo>
                  <a:lnTo>
                    <a:pt x="750" y="6115"/>
                  </a:lnTo>
                  <a:lnTo>
                    <a:pt x="821" y="6095"/>
                  </a:lnTo>
                  <a:lnTo>
                    <a:pt x="891" y="6074"/>
                  </a:lnTo>
                  <a:lnTo>
                    <a:pt x="962" y="6049"/>
                  </a:lnTo>
                  <a:lnTo>
                    <a:pt x="1031" y="6024"/>
                  </a:lnTo>
                  <a:lnTo>
                    <a:pt x="1100" y="5997"/>
                  </a:lnTo>
                  <a:lnTo>
                    <a:pt x="1168" y="5969"/>
                  </a:lnTo>
                  <a:lnTo>
                    <a:pt x="1235" y="5939"/>
                  </a:lnTo>
                  <a:lnTo>
                    <a:pt x="1300" y="5906"/>
                  </a:lnTo>
                  <a:lnTo>
                    <a:pt x="1365" y="5873"/>
                  </a:lnTo>
                  <a:lnTo>
                    <a:pt x="1429" y="5839"/>
                  </a:lnTo>
                  <a:lnTo>
                    <a:pt x="1493" y="5802"/>
                  </a:lnTo>
                  <a:lnTo>
                    <a:pt x="1555" y="5764"/>
                  </a:lnTo>
                  <a:lnTo>
                    <a:pt x="1677" y="5683"/>
                  </a:lnTo>
                  <a:lnTo>
                    <a:pt x="1736" y="5640"/>
                  </a:lnTo>
                  <a:lnTo>
                    <a:pt x="1795" y="5595"/>
                  </a:lnTo>
                  <a:lnTo>
                    <a:pt x="1852" y="5551"/>
                  </a:lnTo>
                  <a:lnTo>
                    <a:pt x="1907" y="5503"/>
                  </a:lnTo>
                  <a:lnTo>
                    <a:pt x="1963" y="5455"/>
                  </a:lnTo>
                  <a:lnTo>
                    <a:pt x="2017" y="5406"/>
                  </a:lnTo>
                  <a:lnTo>
                    <a:pt x="2070" y="5355"/>
                  </a:lnTo>
                  <a:lnTo>
                    <a:pt x="2121" y="5303"/>
                  </a:lnTo>
                  <a:lnTo>
                    <a:pt x="2171" y="5250"/>
                  </a:lnTo>
                  <a:lnTo>
                    <a:pt x="2220" y="5196"/>
                  </a:lnTo>
                  <a:lnTo>
                    <a:pt x="2268" y="5139"/>
                  </a:lnTo>
                  <a:lnTo>
                    <a:pt x="2314" y="5083"/>
                  </a:lnTo>
                  <a:lnTo>
                    <a:pt x="2360" y="5024"/>
                  </a:lnTo>
                  <a:lnTo>
                    <a:pt x="2404" y="4965"/>
                  </a:lnTo>
                  <a:lnTo>
                    <a:pt x="2447" y="4904"/>
                  </a:lnTo>
                  <a:lnTo>
                    <a:pt x="2487" y="4843"/>
                  </a:lnTo>
                  <a:lnTo>
                    <a:pt x="2527" y="4781"/>
                  </a:lnTo>
                  <a:lnTo>
                    <a:pt x="2565" y="4718"/>
                  </a:lnTo>
                  <a:lnTo>
                    <a:pt x="2602" y="4653"/>
                  </a:lnTo>
                  <a:lnTo>
                    <a:pt x="2638" y="4587"/>
                  </a:lnTo>
                  <a:lnTo>
                    <a:pt x="2671" y="4521"/>
                  </a:lnTo>
                  <a:lnTo>
                    <a:pt x="2703" y="4453"/>
                  </a:lnTo>
                  <a:lnTo>
                    <a:pt x="2735" y="4385"/>
                  </a:lnTo>
                  <a:lnTo>
                    <a:pt x="2763" y="4316"/>
                  </a:lnTo>
                  <a:lnTo>
                    <a:pt x="2791" y="4245"/>
                  </a:lnTo>
                  <a:lnTo>
                    <a:pt x="2817" y="4175"/>
                  </a:lnTo>
                  <a:lnTo>
                    <a:pt x="2842" y="4102"/>
                  </a:lnTo>
                  <a:lnTo>
                    <a:pt x="2865" y="4030"/>
                  </a:lnTo>
                  <a:lnTo>
                    <a:pt x="2885" y="3957"/>
                  </a:lnTo>
                  <a:lnTo>
                    <a:pt x="2905" y="3882"/>
                  </a:lnTo>
                  <a:lnTo>
                    <a:pt x="2922" y="3807"/>
                  </a:lnTo>
                  <a:lnTo>
                    <a:pt x="2938" y="3733"/>
                  </a:lnTo>
                  <a:lnTo>
                    <a:pt x="2952" y="3657"/>
                  </a:lnTo>
                  <a:lnTo>
                    <a:pt x="2965" y="3579"/>
                  </a:lnTo>
                  <a:lnTo>
                    <a:pt x="2975" y="3502"/>
                  </a:lnTo>
                  <a:lnTo>
                    <a:pt x="2984" y="3424"/>
                  </a:lnTo>
                  <a:lnTo>
                    <a:pt x="2990" y="3346"/>
                  </a:lnTo>
                  <a:lnTo>
                    <a:pt x="2996" y="3266"/>
                  </a:lnTo>
                  <a:lnTo>
                    <a:pt x="2998" y="3187"/>
                  </a:lnTo>
                  <a:lnTo>
                    <a:pt x="2999" y="3106"/>
                  </a:lnTo>
                  <a:lnTo>
                    <a:pt x="2998" y="3016"/>
                  </a:lnTo>
                  <a:lnTo>
                    <a:pt x="2995" y="2926"/>
                  </a:lnTo>
                  <a:lnTo>
                    <a:pt x="2988" y="2837"/>
                  </a:lnTo>
                  <a:lnTo>
                    <a:pt x="2980" y="2750"/>
                  </a:lnTo>
                  <a:lnTo>
                    <a:pt x="2969" y="2662"/>
                  </a:lnTo>
                  <a:lnTo>
                    <a:pt x="2956" y="2576"/>
                  </a:lnTo>
                  <a:lnTo>
                    <a:pt x="2941" y="2491"/>
                  </a:lnTo>
                  <a:lnTo>
                    <a:pt x="2922" y="2405"/>
                  </a:lnTo>
                  <a:lnTo>
                    <a:pt x="2914" y="2318"/>
                  </a:lnTo>
                  <a:lnTo>
                    <a:pt x="2903" y="2230"/>
                  </a:lnTo>
                  <a:lnTo>
                    <a:pt x="2887" y="2144"/>
                  </a:lnTo>
                  <a:lnTo>
                    <a:pt x="2867" y="2060"/>
                  </a:lnTo>
                  <a:lnTo>
                    <a:pt x="2844" y="1976"/>
                  </a:lnTo>
                  <a:lnTo>
                    <a:pt x="2817" y="1894"/>
                  </a:lnTo>
                  <a:lnTo>
                    <a:pt x="2787" y="1813"/>
                  </a:lnTo>
                  <a:lnTo>
                    <a:pt x="2755" y="1734"/>
                  </a:lnTo>
                  <a:lnTo>
                    <a:pt x="2720" y="1656"/>
                  </a:lnTo>
                  <a:lnTo>
                    <a:pt x="2682" y="1578"/>
                  </a:lnTo>
                  <a:lnTo>
                    <a:pt x="2640" y="1503"/>
                  </a:lnTo>
                  <a:lnTo>
                    <a:pt x="2596" y="1430"/>
                  </a:lnTo>
                  <a:lnTo>
                    <a:pt x="2550" y="1357"/>
                  </a:lnTo>
                  <a:lnTo>
                    <a:pt x="2502" y="1287"/>
                  </a:lnTo>
                  <a:lnTo>
                    <a:pt x="2452" y="1219"/>
                  </a:lnTo>
                  <a:lnTo>
                    <a:pt x="2399" y="1152"/>
                  </a:lnTo>
                  <a:lnTo>
                    <a:pt x="2345" y="1086"/>
                  </a:lnTo>
                  <a:lnTo>
                    <a:pt x="2290" y="1024"/>
                  </a:lnTo>
                  <a:lnTo>
                    <a:pt x="2232" y="963"/>
                  </a:lnTo>
                  <a:lnTo>
                    <a:pt x="2174" y="903"/>
                  </a:lnTo>
                  <a:lnTo>
                    <a:pt x="2114" y="847"/>
                  </a:lnTo>
                  <a:lnTo>
                    <a:pt x="2054" y="792"/>
                  </a:lnTo>
                  <a:lnTo>
                    <a:pt x="1992" y="739"/>
                  </a:lnTo>
                  <a:lnTo>
                    <a:pt x="1928" y="688"/>
                  </a:lnTo>
                  <a:lnTo>
                    <a:pt x="1865" y="639"/>
                  </a:lnTo>
                  <a:lnTo>
                    <a:pt x="1801" y="593"/>
                  </a:lnTo>
                  <a:lnTo>
                    <a:pt x="1737" y="550"/>
                  </a:lnTo>
                  <a:lnTo>
                    <a:pt x="1672" y="508"/>
                  </a:lnTo>
                  <a:lnTo>
                    <a:pt x="1608" y="469"/>
                  </a:lnTo>
                  <a:lnTo>
                    <a:pt x="1543" y="433"/>
                  </a:lnTo>
                  <a:lnTo>
                    <a:pt x="1480" y="399"/>
                  </a:lnTo>
                  <a:lnTo>
                    <a:pt x="1416" y="368"/>
                  </a:lnTo>
                  <a:lnTo>
                    <a:pt x="1336" y="325"/>
                  </a:lnTo>
                  <a:lnTo>
                    <a:pt x="1254" y="285"/>
                  </a:lnTo>
                  <a:lnTo>
                    <a:pt x="1173" y="247"/>
                  </a:lnTo>
                  <a:lnTo>
                    <a:pt x="1088" y="212"/>
                  </a:lnTo>
                  <a:lnTo>
                    <a:pt x="1003" y="179"/>
                  </a:lnTo>
                  <a:lnTo>
                    <a:pt x="917" y="149"/>
                  </a:lnTo>
                  <a:lnTo>
                    <a:pt x="830" y="121"/>
                  </a:lnTo>
                  <a:lnTo>
                    <a:pt x="742" y="96"/>
                  </a:lnTo>
                  <a:lnTo>
                    <a:pt x="652" y="74"/>
                  </a:lnTo>
                  <a:lnTo>
                    <a:pt x="561" y="54"/>
                  </a:lnTo>
                  <a:lnTo>
                    <a:pt x="470" y="38"/>
                  </a:lnTo>
                  <a:lnTo>
                    <a:pt x="378" y="24"/>
                  </a:lnTo>
                  <a:lnTo>
                    <a:pt x="284" y="14"/>
                  </a:lnTo>
                  <a:lnTo>
                    <a:pt x="190" y="6"/>
                  </a:lnTo>
                  <a:lnTo>
                    <a:pt x="96" y="1"/>
                  </a:lnTo>
                  <a:lnTo>
                    <a:pt x="0" y="0"/>
                  </a:lnTo>
                  <a:lnTo>
                    <a:pt x="128" y="2"/>
                  </a:lnTo>
                  <a:lnTo>
                    <a:pt x="254" y="10"/>
                  </a:lnTo>
                  <a:lnTo>
                    <a:pt x="380" y="23"/>
                  </a:lnTo>
                  <a:lnTo>
                    <a:pt x="504" y="42"/>
                  </a:lnTo>
                  <a:close/>
                </a:path>
              </a:pathLst>
            </a:custGeom>
            <a:solidFill>
              <a:srgbClr val="00B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58" name="Freeform 215"/>
            <p:cNvSpPr>
              <a:spLocks/>
            </p:cNvSpPr>
            <p:nvPr/>
          </p:nvSpPr>
          <p:spPr bwMode="auto">
            <a:xfrm>
              <a:off x="2227" y="197"/>
              <a:ext cx="1553" cy="3106"/>
            </a:xfrm>
            <a:custGeom>
              <a:avLst/>
              <a:gdLst>
                <a:gd name="T0" fmla="*/ 865 w 3107"/>
                <a:gd name="T1" fmla="*/ 122 h 6213"/>
                <a:gd name="T2" fmla="*/ 1320 w 3107"/>
                <a:gd name="T3" fmla="*/ 294 h 6213"/>
                <a:gd name="T4" fmla="*/ 1737 w 3107"/>
                <a:gd name="T5" fmla="*/ 531 h 6213"/>
                <a:gd name="T6" fmla="*/ 2110 w 3107"/>
                <a:gd name="T7" fmla="*/ 828 h 6213"/>
                <a:gd name="T8" fmla="*/ 2435 w 3107"/>
                <a:gd name="T9" fmla="*/ 1177 h 6213"/>
                <a:gd name="T10" fmla="*/ 2702 w 3107"/>
                <a:gd name="T11" fmla="*/ 1574 h 6213"/>
                <a:gd name="T12" fmla="*/ 2907 w 3107"/>
                <a:gd name="T13" fmla="*/ 2009 h 6213"/>
                <a:gd name="T14" fmla="*/ 3043 w 3107"/>
                <a:gd name="T15" fmla="*/ 2480 h 6213"/>
                <a:gd name="T16" fmla="*/ 3104 w 3107"/>
                <a:gd name="T17" fmla="*/ 2978 h 6213"/>
                <a:gd name="T18" fmla="*/ 3084 w 3107"/>
                <a:gd name="T19" fmla="*/ 3487 h 6213"/>
                <a:gd name="T20" fmla="*/ 2984 w 3107"/>
                <a:gd name="T21" fmla="*/ 3972 h 6213"/>
                <a:gd name="T22" fmla="*/ 2813 w 3107"/>
                <a:gd name="T23" fmla="*/ 4426 h 6213"/>
                <a:gd name="T24" fmla="*/ 2576 w 3107"/>
                <a:gd name="T25" fmla="*/ 4843 h 6213"/>
                <a:gd name="T26" fmla="*/ 2278 w 3107"/>
                <a:gd name="T27" fmla="*/ 5216 h 6213"/>
                <a:gd name="T28" fmla="*/ 1929 w 3107"/>
                <a:gd name="T29" fmla="*/ 5541 h 6213"/>
                <a:gd name="T30" fmla="*/ 1533 w 3107"/>
                <a:gd name="T31" fmla="*/ 5809 h 6213"/>
                <a:gd name="T32" fmla="*/ 1097 w 3107"/>
                <a:gd name="T33" fmla="*/ 6014 h 6213"/>
                <a:gd name="T34" fmla="*/ 625 w 3107"/>
                <a:gd name="T35" fmla="*/ 6150 h 6213"/>
                <a:gd name="T36" fmla="*/ 128 w 3107"/>
                <a:gd name="T37" fmla="*/ 6211 h 6213"/>
                <a:gd name="T38" fmla="*/ 230 w 3107"/>
                <a:gd name="T39" fmla="*/ 6204 h 6213"/>
                <a:gd name="T40" fmla="*/ 531 w 3107"/>
                <a:gd name="T41" fmla="*/ 6165 h 6213"/>
                <a:gd name="T42" fmla="*/ 821 w 3107"/>
                <a:gd name="T43" fmla="*/ 6095 h 6213"/>
                <a:gd name="T44" fmla="*/ 1100 w 3107"/>
                <a:gd name="T45" fmla="*/ 5997 h 6213"/>
                <a:gd name="T46" fmla="*/ 1365 w 3107"/>
                <a:gd name="T47" fmla="*/ 5873 h 6213"/>
                <a:gd name="T48" fmla="*/ 1677 w 3107"/>
                <a:gd name="T49" fmla="*/ 5683 h 6213"/>
                <a:gd name="T50" fmla="*/ 1907 w 3107"/>
                <a:gd name="T51" fmla="*/ 5503 h 6213"/>
                <a:gd name="T52" fmla="*/ 2121 w 3107"/>
                <a:gd name="T53" fmla="*/ 5303 h 6213"/>
                <a:gd name="T54" fmla="*/ 2314 w 3107"/>
                <a:gd name="T55" fmla="*/ 5083 h 6213"/>
                <a:gd name="T56" fmla="*/ 2487 w 3107"/>
                <a:gd name="T57" fmla="*/ 4843 h 6213"/>
                <a:gd name="T58" fmla="*/ 2638 w 3107"/>
                <a:gd name="T59" fmla="*/ 4587 h 6213"/>
                <a:gd name="T60" fmla="*/ 2763 w 3107"/>
                <a:gd name="T61" fmla="*/ 4316 h 6213"/>
                <a:gd name="T62" fmla="*/ 2865 w 3107"/>
                <a:gd name="T63" fmla="*/ 4030 h 6213"/>
                <a:gd name="T64" fmla="*/ 2938 w 3107"/>
                <a:gd name="T65" fmla="*/ 3733 h 6213"/>
                <a:gd name="T66" fmla="*/ 2984 w 3107"/>
                <a:gd name="T67" fmla="*/ 3424 h 6213"/>
                <a:gd name="T68" fmla="*/ 2999 w 3107"/>
                <a:gd name="T69" fmla="*/ 3106 h 6213"/>
                <a:gd name="T70" fmla="*/ 2963 w 3107"/>
                <a:gd name="T71" fmla="*/ 2616 h 6213"/>
                <a:gd name="T72" fmla="*/ 2930 w 3107"/>
                <a:gd name="T73" fmla="*/ 2221 h 6213"/>
                <a:gd name="T74" fmla="*/ 2822 w 3107"/>
                <a:gd name="T75" fmla="*/ 1843 h 6213"/>
                <a:gd name="T76" fmla="*/ 2650 w 3107"/>
                <a:gd name="T77" fmla="*/ 1491 h 6213"/>
                <a:gd name="T78" fmla="*/ 2426 w 3107"/>
                <a:gd name="T79" fmla="*/ 1167 h 6213"/>
                <a:gd name="T80" fmla="*/ 2161 w 3107"/>
                <a:gd name="T81" fmla="*/ 878 h 6213"/>
                <a:gd name="T82" fmla="*/ 1865 w 3107"/>
                <a:gd name="T83" fmla="*/ 629 h 6213"/>
                <a:gd name="T84" fmla="*/ 1550 w 3107"/>
                <a:gd name="T85" fmla="*/ 425 h 6213"/>
                <a:gd name="T86" fmla="*/ 1229 w 3107"/>
                <a:gd name="T87" fmla="*/ 272 h 6213"/>
                <a:gd name="T88" fmla="*/ 940 w 3107"/>
                <a:gd name="T89" fmla="*/ 156 h 6213"/>
                <a:gd name="T90" fmla="*/ 638 w 3107"/>
                <a:gd name="T91" fmla="*/ 70 h 6213"/>
                <a:gd name="T92" fmla="*/ 324 w 3107"/>
                <a:gd name="T93" fmla="*/ 18 h 6213"/>
                <a:gd name="T94" fmla="*/ 0 w 3107"/>
                <a:gd name="T95" fmla="*/ 0 h 6213"/>
                <a:gd name="T96" fmla="*/ 504 w 3107"/>
                <a:gd name="T97" fmla="*/ 42 h 6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107" h="6213">
                  <a:moveTo>
                    <a:pt x="504" y="42"/>
                  </a:moveTo>
                  <a:lnTo>
                    <a:pt x="627" y="63"/>
                  </a:lnTo>
                  <a:lnTo>
                    <a:pt x="746" y="91"/>
                  </a:lnTo>
                  <a:lnTo>
                    <a:pt x="865" y="122"/>
                  </a:lnTo>
                  <a:lnTo>
                    <a:pt x="982" y="159"/>
                  </a:lnTo>
                  <a:lnTo>
                    <a:pt x="1097" y="199"/>
                  </a:lnTo>
                  <a:lnTo>
                    <a:pt x="1209" y="244"/>
                  </a:lnTo>
                  <a:lnTo>
                    <a:pt x="1320" y="294"/>
                  </a:lnTo>
                  <a:lnTo>
                    <a:pt x="1427" y="347"/>
                  </a:lnTo>
                  <a:lnTo>
                    <a:pt x="1533" y="404"/>
                  </a:lnTo>
                  <a:lnTo>
                    <a:pt x="1637" y="465"/>
                  </a:lnTo>
                  <a:lnTo>
                    <a:pt x="1737" y="531"/>
                  </a:lnTo>
                  <a:lnTo>
                    <a:pt x="1835" y="600"/>
                  </a:lnTo>
                  <a:lnTo>
                    <a:pt x="1929" y="673"/>
                  </a:lnTo>
                  <a:lnTo>
                    <a:pt x="2021" y="749"/>
                  </a:lnTo>
                  <a:lnTo>
                    <a:pt x="2110" y="828"/>
                  </a:lnTo>
                  <a:lnTo>
                    <a:pt x="2197" y="910"/>
                  </a:lnTo>
                  <a:lnTo>
                    <a:pt x="2280" y="997"/>
                  </a:lnTo>
                  <a:lnTo>
                    <a:pt x="2359" y="1085"/>
                  </a:lnTo>
                  <a:lnTo>
                    <a:pt x="2435" y="1177"/>
                  </a:lnTo>
                  <a:lnTo>
                    <a:pt x="2508" y="1272"/>
                  </a:lnTo>
                  <a:lnTo>
                    <a:pt x="2576" y="1370"/>
                  </a:lnTo>
                  <a:lnTo>
                    <a:pt x="2641" y="1471"/>
                  </a:lnTo>
                  <a:lnTo>
                    <a:pt x="2702" y="1574"/>
                  </a:lnTo>
                  <a:lnTo>
                    <a:pt x="2760" y="1680"/>
                  </a:lnTo>
                  <a:lnTo>
                    <a:pt x="2813" y="1787"/>
                  </a:lnTo>
                  <a:lnTo>
                    <a:pt x="2862" y="1897"/>
                  </a:lnTo>
                  <a:lnTo>
                    <a:pt x="2907" y="2009"/>
                  </a:lnTo>
                  <a:lnTo>
                    <a:pt x="2948" y="2124"/>
                  </a:lnTo>
                  <a:lnTo>
                    <a:pt x="2984" y="2241"/>
                  </a:lnTo>
                  <a:lnTo>
                    <a:pt x="3016" y="2361"/>
                  </a:lnTo>
                  <a:lnTo>
                    <a:pt x="3043" y="2480"/>
                  </a:lnTo>
                  <a:lnTo>
                    <a:pt x="3066" y="2602"/>
                  </a:lnTo>
                  <a:lnTo>
                    <a:pt x="3084" y="2727"/>
                  </a:lnTo>
                  <a:lnTo>
                    <a:pt x="3096" y="2852"/>
                  </a:lnTo>
                  <a:lnTo>
                    <a:pt x="3104" y="2978"/>
                  </a:lnTo>
                  <a:lnTo>
                    <a:pt x="3107" y="3106"/>
                  </a:lnTo>
                  <a:lnTo>
                    <a:pt x="3104" y="3234"/>
                  </a:lnTo>
                  <a:lnTo>
                    <a:pt x="3096" y="3362"/>
                  </a:lnTo>
                  <a:lnTo>
                    <a:pt x="3084" y="3487"/>
                  </a:lnTo>
                  <a:lnTo>
                    <a:pt x="3066" y="3610"/>
                  </a:lnTo>
                  <a:lnTo>
                    <a:pt x="3043" y="3733"/>
                  </a:lnTo>
                  <a:lnTo>
                    <a:pt x="3016" y="3854"/>
                  </a:lnTo>
                  <a:lnTo>
                    <a:pt x="2984" y="3972"/>
                  </a:lnTo>
                  <a:lnTo>
                    <a:pt x="2948" y="4089"/>
                  </a:lnTo>
                  <a:lnTo>
                    <a:pt x="2907" y="4204"/>
                  </a:lnTo>
                  <a:lnTo>
                    <a:pt x="2862" y="4316"/>
                  </a:lnTo>
                  <a:lnTo>
                    <a:pt x="2813" y="4426"/>
                  </a:lnTo>
                  <a:lnTo>
                    <a:pt x="2760" y="4534"/>
                  </a:lnTo>
                  <a:lnTo>
                    <a:pt x="2702" y="4640"/>
                  </a:lnTo>
                  <a:lnTo>
                    <a:pt x="2640" y="4743"/>
                  </a:lnTo>
                  <a:lnTo>
                    <a:pt x="2576" y="4843"/>
                  </a:lnTo>
                  <a:lnTo>
                    <a:pt x="2506" y="4941"/>
                  </a:lnTo>
                  <a:lnTo>
                    <a:pt x="2434" y="5037"/>
                  </a:lnTo>
                  <a:lnTo>
                    <a:pt x="2358" y="5128"/>
                  </a:lnTo>
                  <a:lnTo>
                    <a:pt x="2278" y="5216"/>
                  </a:lnTo>
                  <a:lnTo>
                    <a:pt x="2195" y="5303"/>
                  </a:lnTo>
                  <a:lnTo>
                    <a:pt x="2110" y="5386"/>
                  </a:lnTo>
                  <a:lnTo>
                    <a:pt x="2021" y="5465"/>
                  </a:lnTo>
                  <a:lnTo>
                    <a:pt x="1929" y="5541"/>
                  </a:lnTo>
                  <a:lnTo>
                    <a:pt x="1834" y="5614"/>
                  </a:lnTo>
                  <a:lnTo>
                    <a:pt x="1736" y="5683"/>
                  </a:lnTo>
                  <a:lnTo>
                    <a:pt x="1636" y="5747"/>
                  </a:lnTo>
                  <a:lnTo>
                    <a:pt x="1533" y="5809"/>
                  </a:lnTo>
                  <a:lnTo>
                    <a:pt x="1427" y="5866"/>
                  </a:lnTo>
                  <a:lnTo>
                    <a:pt x="1319" y="5919"/>
                  </a:lnTo>
                  <a:lnTo>
                    <a:pt x="1208" y="5969"/>
                  </a:lnTo>
                  <a:lnTo>
                    <a:pt x="1097" y="6014"/>
                  </a:lnTo>
                  <a:lnTo>
                    <a:pt x="981" y="6054"/>
                  </a:lnTo>
                  <a:lnTo>
                    <a:pt x="865" y="6091"/>
                  </a:lnTo>
                  <a:lnTo>
                    <a:pt x="746" y="6122"/>
                  </a:lnTo>
                  <a:lnTo>
                    <a:pt x="625" y="6150"/>
                  </a:lnTo>
                  <a:lnTo>
                    <a:pt x="503" y="6171"/>
                  </a:lnTo>
                  <a:lnTo>
                    <a:pt x="380" y="6190"/>
                  </a:lnTo>
                  <a:lnTo>
                    <a:pt x="254" y="6203"/>
                  </a:lnTo>
                  <a:lnTo>
                    <a:pt x="128" y="6211"/>
                  </a:lnTo>
                  <a:lnTo>
                    <a:pt x="0" y="6213"/>
                  </a:lnTo>
                  <a:lnTo>
                    <a:pt x="77" y="6212"/>
                  </a:lnTo>
                  <a:lnTo>
                    <a:pt x="154" y="6208"/>
                  </a:lnTo>
                  <a:lnTo>
                    <a:pt x="230" y="6204"/>
                  </a:lnTo>
                  <a:lnTo>
                    <a:pt x="306" y="6197"/>
                  </a:lnTo>
                  <a:lnTo>
                    <a:pt x="382" y="6188"/>
                  </a:lnTo>
                  <a:lnTo>
                    <a:pt x="457" y="6177"/>
                  </a:lnTo>
                  <a:lnTo>
                    <a:pt x="531" y="6165"/>
                  </a:lnTo>
                  <a:lnTo>
                    <a:pt x="605" y="6150"/>
                  </a:lnTo>
                  <a:lnTo>
                    <a:pt x="677" y="6133"/>
                  </a:lnTo>
                  <a:lnTo>
                    <a:pt x="750" y="6115"/>
                  </a:lnTo>
                  <a:lnTo>
                    <a:pt x="821" y="6095"/>
                  </a:lnTo>
                  <a:lnTo>
                    <a:pt x="891" y="6074"/>
                  </a:lnTo>
                  <a:lnTo>
                    <a:pt x="962" y="6049"/>
                  </a:lnTo>
                  <a:lnTo>
                    <a:pt x="1031" y="6024"/>
                  </a:lnTo>
                  <a:lnTo>
                    <a:pt x="1100" y="5997"/>
                  </a:lnTo>
                  <a:lnTo>
                    <a:pt x="1168" y="5969"/>
                  </a:lnTo>
                  <a:lnTo>
                    <a:pt x="1235" y="5939"/>
                  </a:lnTo>
                  <a:lnTo>
                    <a:pt x="1300" y="5906"/>
                  </a:lnTo>
                  <a:lnTo>
                    <a:pt x="1365" y="5873"/>
                  </a:lnTo>
                  <a:lnTo>
                    <a:pt x="1429" y="5839"/>
                  </a:lnTo>
                  <a:lnTo>
                    <a:pt x="1493" y="5802"/>
                  </a:lnTo>
                  <a:lnTo>
                    <a:pt x="1555" y="5764"/>
                  </a:lnTo>
                  <a:lnTo>
                    <a:pt x="1677" y="5683"/>
                  </a:lnTo>
                  <a:lnTo>
                    <a:pt x="1736" y="5640"/>
                  </a:lnTo>
                  <a:lnTo>
                    <a:pt x="1795" y="5595"/>
                  </a:lnTo>
                  <a:lnTo>
                    <a:pt x="1852" y="5551"/>
                  </a:lnTo>
                  <a:lnTo>
                    <a:pt x="1907" y="5503"/>
                  </a:lnTo>
                  <a:lnTo>
                    <a:pt x="1963" y="5455"/>
                  </a:lnTo>
                  <a:lnTo>
                    <a:pt x="2017" y="5406"/>
                  </a:lnTo>
                  <a:lnTo>
                    <a:pt x="2070" y="5355"/>
                  </a:lnTo>
                  <a:lnTo>
                    <a:pt x="2121" y="5303"/>
                  </a:lnTo>
                  <a:lnTo>
                    <a:pt x="2171" y="5250"/>
                  </a:lnTo>
                  <a:lnTo>
                    <a:pt x="2220" y="5196"/>
                  </a:lnTo>
                  <a:lnTo>
                    <a:pt x="2268" y="5139"/>
                  </a:lnTo>
                  <a:lnTo>
                    <a:pt x="2314" y="5083"/>
                  </a:lnTo>
                  <a:lnTo>
                    <a:pt x="2360" y="5024"/>
                  </a:lnTo>
                  <a:lnTo>
                    <a:pt x="2404" y="4965"/>
                  </a:lnTo>
                  <a:lnTo>
                    <a:pt x="2447" y="4904"/>
                  </a:lnTo>
                  <a:lnTo>
                    <a:pt x="2487" y="4843"/>
                  </a:lnTo>
                  <a:lnTo>
                    <a:pt x="2527" y="4781"/>
                  </a:lnTo>
                  <a:lnTo>
                    <a:pt x="2565" y="4718"/>
                  </a:lnTo>
                  <a:lnTo>
                    <a:pt x="2602" y="4653"/>
                  </a:lnTo>
                  <a:lnTo>
                    <a:pt x="2638" y="4587"/>
                  </a:lnTo>
                  <a:lnTo>
                    <a:pt x="2671" y="4521"/>
                  </a:lnTo>
                  <a:lnTo>
                    <a:pt x="2703" y="4453"/>
                  </a:lnTo>
                  <a:lnTo>
                    <a:pt x="2735" y="4385"/>
                  </a:lnTo>
                  <a:lnTo>
                    <a:pt x="2763" y="4316"/>
                  </a:lnTo>
                  <a:lnTo>
                    <a:pt x="2791" y="4245"/>
                  </a:lnTo>
                  <a:lnTo>
                    <a:pt x="2817" y="4175"/>
                  </a:lnTo>
                  <a:lnTo>
                    <a:pt x="2842" y="4102"/>
                  </a:lnTo>
                  <a:lnTo>
                    <a:pt x="2865" y="4030"/>
                  </a:lnTo>
                  <a:lnTo>
                    <a:pt x="2885" y="3957"/>
                  </a:lnTo>
                  <a:lnTo>
                    <a:pt x="2905" y="3882"/>
                  </a:lnTo>
                  <a:lnTo>
                    <a:pt x="2922" y="3807"/>
                  </a:lnTo>
                  <a:lnTo>
                    <a:pt x="2938" y="3733"/>
                  </a:lnTo>
                  <a:lnTo>
                    <a:pt x="2952" y="3657"/>
                  </a:lnTo>
                  <a:lnTo>
                    <a:pt x="2965" y="3579"/>
                  </a:lnTo>
                  <a:lnTo>
                    <a:pt x="2975" y="3502"/>
                  </a:lnTo>
                  <a:lnTo>
                    <a:pt x="2984" y="3424"/>
                  </a:lnTo>
                  <a:lnTo>
                    <a:pt x="2990" y="3346"/>
                  </a:lnTo>
                  <a:lnTo>
                    <a:pt x="2996" y="3266"/>
                  </a:lnTo>
                  <a:lnTo>
                    <a:pt x="2998" y="3187"/>
                  </a:lnTo>
                  <a:lnTo>
                    <a:pt x="2999" y="3106"/>
                  </a:lnTo>
                  <a:lnTo>
                    <a:pt x="2997" y="2981"/>
                  </a:lnTo>
                  <a:lnTo>
                    <a:pt x="2990" y="2858"/>
                  </a:lnTo>
                  <a:lnTo>
                    <a:pt x="2979" y="2736"/>
                  </a:lnTo>
                  <a:lnTo>
                    <a:pt x="2963" y="2616"/>
                  </a:lnTo>
                  <a:lnTo>
                    <a:pt x="2963" y="2516"/>
                  </a:lnTo>
                  <a:lnTo>
                    <a:pt x="2957" y="2417"/>
                  </a:lnTo>
                  <a:lnTo>
                    <a:pt x="2945" y="2318"/>
                  </a:lnTo>
                  <a:lnTo>
                    <a:pt x="2930" y="2221"/>
                  </a:lnTo>
                  <a:lnTo>
                    <a:pt x="2910" y="2124"/>
                  </a:lnTo>
                  <a:lnTo>
                    <a:pt x="2884" y="2030"/>
                  </a:lnTo>
                  <a:lnTo>
                    <a:pt x="2855" y="1935"/>
                  </a:lnTo>
                  <a:lnTo>
                    <a:pt x="2822" y="1843"/>
                  </a:lnTo>
                  <a:lnTo>
                    <a:pt x="2785" y="1753"/>
                  </a:lnTo>
                  <a:lnTo>
                    <a:pt x="2744" y="1664"/>
                  </a:lnTo>
                  <a:lnTo>
                    <a:pt x="2699" y="1576"/>
                  </a:lnTo>
                  <a:lnTo>
                    <a:pt x="2650" y="1491"/>
                  </a:lnTo>
                  <a:lnTo>
                    <a:pt x="2599" y="1407"/>
                  </a:lnTo>
                  <a:lnTo>
                    <a:pt x="2544" y="1325"/>
                  </a:lnTo>
                  <a:lnTo>
                    <a:pt x="2487" y="1244"/>
                  </a:lnTo>
                  <a:lnTo>
                    <a:pt x="2426" y="1167"/>
                  </a:lnTo>
                  <a:lnTo>
                    <a:pt x="2364" y="1091"/>
                  </a:lnTo>
                  <a:lnTo>
                    <a:pt x="2298" y="1017"/>
                  </a:lnTo>
                  <a:lnTo>
                    <a:pt x="2230" y="946"/>
                  </a:lnTo>
                  <a:lnTo>
                    <a:pt x="2161" y="878"/>
                  </a:lnTo>
                  <a:lnTo>
                    <a:pt x="2089" y="811"/>
                  </a:lnTo>
                  <a:lnTo>
                    <a:pt x="2016" y="748"/>
                  </a:lnTo>
                  <a:lnTo>
                    <a:pt x="1941" y="687"/>
                  </a:lnTo>
                  <a:lnTo>
                    <a:pt x="1865" y="629"/>
                  </a:lnTo>
                  <a:lnTo>
                    <a:pt x="1788" y="573"/>
                  </a:lnTo>
                  <a:lnTo>
                    <a:pt x="1709" y="521"/>
                  </a:lnTo>
                  <a:lnTo>
                    <a:pt x="1631" y="471"/>
                  </a:lnTo>
                  <a:lnTo>
                    <a:pt x="1550" y="425"/>
                  </a:lnTo>
                  <a:lnTo>
                    <a:pt x="1471" y="381"/>
                  </a:lnTo>
                  <a:lnTo>
                    <a:pt x="1390" y="342"/>
                  </a:lnTo>
                  <a:lnTo>
                    <a:pt x="1310" y="305"/>
                  </a:lnTo>
                  <a:lnTo>
                    <a:pt x="1229" y="272"/>
                  </a:lnTo>
                  <a:lnTo>
                    <a:pt x="1158" y="240"/>
                  </a:lnTo>
                  <a:lnTo>
                    <a:pt x="1086" y="211"/>
                  </a:lnTo>
                  <a:lnTo>
                    <a:pt x="1014" y="182"/>
                  </a:lnTo>
                  <a:lnTo>
                    <a:pt x="940" y="156"/>
                  </a:lnTo>
                  <a:lnTo>
                    <a:pt x="866" y="131"/>
                  </a:lnTo>
                  <a:lnTo>
                    <a:pt x="790" y="110"/>
                  </a:lnTo>
                  <a:lnTo>
                    <a:pt x="714" y="89"/>
                  </a:lnTo>
                  <a:lnTo>
                    <a:pt x="638" y="70"/>
                  </a:lnTo>
                  <a:lnTo>
                    <a:pt x="561" y="54"/>
                  </a:lnTo>
                  <a:lnTo>
                    <a:pt x="483" y="40"/>
                  </a:lnTo>
                  <a:lnTo>
                    <a:pt x="403" y="28"/>
                  </a:lnTo>
                  <a:lnTo>
                    <a:pt x="324" y="18"/>
                  </a:lnTo>
                  <a:lnTo>
                    <a:pt x="244" y="10"/>
                  </a:lnTo>
                  <a:lnTo>
                    <a:pt x="163" y="5"/>
                  </a:lnTo>
                  <a:lnTo>
                    <a:pt x="82" y="1"/>
                  </a:lnTo>
                  <a:lnTo>
                    <a:pt x="0" y="0"/>
                  </a:lnTo>
                  <a:lnTo>
                    <a:pt x="128" y="2"/>
                  </a:lnTo>
                  <a:lnTo>
                    <a:pt x="254" y="10"/>
                  </a:lnTo>
                  <a:lnTo>
                    <a:pt x="380" y="23"/>
                  </a:lnTo>
                  <a:lnTo>
                    <a:pt x="504" y="42"/>
                  </a:lnTo>
                  <a:close/>
                </a:path>
              </a:pathLst>
            </a:custGeom>
            <a:solidFill>
              <a:srgbClr val="00B0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59" name="Freeform 216"/>
            <p:cNvSpPr>
              <a:spLocks/>
            </p:cNvSpPr>
            <p:nvPr/>
          </p:nvSpPr>
          <p:spPr bwMode="auto">
            <a:xfrm>
              <a:off x="2227" y="844"/>
              <a:ext cx="1553" cy="2459"/>
            </a:xfrm>
            <a:custGeom>
              <a:avLst/>
              <a:gdLst>
                <a:gd name="T0" fmla="*/ 2862 w 3107"/>
                <a:gd name="T1" fmla="*/ 603 h 4919"/>
                <a:gd name="T2" fmla="*/ 2984 w 3107"/>
                <a:gd name="T3" fmla="*/ 947 h 4919"/>
                <a:gd name="T4" fmla="*/ 3066 w 3107"/>
                <a:gd name="T5" fmla="*/ 1308 h 4919"/>
                <a:gd name="T6" fmla="*/ 3104 w 3107"/>
                <a:gd name="T7" fmla="*/ 1684 h 4919"/>
                <a:gd name="T8" fmla="*/ 3096 w 3107"/>
                <a:gd name="T9" fmla="*/ 2068 h 4919"/>
                <a:gd name="T10" fmla="*/ 3043 w 3107"/>
                <a:gd name="T11" fmla="*/ 2439 h 4919"/>
                <a:gd name="T12" fmla="*/ 2948 w 3107"/>
                <a:gd name="T13" fmla="*/ 2795 h 4919"/>
                <a:gd name="T14" fmla="*/ 2813 w 3107"/>
                <a:gd name="T15" fmla="*/ 3132 h 4919"/>
                <a:gd name="T16" fmla="*/ 2640 w 3107"/>
                <a:gd name="T17" fmla="*/ 3449 h 4919"/>
                <a:gd name="T18" fmla="*/ 2434 w 3107"/>
                <a:gd name="T19" fmla="*/ 3743 h 4919"/>
                <a:gd name="T20" fmla="*/ 2195 w 3107"/>
                <a:gd name="T21" fmla="*/ 4009 h 4919"/>
                <a:gd name="T22" fmla="*/ 1929 w 3107"/>
                <a:gd name="T23" fmla="*/ 4247 h 4919"/>
                <a:gd name="T24" fmla="*/ 1636 w 3107"/>
                <a:gd name="T25" fmla="*/ 4453 h 4919"/>
                <a:gd name="T26" fmla="*/ 1319 w 3107"/>
                <a:gd name="T27" fmla="*/ 4625 h 4919"/>
                <a:gd name="T28" fmla="*/ 981 w 3107"/>
                <a:gd name="T29" fmla="*/ 4760 h 4919"/>
                <a:gd name="T30" fmla="*/ 625 w 3107"/>
                <a:gd name="T31" fmla="*/ 4856 h 4919"/>
                <a:gd name="T32" fmla="*/ 254 w 3107"/>
                <a:gd name="T33" fmla="*/ 4909 h 4919"/>
                <a:gd name="T34" fmla="*/ 77 w 3107"/>
                <a:gd name="T35" fmla="*/ 4918 h 4919"/>
                <a:gd name="T36" fmla="*/ 306 w 3107"/>
                <a:gd name="T37" fmla="*/ 4903 h 4919"/>
                <a:gd name="T38" fmla="*/ 531 w 3107"/>
                <a:gd name="T39" fmla="*/ 4871 h 4919"/>
                <a:gd name="T40" fmla="*/ 750 w 3107"/>
                <a:gd name="T41" fmla="*/ 4821 h 4919"/>
                <a:gd name="T42" fmla="*/ 962 w 3107"/>
                <a:gd name="T43" fmla="*/ 4755 h 4919"/>
                <a:gd name="T44" fmla="*/ 1168 w 3107"/>
                <a:gd name="T45" fmla="*/ 4675 h 4919"/>
                <a:gd name="T46" fmla="*/ 1365 w 3107"/>
                <a:gd name="T47" fmla="*/ 4579 h 4919"/>
                <a:gd name="T48" fmla="*/ 1555 w 3107"/>
                <a:gd name="T49" fmla="*/ 4470 h 4919"/>
                <a:gd name="T50" fmla="*/ 1795 w 3107"/>
                <a:gd name="T51" fmla="*/ 4301 h 4919"/>
                <a:gd name="T52" fmla="*/ 1963 w 3107"/>
                <a:gd name="T53" fmla="*/ 4161 h 4919"/>
                <a:gd name="T54" fmla="*/ 2121 w 3107"/>
                <a:gd name="T55" fmla="*/ 4009 h 4919"/>
                <a:gd name="T56" fmla="*/ 2268 w 3107"/>
                <a:gd name="T57" fmla="*/ 3845 h 4919"/>
                <a:gd name="T58" fmla="*/ 2404 w 3107"/>
                <a:gd name="T59" fmla="*/ 3671 h 4919"/>
                <a:gd name="T60" fmla="*/ 2527 w 3107"/>
                <a:gd name="T61" fmla="*/ 3487 h 4919"/>
                <a:gd name="T62" fmla="*/ 2638 w 3107"/>
                <a:gd name="T63" fmla="*/ 3293 h 4919"/>
                <a:gd name="T64" fmla="*/ 2735 w 3107"/>
                <a:gd name="T65" fmla="*/ 3091 h 4919"/>
                <a:gd name="T66" fmla="*/ 2817 w 3107"/>
                <a:gd name="T67" fmla="*/ 2881 h 4919"/>
                <a:gd name="T68" fmla="*/ 2885 w 3107"/>
                <a:gd name="T69" fmla="*/ 2663 h 4919"/>
                <a:gd name="T70" fmla="*/ 2938 w 3107"/>
                <a:gd name="T71" fmla="*/ 2439 h 4919"/>
                <a:gd name="T72" fmla="*/ 2975 w 3107"/>
                <a:gd name="T73" fmla="*/ 2208 h 4919"/>
                <a:gd name="T74" fmla="*/ 2996 w 3107"/>
                <a:gd name="T75" fmla="*/ 1972 h 4919"/>
                <a:gd name="T76" fmla="*/ 2998 w 3107"/>
                <a:gd name="T77" fmla="*/ 1738 h 4919"/>
                <a:gd name="T78" fmla="*/ 2990 w 3107"/>
                <a:gd name="T79" fmla="*/ 1485 h 4919"/>
                <a:gd name="T80" fmla="*/ 2996 w 3107"/>
                <a:gd name="T81" fmla="*/ 1269 h 4919"/>
                <a:gd name="T82" fmla="*/ 2966 w 3107"/>
                <a:gd name="T83" fmla="*/ 999 h 4919"/>
                <a:gd name="T84" fmla="*/ 2897 w 3107"/>
                <a:gd name="T85" fmla="*/ 726 h 4919"/>
                <a:gd name="T86" fmla="*/ 2790 w 3107"/>
                <a:gd name="T87" fmla="*/ 454 h 4919"/>
                <a:gd name="T88" fmla="*/ 2642 w 3107"/>
                <a:gd name="T89" fmla="*/ 181 h 4919"/>
                <a:gd name="T90" fmla="*/ 2587 w 3107"/>
                <a:gd name="T91" fmla="*/ 93 h 4919"/>
                <a:gd name="T92" fmla="*/ 2760 w 3107"/>
                <a:gd name="T93" fmla="*/ 386 h 49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107" h="4919">
                  <a:moveTo>
                    <a:pt x="2760" y="386"/>
                  </a:moveTo>
                  <a:lnTo>
                    <a:pt x="2813" y="493"/>
                  </a:lnTo>
                  <a:lnTo>
                    <a:pt x="2862" y="603"/>
                  </a:lnTo>
                  <a:lnTo>
                    <a:pt x="2907" y="715"/>
                  </a:lnTo>
                  <a:lnTo>
                    <a:pt x="2948" y="830"/>
                  </a:lnTo>
                  <a:lnTo>
                    <a:pt x="2984" y="947"/>
                  </a:lnTo>
                  <a:lnTo>
                    <a:pt x="3016" y="1067"/>
                  </a:lnTo>
                  <a:lnTo>
                    <a:pt x="3043" y="1186"/>
                  </a:lnTo>
                  <a:lnTo>
                    <a:pt x="3066" y="1308"/>
                  </a:lnTo>
                  <a:lnTo>
                    <a:pt x="3084" y="1433"/>
                  </a:lnTo>
                  <a:lnTo>
                    <a:pt x="3096" y="1558"/>
                  </a:lnTo>
                  <a:lnTo>
                    <a:pt x="3104" y="1684"/>
                  </a:lnTo>
                  <a:lnTo>
                    <a:pt x="3107" y="1812"/>
                  </a:lnTo>
                  <a:lnTo>
                    <a:pt x="3104" y="1940"/>
                  </a:lnTo>
                  <a:lnTo>
                    <a:pt x="3096" y="2068"/>
                  </a:lnTo>
                  <a:lnTo>
                    <a:pt x="3084" y="2193"/>
                  </a:lnTo>
                  <a:lnTo>
                    <a:pt x="3066" y="2316"/>
                  </a:lnTo>
                  <a:lnTo>
                    <a:pt x="3043" y="2439"/>
                  </a:lnTo>
                  <a:lnTo>
                    <a:pt x="3016" y="2560"/>
                  </a:lnTo>
                  <a:lnTo>
                    <a:pt x="2984" y="2678"/>
                  </a:lnTo>
                  <a:lnTo>
                    <a:pt x="2948" y="2795"/>
                  </a:lnTo>
                  <a:lnTo>
                    <a:pt x="2907" y="2910"/>
                  </a:lnTo>
                  <a:lnTo>
                    <a:pt x="2862" y="3022"/>
                  </a:lnTo>
                  <a:lnTo>
                    <a:pt x="2813" y="3132"/>
                  </a:lnTo>
                  <a:lnTo>
                    <a:pt x="2760" y="3240"/>
                  </a:lnTo>
                  <a:lnTo>
                    <a:pt x="2702" y="3346"/>
                  </a:lnTo>
                  <a:lnTo>
                    <a:pt x="2640" y="3449"/>
                  </a:lnTo>
                  <a:lnTo>
                    <a:pt x="2576" y="3549"/>
                  </a:lnTo>
                  <a:lnTo>
                    <a:pt x="2506" y="3647"/>
                  </a:lnTo>
                  <a:lnTo>
                    <a:pt x="2434" y="3743"/>
                  </a:lnTo>
                  <a:lnTo>
                    <a:pt x="2358" y="3834"/>
                  </a:lnTo>
                  <a:lnTo>
                    <a:pt x="2278" y="3922"/>
                  </a:lnTo>
                  <a:lnTo>
                    <a:pt x="2195" y="4009"/>
                  </a:lnTo>
                  <a:lnTo>
                    <a:pt x="2110" y="4092"/>
                  </a:lnTo>
                  <a:lnTo>
                    <a:pt x="2021" y="4171"/>
                  </a:lnTo>
                  <a:lnTo>
                    <a:pt x="1929" y="4247"/>
                  </a:lnTo>
                  <a:lnTo>
                    <a:pt x="1834" y="4320"/>
                  </a:lnTo>
                  <a:lnTo>
                    <a:pt x="1736" y="4389"/>
                  </a:lnTo>
                  <a:lnTo>
                    <a:pt x="1636" y="4453"/>
                  </a:lnTo>
                  <a:lnTo>
                    <a:pt x="1533" y="4515"/>
                  </a:lnTo>
                  <a:lnTo>
                    <a:pt x="1427" y="4572"/>
                  </a:lnTo>
                  <a:lnTo>
                    <a:pt x="1319" y="4625"/>
                  </a:lnTo>
                  <a:lnTo>
                    <a:pt x="1208" y="4675"/>
                  </a:lnTo>
                  <a:lnTo>
                    <a:pt x="1097" y="4720"/>
                  </a:lnTo>
                  <a:lnTo>
                    <a:pt x="981" y="4760"/>
                  </a:lnTo>
                  <a:lnTo>
                    <a:pt x="865" y="4797"/>
                  </a:lnTo>
                  <a:lnTo>
                    <a:pt x="746" y="4828"/>
                  </a:lnTo>
                  <a:lnTo>
                    <a:pt x="625" y="4856"/>
                  </a:lnTo>
                  <a:lnTo>
                    <a:pt x="503" y="4877"/>
                  </a:lnTo>
                  <a:lnTo>
                    <a:pt x="380" y="4896"/>
                  </a:lnTo>
                  <a:lnTo>
                    <a:pt x="254" y="4909"/>
                  </a:lnTo>
                  <a:lnTo>
                    <a:pt x="128" y="4917"/>
                  </a:lnTo>
                  <a:lnTo>
                    <a:pt x="0" y="4919"/>
                  </a:lnTo>
                  <a:lnTo>
                    <a:pt x="77" y="4918"/>
                  </a:lnTo>
                  <a:lnTo>
                    <a:pt x="154" y="4914"/>
                  </a:lnTo>
                  <a:lnTo>
                    <a:pt x="230" y="4910"/>
                  </a:lnTo>
                  <a:lnTo>
                    <a:pt x="306" y="4903"/>
                  </a:lnTo>
                  <a:lnTo>
                    <a:pt x="382" y="4894"/>
                  </a:lnTo>
                  <a:lnTo>
                    <a:pt x="457" y="4883"/>
                  </a:lnTo>
                  <a:lnTo>
                    <a:pt x="531" y="4871"/>
                  </a:lnTo>
                  <a:lnTo>
                    <a:pt x="605" y="4856"/>
                  </a:lnTo>
                  <a:lnTo>
                    <a:pt x="677" y="4839"/>
                  </a:lnTo>
                  <a:lnTo>
                    <a:pt x="750" y="4821"/>
                  </a:lnTo>
                  <a:lnTo>
                    <a:pt x="821" y="4801"/>
                  </a:lnTo>
                  <a:lnTo>
                    <a:pt x="891" y="4780"/>
                  </a:lnTo>
                  <a:lnTo>
                    <a:pt x="962" y="4755"/>
                  </a:lnTo>
                  <a:lnTo>
                    <a:pt x="1031" y="4730"/>
                  </a:lnTo>
                  <a:lnTo>
                    <a:pt x="1100" y="4703"/>
                  </a:lnTo>
                  <a:lnTo>
                    <a:pt x="1168" y="4675"/>
                  </a:lnTo>
                  <a:lnTo>
                    <a:pt x="1235" y="4645"/>
                  </a:lnTo>
                  <a:lnTo>
                    <a:pt x="1300" y="4612"/>
                  </a:lnTo>
                  <a:lnTo>
                    <a:pt x="1365" y="4579"/>
                  </a:lnTo>
                  <a:lnTo>
                    <a:pt x="1429" y="4545"/>
                  </a:lnTo>
                  <a:lnTo>
                    <a:pt x="1493" y="4508"/>
                  </a:lnTo>
                  <a:lnTo>
                    <a:pt x="1555" y="4470"/>
                  </a:lnTo>
                  <a:lnTo>
                    <a:pt x="1677" y="4389"/>
                  </a:lnTo>
                  <a:lnTo>
                    <a:pt x="1736" y="4346"/>
                  </a:lnTo>
                  <a:lnTo>
                    <a:pt x="1795" y="4301"/>
                  </a:lnTo>
                  <a:lnTo>
                    <a:pt x="1852" y="4257"/>
                  </a:lnTo>
                  <a:lnTo>
                    <a:pt x="1907" y="4209"/>
                  </a:lnTo>
                  <a:lnTo>
                    <a:pt x="1963" y="4161"/>
                  </a:lnTo>
                  <a:lnTo>
                    <a:pt x="2017" y="4112"/>
                  </a:lnTo>
                  <a:lnTo>
                    <a:pt x="2070" y="4061"/>
                  </a:lnTo>
                  <a:lnTo>
                    <a:pt x="2121" y="4009"/>
                  </a:lnTo>
                  <a:lnTo>
                    <a:pt x="2171" y="3956"/>
                  </a:lnTo>
                  <a:lnTo>
                    <a:pt x="2220" y="3902"/>
                  </a:lnTo>
                  <a:lnTo>
                    <a:pt x="2268" y="3845"/>
                  </a:lnTo>
                  <a:lnTo>
                    <a:pt x="2314" y="3789"/>
                  </a:lnTo>
                  <a:lnTo>
                    <a:pt x="2360" y="3730"/>
                  </a:lnTo>
                  <a:lnTo>
                    <a:pt x="2404" y="3671"/>
                  </a:lnTo>
                  <a:lnTo>
                    <a:pt x="2447" y="3610"/>
                  </a:lnTo>
                  <a:lnTo>
                    <a:pt x="2487" y="3549"/>
                  </a:lnTo>
                  <a:lnTo>
                    <a:pt x="2527" y="3487"/>
                  </a:lnTo>
                  <a:lnTo>
                    <a:pt x="2565" y="3424"/>
                  </a:lnTo>
                  <a:lnTo>
                    <a:pt x="2602" y="3359"/>
                  </a:lnTo>
                  <a:lnTo>
                    <a:pt x="2638" y="3293"/>
                  </a:lnTo>
                  <a:lnTo>
                    <a:pt x="2671" y="3227"/>
                  </a:lnTo>
                  <a:lnTo>
                    <a:pt x="2703" y="3159"/>
                  </a:lnTo>
                  <a:lnTo>
                    <a:pt x="2735" y="3091"/>
                  </a:lnTo>
                  <a:lnTo>
                    <a:pt x="2763" y="3022"/>
                  </a:lnTo>
                  <a:lnTo>
                    <a:pt x="2791" y="2951"/>
                  </a:lnTo>
                  <a:lnTo>
                    <a:pt x="2817" y="2881"/>
                  </a:lnTo>
                  <a:lnTo>
                    <a:pt x="2842" y="2808"/>
                  </a:lnTo>
                  <a:lnTo>
                    <a:pt x="2865" y="2736"/>
                  </a:lnTo>
                  <a:lnTo>
                    <a:pt x="2885" y="2663"/>
                  </a:lnTo>
                  <a:lnTo>
                    <a:pt x="2905" y="2588"/>
                  </a:lnTo>
                  <a:lnTo>
                    <a:pt x="2922" y="2513"/>
                  </a:lnTo>
                  <a:lnTo>
                    <a:pt x="2938" y="2439"/>
                  </a:lnTo>
                  <a:lnTo>
                    <a:pt x="2952" y="2363"/>
                  </a:lnTo>
                  <a:lnTo>
                    <a:pt x="2965" y="2285"/>
                  </a:lnTo>
                  <a:lnTo>
                    <a:pt x="2975" y="2208"/>
                  </a:lnTo>
                  <a:lnTo>
                    <a:pt x="2984" y="2130"/>
                  </a:lnTo>
                  <a:lnTo>
                    <a:pt x="2990" y="2052"/>
                  </a:lnTo>
                  <a:lnTo>
                    <a:pt x="2996" y="1972"/>
                  </a:lnTo>
                  <a:lnTo>
                    <a:pt x="2998" y="1893"/>
                  </a:lnTo>
                  <a:lnTo>
                    <a:pt x="2999" y="1812"/>
                  </a:lnTo>
                  <a:lnTo>
                    <a:pt x="2998" y="1738"/>
                  </a:lnTo>
                  <a:lnTo>
                    <a:pt x="2996" y="1664"/>
                  </a:lnTo>
                  <a:lnTo>
                    <a:pt x="2987" y="1518"/>
                  </a:lnTo>
                  <a:lnTo>
                    <a:pt x="2990" y="1485"/>
                  </a:lnTo>
                  <a:lnTo>
                    <a:pt x="2994" y="1450"/>
                  </a:lnTo>
                  <a:lnTo>
                    <a:pt x="2997" y="1360"/>
                  </a:lnTo>
                  <a:lnTo>
                    <a:pt x="2996" y="1269"/>
                  </a:lnTo>
                  <a:lnTo>
                    <a:pt x="2990" y="1179"/>
                  </a:lnTo>
                  <a:lnTo>
                    <a:pt x="2980" y="1088"/>
                  </a:lnTo>
                  <a:lnTo>
                    <a:pt x="2966" y="999"/>
                  </a:lnTo>
                  <a:lnTo>
                    <a:pt x="2948" y="908"/>
                  </a:lnTo>
                  <a:lnTo>
                    <a:pt x="2925" y="817"/>
                  </a:lnTo>
                  <a:lnTo>
                    <a:pt x="2897" y="726"/>
                  </a:lnTo>
                  <a:lnTo>
                    <a:pt x="2866" y="635"/>
                  </a:lnTo>
                  <a:lnTo>
                    <a:pt x="2830" y="545"/>
                  </a:lnTo>
                  <a:lnTo>
                    <a:pt x="2790" y="454"/>
                  </a:lnTo>
                  <a:lnTo>
                    <a:pt x="2745" y="363"/>
                  </a:lnTo>
                  <a:lnTo>
                    <a:pt x="2695" y="272"/>
                  </a:lnTo>
                  <a:lnTo>
                    <a:pt x="2642" y="181"/>
                  </a:lnTo>
                  <a:lnTo>
                    <a:pt x="2585" y="91"/>
                  </a:lnTo>
                  <a:lnTo>
                    <a:pt x="2523" y="0"/>
                  </a:lnTo>
                  <a:lnTo>
                    <a:pt x="2587" y="93"/>
                  </a:lnTo>
                  <a:lnTo>
                    <a:pt x="2648" y="188"/>
                  </a:lnTo>
                  <a:lnTo>
                    <a:pt x="2706" y="285"/>
                  </a:lnTo>
                  <a:lnTo>
                    <a:pt x="2760" y="386"/>
                  </a:lnTo>
                  <a:close/>
                </a:path>
              </a:pathLst>
            </a:custGeom>
            <a:solidFill>
              <a:srgbClr val="00A9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60" name="Freeform 217"/>
            <p:cNvSpPr>
              <a:spLocks/>
            </p:cNvSpPr>
            <p:nvPr/>
          </p:nvSpPr>
          <p:spPr bwMode="auto">
            <a:xfrm>
              <a:off x="2227" y="197"/>
              <a:ext cx="908" cy="293"/>
            </a:xfrm>
            <a:custGeom>
              <a:avLst/>
              <a:gdLst>
                <a:gd name="T0" fmla="*/ 504 w 1816"/>
                <a:gd name="T1" fmla="*/ 42 h 586"/>
                <a:gd name="T2" fmla="*/ 627 w 1816"/>
                <a:gd name="T3" fmla="*/ 63 h 586"/>
                <a:gd name="T4" fmla="*/ 746 w 1816"/>
                <a:gd name="T5" fmla="*/ 91 h 586"/>
                <a:gd name="T6" fmla="*/ 865 w 1816"/>
                <a:gd name="T7" fmla="*/ 122 h 586"/>
                <a:gd name="T8" fmla="*/ 982 w 1816"/>
                <a:gd name="T9" fmla="*/ 159 h 586"/>
                <a:gd name="T10" fmla="*/ 1097 w 1816"/>
                <a:gd name="T11" fmla="*/ 199 h 586"/>
                <a:gd name="T12" fmla="*/ 1209 w 1816"/>
                <a:gd name="T13" fmla="*/ 244 h 586"/>
                <a:gd name="T14" fmla="*/ 1320 w 1816"/>
                <a:gd name="T15" fmla="*/ 294 h 586"/>
                <a:gd name="T16" fmla="*/ 1427 w 1816"/>
                <a:gd name="T17" fmla="*/ 347 h 586"/>
                <a:gd name="T18" fmla="*/ 1528 w 1816"/>
                <a:gd name="T19" fmla="*/ 401 h 586"/>
                <a:gd name="T20" fmla="*/ 1626 w 1816"/>
                <a:gd name="T21" fmla="*/ 460 h 586"/>
                <a:gd name="T22" fmla="*/ 1723 w 1816"/>
                <a:gd name="T23" fmla="*/ 522 h 586"/>
                <a:gd name="T24" fmla="*/ 1816 w 1816"/>
                <a:gd name="T25" fmla="*/ 586 h 586"/>
                <a:gd name="T26" fmla="*/ 1721 w 1816"/>
                <a:gd name="T27" fmla="*/ 521 h 586"/>
                <a:gd name="T28" fmla="*/ 1626 w 1816"/>
                <a:gd name="T29" fmla="*/ 461 h 586"/>
                <a:gd name="T30" fmla="*/ 1533 w 1816"/>
                <a:gd name="T31" fmla="*/ 406 h 586"/>
                <a:gd name="T32" fmla="*/ 1440 w 1816"/>
                <a:gd name="T33" fmla="*/ 356 h 586"/>
                <a:gd name="T34" fmla="*/ 1345 w 1816"/>
                <a:gd name="T35" fmla="*/ 310 h 586"/>
                <a:gd name="T36" fmla="*/ 1251 w 1816"/>
                <a:gd name="T37" fmla="*/ 268 h 586"/>
                <a:gd name="T38" fmla="*/ 1153 w 1816"/>
                <a:gd name="T39" fmla="*/ 232 h 586"/>
                <a:gd name="T40" fmla="*/ 1054 w 1816"/>
                <a:gd name="T41" fmla="*/ 197 h 586"/>
                <a:gd name="T42" fmla="*/ 929 w 1816"/>
                <a:gd name="T43" fmla="*/ 152 h 586"/>
                <a:gd name="T44" fmla="*/ 803 w 1816"/>
                <a:gd name="T45" fmla="*/ 113 h 586"/>
                <a:gd name="T46" fmla="*/ 674 w 1816"/>
                <a:gd name="T47" fmla="*/ 80 h 586"/>
                <a:gd name="T48" fmla="*/ 542 w 1816"/>
                <a:gd name="T49" fmla="*/ 51 h 586"/>
                <a:gd name="T50" fmla="*/ 410 w 1816"/>
                <a:gd name="T51" fmla="*/ 29 h 586"/>
                <a:gd name="T52" fmla="*/ 342 w 1816"/>
                <a:gd name="T53" fmla="*/ 21 h 586"/>
                <a:gd name="T54" fmla="*/ 275 w 1816"/>
                <a:gd name="T55" fmla="*/ 13 h 586"/>
                <a:gd name="T56" fmla="*/ 207 w 1816"/>
                <a:gd name="T57" fmla="*/ 7 h 586"/>
                <a:gd name="T58" fmla="*/ 138 w 1816"/>
                <a:gd name="T59" fmla="*/ 4 h 586"/>
                <a:gd name="T60" fmla="*/ 69 w 1816"/>
                <a:gd name="T61" fmla="*/ 1 h 586"/>
                <a:gd name="T62" fmla="*/ 0 w 1816"/>
                <a:gd name="T63" fmla="*/ 0 h 586"/>
                <a:gd name="T64" fmla="*/ 128 w 1816"/>
                <a:gd name="T65" fmla="*/ 2 h 586"/>
                <a:gd name="T66" fmla="*/ 254 w 1816"/>
                <a:gd name="T67" fmla="*/ 10 h 586"/>
                <a:gd name="T68" fmla="*/ 380 w 1816"/>
                <a:gd name="T69" fmla="*/ 23 h 586"/>
                <a:gd name="T70" fmla="*/ 504 w 1816"/>
                <a:gd name="T71" fmla="*/ 42 h 5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6" h="586">
                  <a:moveTo>
                    <a:pt x="504" y="42"/>
                  </a:moveTo>
                  <a:lnTo>
                    <a:pt x="627" y="63"/>
                  </a:lnTo>
                  <a:lnTo>
                    <a:pt x="746" y="91"/>
                  </a:lnTo>
                  <a:lnTo>
                    <a:pt x="865" y="122"/>
                  </a:lnTo>
                  <a:lnTo>
                    <a:pt x="982" y="159"/>
                  </a:lnTo>
                  <a:lnTo>
                    <a:pt x="1097" y="199"/>
                  </a:lnTo>
                  <a:lnTo>
                    <a:pt x="1209" y="244"/>
                  </a:lnTo>
                  <a:lnTo>
                    <a:pt x="1320" y="294"/>
                  </a:lnTo>
                  <a:lnTo>
                    <a:pt x="1427" y="347"/>
                  </a:lnTo>
                  <a:lnTo>
                    <a:pt x="1528" y="401"/>
                  </a:lnTo>
                  <a:lnTo>
                    <a:pt x="1626" y="460"/>
                  </a:lnTo>
                  <a:lnTo>
                    <a:pt x="1723" y="522"/>
                  </a:lnTo>
                  <a:lnTo>
                    <a:pt x="1816" y="586"/>
                  </a:lnTo>
                  <a:lnTo>
                    <a:pt x="1721" y="521"/>
                  </a:lnTo>
                  <a:lnTo>
                    <a:pt x="1626" y="461"/>
                  </a:lnTo>
                  <a:lnTo>
                    <a:pt x="1533" y="406"/>
                  </a:lnTo>
                  <a:lnTo>
                    <a:pt x="1440" y="356"/>
                  </a:lnTo>
                  <a:lnTo>
                    <a:pt x="1345" y="310"/>
                  </a:lnTo>
                  <a:lnTo>
                    <a:pt x="1251" y="268"/>
                  </a:lnTo>
                  <a:lnTo>
                    <a:pt x="1153" y="232"/>
                  </a:lnTo>
                  <a:lnTo>
                    <a:pt x="1054" y="197"/>
                  </a:lnTo>
                  <a:lnTo>
                    <a:pt x="929" y="152"/>
                  </a:lnTo>
                  <a:lnTo>
                    <a:pt x="803" y="113"/>
                  </a:lnTo>
                  <a:lnTo>
                    <a:pt x="674" y="80"/>
                  </a:lnTo>
                  <a:lnTo>
                    <a:pt x="542" y="51"/>
                  </a:lnTo>
                  <a:lnTo>
                    <a:pt x="410" y="29"/>
                  </a:lnTo>
                  <a:lnTo>
                    <a:pt x="342" y="21"/>
                  </a:lnTo>
                  <a:lnTo>
                    <a:pt x="275" y="13"/>
                  </a:lnTo>
                  <a:lnTo>
                    <a:pt x="207" y="7"/>
                  </a:lnTo>
                  <a:lnTo>
                    <a:pt x="138" y="4"/>
                  </a:lnTo>
                  <a:lnTo>
                    <a:pt x="69" y="1"/>
                  </a:lnTo>
                  <a:lnTo>
                    <a:pt x="0" y="0"/>
                  </a:lnTo>
                  <a:lnTo>
                    <a:pt x="128" y="2"/>
                  </a:lnTo>
                  <a:lnTo>
                    <a:pt x="254" y="10"/>
                  </a:lnTo>
                  <a:lnTo>
                    <a:pt x="380" y="23"/>
                  </a:lnTo>
                  <a:lnTo>
                    <a:pt x="504" y="42"/>
                  </a:lnTo>
                  <a:close/>
                </a:path>
              </a:pathLst>
            </a:custGeom>
            <a:solidFill>
              <a:srgbClr val="00A9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61" name="Freeform 218"/>
            <p:cNvSpPr>
              <a:spLocks/>
            </p:cNvSpPr>
            <p:nvPr/>
          </p:nvSpPr>
          <p:spPr bwMode="auto">
            <a:xfrm>
              <a:off x="2227" y="1059"/>
              <a:ext cx="1553" cy="2244"/>
            </a:xfrm>
            <a:custGeom>
              <a:avLst/>
              <a:gdLst>
                <a:gd name="T0" fmla="*/ 3016 w 3107"/>
                <a:gd name="T1" fmla="*/ 636 h 4488"/>
                <a:gd name="T2" fmla="*/ 3084 w 3107"/>
                <a:gd name="T3" fmla="*/ 1002 h 4488"/>
                <a:gd name="T4" fmla="*/ 3107 w 3107"/>
                <a:gd name="T5" fmla="*/ 1381 h 4488"/>
                <a:gd name="T6" fmla="*/ 3084 w 3107"/>
                <a:gd name="T7" fmla="*/ 1762 h 4488"/>
                <a:gd name="T8" fmla="*/ 3016 w 3107"/>
                <a:gd name="T9" fmla="*/ 2129 h 4488"/>
                <a:gd name="T10" fmla="*/ 2907 w 3107"/>
                <a:gd name="T11" fmla="*/ 2479 h 4488"/>
                <a:gd name="T12" fmla="*/ 2760 w 3107"/>
                <a:gd name="T13" fmla="*/ 2809 h 4488"/>
                <a:gd name="T14" fmla="*/ 2576 w 3107"/>
                <a:gd name="T15" fmla="*/ 3118 h 4488"/>
                <a:gd name="T16" fmla="*/ 2358 w 3107"/>
                <a:gd name="T17" fmla="*/ 3403 h 4488"/>
                <a:gd name="T18" fmla="*/ 2110 w 3107"/>
                <a:gd name="T19" fmla="*/ 3661 h 4488"/>
                <a:gd name="T20" fmla="*/ 1834 w 3107"/>
                <a:gd name="T21" fmla="*/ 3889 h 4488"/>
                <a:gd name="T22" fmla="*/ 1533 w 3107"/>
                <a:gd name="T23" fmla="*/ 4084 h 4488"/>
                <a:gd name="T24" fmla="*/ 1208 w 3107"/>
                <a:gd name="T25" fmla="*/ 4244 h 4488"/>
                <a:gd name="T26" fmla="*/ 865 w 3107"/>
                <a:gd name="T27" fmla="*/ 4366 h 4488"/>
                <a:gd name="T28" fmla="*/ 503 w 3107"/>
                <a:gd name="T29" fmla="*/ 4446 h 4488"/>
                <a:gd name="T30" fmla="*/ 128 w 3107"/>
                <a:gd name="T31" fmla="*/ 4486 h 4488"/>
                <a:gd name="T32" fmla="*/ 154 w 3107"/>
                <a:gd name="T33" fmla="*/ 4483 h 4488"/>
                <a:gd name="T34" fmla="*/ 382 w 3107"/>
                <a:gd name="T35" fmla="*/ 4463 h 4488"/>
                <a:gd name="T36" fmla="*/ 605 w 3107"/>
                <a:gd name="T37" fmla="*/ 4425 h 4488"/>
                <a:gd name="T38" fmla="*/ 821 w 3107"/>
                <a:gd name="T39" fmla="*/ 4370 h 4488"/>
                <a:gd name="T40" fmla="*/ 1031 w 3107"/>
                <a:gd name="T41" fmla="*/ 4299 h 4488"/>
                <a:gd name="T42" fmla="*/ 1235 w 3107"/>
                <a:gd name="T43" fmla="*/ 4214 h 4488"/>
                <a:gd name="T44" fmla="*/ 1429 w 3107"/>
                <a:gd name="T45" fmla="*/ 4114 h 4488"/>
                <a:gd name="T46" fmla="*/ 1677 w 3107"/>
                <a:gd name="T47" fmla="*/ 3958 h 4488"/>
                <a:gd name="T48" fmla="*/ 1852 w 3107"/>
                <a:gd name="T49" fmla="*/ 3826 h 4488"/>
                <a:gd name="T50" fmla="*/ 2017 w 3107"/>
                <a:gd name="T51" fmla="*/ 3681 h 4488"/>
                <a:gd name="T52" fmla="*/ 2171 w 3107"/>
                <a:gd name="T53" fmla="*/ 3525 h 4488"/>
                <a:gd name="T54" fmla="*/ 2314 w 3107"/>
                <a:gd name="T55" fmla="*/ 3358 h 4488"/>
                <a:gd name="T56" fmla="*/ 2447 w 3107"/>
                <a:gd name="T57" fmla="*/ 3179 h 4488"/>
                <a:gd name="T58" fmla="*/ 2565 w 3107"/>
                <a:gd name="T59" fmla="*/ 2993 h 4488"/>
                <a:gd name="T60" fmla="*/ 2671 w 3107"/>
                <a:gd name="T61" fmla="*/ 2796 h 4488"/>
                <a:gd name="T62" fmla="*/ 2763 w 3107"/>
                <a:gd name="T63" fmla="*/ 2591 h 4488"/>
                <a:gd name="T64" fmla="*/ 2842 w 3107"/>
                <a:gd name="T65" fmla="*/ 2377 h 4488"/>
                <a:gd name="T66" fmla="*/ 2905 w 3107"/>
                <a:gd name="T67" fmla="*/ 2157 h 4488"/>
                <a:gd name="T68" fmla="*/ 2952 w 3107"/>
                <a:gd name="T69" fmla="*/ 1932 h 4488"/>
                <a:gd name="T70" fmla="*/ 2984 w 3107"/>
                <a:gd name="T71" fmla="*/ 1699 h 4488"/>
                <a:gd name="T72" fmla="*/ 2998 w 3107"/>
                <a:gd name="T73" fmla="*/ 1462 h 4488"/>
                <a:gd name="T74" fmla="*/ 3011 w 3107"/>
                <a:gd name="T75" fmla="*/ 1200 h 4488"/>
                <a:gd name="T76" fmla="*/ 3028 w 3107"/>
                <a:gd name="T77" fmla="*/ 970 h 4488"/>
                <a:gd name="T78" fmla="*/ 3013 w 3107"/>
                <a:gd name="T79" fmla="*/ 735 h 4488"/>
                <a:gd name="T80" fmla="*/ 2968 w 3107"/>
                <a:gd name="T81" fmla="*/ 494 h 4488"/>
                <a:gd name="T82" fmla="*/ 2891 w 3107"/>
                <a:gd name="T83" fmla="*/ 250 h 4488"/>
                <a:gd name="T84" fmla="*/ 2783 w 3107"/>
                <a:gd name="T85" fmla="*/ 0 h 4488"/>
                <a:gd name="T86" fmla="*/ 2912 w 3107"/>
                <a:gd name="T87" fmla="*/ 297 h 4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107" h="4488">
                  <a:moveTo>
                    <a:pt x="2948" y="399"/>
                  </a:moveTo>
                  <a:lnTo>
                    <a:pt x="2984" y="516"/>
                  </a:lnTo>
                  <a:lnTo>
                    <a:pt x="3016" y="636"/>
                  </a:lnTo>
                  <a:lnTo>
                    <a:pt x="3043" y="755"/>
                  </a:lnTo>
                  <a:lnTo>
                    <a:pt x="3066" y="877"/>
                  </a:lnTo>
                  <a:lnTo>
                    <a:pt x="3084" y="1002"/>
                  </a:lnTo>
                  <a:lnTo>
                    <a:pt x="3096" y="1127"/>
                  </a:lnTo>
                  <a:lnTo>
                    <a:pt x="3104" y="1253"/>
                  </a:lnTo>
                  <a:lnTo>
                    <a:pt x="3107" y="1381"/>
                  </a:lnTo>
                  <a:lnTo>
                    <a:pt x="3104" y="1509"/>
                  </a:lnTo>
                  <a:lnTo>
                    <a:pt x="3096" y="1637"/>
                  </a:lnTo>
                  <a:lnTo>
                    <a:pt x="3084" y="1762"/>
                  </a:lnTo>
                  <a:lnTo>
                    <a:pt x="3066" y="1885"/>
                  </a:lnTo>
                  <a:lnTo>
                    <a:pt x="3043" y="2008"/>
                  </a:lnTo>
                  <a:lnTo>
                    <a:pt x="3016" y="2129"/>
                  </a:lnTo>
                  <a:lnTo>
                    <a:pt x="2984" y="2247"/>
                  </a:lnTo>
                  <a:lnTo>
                    <a:pt x="2948" y="2364"/>
                  </a:lnTo>
                  <a:lnTo>
                    <a:pt x="2907" y="2479"/>
                  </a:lnTo>
                  <a:lnTo>
                    <a:pt x="2862" y="2591"/>
                  </a:lnTo>
                  <a:lnTo>
                    <a:pt x="2813" y="2701"/>
                  </a:lnTo>
                  <a:lnTo>
                    <a:pt x="2760" y="2809"/>
                  </a:lnTo>
                  <a:lnTo>
                    <a:pt x="2702" y="2915"/>
                  </a:lnTo>
                  <a:lnTo>
                    <a:pt x="2640" y="3018"/>
                  </a:lnTo>
                  <a:lnTo>
                    <a:pt x="2576" y="3118"/>
                  </a:lnTo>
                  <a:lnTo>
                    <a:pt x="2506" y="3216"/>
                  </a:lnTo>
                  <a:lnTo>
                    <a:pt x="2434" y="3312"/>
                  </a:lnTo>
                  <a:lnTo>
                    <a:pt x="2358" y="3403"/>
                  </a:lnTo>
                  <a:lnTo>
                    <a:pt x="2278" y="3491"/>
                  </a:lnTo>
                  <a:lnTo>
                    <a:pt x="2195" y="3578"/>
                  </a:lnTo>
                  <a:lnTo>
                    <a:pt x="2110" y="3661"/>
                  </a:lnTo>
                  <a:lnTo>
                    <a:pt x="2021" y="3740"/>
                  </a:lnTo>
                  <a:lnTo>
                    <a:pt x="1929" y="3816"/>
                  </a:lnTo>
                  <a:lnTo>
                    <a:pt x="1834" y="3889"/>
                  </a:lnTo>
                  <a:lnTo>
                    <a:pt x="1736" y="3958"/>
                  </a:lnTo>
                  <a:lnTo>
                    <a:pt x="1636" y="4022"/>
                  </a:lnTo>
                  <a:lnTo>
                    <a:pt x="1533" y="4084"/>
                  </a:lnTo>
                  <a:lnTo>
                    <a:pt x="1427" y="4141"/>
                  </a:lnTo>
                  <a:lnTo>
                    <a:pt x="1319" y="4194"/>
                  </a:lnTo>
                  <a:lnTo>
                    <a:pt x="1208" y="4244"/>
                  </a:lnTo>
                  <a:lnTo>
                    <a:pt x="1097" y="4289"/>
                  </a:lnTo>
                  <a:lnTo>
                    <a:pt x="981" y="4329"/>
                  </a:lnTo>
                  <a:lnTo>
                    <a:pt x="865" y="4366"/>
                  </a:lnTo>
                  <a:lnTo>
                    <a:pt x="746" y="4397"/>
                  </a:lnTo>
                  <a:lnTo>
                    <a:pt x="625" y="4425"/>
                  </a:lnTo>
                  <a:lnTo>
                    <a:pt x="503" y="4446"/>
                  </a:lnTo>
                  <a:lnTo>
                    <a:pt x="380" y="4465"/>
                  </a:lnTo>
                  <a:lnTo>
                    <a:pt x="254" y="4478"/>
                  </a:lnTo>
                  <a:lnTo>
                    <a:pt x="128" y="4486"/>
                  </a:lnTo>
                  <a:lnTo>
                    <a:pt x="0" y="4488"/>
                  </a:lnTo>
                  <a:lnTo>
                    <a:pt x="77" y="4487"/>
                  </a:lnTo>
                  <a:lnTo>
                    <a:pt x="154" y="4483"/>
                  </a:lnTo>
                  <a:lnTo>
                    <a:pt x="230" y="4479"/>
                  </a:lnTo>
                  <a:lnTo>
                    <a:pt x="306" y="4472"/>
                  </a:lnTo>
                  <a:lnTo>
                    <a:pt x="382" y="4463"/>
                  </a:lnTo>
                  <a:lnTo>
                    <a:pt x="457" y="4452"/>
                  </a:lnTo>
                  <a:lnTo>
                    <a:pt x="531" y="4440"/>
                  </a:lnTo>
                  <a:lnTo>
                    <a:pt x="605" y="4425"/>
                  </a:lnTo>
                  <a:lnTo>
                    <a:pt x="677" y="4408"/>
                  </a:lnTo>
                  <a:lnTo>
                    <a:pt x="750" y="4390"/>
                  </a:lnTo>
                  <a:lnTo>
                    <a:pt x="821" y="4370"/>
                  </a:lnTo>
                  <a:lnTo>
                    <a:pt x="891" y="4349"/>
                  </a:lnTo>
                  <a:lnTo>
                    <a:pt x="962" y="4324"/>
                  </a:lnTo>
                  <a:lnTo>
                    <a:pt x="1031" y="4299"/>
                  </a:lnTo>
                  <a:lnTo>
                    <a:pt x="1100" y="4272"/>
                  </a:lnTo>
                  <a:lnTo>
                    <a:pt x="1168" y="4244"/>
                  </a:lnTo>
                  <a:lnTo>
                    <a:pt x="1235" y="4214"/>
                  </a:lnTo>
                  <a:lnTo>
                    <a:pt x="1300" y="4181"/>
                  </a:lnTo>
                  <a:lnTo>
                    <a:pt x="1365" y="4148"/>
                  </a:lnTo>
                  <a:lnTo>
                    <a:pt x="1429" y="4114"/>
                  </a:lnTo>
                  <a:lnTo>
                    <a:pt x="1493" y="4077"/>
                  </a:lnTo>
                  <a:lnTo>
                    <a:pt x="1555" y="4039"/>
                  </a:lnTo>
                  <a:lnTo>
                    <a:pt x="1677" y="3958"/>
                  </a:lnTo>
                  <a:lnTo>
                    <a:pt x="1736" y="3915"/>
                  </a:lnTo>
                  <a:lnTo>
                    <a:pt x="1795" y="3870"/>
                  </a:lnTo>
                  <a:lnTo>
                    <a:pt x="1852" y="3826"/>
                  </a:lnTo>
                  <a:lnTo>
                    <a:pt x="1907" y="3778"/>
                  </a:lnTo>
                  <a:lnTo>
                    <a:pt x="1963" y="3730"/>
                  </a:lnTo>
                  <a:lnTo>
                    <a:pt x="2017" y="3681"/>
                  </a:lnTo>
                  <a:lnTo>
                    <a:pt x="2070" y="3630"/>
                  </a:lnTo>
                  <a:lnTo>
                    <a:pt x="2121" y="3578"/>
                  </a:lnTo>
                  <a:lnTo>
                    <a:pt x="2171" y="3525"/>
                  </a:lnTo>
                  <a:lnTo>
                    <a:pt x="2220" y="3471"/>
                  </a:lnTo>
                  <a:lnTo>
                    <a:pt x="2268" y="3414"/>
                  </a:lnTo>
                  <a:lnTo>
                    <a:pt x="2314" y="3358"/>
                  </a:lnTo>
                  <a:lnTo>
                    <a:pt x="2360" y="3299"/>
                  </a:lnTo>
                  <a:lnTo>
                    <a:pt x="2404" y="3240"/>
                  </a:lnTo>
                  <a:lnTo>
                    <a:pt x="2447" y="3179"/>
                  </a:lnTo>
                  <a:lnTo>
                    <a:pt x="2487" y="3118"/>
                  </a:lnTo>
                  <a:lnTo>
                    <a:pt x="2527" y="3056"/>
                  </a:lnTo>
                  <a:lnTo>
                    <a:pt x="2565" y="2993"/>
                  </a:lnTo>
                  <a:lnTo>
                    <a:pt x="2602" y="2928"/>
                  </a:lnTo>
                  <a:lnTo>
                    <a:pt x="2638" y="2862"/>
                  </a:lnTo>
                  <a:lnTo>
                    <a:pt x="2671" y="2796"/>
                  </a:lnTo>
                  <a:lnTo>
                    <a:pt x="2703" y="2728"/>
                  </a:lnTo>
                  <a:lnTo>
                    <a:pt x="2735" y="2660"/>
                  </a:lnTo>
                  <a:lnTo>
                    <a:pt x="2763" y="2591"/>
                  </a:lnTo>
                  <a:lnTo>
                    <a:pt x="2791" y="2520"/>
                  </a:lnTo>
                  <a:lnTo>
                    <a:pt x="2817" y="2450"/>
                  </a:lnTo>
                  <a:lnTo>
                    <a:pt x="2842" y="2377"/>
                  </a:lnTo>
                  <a:lnTo>
                    <a:pt x="2865" y="2305"/>
                  </a:lnTo>
                  <a:lnTo>
                    <a:pt x="2885" y="2232"/>
                  </a:lnTo>
                  <a:lnTo>
                    <a:pt x="2905" y="2157"/>
                  </a:lnTo>
                  <a:lnTo>
                    <a:pt x="2922" y="2082"/>
                  </a:lnTo>
                  <a:lnTo>
                    <a:pt x="2938" y="2008"/>
                  </a:lnTo>
                  <a:lnTo>
                    <a:pt x="2952" y="1932"/>
                  </a:lnTo>
                  <a:lnTo>
                    <a:pt x="2965" y="1854"/>
                  </a:lnTo>
                  <a:lnTo>
                    <a:pt x="2975" y="1777"/>
                  </a:lnTo>
                  <a:lnTo>
                    <a:pt x="2984" y="1699"/>
                  </a:lnTo>
                  <a:lnTo>
                    <a:pt x="2990" y="1621"/>
                  </a:lnTo>
                  <a:lnTo>
                    <a:pt x="2996" y="1541"/>
                  </a:lnTo>
                  <a:lnTo>
                    <a:pt x="2998" y="1462"/>
                  </a:lnTo>
                  <a:lnTo>
                    <a:pt x="2999" y="1381"/>
                  </a:lnTo>
                  <a:lnTo>
                    <a:pt x="2998" y="1275"/>
                  </a:lnTo>
                  <a:lnTo>
                    <a:pt x="3011" y="1200"/>
                  </a:lnTo>
                  <a:lnTo>
                    <a:pt x="3020" y="1124"/>
                  </a:lnTo>
                  <a:lnTo>
                    <a:pt x="3026" y="1047"/>
                  </a:lnTo>
                  <a:lnTo>
                    <a:pt x="3028" y="970"/>
                  </a:lnTo>
                  <a:lnTo>
                    <a:pt x="3027" y="892"/>
                  </a:lnTo>
                  <a:lnTo>
                    <a:pt x="3022" y="814"/>
                  </a:lnTo>
                  <a:lnTo>
                    <a:pt x="3013" y="735"/>
                  </a:lnTo>
                  <a:lnTo>
                    <a:pt x="3002" y="655"/>
                  </a:lnTo>
                  <a:lnTo>
                    <a:pt x="2987" y="574"/>
                  </a:lnTo>
                  <a:lnTo>
                    <a:pt x="2968" y="494"/>
                  </a:lnTo>
                  <a:lnTo>
                    <a:pt x="2946" y="413"/>
                  </a:lnTo>
                  <a:lnTo>
                    <a:pt x="2920" y="331"/>
                  </a:lnTo>
                  <a:lnTo>
                    <a:pt x="2891" y="250"/>
                  </a:lnTo>
                  <a:lnTo>
                    <a:pt x="2859" y="167"/>
                  </a:lnTo>
                  <a:lnTo>
                    <a:pt x="2822" y="84"/>
                  </a:lnTo>
                  <a:lnTo>
                    <a:pt x="2783" y="0"/>
                  </a:lnTo>
                  <a:lnTo>
                    <a:pt x="2829" y="98"/>
                  </a:lnTo>
                  <a:lnTo>
                    <a:pt x="2872" y="197"/>
                  </a:lnTo>
                  <a:lnTo>
                    <a:pt x="2912" y="297"/>
                  </a:lnTo>
                  <a:lnTo>
                    <a:pt x="2948" y="399"/>
                  </a:lnTo>
                  <a:close/>
                </a:path>
              </a:pathLst>
            </a:custGeom>
            <a:solidFill>
              <a:srgbClr val="00A2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62" name="Freeform 219"/>
            <p:cNvSpPr>
              <a:spLocks/>
            </p:cNvSpPr>
            <p:nvPr/>
          </p:nvSpPr>
          <p:spPr bwMode="auto">
            <a:xfrm>
              <a:off x="2227" y="197"/>
              <a:ext cx="693" cy="163"/>
            </a:xfrm>
            <a:custGeom>
              <a:avLst/>
              <a:gdLst>
                <a:gd name="T0" fmla="*/ 504 w 1386"/>
                <a:gd name="T1" fmla="*/ 42 h 326"/>
                <a:gd name="T2" fmla="*/ 627 w 1386"/>
                <a:gd name="T3" fmla="*/ 63 h 326"/>
                <a:gd name="T4" fmla="*/ 746 w 1386"/>
                <a:gd name="T5" fmla="*/ 91 h 326"/>
                <a:gd name="T6" fmla="*/ 865 w 1386"/>
                <a:gd name="T7" fmla="*/ 122 h 326"/>
                <a:gd name="T8" fmla="*/ 982 w 1386"/>
                <a:gd name="T9" fmla="*/ 159 h 326"/>
                <a:gd name="T10" fmla="*/ 1086 w 1386"/>
                <a:gd name="T11" fmla="*/ 196 h 326"/>
                <a:gd name="T12" fmla="*/ 1188 w 1386"/>
                <a:gd name="T13" fmla="*/ 236 h 326"/>
                <a:gd name="T14" fmla="*/ 1288 w 1386"/>
                <a:gd name="T15" fmla="*/ 279 h 326"/>
                <a:gd name="T16" fmla="*/ 1386 w 1386"/>
                <a:gd name="T17" fmla="*/ 326 h 326"/>
                <a:gd name="T18" fmla="*/ 1343 w 1386"/>
                <a:gd name="T19" fmla="*/ 305 h 326"/>
                <a:gd name="T20" fmla="*/ 1302 w 1386"/>
                <a:gd name="T21" fmla="*/ 286 h 326"/>
                <a:gd name="T22" fmla="*/ 1261 w 1386"/>
                <a:gd name="T23" fmla="*/ 268 h 326"/>
                <a:gd name="T24" fmla="*/ 1223 w 1386"/>
                <a:gd name="T25" fmla="*/ 252 h 326"/>
                <a:gd name="T26" fmla="*/ 1188 w 1386"/>
                <a:gd name="T27" fmla="*/ 237 h 326"/>
                <a:gd name="T28" fmla="*/ 1152 w 1386"/>
                <a:gd name="T29" fmla="*/ 224 h 326"/>
                <a:gd name="T30" fmla="*/ 1118 w 1386"/>
                <a:gd name="T31" fmla="*/ 211 h 326"/>
                <a:gd name="T32" fmla="*/ 1087 w 1386"/>
                <a:gd name="T33" fmla="*/ 199 h 326"/>
                <a:gd name="T34" fmla="*/ 1057 w 1386"/>
                <a:gd name="T35" fmla="*/ 189 h 326"/>
                <a:gd name="T36" fmla="*/ 1029 w 1386"/>
                <a:gd name="T37" fmla="*/ 180 h 326"/>
                <a:gd name="T38" fmla="*/ 1001 w 1386"/>
                <a:gd name="T39" fmla="*/ 172 h 326"/>
                <a:gd name="T40" fmla="*/ 974 w 1386"/>
                <a:gd name="T41" fmla="*/ 164 h 326"/>
                <a:gd name="T42" fmla="*/ 927 w 1386"/>
                <a:gd name="T43" fmla="*/ 150 h 326"/>
                <a:gd name="T44" fmla="*/ 885 w 1386"/>
                <a:gd name="T45" fmla="*/ 138 h 326"/>
                <a:gd name="T46" fmla="*/ 779 w 1386"/>
                <a:gd name="T47" fmla="*/ 106 h 326"/>
                <a:gd name="T48" fmla="*/ 671 w 1386"/>
                <a:gd name="T49" fmla="*/ 78 h 326"/>
                <a:gd name="T50" fmla="*/ 563 w 1386"/>
                <a:gd name="T51" fmla="*/ 55 h 326"/>
                <a:gd name="T52" fmla="*/ 453 w 1386"/>
                <a:gd name="T53" fmla="*/ 36 h 326"/>
                <a:gd name="T54" fmla="*/ 341 w 1386"/>
                <a:gd name="T55" fmla="*/ 20 h 326"/>
                <a:gd name="T56" fmla="*/ 228 w 1386"/>
                <a:gd name="T57" fmla="*/ 9 h 326"/>
                <a:gd name="T58" fmla="*/ 115 w 1386"/>
                <a:gd name="T59" fmla="*/ 2 h 326"/>
                <a:gd name="T60" fmla="*/ 0 w 1386"/>
                <a:gd name="T61" fmla="*/ 0 h 326"/>
                <a:gd name="T62" fmla="*/ 128 w 1386"/>
                <a:gd name="T63" fmla="*/ 2 h 326"/>
                <a:gd name="T64" fmla="*/ 254 w 1386"/>
                <a:gd name="T65" fmla="*/ 10 h 326"/>
                <a:gd name="T66" fmla="*/ 380 w 1386"/>
                <a:gd name="T67" fmla="*/ 23 h 326"/>
                <a:gd name="T68" fmla="*/ 504 w 1386"/>
                <a:gd name="T69" fmla="*/ 42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386" h="326">
                  <a:moveTo>
                    <a:pt x="504" y="42"/>
                  </a:moveTo>
                  <a:lnTo>
                    <a:pt x="627" y="63"/>
                  </a:lnTo>
                  <a:lnTo>
                    <a:pt x="746" y="91"/>
                  </a:lnTo>
                  <a:lnTo>
                    <a:pt x="865" y="122"/>
                  </a:lnTo>
                  <a:lnTo>
                    <a:pt x="982" y="159"/>
                  </a:lnTo>
                  <a:lnTo>
                    <a:pt x="1086" y="196"/>
                  </a:lnTo>
                  <a:lnTo>
                    <a:pt x="1188" y="236"/>
                  </a:lnTo>
                  <a:lnTo>
                    <a:pt x="1288" y="279"/>
                  </a:lnTo>
                  <a:lnTo>
                    <a:pt x="1386" y="326"/>
                  </a:lnTo>
                  <a:lnTo>
                    <a:pt x="1343" y="305"/>
                  </a:lnTo>
                  <a:lnTo>
                    <a:pt x="1302" y="286"/>
                  </a:lnTo>
                  <a:lnTo>
                    <a:pt x="1261" y="268"/>
                  </a:lnTo>
                  <a:lnTo>
                    <a:pt x="1223" y="252"/>
                  </a:lnTo>
                  <a:lnTo>
                    <a:pt x="1188" y="237"/>
                  </a:lnTo>
                  <a:lnTo>
                    <a:pt x="1152" y="224"/>
                  </a:lnTo>
                  <a:lnTo>
                    <a:pt x="1118" y="211"/>
                  </a:lnTo>
                  <a:lnTo>
                    <a:pt x="1087" y="199"/>
                  </a:lnTo>
                  <a:lnTo>
                    <a:pt x="1057" y="189"/>
                  </a:lnTo>
                  <a:lnTo>
                    <a:pt x="1029" y="180"/>
                  </a:lnTo>
                  <a:lnTo>
                    <a:pt x="1001" y="172"/>
                  </a:lnTo>
                  <a:lnTo>
                    <a:pt x="974" y="164"/>
                  </a:lnTo>
                  <a:lnTo>
                    <a:pt x="927" y="150"/>
                  </a:lnTo>
                  <a:lnTo>
                    <a:pt x="885" y="138"/>
                  </a:lnTo>
                  <a:lnTo>
                    <a:pt x="779" y="106"/>
                  </a:lnTo>
                  <a:lnTo>
                    <a:pt x="671" y="78"/>
                  </a:lnTo>
                  <a:lnTo>
                    <a:pt x="563" y="55"/>
                  </a:lnTo>
                  <a:lnTo>
                    <a:pt x="453" y="36"/>
                  </a:lnTo>
                  <a:lnTo>
                    <a:pt x="341" y="20"/>
                  </a:lnTo>
                  <a:lnTo>
                    <a:pt x="228" y="9"/>
                  </a:lnTo>
                  <a:lnTo>
                    <a:pt x="115" y="2"/>
                  </a:lnTo>
                  <a:lnTo>
                    <a:pt x="0" y="0"/>
                  </a:lnTo>
                  <a:lnTo>
                    <a:pt x="128" y="2"/>
                  </a:lnTo>
                  <a:lnTo>
                    <a:pt x="254" y="10"/>
                  </a:lnTo>
                  <a:lnTo>
                    <a:pt x="380" y="23"/>
                  </a:lnTo>
                  <a:lnTo>
                    <a:pt x="504" y="42"/>
                  </a:lnTo>
                  <a:close/>
                </a:path>
              </a:pathLst>
            </a:custGeom>
            <a:solidFill>
              <a:srgbClr val="00A2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63" name="Freeform 220"/>
            <p:cNvSpPr>
              <a:spLocks/>
            </p:cNvSpPr>
            <p:nvPr/>
          </p:nvSpPr>
          <p:spPr bwMode="auto">
            <a:xfrm>
              <a:off x="2227" y="1214"/>
              <a:ext cx="1553" cy="2089"/>
            </a:xfrm>
            <a:custGeom>
              <a:avLst/>
              <a:gdLst>
                <a:gd name="T0" fmla="*/ 3016 w 3107"/>
                <a:gd name="T1" fmla="*/ 326 h 4178"/>
                <a:gd name="T2" fmla="*/ 3084 w 3107"/>
                <a:gd name="T3" fmla="*/ 692 h 4178"/>
                <a:gd name="T4" fmla="*/ 3107 w 3107"/>
                <a:gd name="T5" fmla="*/ 1071 h 4178"/>
                <a:gd name="T6" fmla="*/ 3084 w 3107"/>
                <a:gd name="T7" fmla="*/ 1452 h 4178"/>
                <a:gd name="T8" fmla="*/ 3016 w 3107"/>
                <a:gd name="T9" fmla="*/ 1819 h 4178"/>
                <a:gd name="T10" fmla="*/ 2907 w 3107"/>
                <a:gd name="T11" fmla="*/ 2169 h 4178"/>
                <a:gd name="T12" fmla="*/ 2760 w 3107"/>
                <a:gd name="T13" fmla="*/ 2499 h 4178"/>
                <a:gd name="T14" fmla="*/ 2576 w 3107"/>
                <a:gd name="T15" fmla="*/ 2808 h 4178"/>
                <a:gd name="T16" fmla="*/ 2358 w 3107"/>
                <a:gd name="T17" fmla="*/ 3093 h 4178"/>
                <a:gd name="T18" fmla="*/ 2110 w 3107"/>
                <a:gd name="T19" fmla="*/ 3351 h 4178"/>
                <a:gd name="T20" fmla="*/ 1834 w 3107"/>
                <a:gd name="T21" fmla="*/ 3579 h 4178"/>
                <a:gd name="T22" fmla="*/ 1533 w 3107"/>
                <a:gd name="T23" fmla="*/ 3774 h 4178"/>
                <a:gd name="T24" fmla="*/ 1208 w 3107"/>
                <a:gd name="T25" fmla="*/ 3934 h 4178"/>
                <a:gd name="T26" fmla="*/ 865 w 3107"/>
                <a:gd name="T27" fmla="*/ 4056 h 4178"/>
                <a:gd name="T28" fmla="*/ 503 w 3107"/>
                <a:gd name="T29" fmla="*/ 4136 h 4178"/>
                <a:gd name="T30" fmla="*/ 128 w 3107"/>
                <a:gd name="T31" fmla="*/ 4176 h 4178"/>
                <a:gd name="T32" fmla="*/ 152 w 3107"/>
                <a:gd name="T33" fmla="*/ 4174 h 4178"/>
                <a:gd name="T34" fmla="*/ 377 w 3107"/>
                <a:gd name="T35" fmla="*/ 4154 h 4178"/>
                <a:gd name="T36" fmla="*/ 595 w 3107"/>
                <a:gd name="T37" fmla="*/ 4117 h 4178"/>
                <a:gd name="T38" fmla="*/ 810 w 3107"/>
                <a:gd name="T39" fmla="*/ 4064 h 4178"/>
                <a:gd name="T40" fmla="*/ 1017 w 3107"/>
                <a:gd name="T41" fmla="*/ 3995 h 4178"/>
                <a:gd name="T42" fmla="*/ 1283 w 3107"/>
                <a:gd name="T43" fmla="*/ 3881 h 4178"/>
                <a:gd name="T44" fmla="*/ 1473 w 3107"/>
                <a:gd name="T45" fmla="*/ 3778 h 4178"/>
                <a:gd name="T46" fmla="*/ 1656 w 3107"/>
                <a:gd name="T47" fmla="*/ 3662 h 4178"/>
                <a:gd name="T48" fmla="*/ 1829 w 3107"/>
                <a:gd name="T49" fmla="*/ 3534 h 4178"/>
                <a:gd name="T50" fmla="*/ 2046 w 3107"/>
                <a:gd name="T51" fmla="*/ 3344 h 4178"/>
                <a:gd name="T52" fmla="*/ 2195 w 3107"/>
                <a:gd name="T53" fmla="*/ 3187 h 4178"/>
                <a:gd name="T54" fmla="*/ 2335 w 3107"/>
                <a:gd name="T55" fmla="*/ 3021 h 4178"/>
                <a:gd name="T56" fmla="*/ 2464 w 3107"/>
                <a:gd name="T57" fmla="*/ 2844 h 4178"/>
                <a:gd name="T58" fmla="*/ 2615 w 3107"/>
                <a:gd name="T59" fmla="*/ 2594 h 4178"/>
                <a:gd name="T60" fmla="*/ 2714 w 3107"/>
                <a:gd name="T61" fmla="*/ 2397 h 4178"/>
                <a:gd name="T62" fmla="*/ 2799 w 3107"/>
                <a:gd name="T63" fmla="*/ 2192 h 4178"/>
                <a:gd name="T64" fmla="*/ 2869 w 3107"/>
                <a:gd name="T65" fmla="*/ 1979 h 4178"/>
                <a:gd name="T66" fmla="*/ 2926 w 3107"/>
                <a:gd name="T67" fmla="*/ 1759 h 4178"/>
                <a:gd name="T68" fmla="*/ 2966 w 3107"/>
                <a:gd name="T69" fmla="*/ 1533 h 4178"/>
                <a:gd name="T70" fmla="*/ 2991 w 3107"/>
                <a:gd name="T71" fmla="*/ 1302 h 4178"/>
                <a:gd name="T72" fmla="*/ 2999 w 3107"/>
                <a:gd name="T73" fmla="*/ 1146 h 4178"/>
                <a:gd name="T74" fmla="*/ 3025 w 3107"/>
                <a:gd name="T75" fmla="*/ 1038 h 4178"/>
                <a:gd name="T76" fmla="*/ 3047 w 3107"/>
                <a:gd name="T77" fmla="*/ 877 h 4178"/>
                <a:gd name="T78" fmla="*/ 3054 w 3107"/>
                <a:gd name="T79" fmla="*/ 669 h 4178"/>
                <a:gd name="T80" fmla="*/ 3046 w 3107"/>
                <a:gd name="T81" fmla="*/ 547 h 4178"/>
                <a:gd name="T82" fmla="*/ 3027 w 3107"/>
                <a:gd name="T83" fmla="*/ 413 h 4178"/>
                <a:gd name="T84" fmla="*/ 2997 w 3107"/>
                <a:gd name="T85" fmla="*/ 268 h 4178"/>
                <a:gd name="T86" fmla="*/ 2953 w 3107"/>
                <a:gd name="T87" fmla="*/ 110 h 4178"/>
                <a:gd name="T88" fmla="*/ 2933 w 3107"/>
                <a:gd name="T89" fmla="*/ 44 h 4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107" h="4178">
                  <a:moveTo>
                    <a:pt x="2948" y="89"/>
                  </a:moveTo>
                  <a:lnTo>
                    <a:pt x="2984" y="206"/>
                  </a:lnTo>
                  <a:lnTo>
                    <a:pt x="3016" y="326"/>
                  </a:lnTo>
                  <a:lnTo>
                    <a:pt x="3043" y="445"/>
                  </a:lnTo>
                  <a:lnTo>
                    <a:pt x="3066" y="567"/>
                  </a:lnTo>
                  <a:lnTo>
                    <a:pt x="3084" y="692"/>
                  </a:lnTo>
                  <a:lnTo>
                    <a:pt x="3096" y="817"/>
                  </a:lnTo>
                  <a:lnTo>
                    <a:pt x="3104" y="943"/>
                  </a:lnTo>
                  <a:lnTo>
                    <a:pt x="3107" y="1071"/>
                  </a:lnTo>
                  <a:lnTo>
                    <a:pt x="3104" y="1199"/>
                  </a:lnTo>
                  <a:lnTo>
                    <a:pt x="3096" y="1327"/>
                  </a:lnTo>
                  <a:lnTo>
                    <a:pt x="3084" y="1452"/>
                  </a:lnTo>
                  <a:lnTo>
                    <a:pt x="3066" y="1575"/>
                  </a:lnTo>
                  <a:lnTo>
                    <a:pt x="3043" y="1698"/>
                  </a:lnTo>
                  <a:lnTo>
                    <a:pt x="3016" y="1819"/>
                  </a:lnTo>
                  <a:lnTo>
                    <a:pt x="2984" y="1937"/>
                  </a:lnTo>
                  <a:lnTo>
                    <a:pt x="2948" y="2054"/>
                  </a:lnTo>
                  <a:lnTo>
                    <a:pt x="2907" y="2169"/>
                  </a:lnTo>
                  <a:lnTo>
                    <a:pt x="2862" y="2281"/>
                  </a:lnTo>
                  <a:lnTo>
                    <a:pt x="2813" y="2391"/>
                  </a:lnTo>
                  <a:lnTo>
                    <a:pt x="2760" y="2499"/>
                  </a:lnTo>
                  <a:lnTo>
                    <a:pt x="2702" y="2605"/>
                  </a:lnTo>
                  <a:lnTo>
                    <a:pt x="2640" y="2708"/>
                  </a:lnTo>
                  <a:lnTo>
                    <a:pt x="2576" y="2808"/>
                  </a:lnTo>
                  <a:lnTo>
                    <a:pt x="2506" y="2906"/>
                  </a:lnTo>
                  <a:lnTo>
                    <a:pt x="2434" y="3002"/>
                  </a:lnTo>
                  <a:lnTo>
                    <a:pt x="2358" y="3093"/>
                  </a:lnTo>
                  <a:lnTo>
                    <a:pt x="2278" y="3181"/>
                  </a:lnTo>
                  <a:lnTo>
                    <a:pt x="2195" y="3268"/>
                  </a:lnTo>
                  <a:lnTo>
                    <a:pt x="2110" y="3351"/>
                  </a:lnTo>
                  <a:lnTo>
                    <a:pt x="2021" y="3430"/>
                  </a:lnTo>
                  <a:lnTo>
                    <a:pt x="1929" y="3506"/>
                  </a:lnTo>
                  <a:lnTo>
                    <a:pt x="1834" y="3579"/>
                  </a:lnTo>
                  <a:lnTo>
                    <a:pt x="1736" y="3648"/>
                  </a:lnTo>
                  <a:lnTo>
                    <a:pt x="1636" y="3712"/>
                  </a:lnTo>
                  <a:lnTo>
                    <a:pt x="1533" y="3774"/>
                  </a:lnTo>
                  <a:lnTo>
                    <a:pt x="1427" y="3831"/>
                  </a:lnTo>
                  <a:lnTo>
                    <a:pt x="1319" y="3884"/>
                  </a:lnTo>
                  <a:lnTo>
                    <a:pt x="1208" y="3934"/>
                  </a:lnTo>
                  <a:lnTo>
                    <a:pt x="1097" y="3979"/>
                  </a:lnTo>
                  <a:lnTo>
                    <a:pt x="981" y="4019"/>
                  </a:lnTo>
                  <a:lnTo>
                    <a:pt x="865" y="4056"/>
                  </a:lnTo>
                  <a:lnTo>
                    <a:pt x="746" y="4087"/>
                  </a:lnTo>
                  <a:lnTo>
                    <a:pt x="625" y="4115"/>
                  </a:lnTo>
                  <a:lnTo>
                    <a:pt x="503" y="4136"/>
                  </a:lnTo>
                  <a:lnTo>
                    <a:pt x="380" y="4155"/>
                  </a:lnTo>
                  <a:lnTo>
                    <a:pt x="254" y="4168"/>
                  </a:lnTo>
                  <a:lnTo>
                    <a:pt x="128" y="4176"/>
                  </a:lnTo>
                  <a:lnTo>
                    <a:pt x="0" y="4178"/>
                  </a:lnTo>
                  <a:lnTo>
                    <a:pt x="76" y="4177"/>
                  </a:lnTo>
                  <a:lnTo>
                    <a:pt x="152" y="4174"/>
                  </a:lnTo>
                  <a:lnTo>
                    <a:pt x="227" y="4169"/>
                  </a:lnTo>
                  <a:lnTo>
                    <a:pt x="302" y="4162"/>
                  </a:lnTo>
                  <a:lnTo>
                    <a:pt x="377" y="4154"/>
                  </a:lnTo>
                  <a:lnTo>
                    <a:pt x="450" y="4143"/>
                  </a:lnTo>
                  <a:lnTo>
                    <a:pt x="523" y="4131"/>
                  </a:lnTo>
                  <a:lnTo>
                    <a:pt x="595" y="4117"/>
                  </a:lnTo>
                  <a:lnTo>
                    <a:pt x="668" y="4101"/>
                  </a:lnTo>
                  <a:lnTo>
                    <a:pt x="739" y="4083"/>
                  </a:lnTo>
                  <a:lnTo>
                    <a:pt x="810" y="4064"/>
                  </a:lnTo>
                  <a:lnTo>
                    <a:pt x="880" y="4042"/>
                  </a:lnTo>
                  <a:lnTo>
                    <a:pt x="949" y="4019"/>
                  </a:lnTo>
                  <a:lnTo>
                    <a:pt x="1017" y="3995"/>
                  </a:lnTo>
                  <a:lnTo>
                    <a:pt x="1085" y="3968"/>
                  </a:lnTo>
                  <a:lnTo>
                    <a:pt x="1152" y="3941"/>
                  </a:lnTo>
                  <a:lnTo>
                    <a:pt x="1283" y="3881"/>
                  </a:lnTo>
                  <a:lnTo>
                    <a:pt x="1348" y="3847"/>
                  </a:lnTo>
                  <a:lnTo>
                    <a:pt x="1411" y="3814"/>
                  </a:lnTo>
                  <a:lnTo>
                    <a:pt x="1473" y="3778"/>
                  </a:lnTo>
                  <a:lnTo>
                    <a:pt x="1535" y="3740"/>
                  </a:lnTo>
                  <a:lnTo>
                    <a:pt x="1596" y="3702"/>
                  </a:lnTo>
                  <a:lnTo>
                    <a:pt x="1656" y="3662"/>
                  </a:lnTo>
                  <a:lnTo>
                    <a:pt x="1715" y="3620"/>
                  </a:lnTo>
                  <a:lnTo>
                    <a:pt x="1773" y="3578"/>
                  </a:lnTo>
                  <a:lnTo>
                    <a:pt x="1829" y="3534"/>
                  </a:lnTo>
                  <a:lnTo>
                    <a:pt x="1886" y="3488"/>
                  </a:lnTo>
                  <a:lnTo>
                    <a:pt x="1940" y="3441"/>
                  </a:lnTo>
                  <a:lnTo>
                    <a:pt x="2046" y="3344"/>
                  </a:lnTo>
                  <a:lnTo>
                    <a:pt x="2098" y="3293"/>
                  </a:lnTo>
                  <a:lnTo>
                    <a:pt x="2147" y="3240"/>
                  </a:lnTo>
                  <a:lnTo>
                    <a:pt x="2195" y="3187"/>
                  </a:lnTo>
                  <a:lnTo>
                    <a:pt x="2244" y="3133"/>
                  </a:lnTo>
                  <a:lnTo>
                    <a:pt x="2290" y="3078"/>
                  </a:lnTo>
                  <a:lnTo>
                    <a:pt x="2335" y="3021"/>
                  </a:lnTo>
                  <a:lnTo>
                    <a:pt x="2380" y="2964"/>
                  </a:lnTo>
                  <a:lnTo>
                    <a:pt x="2422" y="2904"/>
                  </a:lnTo>
                  <a:lnTo>
                    <a:pt x="2464" y="2844"/>
                  </a:lnTo>
                  <a:lnTo>
                    <a:pt x="2542" y="2722"/>
                  </a:lnTo>
                  <a:lnTo>
                    <a:pt x="2579" y="2658"/>
                  </a:lnTo>
                  <a:lnTo>
                    <a:pt x="2615" y="2594"/>
                  </a:lnTo>
                  <a:lnTo>
                    <a:pt x="2649" y="2529"/>
                  </a:lnTo>
                  <a:lnTo>
                    <a:pt x="2682" y="2464"/>
                  </a:lnTo>
                  <a:lnTo>
                    <a:pt x="2714" y="2397"/>
                  </a:lnTo>
                  <a:lnTo>
                    <a:pt x="2744" y="2329"/>
                  </a:lnTo>
                  <a:lnTo>
                    <a:pt x="2771" y="2261"/>
                  </a:lnTo>
                  <a:lnTo>
                    <a:pt x="2799" y="2192"/>
                  </a:lnTo>
                  <a:lnTo>
                    <a:pt x="2823" y="2122"/>
                  </a:lnTo>
                  <a:lnTo>
                    <a:pt x="2847" y="2050"/>
                  </a:lnTo>
                  <a:lnTo>
                    <a:pt x="2869" y="1979"/>
                  </a:lnTo>
                  <a:lnTo>
                    <a:pt x="2890" y="1906"/>
                  </a:lnTo>
                  <a:lnTo>
                    <a:pt x="2908" y="1832"/>
                  </a:lnTo>
                  <a:lnTo>
                    <a:pt x="2926" y="1759"/>
                  </a:lnTo>
                  <a:lnTo>
                    <a:pt x="2941" y="1685"/>
                  </a:lnTo>
                  <a:lnTo>
                    <a:pt x="2955" y="1609"/>
                  </a:lnTo>
                  <a:lnTo>
                    <a:pt x="2966" y="1533"/>
                  </a:lnTo>
                  <a:lnTo>
                    <a:pt x="2976" y="1457"/>
                  </a:lnTo>
                  <a:lnTo>
                    <a:pt x="2984" y="1380"/>
                  </a:lnTo>
                  <a:lnTo>
                    <a:pt x="2991" y="1302"/>
                  </a:lnTo>
                  <a:lnTo>
                    <a:pt x="2996" y="1224"/>
                  </a:lnTo>
                  <a:lnTo>
                    <a:pt x="2998" y="1146"/>
                  </a:lnTo>
                  <a:lnTo>
                    <a:pt x="2999" y="1146"/>
                  </a:lnTo>
                  <a:lnTo>
                    <a:pt x="3008" y="1115"/>
                  </a:lnTo>
                  <a:lnTo>
                    <a:pt x="3016" y="1079"/>
                  </a:lnTo>
                  <a:lnTo>
                    <a:pt x="3025" y="1038"/>
                  </a:lnTo>
                  <a:lnTo>
                    <a:pt x="3033" y="989"/>
                  </a:lnTo>
                  <a:lnTo>
                    <a:pt x="3041" y="936"/>
                  </a:lnTo>
                  <a:lnTo>
                    <a:pt x="3047" y="877"/>
                  </a:lnTo>
                  <a:lnTo>
                    <a:pt x="3051" y="814"/>
                  </a:lnTo>
                  <a:lnTo>
                    <a:pt x="3054" y="744"/>
                  </a:lnTo>
                  <a:lnTo>
                    <a:pt x="3054" y="669"/>
                  </a:lnTo>
                  <a:lnTo>
                    <a:pt x="3051" y="630"/>
                  </a:lnTo>
                  <a:lnTo>
                    <a:pt x="3049" y="589"/>
                  </a:lnTo>
                  <a:lnTo>
                    <a:pt x="3046" y="547"/>
                  </a:lnTo>
                  <a:lnTo>
                    <a:pt x="3040" y="504"/>
                  </a:lnTo>
                  <a:lnTo>
                    <a:pt x="3034" y="459"/>
                  </a:lnTo>
                  <a:lnTo>
                    <a:pt x="3027" y="413"/>
                  </a:lnTo>
                  <a:lnTo>
                    <a:pt x="3019" y="366"/>
                  </a:lnTo>
                  <a:lnTo>
                    <a:pt x="3009" y="317"/>
                  </a:lnTo>
                  <a:lnTo>
                    <a:pt x="2997" y="268"/>
                  </a:lnTo>
                  <a:lnTo>
                    <a:pt x="2984" y="216"/>
                  </a:lnTo>
                  <a:lnTo>
                    <a:pt x="2969" y="164"/>
                  </a:lnTo>
                  <a:lnTo>
                    <a:pt x="2953" y="110"/>
                  </a:lnTo>
                  <a:lnTo>
                    <a:pt x="2936" y="56"/>
                  </a:lnTo>
                  <a:lnTo>
                    <a:pt x="2917" y="0"/>
                  </a:lnTo>
                  <a:lnTo>
                    <a:pt x="2933" y="44"/>
                  </a:lnTo>
                  <a:lnTo>
                    <a:pt x="2948" y="89"/>
                  </a:lnTo>
                  <a:close/>
                </a:path>
              </a:pathLst>
            </a:custGeom>
            <a:solidFill>
              <a:srgbClr val="009B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64" name="Freeform 221"/>
            <p:cNvSpPr>
              <a:spLocks/>
            </p:cNvSpPr>
            <p:nvPr/>
          </p:nvSpPr>
          <p:spPr bwMode="auto">
            <a:xfrm>
              <a:off x="2227" y="197"/>
              <a:ext cx="538" cy="96"/>
            </a:xfrm>
            <a:custGeom>
              <a:avLst/>
              <a:gdLst>
                <a:gd name="T0" fmla="*/ 504 w 1076"/>
                <a:gd name="T1" fmla="*/ 42 h 191"/>
                <a:gd name="T2" fmla="*/ 627 w 1076"/>
                <a:gd name="T3" fmla="*/ 63 h 191"/>
                <a:gd name="T4" fmla="*/ 746 w 1076"/>
                <a:gd name="T5" fmla="*/ 91 h 191"/>
                <a:gd name="T6" fmla="*/ 865 w 1076"/>
                <a:gd name="T7" fmla="*/ 122 h 191"/>
                <a:gd name="T8" fmla="*/ 982 w 1076"/>
                <a:gd name="T9" fmla="*/ 159 h 191"/>
                <a:gd name="T10" fmla="*/ 1030 w 1076"/>
                <a:gd name="T11" fmla="*/ 175 h 191"/>
                <a:gd name="T12" fmla="*/ 1076 w 1076"/>
                <a:gd name="T13" fmla="*/ 191 h 191"/>
                <a:gd name="T14" fmla="*/ 1018 w 1076"/>
                <a:gd name="T15" fmla="*/ 172 h 191"/>
                <a:gd name="T16" fmla="*/ 965 w 1076"/>
                <a:gd name="T17" fmla="*/ 154 h 191"/>
                <a:gd name="T18" fmla="*/ 918 w 1076"/>
                <a:gd name="T19" fmla="*/ 139 h 191"/>
                <a:gd name="T20" fmla="*/ 873 w 1076"/>
                <a:gd name="T21" fmla="*/ 127 h 191"/>
                <a:gd name="T22" fmla="*/ 832 w 1076"/>
                <a:gd name="T23" fmla="*/ 116 h 191"/>
                <a:gd name="T24" fmla="*/ 794 w 1076"/>
                <a:gd name="T25" fmla="*/ 107 h 191"/>
                <a:gd name="T26" fmla="*/ 720 w 1076"/>
                <a:gd name="T27" fmla="*/ 91 h 191"/>
                <a:gd name="T28" fmla="*/ 633 w 1076"/>
                <a:gd name="T29" fmla="*/ 70 h 191"/>
                <a:gd name="T30" fmla="*/ 545 w 1076"/>
                <a:gd name="T31" fmla="*/ 52 h 191"/>
                <a:gd name="T32" fmla="*/ 456 w 1076"/>
                <a:gd name="T33" fmla="*/ 36 h 191"/>
                <a:gd name="T34" fmla="*/ 366 w 1076"/>
                <a:gd name="T35" fmla="*/ 23 h 191"/>
                <a:gd name="T36" fmla="*/ 276 w 1076"/>
                <a:gd name="T37" fmla="*/ 13 h 191"/>
                <a:gd name="T38" fmla="*/ 184 w 1076"/>
                <a:gd name="T39" fmla="*/ 6 h 191"/>
                <a:gd name="T40" fmla="*/ 92 w 1076"/>
                <a:gd name="T41" fmla="*/ 1 h 191"/>
                <a:gd name="T42" fmla="*/ 0 w 1076"/>
                <a:gd name="T43" fmla="*/ 0 h 191"/>
                <a:gd name="T44" fmla="*/ 128 w 1076"/>
                <a:gd name="T45" fmla="*/ 2 h 191"/>
                <a:gd name="T46" fmla="*/ 254 w 1076"/>
                <a:gd name="T47" fmla="*/ 10 h 191"/>
                <a:gd name="T48" fmla="*/ 380 w 1076"/>
                <a:gd name="T49" fmla="*/ 23 h 191"/>
                <a:gd name="T50" fmla="*/ 504 w 1076"/>
                <a:gd name="T51" fmla="*/ 42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076" h="191">
                  <a:moveTo>
                    <a:pt x="504" y="42"/>
                  </a:moveTo>
                  <a:lnTo>
                    <a:pt x="627" y="63"/>
                  </a:lnTo>
                  <a:lnTo>
                    <a:pt x="746" y="91"/>
                  </a:lnTo>
                  <a:lnTo>
                    <a:pt x="865" y="122"/>
                  </a:lnTo>
                  <a:lnTo>
                    <a:pt x="982" y="159"/>
                  </a:lnTo>
                  <a:lnTo>
                    <a:pt x="1030" y="175"/>
                  </a:lnTo>
                  <a:lnTo>
                    <a:pt x="1076" y="191"/>
                  </a:lnTo>
                  <a:lnTo>
                    <a:pt x="1018" y="172"/>
                  </a:lnTo>
                  <a:lnTo>
                    <a:pt x="965" y="154"/>
                  </a:lnTo>
                  <a:lnTo>
                    <a:pt x="918" y="139"/>
                  </a:lnTo>
                  <a:lnTo>
                    <a:pt x="873" y="127"/>
                  </a:lnTo>
                  <a:lnTo>
                    <a:pt x="832" y="116"/>
                  </a:lnTo>
                  <a:lnTo>
                    <a:pt x="794" y="107"/>
                  </a:lnTo>
                  <a:lnTo>
                    <a:pt x="720" y="91"/>
                  </a:lnTo>
                  <a:lnTo>
                    <a:pt x="633" y="70"/>
                  </a:lnTo>
                  <a:lnTo>
                    <a:pt x="545" y="52"/>
                  </a:lnTo>
                  <a:lnTo>
                    <a:pt x="456" y="36"/>
                  </a:lnTo>
                  <a:lnTo>
                    <a:pt x="366" y="23"/>
                  </a:lnTo>
                  <a:lnTo>
                    <a:pt x="276" y="13"/>
                  </a:lnTo>
                  <a:lnTo>
                    <a:pt x="184" y="6"/>
                  </a:lnTo>
                  <a:lnTo>
                    <a:pt x="92" y="1"/>
                  </a:lnTo>
                  <a:lnTo>
                    <a:pt x="0" y="0"/>
                  </a:lnTo>
                  <a:lnTo>
                    <a:pt x="128" y="2"/>
                  </a:lnTo>
                  <a:lnTo>
                    <a:pt x="254" y="10"/>
                  </a:lnTo>
                  <a:lnTo>
                    <a:pt x="380" y="23"/>
                  </a:lnTo>
                  <a:lnTo>
                    <a:pt x="504" y="42"/>
                  </a:lnTo>
                  <a:close/>
                </a:path>
              </a:pathLst>
            </a:custGeom>
            <a:solidFill>
              <a:srgbClr val="009B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65" name="Freeform 222"/>
            <p:cNvSpPr>
              <a:spLocks/>
            </p:cNvSpPr>
            <p:nvPr/>
          </p:nvSpPr>
          <p:spPr bwMode="auto">
            <a:xfrm>
              <a:off x="2227" y="1350"/>
              <a:ext cx="1553" cy="1953"/>
            </a:xfrm>
            <a:custGeom>
              <a:avLst/>
              <a:gdLst>
                <a:gd name="T0" fmla="*/ 3084 w 3107"/>
                <a:gd name="T1" fmla="*/ 422 h 3908"/>
                <a:gd name="T2" fmla="*/ 3104 w 3107"/>
                <a:gd name="T3" fmla="*/ 673 h 3908"/>
                <a:gd name="T4" fmla="*/ 3104 w 3107"/>
                <a:gd name="T5" fmla="*/ 929 h 3908"/>
                <a:gd name="T6" fmla="*/ 3084 w 3107"/>
                <a:gd name="T7" fmla="*/ 1182 h 3908"/>
                <a:gd name="T8" fmla="*/ 3043 w 3107"/>
                <a:gd name="T9" fmla="*/ 1428 h 3908"/>
                <a:gd name="T10" fmla="*/ 2984 w 3107"/>
                <a:gd name="T11" fmla="*/ 1667 h 3908"/>
                <a:gd name="T12" fmla="*/ 2907 w 3107"/>
                <a:gd name="T13" fmla="*/ 1899 h 3908"/>
                <a:gd name="T14" fmla="*/ 2813 w 3107"/>
                <a:gd name="T15" fmla="*/ 2121 h 3908"/>
                <a:gd name="T16" fmla="*/ 2702 w 3107"/>
                <a:gd name="T17" fmla="*/ 2335 h 3908"/>
                <a:gd name="T18" fmla="*/ 2576 w 3107"/>
                <a:gd name="T19" fmla="*/ 2538 h 3908"/>
                <a:gd name="T20" fmla="*/ 2434 w 3107"/>
                <a:gd name="T21" fmla="*/ 2732 h 3908"/>
                <a:gd name="T22" fmla="*/ 2278 w 3107"/>
                <a:gd name="T23" fmla="*/ 2911 h 3908"/>
                <a:gd name="T24" fmla="*/ 2110 w 3107"/>
                <a:gd name="T25" fmla="*/ 3081 h 3908"/>
                <a:gd name="T26" fmla="*/ 1929 w 3107"/>
                <a:gd name="T27" fmla="*/ 3236 h 3908"/>
                <a:gd name="T28" fmla="*/ 1736 w 3107"/>
                <a:gd name="T29" fmla="*/ 3378 h 3908"/>
                <a:gd name="T30" fmla="*/ 1533 w 3107"/>
                <a:gd name="T31" fmla="*/ 3504 h 3908"/>
                <a:gd name="T32" fmla="*/ 1319 w 3107"/>
                <a:gd name="T33" fmla="*/ 3614 h 3908"/>
                <a:gd name="T34" fmla="*/ 1097 w 3107"/>
                <a:gd name="T35" fmla="*/ 3709 h 3908"/>
                <a:gd name="T36" fmla="*/ 865 w 3107"/>
                <a:gd name="T37" fmla="*/ 3786 h 3908"/>
                <a:gd name="T38" fmla="*/ 625 w 3107"/>
                <a:gd name="T39" fmla="*/ 3845 h 3908"/>
                <a:gd name="T40" fmla="*/ 380 w 3107"/>
                <a:gd name="T41" fmla="*/ 3885 h 3908"/>
                <a:gd name="T42" fmla="*/ 128 w 3107"/>
                <a:gd name="T43" fmla="*/ 3906 h 3908"/>
                <a:gd name="T44" fmla="*/ 74 w 3107"/>
                <a:gd name="T45" fmla="*/ 3907 h 3908"/>
                <a:gd name="T46" fmla="*/ 220 w 3107"/>
                <a:gd name="T47" fmla="*/ 3900 h 3908"/>
                <a:gd name="T48" fmla="*/ 364 w 3107"/>
                <a:gd name="T49" fmla="*/ 3885 h 3908"/>
                <a:gd name="T50" fmla="*/ 506 w 3107"/>
                <a:gd name="T51" fmla="*/ 3864 h 3908"/>
                <a:gd name="T52" fmla="*/ 645 w 3107"/>
                <a:gd name="T53" fmla="*/ 3835 h 3908"/>
                <a:gd name="T54" fmla="*/ 782 w 3107"/>
                <a:gd name="T55" fmla="*/ 3801 h 3908"/>
                <a:gd name="T56" fmla="*/ 917 w 3107"/>
                <a:gd name="T57" fmla="*/ 3760 h 3908"/>
                <a:gd name="T58" fmla="*/ 1049 w 3107"/>
                <a:gd name="T59" fmla="*/ 3712 h 3908"/>
                <a:gd name="T60" fmla="*/ 1178 w 3107"/>
                <a:gd name="T61" fmla="*/ 3659 h 3908"/>
                <a:gd name="T62" fmla="*/ 1305 w 3107"/>
                <a:gd name="T63" fmla="*/ 3599 h 3908"/>
                <a:gd name="T64" fmla="*/ 1427 w 3107"/>
                <a:gd name="T65" fmla="*/ 3534 h 3908"/>
                <a:gd name="T66" fmla="*/ 1547 w 3107"/>
                <a:gd name="T67" fmla="*/ 3463 h 3908"/>
                <a:gd name="T68" fmla="*/ 1720 w 3107"/>
                <a:gd name="T69" fmla="*/ 3347 h 3908"/>
                <a:gd name="T70" fmla="*/ 1937 w 3107"/>
                <a:gd name="T71" fmla="*/ 3173 h 3908"/>
                <a:gd name="T72" fmla="*/ 2138 w 3107"/>
                <a:gd name="T73" fmla="*/ 2981 h 3908"/>
                <a:gd name="T74" fmla="*/ 2321 w 3107"/>
                <a:gd name="T75" fmla="*/ 2770 h 3908"/>
                <a:gd name="T76" fmla="*/ 2485 w 3107"/>
                <a:gd name="T77" fmla="*/ 2542 h 3908"/>
                <a:gd name="T78" fmla="*/ 2629 w 3107"/>
                <a:gd name="T79" fmla="*/ 2300 h 3908"/>
                <a:gd name="T80" fmla="*/ 2692 w 3107"/>
                <a:gd name="T81" fmla="*/ 2172 h 3908"/>
                <a:gd name="T82" fmla="*/ 2751 w 3107"/>
                <a:gd name="T83" fmla="*/ 2043 h 3908"/>
                <a:gd name="T84" fmla="*/ 2804 w 3107"/>
                <a:gd name="T85" fmla="*/ 1909 h 3908"/>
                <a:gd name="T86" fmla="*/ 2850 w 3107"/>
                <a:gd name="T87" fmla="*/ 1773 h 3908"/>
                <a:gd name="T88" fmla="*/ 2891 w 3107"/>
                <a:gd name="T89" fmla="*/ 1634 h 3908"/>
                <a:gd name="T90" fmla="*/ 2926 w 3107"/>
                <a:gd name="T91" fmla="*/ 1492 h 3908"/>
                <a:gd name="T92" fmla="*/ 2953 w 3107"/>
                <a:gd name="T93" fmla="*/ 1347 h 3908"/>
                <a:gd name="T94" fmla="*/ 2975 w 3107"/>
                <a:gd name="T95" fmla="*/ 1201 h 3908"/>
                <a:gd name="T96" fmla="*/ 2990 w 3107"/>
                <a:gd name="T97" fmla="*/ 1052 h 3908"/>
                <a:gd name="T98" fmla="*/ 3026 w 3107"/>
                <a:gd name="T99" fmla="*/ 931 h 3908"/>
                <a:gd name="T100" fmla="*/ 3052 w 3107"/>
                <a:gd name="T101" fmla="*/ 808 h 3908"/>
                <a:gd name="T102" fmla="*/ 3069 w 3107"/>
                <a:gd name="T103" fmla="*/ 681 h 3908"/>
                <a:gd name="T104" fmla="*/ 3075 w 3107"/>
                <a:gd name="T105" fmla="*/ 552 h 3908"/>
                <a:gd name="T106" fmla="*/ 3072 w 3107"/>
                <a:gd name="T107" fmla="*/ 420 h 3908"/>
                <a:gd name="T108" fmla="*/ 3058 w 3107"/>
                <a:gd name="T109" fmla="*/ 284 h 3908"/>
                <a:gd name="T110" fmla="*/ 3035 w 3107"/>
                <a:gd name="T111" fmla="*/ 144 h 3908"/>
                <a:gd name="T112" fmla="*/ 3002 w 3107"/>
                <a:gd name="T113" fmla="*/ 0 h 3908"/>
                <a:gd name="T114" fmla="*/ 3037 w 3107"/>
                <a:gd name="T115" fmla="*/ 148 h 3908"/>
                <a:gd name="T116" fmla="*/ 3066 w 3107"/>
                <a:gd name="T117" fmla="*/ 297 h 39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107" h="3908">
                  <a:moveTo>
                    <a:pt x="3066" y="297"/>
                  </a:moveTo>
                  <a:lnTo>
                    <a:pt x="3084" y="422"/>
                  </a:lnTo>
                  <a:lnTo>
                    <a:pt x="3096" y="547"/>
                  </a:lnTo>
                  <a:lnTo>
                    <a:pt x="3104" y="673"/>
                  </a:lnTo>
                  <a:lnTo>
                    <a:pt x="3107" y="801"/>
                  </a:lnTo>
                  <a:lnTo>
                    <a:pt x="3104" y="929"/>
                  </a:lnTo>
                  <a:lnTo>
                    <a:pt x="3096" y="1057"/>
                  </a:lnTo>
                  <a:lnTo>
                    <a:pt x="3084" y="1182"/>
                  </a:lnTo>
                  <a:lnTo>
                    <a:pt x="3066" y="1305"/>
                  </a:lnTo>
                  <a:lnTo>
                    <a:pt x="3043" y="1428"/>
                  </a:lnTo>
                  <a:lnTo>
                    <a:pt x="3016" y="1549"/>
                  </a:lnTo>
                  <a:lnTo>
                    <a:pt x="2984" y="1667"/>
                  </a:lnTo>
                  <a:lnTo>
                    <a:pt x="2948" y="1784"/>
                  </a:lnTo>
                  <a:lnTo>
                    <a:pt x="2907" y="1899"/>
                  </a:lnTo>
                  <a:lnTo>
                    <a:pt x="2862" y="2011"/>
                  </a:lnTo>
                  <a:lnTo>
                    <a:pt x="2813" y="2121"/>
                  </a:lnTo>
                  <a:lnTo>
                    <a:pt x="2760" y="2229"/>
                  </a:lnTo>
                  <a:lnTo>
                    <a:pt x="2702" y="2335"/>
                  </a:lnTo>
                  <a:lnTo>
                    <a:pt x="2640" y="2438"/>
                  </a:lnTo>
                  <a:lnTo>
                    <a:pt x="2576" y="2538"/>
                  </a:lnTo>
                  <a:lnTo>
                    <a:pt x="2506" y="2636"/>
                  </a:lnTo>
                  <a:lnTo>
                    <a:pt x="2434" y="2732"/>
                  </a:lnTo>
                  <a:lnTo>
                    <a:pt x="2358" y="2823"/>
                  </a:lnTo>
                  <a:lnTo>
                    <a:pt x="2278" y="2911"/>
                  </a:lnTo>
                  <a:lnTo>
                    <a:pt x="2195" y="2998"/>
                  </a:lnTo>
                  <a:lnTo>
                    <a:pt x="2110" y="3081"/>
                  </a:lnTo>
                  <a:lnTo>
                    <a:pt x="2021" y="3160"/>
                  </a:lnTo>
                  <a:lnTo>
                    <a:pt x="1929" y="3236"/>
                  </a:lnTo>
                  <a:lnTo>
                    <a:pt x="1834" y="3309"/>
                  </a:lnTo>
                  <a:lnTo>
                    <a:pt x="1736" y="3378"/>
                  </a:lnTo>
                  <a:lnTo>
                    <a:pt x="1636" y="3442"/>
                  </a:lnTo>
                  <a:lnTo>
                    <a:pt x="1533" y="3504"/>
                  </a:lnTo>
                  <a:lnTo>
                    <a:pt x="1427" y="3561"/>
                  </a:lnTo>
                  <a:lnTo>
                    <a:pt x="1319" y="3614"/>
                  </a:lnTo>
                  <a:lnTo>
                    <a:pt x="1208" y="3664"/>
                  </a:lnTo>
                  <a:lnTo>
                    <a:pt x="1097" y="3709"/>
                  </a:lnTo>
                  <a:lnTo>
                    <a:pt x="981" y="3749"/>
                  </a:lnTo>
                  <a:lnTo>
                    <a:pt x="865" y="3786"/>
                  </a:lnTo>
                  <a:lnTo>
                    <a:pt x="746" y="3817"/>
                  </a:lnTo>
                  <a:lnTo>
                    <a:pt x="625" y="3845"/>
                  </a:lnTo>
                  <a:lnTo>
                    <a:pt x="503" y="3866"/>
                  </a:lnTo>
                  <a:lnTo>
                    <a:pt x="380" y="3885"/>
                  </a:lnTo>
                  <a:lnTo>
                    <a:pt x="254" y="3898"/>
                  </a:lnTo>
                  <a:lnTo>
                    <a:pt x="128" y="3906"/>
                  </a:lnTo>
                  <a:lnTo>
                    <a:pt x="0" y="3908"/>
                  </a:lnTo>
                  <a:lnTo>
                    <a:pt x="74" y="3907"/>
                  </a:lnTo>
                  <a:lnTo>
                    <a:pt x="146" y="3904"/>
                  </a:lnTo>
                  <a:lnTo>
                    <a:pt x="220" y="3900"/>
                  </a:lnTo>
                  <a:lnTo>
                    <a:pt x="291" y="3893"/>
                  </a:lnTo>
                  <a:lnTo>
                    <a:pt x="364" y="3885"/>
                  </a:lnTo>
                  <a:lnTo>
                    <a:pt x="434" y="3876"/>
                  </a:lnTo>
                  <a:lnTo>
                    <a:pt x="506" y="3864"/>
                  </a:lnTo>
                  <a:lnTo>
                    <a:pt x="576" y="3850"/>
                  </a:lnTo>
                  <a:lnTo>
                    <a:pt x="645" y="3835"/>
                  </a:lnTo>
                  <a:lnTo>
                    <a:pt x="714" y="3819"/>
                  </a:lnTo>
                  <a:lnTo>
                    <a:pt x="782" y="3801"/>
                  </a:lnTo>
                  <a:lnTo>
                    <a:pt x="850" y="3781"/>
                  </a:lnTo>
                  <a:lnTo>
                    <a:pt x="917" y="3760"/>
                  </a:lnTo>
                  <a:lnTo>
                    <a:pt x="984" y="3737"/>
                  </a:lnTo>
                  <a:lnTo>
                    <a:pt x="1049" y="3712"/>
                  </a:lnTo>
                  <a:lnTo>
                    <a:pt x="1114" y="3687"/>
                  </a:lnTo>
                  <a:lnTo>
                    <a:pt x="1178" y="3659"/>
                  </a:lnTo>
                  <a:lnTo>
                    <a:pt x="1242" y="3630"/>
                  </a:lnTo>
                  <a:lnTo>
                    <a:pt x="1305" y="3599"/>
                  </a:lnTo>
                  <a:lnTo>
                    <a:pt x="1366" y="3567"/>
                  </a:lnTo>
                  <a:lnTo>
                    <a:pt x="1427" y="3534"/>
                  </a:lnTo>
                  <a:lnTo>
                    <a:pt x="1488" y="3499"/>
                  </a:lnTo>
                  <a:lnTo>
                    <a:pt x="1547" y="3463"/>
                  </a:lnTo>
                  <a:lnTo>
                    <a:pt x="1606" y="3425"/>
                  </a:lnTo>
                  <a:lnTo>
                    <a:pt x="1720" y="3347"/>
                  </a:lnTo>
                  <a:lnTo>
                    <a:pt x="1830" y="3263"/>
                  </a:lnTo>
                  <a:lnTo>
                    <a:pt x="1937" y="3173"/>
                  </a:lnTo>
                  <a:lnTo>
                    <a:pt x="2040" y="3080"/>
                  </a:lnTo>
                  <a:lnTo>
                    <a:pt x="2138" y="2981"/>
                  </a:lnTo>
                  <a:lnTo>
                    <a:pt x="2231" y="2877"/>
                  </a:lnTo>
                  <a:lnTo>
                    <a:pt x="2321" y="2770"/>
                  </a:lnTo>
                  <a:lnTo>
                    <a:pt x="2405" y="2658"/>
                  </a:lnTo>
                  <a:lnTo>
                    <a:pt x="2485" y="2542"/>
                  </a:lnTo>
                  <a:lnTo>
                    <a:pt x="2559" y="2423"/>
                  </a:lnTo>
                  <a:lnTo>
                    <a:pt x="2629" y="2300"/>
                  </a:lnTo>
                  <a:lnTo>
                    <a:pt x="2661" y="2236"/>
                  </a:lnTo>
                  <a:lnTo>
                    <a:pt x="2692" y="2172"/>
                  </a:lnTo>
                  <a:lnTo>
                    <a:pt x="2722" y="2107"/>
                  </a:lnTo>
                  <a:lnTo>
                    <a:pt x="2751" y="2043"/>
                  </a:lnTo>
                  <a:lnTo>
                    <a:pt x="2778" y="1976"/>
                  </a:lnTo>
                  <a:lnTo>
                    <a:pt x="2804" y="1909"/>
                  </a:lnTo>
                  <a:lnTo>
                    <a:pt x="2828" y="1841"/>
                  </a:lnTo>
                  <a:lnTo>
                    <a:pt x="2850" y="1773"/>
                  </a:lnTo>
                  <a:lnTo>
                    <a:pt x="2872" y="1703"/>
                  </a:lnTo>
                  <a:lnTo>
                    <a:pt x="2891" y="1634"/>
                  </a:lnTo>
                  <a:lnTo>
                    <a:pt x="2908" y="1562"/>
                  </a:lnTo>
                  <a:lnTo>
                    <a:pt x="2926" y="1492"/>
                  </a:lnTo>
                  <a:lnTo>
                    <a:pt x="2941" y="1420"/>
                  </a:lnTo>
                  <a:lnTo>
                    <a:pt x="2953" y="1347"/>
                  </a:lnTo>
                  <a:lnTo>
                    <a:pt x="2965" y="1274"/>
                  </a:lnTo>
                  <a:lnTo>
                    <a:pt x="2975" y="1201"/>
                  </a:lnTo>
                  <a:lnTo>
                    <a:pt x="2983" y="1127"/>
                  </a:lnTo>
                  <a:lnTo>
                    <a:pt x="2990" y="1052"/>
                  </a:lnTo>
                  <a:lnTo>
                    <a:pt x="3010" y="992"/>
                  </a:lnTo>
                  <a:lnTo>
                    <a:pt x="3026" y="931"/>
                  </a:lnTo>
                  <a:lnTo>
                    <a:pt x="3041" y="870"/>
                  </a:lnTo>
                  <a:lnTo>
                    <a:pt x="3052" y="808"/>
                  </a:lnTo>
                  <a:lnTo>
                    <a:pt x="3062" y="744"/>
                  </a:lnTo>
                  <a:lnTo>
                    <a:pt x="3069" y="681"/>
                  </a:lnTo>
                  <a:lnTo>
                    <a:pt x="3073" y="617"/>
                  </a:lnTo>
                  <a:lnTo>
                    <a:pt x="3075" y="552"/>
                  </a:lnTo>
                  <a:lnTo>
                    <a:pt x="3074" y="486"/>
                  </a:lnTo>
                  <a:lnTo>
                    <a:pt x="3072" y="420"/>
                  </a:lnTo>
                  <a:lnTo>
                    <a:pt x="3066" y="352"/>
                  </a:lnTo>
                  <a:lnTo>
                    <a:pt x="3058" y="284"/>
                  </a:lnTo>
                  <a:lnTo>
                    <a:pt x="3048" y="215"/>
                  </a:lnTo>
                  <a:lnTo>
                    <a:pt x="3035" y="144"/>
                  </a:lnTo>
                  <a:lnTo>
                    <a:pt x="3019" y="73"/>
                  </a:lnTo>
                  <a:lnTo>
                    <a:pt x="3002" y="0"/>
                  </a:lnTo>
                  <a:lnTo>
                    <a:pt x="3020" y="73"/>
                  </a:lnTo>
                  <a:lnTo>
                    <a:pt x="3037" y="148"/>
                  </a:lnTo>
                  <a:lnTo>
                    <a:pt x="3052" y="221"/>
                  </a:lnTo>
                  <a:lnTo>
                    <a:pt x="3066" y="297"/>
                  </a:lnTo>
                  <a:close/>
                </a:path>
              </a:pathLst>
            </a:custGeom>
            <a:solidFill>
              <a:srgbClr val="0093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66" name="Freeform 223"/>
            <p:cNvSpPr>
              <a:spLocks/>
            </p:cNvSpPr>
            <p:nvPr/>
          </p:nvSpPr>
          <p:spPr bwMode="auto">
            <a:xfrm>
              <a:off x="2227" y="197"/>
              <a:ext cx="403" cy="53"/>
            </a:xfrm>
            <a:custGeom>
              <a:avLst/>
              <a:gdLst>
                <a:gd name="T0" fmla="*/ 504 w 805"/>
                <a:gd name="T1" fmla="*/ 42 h 106"/>
                <a:gd name="T2" fmla="*/ 580 w 805"/>
                <a:gd name="T3" fmla="*/ 54 h 106"/>
                <a:gd name="T4" fmla="*/ 656 w 805"/>
                <a:gd name="T5" fmla="*/ 70 h 106"/>
                <a:gd name="T6" fmla="*/ 731 w 805"/>
                <a:gd name="T7" fmla="*/ 88 h 106"/>
                <a:gd name="T8" fmla="*/ 805 w 805"/>
                <a:gd name="T9" fmla="*/ 106 h 106"/>
                <a:gd name="T10" fmla="*/ 766 w 805"/>
                <a:gd name="T11" fmla="*/ 96 h 106"/>
                <a:gd name="T12" fmla="*/ 731 w 805"/>
                <a:gd name="T13" fmla="*/ 88 h 106"/>
                <a:gd name="T14" fmla="*/ 699 w 805"/>
                <a:gd name="T15" fmla="*/ 81 h 106"/>
                <a:gd name="T16" fmla="*/ 669 w 805"/>
                <a:gd name="T17" fmla="*/ 74 h 106"/>
                <a:gd name="T18" fmla="*/ 556 w 805"/>
                <a:gd name="T19" fmla="*/ 54 h 106"/>
                <a:gd name="T20" fmla="*/ 488 w 805"/>
                <a:gd name="T21" fmla="*/ 42 h 106"/>
                <a:gd name="T22" fmla="*/ 420 w 805"/>
                <a:gd name="T23" fmla="*/ 31 h 106"/>
                <a:gd name="T24" fmla="*/ 351 w 805"/>
                <a:gd name="T25" fmla="*/ 22 h 106"/>
                <a:gd name="T26" fmla="*/ 282 w 805"/>
                <a:gd name="T27" fmla="*/ 14 h 106"/>
                <a:gd name="T28" fmla="*/ 212 w 805"/>
                <a:gd name="T29" fmla="*/ 8 h 106"/>
                <a:gd name="T30" fmla="*/ 142 w 805"/>
                <a:gd name="T31" fmla="*/ 4 h 106"/>
                <a:gd name="T32" fmla="*/ 71 w 805"/>
                <a:gd name="T33" fmla="*/ 1 h 106"/>
                <a:gd name="T34" fmla="*/ 0 w 805"/>
                <a:gd name="T35" fmla="*/ 0 h 106"/>
                <a:gd name="T36" fmla="*/ 128 w 805"/>
                <a:gd name="T37" fmla="*/ 2 h 106"/>
                <a:gd name="T38" fmla="*/ 254 w 805"/>
                <a:gd name="T39" fmla="*/ 10 h 106"/>
                <a:gd name="T40" fmla="*/ 380 w 805"/>
                <a:gd name="T41" fmla="*/ 23 h 106"/>
                <a:gd name="T42" fmla="*/ 504 w 805"/>
                <a:gd name="T43" fmla="*/ 42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05" h="106">
                  <a:moveTo>
                    <a:pt x="504" y="42"/>
                  </a:moveTo>
                  <a:lnTo>
                    <a:pt x="580" y="54"/>
                  </a:lnTo>
                  <a:lnTo>
                    <a:pt x="656" y="70"/>
                  </a:lnTo>
                  <a:lnTo>
                    <a:pt x="731" y="88"/>
                  </a:lnTo>
                  <a:lnTo>
                    <a:pt x="805" y="106"/>
                  </a:lnTo>
                  <a:lnTo>
                    <a:pt x="766" y="96"/>
                  </a:lnTo>
                  <a:lnTo>
                    <a:pt x="731" y="88"/>
                  </a:lnTo>
                  <a:lnTo>
                    <a:pt x="699" y="81"/>
                  </a:lnTo>
                  <a:lnTo>
                    <a:pt x="669" y="74"/>
                  </a:lnTo>
                  <a:lnTo>
                    <a:pt x="556" y="54"/>
                  </a:lnTo>
                  <a:lnTo>
                    <a:pt x="488" y="42"/>
                  </a:lnTo>
                  <a:lnTo>
                    <a:pt x="420" y="31"/>
                  </a:lnTo>
                  <a:lnTo>
                    <a:pt x="351" y="22"/>
                  </a:lnTo>
                  <a:lnTo>
                    <a:pt x="282" y="14"/>
                  </a:lnTo>
                  <a:lnTo>
                    <a:pt x="212" y="8"/>
                  </a:lnTo>
                  <a:lnTo>
                    <a:pt x="142" y="4"/>
                  </a:lnTo>
                  <a:lnTo>
                    <a:pt x="71" y="1"/>
                  </a:lnTo>
                  <a:lnTo>
                    <a:pt x="0" y="0"/>
                  </a:lnTo>
                  <a:lnTo>
                    <a:pt x="128" y="2"/>
                  </a:lnTo>
                  <a:lnTo>
                    <a:pt x="254" y="10"/>
                  </a:lnTo>
                  <a:lnTo>
                    <a:pt x="380" y="23"/>
                  </a:lnTo>
                  <a:lnTo>
                    <a:pt x="504" y="42"/>
                  </a:lnTo>
                  <a:close/>
                </a:path>
              </a:pathLst>
            </a:custGeom>
            <a:solidFill>
              <a:srgbClr val="0093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67" name="Freeform 224"/>
            <p:cNvSpPr>
              <a:spLocks/>
            </p:cNvSpPr>
            <p:nvPr/>
          </p:nvSpPr>
          <p:spPr bwMode="auto">
            <a:xfrm>
              <a:off x="2227" y="1475"/>
              <a:ext cx="1553" cy="1828"/>
            </a:xfrm>
            <a:custGeom>
              <a:avLst/>
              <a:gdLst>
                <a:gd name="T0" fmla="*/ 3084 w 3107"/>
                <a:gd name="T1" fmla="*/ 172 h 3658"/>
                <a:gd name="T2" fmla="*/ 3104 w 3107"/>
                <a:gd name="T3" fmla="*/ 423 h 3658"/>
                <a:gd name="T4" fmla="*/ 3104 w 3107"/>
                <a:gd name="T5" fmla="*/ 679 h 3658"/>
                <a:gd name="T6" fmla="*/ 3084 w 3107"/>
                <a:gd name="T7" fmla="*/ 932 h 3658"/>
                <a:gd name="T8" fmla="*/ 3043 w 3107"/>
                <a:gd name="T9" fmla="*/ 1178 h 3658"/>
                <a:gd name="T10" fmla="*/ 2984 w 3107"/>
                <a:gd name="T11" fmla="*/ 1417 h 3658"/>
                <a:gd name="T12" fmla="*/ 2907 w 3107"/>
                <a:gd name="T13" fmla="*/ 1649 h 3658"/>
                <a:gd name="T14" fmla="*/ 2813 w 3107"/>
                <a:gd name="T15" fmla="*/ 1871 h 3658"/>
                <a:gd name="T16" fmla="*/ 2702 w 3107"/>
                <a:gd name="T17" fmla="*/ 2085 h 3658"/>
                <a:gd name="T18" fmla="*/ 2576 w 3107"/>
                <a:gd name="T19" fmla="*/ 2288 h 3658"/>
                <a:gd name="T20" fmla="*/ 2434 w 3107"/>
                <a:gd name="T21" fmla="*/ 2482 h 3658"/>
                <a:gd name="T22" fmla="*/ 2278 w 3107"/>
                <a:gd name="T23" fmla="*/ 2661 h 3658"/>
                <a:gd name="T24" fmla="*/ 2110 w 3107"/>
                <a:gd name="T25" fmla="*/ 2831 h 3658"/>
                <a:gd name="T26" fmla="*/ 1929 w 3107"/>
                <a:gd name="T27" fmla="*/ 2986 h 3658"/>
                <a:gd name="T28" fmla="*/ 1736 w 3107"/>
                <a:gd name="T29" fmla="*/ 3128 h 3658"/>
                <a:gd name="T30" fmla="*/ 1533 w 3107"/>
                <a:gd name="T31" fmla="*/ 3254 h 3658"/>
                <a:gd name="T32" fmla="*/ 1319 w 3107"/>
                <a:gd name="T33" fmla="*/ 3364 h 3658"/>
                <a:gd name="T34" fmla="*/ 1097 w 3107"/>
                <a:gd name="T35" fmla="*/ 3459 h 3658"/>
                <a:gd name="T36" fmla="*/ 865 w 3107"/>
                <a:gd name="T37" fmla="*/ 3536 h 3658"/>
                <a:gd name="T38" fmla="*/ 625 w 3107"/>
                <a:gd name="T39" fmla="*/ 3595 h 3658"/>
                <a:gd name="T40" fmla="*/ 380 w 3107"/>
                <a:gd name="T41" fmla="*/ 3635 h 3658"/>
                <a:gd name="T42" fmla="*/ 128 w 3107"/>
                <a:gd name="T43" fmla="*/ 3656 h 3658"/>
                <a:gd name="T44" fmla="*/ 71 w 3107"/>
                <a:gd name="T45" fmla="*/ 3657 h 3658"/>
                <a:gd name="T46" fmla="*/ 212 w 3107"/>
                <a:gd name="T47" fmla="*/ 3650 h 3658"/>
                <a:gd name="T48" fmla="*/ 350 w 3107"/>
                <a:gd name="T49" fmla="*/ 3637 h 3658"/>
                <a:gd name="T50" fmla="*/ 487 w 3107"/>
                <a:gd name="T51" fmla="*/ 3618 h 3658"/>
                <a:gd name="T52" fmla="*/ 623 w 3107"/>
                <a:gd name="T53" fmla="*/ 3591 h 3658"/>
                <a:gd name="T54" fmla="*/ 756 w 3107"/>
                <a:gd name="T55" fmla="*/ 3559 h 3658"/>
                <a:gd name="T56" fmla="*/ 950 w 3107"/>
                <a:gd name="T57" fmla="*/ 3499 h 3658"/>
                <a:gd name="T58" fmla="*/ 1201 w 3107"/>
                <a:gd name="T59" fmla="*/ 3399 h 3658"/>
                <a:gd name="T60" fmla="*/ 1440 w 3107"/>
                <a:gd name="T61" fmla="*/ 3277 h 3658"/>
                <a:gd name="T62" fmla="*/ 1667 w 3107"/>
                <a:gd name="T63" fmla="*/ 3135 h 3658"/>
                <a:gd name="T64" fmla="*/ 1880 w 3107"/>
                <a:gd name="T65" fmla="*/ 2972 h 3658"/>
                <a:gd name="T66" fmla="*/ 2078 w 3107"/>
                <a:gd name="T67" fmla="*/ 2792 h 3658"/>
                <a:gd name="T68" fmla="*/ 2260 w 3107"/>
                <a:gd name="T69" fmla="*/ 2595 h 3658"/>
                <a:gd name="T70" fmla="*/ 2425 w 3107"/>
                <a:gd name="T71" fmla="*/ 2380 h 3658"/>
                <a:gd name="T72" fmla="*/ 2571 w 3107"/>
                <a:gd name="T73" fmla="*/ 2152 h 3658"/>
                <a:gd name="T74" fmla="*/ 2699 w 3107"/>
                <a:gd name="T75" fmla="*/ 1910 h 3658"/>
                <a:gd name="T76" fmla="*/ 2805 w 3107"/>
                <a:gd name="T77" fmla="*/ 1656 h 3658"/>
                <a:gd name="T78" fmla="*/ 2889 w 3107"/>
                <a:gd name="T79" fmla="*/ 1391 h 3658"/>
                <a:gd name="T80" fmla="*/ 2937 w 3107"/>
                <a:gd name="T81" fmla="*/ 1185 h 3658"/>
                <a:gd name="T82" fmla="*/ 2961 w 3107"/>
                <a:gd name="T83" fmla="*/ 1044 h 3658"/>
                <a:gd name="T84" fmla="*/ 2987 w 3107"/>
                <a:gd name="T85" fmla="*/ 935 h 3658"/>
                <a:gd name="T86" fmla="*/ 3018 w 3107"/>
                <a:gd name="T87" fmla="*/ 849 h 3658"/>
                <a:gd name="T88" fmla="*/ 3044 w 3107"/>
                <a:gd name="T89" fmla="*/ 755 h 3658"/>
                <a:gd name="T90" fmla="*/ 3067 w 3107"/>
                <a:gd name="T91" fmla="*/ 648 h 3658"/>
                <a:gd name="T92" fmla="*/ 3082 w 3107"/>
                <a:gd name="T93" fmla="*/ 529 h 3658"/>
                <a:gd name="T94" fmla="*/ 3089 w 3107"/>
                <a:gd name="T95" fmla="*/ 397 h 3658"/>
                <a:gd name="T96" fmla="*/ 3086 w 3107"/>
                <a:gd name="T97" fmla="*/ 250 h 3658"/>
                <a:gd name="T98" fmla="*/ 3070 w 3107"/>
                <a:gd name="T99" fmla="*/ 88 h 3658"/>
                <a:gd name="T100" fmla="*/ 3062 w 3107"/>
                <a:gd name="T101" fmla="*/ 24 h 36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107" h="3658">
                  <a:moveTo>
                    <a:pt x="3066" y="47"/>
                  </a:moveTo>
                  <a:lnTo>
                    <a:pt x="3084" y="172"/>
                  </a:lnTo>
                  <a:lnTo>
                    <a:pt x="3096" y="297"/>
                  </a:lnTo>
                  <a:lnTo>
                    <a:pt x="3104" y="423"/>
                  </a:lnTo>
                  <a:lnTo>
                    <a:pt x="3107" y="551"/>
                  </a:lnTo>
                  <a:lnTo>
                    <a:pt x="3104" y="679"/>
                  </a:lnTo>
                  <a:lnTo>
                    <a:pt x="3096" y="807"/>
                  </a:lnTo>
                  <a:lnTo>
                    <a:pt x="3084" y="932"/>
                  </a:lnTo>
                  <a:lnTo>
                    <a:pt x="3066" y="1055"/>
                  </a:lnTo>
                  <a:lnTo>
                    <a:pt x="3043" y="1178"/>
                  </a:lnTo>
                  <a:lnTo>
                    <a:pt x="3016" y="1299"/>
                  </a:lnTo>
                  <a:lnTo>
                    <a:pt x="2984" y="1417"/>
                  </a:lnTo>
                  <a:lnTo>
                    <a:pt x="2948" y="1534"/>
                  </a:lnTo>
                  <a:lnTo>
                    <a:pt x="2907" y="1649"/>
                  </a:lnTo>
                  <a:lnTo>
                    <a:pt x="2862" y="1761"/>
                  </a:lnTo>
                  <a:lnTo>
                    <a:pt x="2813" y="1871"/>
                  </a:lnTo>
                  <a:lnTo>
                    <a:pt x="2760" y="1979"/>
                  </a:lnTo>
                  <a:lnTo>
                    <a:pt x="2702" y="2085"/>
                  </a:lnTo>
                  <a:lnTo>
                    <a:pt x="2640" y="2188"/>
                  </a:lnTo>
                  <a:lnTo>
                    <a:pt x="2576" y="2288"/>
                  </a:lnTo>
                  <a:lnTo>
                    <a:pt x="2506" y="2386"/>
                  </a:lnTo>
                  <a:lnTo>
                    <a:pt x="2434" y="2482"/>
                  </a:lnTo>
                  <a:lnTo>
                    <a:pt x="2358" y="2573"/>
                  </a:lnTo>
                  <a:lnTo>
                    <a:pt x="2278" y="2661"/>
                  </a:lnTo>
                  <a:lnTo>
                    <a:pt x="2195" y="2748"/>
                  </a:lnTo>
                  <a:lnTo>
                    <a:pt x="2110" y="2831"/>
                  </a:lnTo>
                  <a:lnTo>
                    <a:pt x="2021" y="2910"/>
                  </a:lnTo>
                  <a:lnTo>
                    <a:pt x="1929" y="2986"/>
                  </a:lnTo>
                  <a:lnTo>
                    <a:pt x="1834" y="3059"/>
                  </a:lnTo>
                  <a:lnTo>
                    <a:pt x="1736" y="3128"/>
                  </a:lnTo>
                  <a:lnTo>
                    <a:pt x="1636" y="3192"/>
                  </a:lnTo>
                  <a:lnTo>
                    <a:pt x="1533" y="3254"/>
                  </a:lnTo>
                  <a:lnTo>
                    <a:pt x="1427" y="3311"/>
                  </a:lnTo>
                  <a:lnTo>
                    <a:pt x="1319" y="3364"/>
                  </a:lnTo>
                  <a:lnTo>
                    <a:pt x="1208" y="3414"/>
                  </a:lnTo>
                  <a:lnTo>
                    <a:pt x="1097" y="3459"/>
                  </a:lnTo>
                  <a:lnTo>
                    <a:pt x="981" y="3499"/>
                  </a:lnTo>
                  <a:lnTo>
                    <a:pt x="865" y="3536"/>
                  </a:lnTo>
                  <a:lnTo>
                    <a:pt x="746" y="3567"/>
                  </a:lnTo>
                  <a:lnTo>
                    <a:pt x="625" y="3595"/>
                  </a:lnTo>
                  <a:lnTo>
                    <a:pt x="503" y="3616"/>
                  </a:lnTo>
                  <a:lnTo>
                    <a:pt x="380" y="3635"/>
                  </a:lnTo>
                  <a:lnTo>
                    <a:pt x="254" y="3648"/>
                  </a:lnTo>
                  <a:lnTo>
                    <a:pt x="128" y="3656"/>
                  </a:lnTo>
                  <a:lnTo>
                    <a:pt x="0" y="3658"/>
                  </a:lnTo>
                  <a:lnTo>
                    <a:pt x="71" y="3657"/>
                  </a:lnTo>
                  <a:lnTo>
                    <a:pt x="142" y="3654"/>
                  </a:lnTo>
                  <a:lnTo>
                    <a:pt x="212" y="3650"/>
                  </a:lnTo>
                  <a:lnTo>
                    <a:pt x="281" y="3644"/>
                  </a:lnTo>
                  <a:lnTo>
                    <a:pt x="350" y="3637"/>
                  </a:lnTo>
                  <a:lnTo>
                    <a:pt x="419" y="3628"/>
                  </a:lnTo>
                  <a:lnTo>
                    <a:pt x="487" y="3618"/>
                  </a:lnTo>
                  <a:lnTo>
                    <a:pt x="555" y="3605"/>
                  </a:lnTo>
                  <a:lnTo>
                    <a:pt x="623" y="3591"/>
                  </a:lnTo>
                  <a:lnTo>
                    <a:pt x="689" y="3575"/>
                  </a:lnTo>
                  <a:lnTo>
                    <a:pt x="756" y="3559"/>
                  </a:lnTo>
                  <a:lnTo>
                    <a:pt x="821" y="3540"/>
                  </a:lnTo>
                  <a:lnTo>
                    <a:pt x="950" y="3499"/>
                  </a:lnTo>
                  <a:lnTo>
                    <a:pt x="1077" y="3452"/>
                  </a:lnTo>
                  <a:lnTo>
                    <a:pt x="1201" y="3399"/>
                  </a:lnTo>
                  <a:lnTo>
                    <a:pt x="1322" y="3341"/>
                  </a:lnTo>
                  <a:lnTo>
                    <a:pt x="1440" y="3277"/>
                  </a:lnTo>
                  <a:lnTo>
                    <a:pt x="1555" y="3209"/>
                  </a:lnTo>
                  <a:lnTo>
                    <a:pt x="1667" y="3135"/>
                  </a:lnTo>
                  <a:lnTo>
                    <a:pt x="1775" y="3055"/>
                  </a:lnTo>
                  <a:lnTo>
                    <a:pt x="1880" y="2972"/>
                  </a:lnTo>
                  <a:lnTo>
                    <a:pt x="1981" y="2885"/>
                  </a:lnTo>
                  <a:lnTo>
                    <a:pt x="2078" y="2792"/>
                  </a:lnTo>
                  <a:lnTo>
                    <a:pt x="2171" y="2695"/>
                  </a:lnTo>
                  <a:lnTo>
                    <a:pt x="2260" y="2595"/>
                  </a:lnTo>
                  <a:lnTo>
                    <a:pt x="2345" y="2490"/>
                  </a:lnTo>
                  <a:lnTo>
                    <a:pt x="2425" y="2380"/>
                  </a:lnTo>
                  <a:lnTo>
                    <a:pt x="2501" y="2269"/>
                  </a:lnTo>
                  <a:lnTo>
                    <a:pt x="2571" y="2152"/>
                  </a:lnTo>
                  <a:lnTo>
                    <a:pt x="2638" y="2032"/>
                  </a:lnTo>
                  <a:lnTo>
                    <a:pt x="2699" y="1910"/>
                  </a:lnTo>
                  <a:lnTo>
                    <a:pt x="2754" y="1785"/>
                  </a:lnTo>
                  <a:lnTo>
                    <a:pt x="2805" y="1656"/>
                  </a:lnTo>
                  <a:lnTo>
                    <a:pt x="2850" y="1524"/>
                  </a:lnTo>
                  <a:lnTo>
                    <a:pt x="2889" y="1391"/>
                  </a:lnTo>
                  <a:lnTo>
                    <a:pt x="2922" y="1254"/>
                  </a:lnTo>
                  <a:lnTo>
                    <a:pt x="2937" y="1185"/>
                  </a:lnTo>
                  <a:lnTo>
                    <a:pt x="2950" y="1114"/>
                  </a:lnTo>
                  <a:lnTo>
                    <a:pt x="2961" y="1044"/>
                  </a:lnTo>
                  <a:lnTo>
                    <a:pt x="2972" y="974"/>
                  </a:lnTo>
                  <a:lnTo>
                    <a:pt x="2987" y="935"/>
                  </a:lnTo>
                  <a:lnTo>
                    <a:pt x="3003" y="893"/>
                  </a:lnTo>
                  <a:lnTo>
                    <a:pt x="3018" y="849"/>
                  </a:lnTo>
                  <a:lnTo>
                    <a:pt x="3032" y="803"/>
                  </a:lnTo>
                  <a:lnTo>
                    <a:pt x="3044" y="755"/>
                  </a:lnTo>
                  <a:lnTo>
                    <a:pt x="3057" y="703"/>
                  </a:lnTo>
                  <a:lnTo>
                    <a:pt x="3067" y="648"/>
                  </a:lnTo>
                  <a:lnTo>
                    <a:pt x="3075" y="590"/>
                  </a:lnTo>
                  <a:lnTo>
                    <a:pt x="3082" y="529"/>
                  </a:lnTo>
                  <a:lnTo>
                    <a:pt x="3087" y="465"/>
                  </a:lnTo>
                  <a:lnTo>
                    <a:pt x="3089" y="397"/>
                  </a:lnTo>
                  <a:lnTo>
                    <a:pt x="3089" y="325"/>
                  </a:lnTo>
                  <a:lnTo>
                    <a:pt x="3086" y="250"/>
                  </a:lnTo>
                  <a:lnTo>
                    <a:pt x="3080" y="171"/>
                  </a:lnTo>
                  <a:lnTo>
                    <a:pt x="3070" y="88"/>
                  </a:lnTo>
                  <a:lnTo>
                    <a:pt x="3057" y="0"/>
                  </a:lnTo>
                  <a:lnTo>
                    <a:pt x="3062" y="24"/>
                  </a:lnTo>
                  <a:lnTo>
                    <a:pt x="3066" y="47"/>
                  </a:lnTo>
                  <a:close/>
                </a:path>
              </a:pathLst>
            </a:custGeom>
            <a:solidFill>
              <a:srgbClr val="008C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68" name="Freeform 225"/>
            <p:cNvSpPr>
              <a:spLocks/>
            </p:cNvSpPr>
            <p:nvPr/>
          </p:nvSpPr>
          <p:spPr bwMode="auto">
            <a:xfrm>
              <a:off x="2227" y="197"/>
              <a:ext cx="278" cy="25"/>
            </a:xfrm>
            <a:custGeom>
              <a:avLst/>
              <a:gdLst>
                <a:gd name="T0" fmla="*/ 504 w 555"/>
                <a:gd name="T1" fmla="*/ 42 h 51"/>
                <a:gd name="T2" fmla="*/ 555 w 555"/>
                <a:gd name="T3" fmla="*/ 51 h 51"/>
                <a:gd name="T4" fmla="*/ 533 w 555"/>
                <a:gd name="T5" fmla="*/ 47 h 51"/>
                <a:gd name="T6" fmla="*/ 514 w 555"/>
                <a:gd name="T7" fmla="*/ 44 h 51"/>
                <a:gd name="T8" fmla="*/ 479 w 555"/>
                <a:gd name="T9" fmla="*/ 38 h 51"/>
                <a:gd name="T10" fmla="*/ 462 w 555"/>
                <a:gd name="T11" fmla="*/ 36 h 51"/>
                <a:gd name="T12" fmla="*/ 442 w 555"/>
                <a:gd name="T13" fmla="*/ 32 h 51"/>
                <a:gd name="T14" fmla="*/ 419 w 555"/>
                <a:gd name="T15" fmla="*/ 30 h 51"/>
                <a:gd name="T16" fmla="*/ 393 w 555"/>
                <a:gd name="T17" fmla="*/ 27 h 51"/>
                <a:gd name="T18" fmla="*/ 296 w 555"/>
                <a:gd name="T19" fmla="*/ 15 h 51"/>
                <a:gd name="T20" fmla="*/ 198 w 555"/>
                <a:gd name="T21" fmla="*/ 7 h 51"/>
                <a:gd name="T22" fmla="*/ 99 w 555"/>
                <a:gd name="T23" fmla="*/ 1 h 51"/>
                <a:gd name="T24" fmla="*/ 0 w 555"/>
                <a:gd name="T25" fmla="*/ 0 h 51"/>
                <a:gd name="T26" fmla="*/ 128 w 555"/>
                <a:gd name="T27" fmla="*/ 2 h 51"/>
                <a:gd name="T28" fmla="*/ 254 w 555"/>
                <a:gd name="T29" fmla="*/ 10 h 51"/>
                <a:gd name="T30" fmla="*/ 380 w 555"/>
                <a:gd name="T31" fmla="*/ 23 h 51"/>
                <a:gd name="T32" fmla="*/ 504 w 555"/>
                <a:gd name="T33" fmla="*/ 42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55" h="51">
                  <a:moveTo>
                    <a:pt x="504" y="42"/>
                  </a:moveTo>
                  <a:lnTo>
                    <a:pt x="555" y="51"/>
                  </a:lnTo>
                  <a:lnTo>
                    <a:pt x="533" y="47"/>
                  </a:lnTo>
                  <a:lnTo>
                    <a:pt x="514" y="44"/>
                  </a:lnTo>
                  <a:lnTo>
                    <a:pt x="479" y="38"/>
                  </a:lnTo>
                  <a:lnTo>
                    <a:pt x="462" y="36"/>
                  </a:lnTo>
                  <a:lnTo>
                    <a:pt x="442" y="32"/>
                  </a:lnTo>
                  <a:lnTo>
                    <a:pt x="419" y="30"/>
                  </a:lnTo>
                  <a:lnTo>
                    <a:pt x="393" y="27"/>
                  </a:lnTo>
                  <a:lnTo>
                    <a:pt x="296" y="15"/>
                  </a:lnTo>
                  <a:lnTo>
                    <a:pt x="198" y="7"/>
                  </a:lnTo>
                  <a:lnTo>
                    <a:pt x="99" y="1"/>
                  </a:lnTo>
                  <a:lnTo>
                    <a:pt x="0" y="0"/>
                  </a:lnTo>
                  <a:lnTo>
                    <a:pt x="128" y="2"/>
                  </a:lnTo>
                  <a:lnTo>
                    <a:pt x="254" y="10"/>
                  </a:lnTo>
                  <a:lnTo>
                    <a:pt x="380" y="23"/>
                  </a:lnTo>
                  <a:lnTo>
                    <a:pt x="504" y="42"/>
                  </a:lnTo>
                  <a:close/>
                </a:path>
              </a:pathLst>
            </a:custGeom>
            <a:solidFill>
              <a:srgbClr val="008C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69" name="Freeform 226"/>
            <p:cNvSpPr>
              <a:spLocks/>
            </p:cNvSpPr>
            <p:nvPr/>
          </p:nvSpPr>
          <p:spPr bwMode="auto">
            <a:xfrm>
              <a:off x="2227" y="1594"/>
              <a:ext cx="1553" cy="1709"/>
            </a:xfrm>
            <a:custGeom>
              <a:avLst/>
              <a:gdLst>
                <a:gd name="T0" fmla="*/ 3104 w 3107"/>
                <a:gd name="T1" fmla="*/ 439 h 3418"/>
                <a:gd name="T2" fmla="*/ 3084 w 3107"/>
                <a:gd name="T3" fmla="*/ 692 h 3418"/>
                <a:gd name="T4" fmla="*/ 3043 w 3107"/>
                <a:gd name="T5" fmla="*/ 938 h 3418"/>
                <a:gd name="T6" fmla="*/ 2984 w 3107"/>
                <a:gd name="T7" fmla="*/ 1177 h 3418"/>
                <a:gd name="T8" fmla="*/ 2907 w 3107"/>
                <a:gd name="T9" fmla="*/ 1409 h 3418"/>
                <a:gd name="T10" fmla="*/ 2813 w 3107"/>
                <a:gd name="T11" fmla="*/ 1631 h 3418"/>
                <a:gd name="T12" fmla="*/ 2702 w 3107"/>
                <a:gd name="T13" fmla="*/ 1845 h 3418"/>
                <a:gd name="T14" fmla="*/ 2576 w 3107"/>
                <a:gd name="T15" fmla="*/ 2048 h 3418"/>
                <a:gd name="T16" fmla="*/ 2434 w 3107"/>
                <a:gd name="T17" fmla="*/ 2242 h 3418"/>
                <a:gd name="T18" fmla="*/ 2278 w 3107"/>
                <a:gd name="T19" fmla="*/ 2421 h 3418"/>
                <a:gd name="T20" fmla="*/ 2110 w 3107"/>
                <a:gd name="T21" fmla="*/ 2591 h 3418"/>
                <a:gd name="T22" fmla="*/ 1929 w 3107"/>
                <a:gd name="T23" fmla="*/ 2746 h 3418"/>
                <a:gd name="T24" fmla="*/ 1736 w 3107"/>
                <a:gd name="T25" fmla="*/ 2888 h 3418"/>
                <a:gd name="T26" fmla="*/ 1533 w 3107"/>
                <a:gd name="T27" fmla="*/ 3014 h 3418"/>
                <a:gd name="T28" fmla="*/ 1319 w 3107"/>
                <a:gd name="T29" fmla="*/ 3124 h 3418"/>
                <a:gd name="T30" fmla="*/ 1097 w 3107"/>
                <a:gd name="T31" fmla="*/ 3219 h 3418"/>
                <a:gd name="T32" fmla="*/ 865 w 3107"/>
                <a:gd name="T33" fmla="*/ 3296 h 3418"/>
                <a:gd name="T34" fmla="*/ 625 w 3107"/>
                <a:gd name="T35" fmla="*/ 3355 h 3418"/>
                <a:gd name="T36" fmla="*/ 380 w 3107"/>
                <a:gd name="T37" fmla="*/ 3395 h 3418"/>
                <a:gd name="T38" fmla="*/ 128 w 3107"/>
                <a:gd name="T39" fmla="*/ 3416 h 3418"/>
                <a:gd name="T40" fmla="*/ 68 w 3107"/>
                <a:gd name="T41" fmla="*/ 3417 h 3418"/>
                <a:gd name="T42" fmla="*/ 271 w 3107"/>
                <a:gd name="T43" fmla="*/ 3405 h 3418"/>
                <a:gd name="T44" fmla="*/ 534 w 3107"/>
                <a:gd name="T45" fmla="*/ 3368 h 3418"/>
                <a:gd name="T46" fmla="*/ 791 w 3107"/>
                <a:gd name="T47" fmla="*/ 3308 h 3418"/>
                <a:gd name="T48" fmla="*/ 1039 w 3107"/>
                <a:gd name="T49" fmla="*/ 3227 h 3418"/>
                <a:gd name="T50" fmla="*/ 1276 w 3107"/>
                <a:gd name="T51" fmla="*/ 3123 h 3418"/>
                <a:gd name="T52" fmla="*/ 1503 w 3107"/>
                <a:gd name="T53" fmla="*/ 3000 h 3418"/>
                <a:gd name="T54" fmla="*/ 1719 w 3107"/>
                <a:gd name="T55" fmla="*/ 2858 h 3418"/>
                <a:gd name="T56" fmla="*/ 1920 w 3107"/>
                <a:gd name="T57" fmla="*/ 2698 h 3418"/>
                <a:gd name="T58" fmla="*/ 2108 w 3107"/>
                <a:gd name="T59" fmla="*/ 2520 h 3418"/>
                <a:gd name="T60" fmla="*/ 2281 w 3107"/>
                <a:gd name="T61" fmla="*/ 2328 h 3418"/>
                <a:gd name="T62" fmla="*/ 2438 w 3107"/>
                <a:gd name="T63" fmla="*/ 2121 h 3418"/>
                <a:gd name="T64" fmla="*/ 2578 w 3107"/>
                <a:gd name="T65" fmla="*/ 1900 h 3418"/>
                <a:gd name="T66" fmla="*/ 2700 w 3107"/>
                <a:gd name="T67" fmla="*/ 1667 h 3418"/>
                <a:gd name="T68" fmla="*/ 2802 w 3107"/>
                <a:gd name="T69" fmla="*/ 1423 h 3418"/>
                <a:gd name="T70" fmla="*/ 2884 w 3107"/>
                <a:gd name="T71" fmla="*/ 1167 h 3418"/>
                <a:gd name="T72" fmla="*/ 2945 w 3107"/>
                <a:gd name="T73" fmla="*/ 903 h 3418"/>
                <a:gd name="T74" fmla="*/ 2990 w 3107"/>
                <a:gd name="T75" fmla="*/ 803 h 3418"/>
                <a:gd name="T76" fmla="*/ 3027 w 3107"/>
                <a:gd name="T77" fmla="*/ 700 h 3418"/>
                <a:gd name="T78" fmla="*/ 3057 w 3107"/>
                <a:gd name="T79" fmla="*/ 593 h 3418"/>
                <a:gd name="T80" fmla="*/ 3079 w 3107"/>
                <a:gd name="T81" fmla="*/ 483 h 3418"/>
                <a:gd name="T82" fmla="*/ 3094 w 3107"/>
                <a:gd name="T83" fmla="*/ 369 h 3418"/>
                <a:gd name="T84" fmla="*/ 3100 w 3107"/>
                <a:gd name="T85" fmla="*/ 250 h 3418"/>
                <a:gd name="T86" fmla="*/ 3100 w 3107"/>
                <a:gd name="T87" fmla="*/ 128 h 3418"/>
                <a:gd name="T88" fmla="*/ 3090 w 3107"/>
                <a:gd name="T89" fmla="*/ 0 h 3418"/>
                <a:gd name="T90" fmla="*/ 3102 w 3107"/>
                <a:gd name="T91" fmla="*/ 154 h 3418"/>
                <a:gd name="T92" fmla="*/ 3107 w 3107"/>
                <a:gd name="T93" fmla="*/ 311 h 3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107" h="3418">
                  <a:moveTo>
                    <a:pt x="3107" y="311"/>
                  </a:moveTo>
                  <a:lnTo>
                    <a:pt x="3104" y="439"/>
                  </a:lnTo>
                  <a:lnTo>
                    <a:pt x="3096" y="567"/>
                  </a:lnTo>
                  <a:lnTo>
                    <a:pt x="3084" y="692"/>
                  </a:lnTo>
                  <a:lnTo>
                    <a:pt x="3066" y="815"/>
                  </a:lnTo>
                  <a:lnTo>
                    <a:pt x="3043" y="938"/>
                  </a:lnTo>
                  <a:lnTo>
                    <a:pt x="3016" y="1059"/>
                  </a:lnTo>
                  <a:lnTo>
                    <a:pt x="2984" y="1177"/>
                  </a:lnTo>
                  <a:lnTo>
                    <a:pt x="2948" y="1294"/>
                  </a:lnTo>
                  <a:lnTo>
                    <a:pt x="2907" y="1409"/>
                  </a:lnTo>
                  <a:lnTo>
                    <a:pt x="2862" y="1521"/>
                  </a:lnTo>
                  <a:lnTo>
                    <a:pt x="2813" y="1631"/>
                  </a:lnTo>
                  <a:lnTo>
                    <a:pt x="2760" y="1739"/>
                  </a:lnTo>
                  <a:lnTo>
                    <a:pt x="2702" y="1845"/>
                  </a:lnTo>
                  <a:lnTo>
                    <a:pt x="2640" y="1948"/>
                  </a:lnTo>
                  <a:lnTo>
                    <a:pt x="2576" y="2048"/>
                  </a:lnTo>
                  <a:lnTo>
                    <a:pt x="2506" y="2146"/>
                  </a:lnTo>
                  <a:lnTo>
                    <a:pt x="2434" y="2242"/>
                  </a:lnTo>
                  <a:lnTo>
                    <a:pt x="2358" y="2333"/>
                  </a:lnTo>
                  <a:lnTo>
                    <a:pt x="2278" y="2421"/>
                  </a:lnTo>
                  <a:lnTo>
                    <a:pt x="2195" y="2508"/>
                  </a:lnTo>
                  <a:lnTo>
                    <a:pt x="2110" y="2591"/>
                  </a:lnTo>
                  <a:lnTo>
                    <a:pt x="2021" y="2670"/>
                  </a:lnTo>
                  <a:lnTo>
                    <a:pt x="1929" y="2746"/>
                  </a:lnTo>
                  <a:lnTo>
                    <a:pt x="1834" y="2819"/>
                  </a:lnTo>
                  <a:lnTo>
                    <a:pt x="1736" y="2888"/>
                  </a:lnTo>
                  <a:lnTo>
                    <a:pt x="1636" y="2952"/>
                  </a:lnTo>
                  <a:lnTo>
                    <a:pt x="1533" y="3014"/>
                  </a:lnTo>
                  <a:lnTo>
                    <a:pt x="1427" y="3071"/>
                  </a:lnTo>
                  <a:lnTo>
                    <a:pt x="1319" y="3124"/>
                  </a:lnTo>
                  <a:lnTo>
                    <a:pt x="1208" y="3174"/>
                  </a:lnTo>
                  <a:lnTo>
                    <a:pt x="1097" y="3219"/>
                  </a:lnTo>
                  <a:lnTo>
                    <a:pt x="981" y="3259"/>
                  </a:lnTo>
                  <a:lnTo>
                    <a:pt x="865" y="3296"/>
                  </a:lnTo>
                  <a:lnTo>
                    <a:pt x="746" y="3327"/>
                  </a:lnTo>
                  <a:lnTo>
                    <a:pt x="625" y="3355"/>
                  </a:lnTo>
                  <a:lnTo>
                    <a:pt x="503" y="3376"/>
                  </a:lnTo>
                  <a:lnTo>
                    <a:pt x="380" y="3395"/>
                  </a:lnTo>
                  <a:lnTo>
                    <a:pt x="254" y="3408"/>
                  </a:lnTo>
                  <a:lnTo>
                    <a:pt x="128" y="3416"/>
                  </a:lnTo>
                  <a:lnTo>
                    <a:pt x="0" y="3418"/>
                  </a:lnTo>
                  <a:lnTo>
                    <a:pt x="68" y="3417"/>
                  </a:lnTo>
                  <a:lnTo>
                    <a:pt x="136" y="3414"/>
                  </a:lnTo>
                  <a:lnTo>
                    <a:pt x="271" y="3405"/>
                  </a:lnTo>
                  <a:lnTo>
                    <a:pt x="404" y="3390"/>
                  </a:lnTo>
                  <a:lnTo>
                    <a:pt x="534" y="3368"/>
                  </a:lnTo>
                  <a:lnTo>
                    <a:pt x="665" y="3342"/>
                  </a:lnTo>
                  <a:lnTo>
                    <a:pt x="791" y="3308"/>
                  </a:lnTo>
                  <a:lnTo>
                    <a:pt x="916" y="3270"/>
                  </a:lnTo>
                  <a:lnTo>
                    <a:pt x="1039" y="3227"/>
                  </a:lnTo>
                  <a:lnTo>
                    <a:pt x="1159" y="3177"/>
                  </a:lnTo>
                  <a:lnTo>
                    <a:pt x="1276" y="3123"/>
                  </a:lnTo>
                  <a:lnTo>
                    <a:pt x="1391" y="3064"/>
                  </a:lnTo>
                  <a:lnTo>
                    <a:pt x="1503" y="3000"/>
                  </a:lnTo>
                  <a:lnTo>
                    <a:pt x="1613" y="2931"/>
                  </a:lnTo>
                  <a:lnTo>
                    <a:pt x="1719" y="2858"/>
                  </a:lnTo>
                  <a:lnTo>
                    <a:pt x="1821" y="2780"/>
                  </a:lnTo>
                  <a:lnTo>
                    <a:pt x="1920" y="2698"/>
                  </a:lnTo>
                  <a:lnTo>
                    <a:pt x="2016" y="2611"/>
                  </a:lnTo>
                  <a:lnTo>
                    <a:pt x="2108" y="2520"/>
                  </a:lnTo>
                  <a:lnTo>
                    <a:pt x="2197" y="2426"/>
                  </a:lnTo>
                  <a:lnTo>
                    <a:pt x="2281" y="2328"/>
                  </a:lnTo>
                  <a:lnTo>
                    <a:pt x="2361" y="2227"/>
                  </a:lnTo>
                  <a:lnTo>
                    <a:pt x="2438" y="2121"/>
                  </a:lnTo>
                  <a:lnTo>
                    <a:pt x="2510" y="2012"/>
                  </a:lnTo>
                  <a:lnTo>
                    <a:pt x="2578" y="1900"/>
                  </a:lnTo>
                  <a:lnTo>
                    <a:pt x="2641" y="1786"/>
                  </a:lnTo>
                  <a:lnTo>
                    <a:pt x="2700" y="1667"/>
                  </a:lnTo>
                  <a:lnTo>
                    <a:pt x="2753" y="1546"/>
                  </a:lnTo>
                  <a:lnTo>
                    <a:pt x="2802" y="1423"/>
                  </a:lnTo>
                  <a:lnTo>
                    <a:pt x="2846" y="1296"/>
                  </a:lnTo>
                  <a:lnTo>
                    <a:pt x="2884" y="1167"/>
                  </a:lnTo>
                  <a:lnTo>
                    <a:pt x="2918" y="1037"/>
                  </a:lnTo>
                  <a:lnTo>
                    <a:pt x="2945" y="903"/>
                  </a:lnTo>
                  <a:lnTo>
                    <a:pt x="2968" y="854"/>
                  </a:lnTo>
                  <a:lnTo>
                    <a:pt x="2990" y="803"/>
                  </a:lnTo>
                  <a:lnTo>
                    <a:pt x="3010" y="752"/>
                  </a:lnTo>
                  <a:lnTo>
                    <a:pt x="3027" y="700"/>
                  </a:lnTo>
                  <a:lnTo>
                    <a:pt x="3043" y="647"/>
                  </a:lnTo>
                  <a:lnTo>
                    <a:pt x="3057" y="593"/>
                  </a:lnTo>
                  <a:lnTo>
                    <a:pt x="3070" y="539"/>
                  </a:lnTo>
                  <a:lnTo>
                    <a:pt x="3079" y="483"/>
                  </a:lnTo>
                  <a:lnTo>
                    <a:pt x="3087" y="426"/>
                  </a:lnTo>
                  <a:lnTo>
                    <a:pt x="3094" y="369"/>
                  </a:lnTo>
                  <a:lnTo>
                    <a:pt x="3097" y="310"/>
                  </a:lnTo>
                  <a:lnTo>
                    <a:pt x="3100" y="250"/>
                  </a:lnTo>
                  <a:lnTo>
                    <a:pt x="3101" y="189"/>
                  </a:lnTo>
                  <a:lnTo>
                    <a:pt x="3100" y="128"/>
                  </a:lnTo>
                  <a:lnTo>
                    <a:pt x="3096" y="64"/>
                  </a:lnTo>
                  <a:lnTo>
                    <a:pt x="3090" y="0"/>
                  </a:lnTo>
                  <a:lnTo>
                    <a:pt x="3097" y="77"/>
                  </a:lnTo>
                  <a:lnTo>
                    <a:pt x="3102" y="154"/>
                  </a:lnTo>
                  <a:lnTo>
                    <a:pt x="3105" y="233"/>
                  </a:lnTo>
                  <a:lnTo>
                    <a:pt x="3107" y="311"/>
                  </a:lnTo>
                  <a:close/>
                </a:path>
              </a:pathLst>
            </a:custGeom>
            <a:solidFill>
              <a:srgbClr val="0085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70" name="Freeform 227"/>
            <p:cNvSpPr>
              <a:spLocks/>
            </p:cNvSpPr>
            <p:nvPr/>
          </p:nvSpPr>
          <p:spPr bwMode="auto">
            <a:xfrm>
              <a:off x="2227" y="197"/>
              <a:ext cx="158" cy="8"/>
            </a:xfrm>
            <a:custGeom>
              <a:avLst/>
              <a:gdLst>
                <a:gd name="T0" fmla="*/ 316 w 316"/>
                <a:gd name="T1" fmla="*/ 16 h 16"/>
                <a:gd name="T2" fmla="*/ 272 w 316"/>
                <a:gd name="T3" fmla="*/ 13 h 16"/>
                <a:gd name="T4" fmla="*/ 227 w 316"/>
                <a:gd name="T5" fmla="*/ 9 h 16"/>
                <a:gd name="T6" fmla="*/ 114 w 316"/>
                <a:gd name="T7" fmla="*/ 2 h 16"/>
                <a:gd name="T8" fmla="*/ 0 w 316"/>
                <a:gd name="T9" fmla="*/ 0 h 16"/>
                <a:gd name="T10" fmla="*/ 79 w 316"/>
                <a:gd name="T11" fmla="*/ 1 h 16"/>
                <a:gd name="T12" fmla="*/ 159 w 316"/>
                <a:gd name="T13" fmla="*/ 5 h 16"/>
                <a:gd name="T14" fmla="*/ 237 w 316"/>
                <a:gd name="T15" fmla="*/ 9 h 16"/>
                <a:gd name="T16" fmla="*/ 316 w 316"/>
                <a:gd name="T17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6" h="16">
                  <a:moveTo>
                    <a:pt x="316" y="16"/>
                  </a:moveTo>
                  <a:lnTo>
                    <a:pt x="272" y="13"/>
                  </a:lnTo>
                  <a:lnTo>
                    <a:pt x="227" y="9"/>
                  </a:lnTo>
                  <a:lnTo>
                    <a:pt x="114" y="2"/>
                  </a:lnTo>
                  <a:lnTo>
                    <a:pt x="0" y="0"/>
                  </a:lnTo>
                  <a:lnTo>
                    <a:pt x="79" y="1"/>
                  </a:lnTo>
                  <a:lnTo>
                    <a:pt x="159" y="5"/>
                  </a:lnTo>
                  <a:lnTo>
                    <a:pt x="237" y="9"/>
                  </a:lnTo>
                  <a:lnTo>
                    <a:pt x="316" y="16"/>
                  </a:lnTo>
                  <a:close/>
                </a:path>
              </a:pathLst>
            </a:custGeom>
            <a:solidFill>
              <a:srgbClr val="0085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71" name="Freeform 228"/>
            <p:cNvSpPr>
              <a:spLocks/>
            </p:cNvSpPr>
            <p:nvPr/>
          </p:nvSpPr>
          <p:spPr bwMode="auto">
            <a:xfrm>
              <a:off x="2227" y="1713"/>
              <a:ext cx="1553" cy="1590"/>
            </a:xfrm>
            <a:custGeom>
              <a:avLst/>
              <a:gdLst>
                <a:gd name="T0" fmla="*/ 3104 w 3107"/>
                <a:gd name="T1" fmla="*/ 202 h 3181"/>
                <a:gd name="T2" fmla="*/ 3084 w 3107"/>
                <a:gd name="T3" fmla="*/ 455 h 3181"/>
                <a:gd name="T4" fmla="*/ 3043 w 3107"/>
                <a:gd name="T5" fmla="*/ 701 h 3181"/>
                <a:gd name="T6" fmla="*/ 2984 w 3107"/>
                <a:gd name="T7" fmla="*/ 940 h 3181"/>
                <a:gd name="T8" fmla="*/ 2907 w 3107"/>
                <a:gd name="T9" fmla="*/ 1172 h 3181"/>
                <a:gd name="T10" fmla="*/ 2813 w 3107"/>
                <a:gd name="T11" fmla="*/ 1394 h 3181"/>
                <a:gd name="T12" fmla="*/ 2702 w 3107"/>
                <a:gd name="T13" fmla="*/ 1608 h 3181"/>
                <a:gd name="T14" fmla="*/ 2576 w 3107"/>
                <a:gd name="T15" fmla="*/ 1811 h 3181"/>
                <a:gd name="T16" fmla="*/ 2434 w 3107"/>
                <a:gd name="T17" fmla="*/ 2005 h 3181"/>
                <a:gd name="T18" fmla="*/ 2278 w 3107"/>
                <a:gd name="T19" fmla="*/ 2184 h 3181"/>
                <a:gd name="T20" fmla="*/ 2110 w 3107"/>
                <a:gd name="T21" fmla="*/ 2354 h 3181"/>
                <a:gd name="T22" fmla="*/ 1929 w 3107"/>
                <a:gd name="T23" fmla="*/ 2509 h 3181"/>
                <a:gd name="T24" fmla="*/ 1736 w 3107"/>
                <a:gd name="T25" fmla="*/ 2651 h 3181"/>
                <a:gd name="T26" fmla="*/ 1533 w 3107"/>
                <a:gd name="T27" fmla="*/ 2777 h 3181"/>
                <a:gd name="T28" fmla="*/ 1319 w 3107"/>
                <a:gd name="T29" fmla="*/ 2887 h 3181"/>
                <a:gd name="T30" fmla="*/ 1097 w 3107"/>
                <a:gd name="T31" fmla="*/ 2982 h 3181"/>
                <a:gd name="T32" fmla="*/ 865 w 3107"/>
                <a:gd name="T33" fmla="*/ 3059 h 3181"/>
                <a:gd name="T34" fmla="*/ 625 w 3107"/>
                <a:gd name="T35" fmla="*/ 3118 h 3181"/>
                <a:gd name="T36" fmla="*/ 380 w 3107"/>
                <a:gd name="T37" fmla="*/ 3158 h 3181"/>
                <a:gd name="T38" fmla="*/ 128 w 3107"/>
                <a:gd name="T39" fmla="*/ 3179 h 3181"/>
                <a:gd name="T40" fmla="*/ 131 w 3107"/>
                <a:gd name="T41" fmla="*/ 3177 h 3181"/>
                <a:gd name="T42" fmla="*/ 388 w 3107"/>
                <a:gd name="T43" fmla="*/ 3156 h 3181"/>
                <a:gd name="T44" fmla="*/ 639 w 3107"/>
                <a:gd name="T45" fmla="*/ 3111 h 3181"/>
                <a:gd name="T46" fmla="*/ 882 w 3107"/>
                <a:gd name="T47" fmla="*/ 3045 h 3181"/>
                <a:gd name="T48" fmla="*/ 1116 w 3107"/>
                <a:gd name="T49" fmla="*/ 2959 h 3181"/>
                <a:gd name="T50" fmla="*/ 1342 w 3107"/>
                <a:gd name="T51" fmla="*/ 2854 h 3181"/>
                <a:gd name="T52" fmla="*/ 1556 w 3107"/>
                <a:gd name="T53" fmla="*/ 2730 h 3181"/>
                <a:gd name="T54" fmla="*/ 1760 w 3107"/>
                <a:gd name="T55" fmla="*/ 2590 h 3181"/>
                <a:gd name="T56" fmla="*/ 1952 w 3107"/>
                <a:gd name="T57" fmla="*/ 2433 h 3181"/>
                <a:gd name="T58" fmla="*/ 2130 w 3107"/>
                <a:gd name="T59" fmla="*/ 2262 h 3181"/>
                <a:gd name="T60" fmla="*/ 2294 w 3107"/>
                <a:gd name="T61" fmla="*/ 2075 h 3181"/>
                <a:gd name="T62" fmla="*/ 2444 w 3107"/>
                <a:gd name="T63" fmla="*/ 1876 h 3181"/>
                <a:gd name="T64" fmla="*/ 2578 w 3107"/>
                <a:gd name="T65" fmla="*/ 1663 h 3181"/>
                <a:gd name="T66" fmla="*/ 2695 w 3107"/>
                <a:gd name="T67" fmla="*/ 1439 h 3181"/>
                <a:gd name="T68" fmla="*/ 2794 w 3107"/>
                <a:gd name="T69" fmla="*/ 1205 h 3181"/>
                <a:gd name="T70" fmla="*/ 2875 w 3107"/>
                <a:gd name="T71" fmla="*/ 961 h 3181"/>
                <a:gd name="T72" fmla="*/ 2921 w 3107"/>
                <a:gd name="T73" fmla="*/ 812 h 3181"/>
                <a:gd name="T74" fmla="*/ 2951 w 3107"/>
                <a:gd name="T75" fmla="*/ 757 h 3181"/>
                <a:gd name="T76" fmla="*/ 2983 w 3107"/>
                <a:gd name="T77" fmla="*/ 687 h 3181"/>
                <a:gd name="T78" fmla="*/ 3018 w 3107"/>
                <a:gd name="T79" fmla="*/ 600 h 3181"/>
                <a:gd name="T80" fmla="*/ 3050 w 3107"/>
                <a:gd name="T81" fmla="*/ 498 h 3181"/>
                <a:gd name="T82" fmla="*/ 3077 w 3107"/>
                <a:gd name="T83" fmla="*/ 378 h 3181"/>
                <a:gd name="T84" fmla="*/ 3096 w 3107"/>
                <a:gd name="T85" fmla="*/ 241 h 3181"/>
                <a:gd name="T86" fmla="*/ 3105 w 3107"/>
                <a:gd name="T87" fmla="*/ 85 h 3181"/>
                <a:gd name="T88" fmla="*/ 3107 w 3107"/>
                <a:gd name="T89" fmla="*/ 74 h 3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107" h="3181">
                  <a:moveTo>
                    <a:pt x="3107" y="74"/>
                  </a:moveTo>
                  <a:lnTo>
                    <a:pt x="3104" y="202"/>
                  </a:lnTo>
                  <a:lnTo>
                    <a:pt x="3096" y="330"/>
                  </a:lnTo>
                  <a:lnTo>
                    <a:pt x="3084" y="455"/>
                  </a:lnTo>
                  <a:lnTo>
                    <a:pt x="3066" y="578"/>
                  </a:lnTo>
                  <a:lnTo>
                    <a:pt x="3043" y="701"/>
                  </a:lnTo>
                  <a:lnTo>
                    <a:pt x="3016" y="822"/>
                  </a:lnTo>
                  <a:lnTo>
                    <a:pt x="2984" y="940"/>
                  </a:lnTo>
                  <a:lnTo>
                    <a:pt x="2948" y="1057"/>
                  </a:lnTo>
                  <a:lnTo>
                    <a:pt x="2907" y="1172"/>
                  </a:lnTo>
                  <a:lnTo>
                    <a:pt x="2862" y="1284"/>
                  </a:lnTo>
                  <a:lnTo>
                    <a:pt x="2813" y="1394"/>
                  </a:lnTo>
                  <a:lnTo>
                    <a:pt x="2760" y="1502"/>
                  </a:lnTo>
                  <a:lnTo>
                    <a:pt x="2702" y="1608"/>
                  </a:lnTo>
                  <a:lnTo>
                    <a:pt x="2640" y="1711"/>
                  </a:lnTo>
                  <a:lnTo>
                    <a:pt x="2576" y="1811"/>
                  </a:lnTo>
                  <a:lnTo>
                    <a:pt x="2506" y="1909"/>
                  </a:lnTo>
                  <a:lnTo>
                    <a:pt x="2434" y="2005"/>
                  </a:lnTo>
                  <a:lnTo>
                    <a:pt x="2358" y="2096"/>
                  </a:lnTo>
                  <a:lnTo>
                    <a:pt x="2278" y="2184"/>
                  </a:lnTo>
                  <a:lnTo>
                    <a:pt x="2195" y="2271"/>
                  </a:lnTo>
                  <a:lnTo>
                    <a:pt x="2110" y="2354"/>
                  </a:lnTo>
                  <a:lnTo>
                    <a:pt x="2021" y="2433"/>
                  </a:lnTo>
                  <a:lnTo>
                    <a:pt x="1929" y="2509"/>
                  </a:lnTo>
                  <a:lnTo>
                    <a:pt x="1834" y="2582"/>
                  </a:lnTo>
                  <a:lnTo>
                    <a:pt x="1736" y="2651"/>
                  </a:lnTo>
                  <a:lnTo>
                    <a:pt x="1636" y="2715"/>
                  </a:lnTo>
                  <a:lnTo>
                    <a:pt x="1533" y="2777"/>
                  </a:lnTo>
                  <a:lnTo>
                    <a:pt x="1427" y="2834"/>
                  </a:lnTo>
                  <a:lnTo>
                    <a:pt x="1319" y="2887"/>
                  </a:lnTo>
                  <a:lnTo>
                    <a:pt x="1208" y="2937"/>
                  </a:lnTo>
                  <a:lnTo>
                    <a:pt x="1097" y="2982"/>
                  </a:lnTo>
                  <a:lnTo>
                    <a:pt x="981" y="3022"/>
                  </a:lnTo>
                  <a:lnTo>
                    <a:pt x="865" y="3059"/>
                  </a:lnTo>
                  <a:lnTo>
                    <a:pt x="746" y="3090"/>
                  </a:lnTo>
                  <a:lnTo>
                    <a:pt x="625" y="3118"/>
                  </a:lnTo>
                  <a:lnTo>
                    <a:pt x="503" y="3139"/>
                  </a:lnTo>
                  <a:lnTo>
                    <a:pt x="380" y="3158"/>
                  </a:lnTo>
                  <a:lnTo>
                    <a:pt x="254" y="3171"/>
                  </a:lnTo>
                  <a:lnTo>
                    <a:pt x="128" y="3179"/>
                  </a:lnTo>
                  <a:lnTo>
                    <a:pt x="0" y="3181"/>
                  </a:lnTo>
                  <a:lnTo>
                    <a:pt x="131" y="3177"/>
                  </a:lnTo>
                  <a:lnTo>
                    <a:pt x="260" y="3169"/>
                  </a:lnTo>
                  <a:lnTo>
                    <a:pt x="388" y="3156"/>
                  </a:lnTo>
                  <a:lnTo>
                    <a:pt x="515" y="3136"/>
                  </a:lnTo>
                  <a:lnTo>
                    <a:pt x="639" y="3111"/>
                  </a:lnTo>
                  <a:lnTo>
                    <a:pt x="761" y="3080"/>
                  </a:lnTo>
                  <a:lnTo>
                    <a:pt x="882" y="3045"/>
                  </a:lnTo>
                  <a:lnTo>
                    <a:pt x="1000" y="3004"/>
                  </a:lnTo>
                  <a:lnTo>
                    <a:pt x="1116" y="2959"/>
                  </a:lnTo>
                  <a:lnTo>
                    <a:pt x="1230" y="2908"/>
                  </a:lnTo>
                  <a:lnTo>
                    <a:pt x="1342" y="2854"/>
                  </a:lnTo>
                  <a:lnTo>
                    <a:pt x="1450" y="2794"/>
                  </a:lnTo>
                  <a:lnTo>
                    <a:pt x="1556" y="2730"/>
                  </a:lnTo>
                  <a:lnTo>
                    <a:pt x="1660" y="2663"/>
                  </a:lnTo>
                  <a:lnTo>
                    <a:pt x="1760" y="2590"/>
                  </a:lnTo>
                  <a:lnTo>
                    <a:pt x="1858" y="2514"/>
                  </a:lnTo>
                  <a:lnTo>
                    <a:pt x="1952" y="2433"/>
                  </a:lnTo>
                  <a:lnTo>
                    <a:pt x="2042" y="2349"/>
                  </a:lnTo>
                  <a:lnTo>
                    <a:pt x="2130" y="2262"/>
                  </a:lnTo>
                  <a:lnTo>
                    <a:pt x="2214" y="2169"/>
                  </a:lnTo>
                  <a:lnTo>
                    <a:pt x="2294" y="2075"/>
                  </a:lnTo>
                  <a:lnTo>
                    <a:pt x="2372" y="1977"/>
                  </a:lnTo>
                  <a:lnTo>
                    <a:pt x="2444" y="1876"/>
                  </a:lnTo>
                  <a:lnTo>
                    <a:pt x="2513" y="1771"/>
                  </a:lnTo>
                  <a:lnTo>
                    <a:pt x="2578" y="1663"/>
                  </a:lnTo>
                  <a:lnTo>
                    <a:pt x="2639" y="1552"/>
                  </a:lnTo>
                  <a:lnTo>
                    <a:pt x="2695" y="1439"/>
                  </a:lnTo>
                  <a:lnTo>
                    <a:pt x="2747" y="1323"/>
                  </a:lnTo>
                  <a:lnTo>
                    <a:pt x="2794" y="1205"/>
                  </a:lnTo>
                  <a:lnTo>
                    <a:pt x="2837" y="1084"/>
                  </a:lnTo>
                  <a:lnTo>
                    <a:pt x="2875" y="961"/>
                  </a:lnTo>
                  <a:lnTo>
                    <a:pt x="2908" y="835"/>
                  </a:lnTo>
                  <a:lnTo>
                    <a:pt x="2921" y="812"/>
                  </a:lnTo>
                  <a:lnTo>
                    <a:pt x="2935" y="787"/>
                  </a:lnTo>
                  <a:lnTo>
                    <a:pt x="2951" y="757"/>
                  </a:lnTo>
                  <a:lnTo>
                    <a:pt x="2967" y="724"/>
                  </a:lnTo>
                  <a:lnTo>
                    <a:pt x="2983" y="687"/>
                  </a:lnTo>
                  <a:lnTo>
                    <a:pt x="3001" y="645"/>
                  </a:lnTo>
                  <a:lnTo>
                    <a:pt x="3018" y="600"/>
                  </a:lnTo>
                  <a:lnTo>
                    <a:pt x="3034" y="551"/>
                  </a:lnTo>
                  <a:lnTo>
                    <a:pt x="3050" y="498"/>
                  </a:lnTo>
                  <a:lnTo>
                    <a:pt x="3064" y="440"/>
                  </a:lnTo>
                  <a:lnTo>
                    <a:pt x="3077" y="378"/>
                  </a:lnTo>
                  <a:lnTo>
                    <a:pt x="3088" y="312"/>
                  </a:lnTo>
                  <a:lnTo>
                    <a:pt x="3096" y="241"/>
                  </a:lnTo>
                  <a:lnTo>
                    <a:pt x="3102" y="165"/>
                  </a:lnTo>
                  <a:lnTo>
                    <a:pt x="3105" y="85"/>
                  </a:lnTo>
                  <a:lnTo>
                    <a:pt x="3105" y="0"/>
                  </a:lnTo>
                  <a:lnTo>
                    <a:pt x="3107" y="74"/>
                  </a:lnTo>
                  <a:close/>
                </a:path>
              </a:pathLst>
            </a:custGeom>
            <a:solidFill>
              <a:srgbClr val="007E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72" name="Freeform 229"/>
            <p:cNvSpPr>
              <a:spLocks/>
            </p:cNvSpPr>
            <p:nvPr/>
          </p:nvSpPr>
          <p:spPr bwMode="auto">
            <a:xfrm>
              <a:off x="2227" y="197"/>
              <a:ext cx="30" cy="1"/>
            </a:xfrm>
            <a:custGeom>
              <a:avLst/>
              <a:gdLst>
                <a:gd name="T0" fmla="*/ 61 w 61"/>
                <a:gd name="T1" fmla="*/ 1 h 1"/>
                <a:gd name="T2" fmla="*/ 43 w 61"/>
                <a:gd name="T3" fmla="*/ 1 h 1"/>
                <a:gd name="T4" fmla="*/ 25 w 61"/>
                <a:gd name="T5" fmla="*/ 0 h 1"/>
                <a:gd name="T6" fmla="*/ 0 w 61"/>
                <a:gd name="T7" fmla="*/ 0 h 1"/>
                <a:gd name="T8" fmla="*/ 31 w 61"/>
                <a:gd name="T9" fmla="*/ 1 h 1"/>
                <a:gd name="T10" fmla="*/ 61 w 61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1">
                  <a:moveTo>
                    <a:pt x="61" y="1"/>
                  </a:moveTo>
                  <a:lnTo>
                    <a:pt x="43" y="1"/>
                  </a:lnTo>
                  <a:lnTo>
                    <a:pt x="25" y="0"/>
                  </a:lnTo>
                  <a:lnTo>
                    <a:pt x="0" y="0"/>
                  </a:lnTo>
                  <a:lnTo>
                    <a:pt x="31" y="1"/>
                  </a:lnTo>
                  <a:lnTo>
                    <a:pt x="61" y="1"/>
                  </a:lnTo>
                  <a:close/>
                </a:path>
              </a:pathLst>
            </a:custGeom>
            <a:solidFill>
              <a:srgbClr val="007E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73" name="Freeform 230"/>
            <p:cNvSpPr>
              <a:spLocks/>
            </p:cNvSpPr>
            <p:nvPr/>
          </p:nvSpPr>
          <p:spPr bwMode="auto">
            <a:xfrm>
              <a:off x="2227" y="1832"/>
              <a:ext cx="1551" cy="1471"/>
            </a:xfrm>
            <a:custGeom>
              <a:avLst/>
              <a:gdLst>
                <a:gd name="T0" fmla="*/ 3043 w 3102"/>
                <a:gd name="T1" fmla="*/ 463 h 2943"/>
                <a:gd name="T2" fmla="*/ 2984 w 3102"/>
                <a:gd name="T3" fmla="*/ 702 h 2943"/>
                <a:gd name="T4" fmla="*/ 2907 w 3102"/>
                <a:gd name="T5" fmla="*/ 934 h 2943"/>
                <a:gd name="T6" fmla="*/ 2813 w 3102"/>
                <a:gd name="T7" fmla="*/ 1156 h 2943"/>
                <a:gd name="T8" fmla="*/ 2702 w 3102"/>
                <a:gd name="T9" fmla="*/ 1370 h 2943"/>
                <a:gd name="T10" fmla="*/ 2576 w 3102"/>
                <a:gd name="T11" fmla="*/ 1573 h 2943"/>
                <a:gd name="T12" fmla="*/ 2434 w 3102"/>
                <a:gd name="T13" fmla="*/ 1767 h 2943"/>
                <a:gd name="T14" fmla="*/ 2278 w 3102"/>
                <a:gd name="T15" fmla="*/ 1946 h 2943"/>
                <a:gd name="T16" fmla="*/ 2110 w 3102"/>
                <a:gd name="T17" fmla="*/ 2116 h 2943"/>
                <a:gd name="T18" fmla="*/ 1929 w 3102"/>
                <a:gd name="T19" fmla="*/ 2271 h 2943"/>
                <a:gd name="T20" fmla="*/ 1736 w 3102"/>
                <a:gd name="T21" fmla="*/ 2413 h 2943"/>
                <a:gd name="T22" fmla="*/ 1533 w 3102"/>
                <a:gd name="T23" fmla="*/ 2539 h 2943"/>
                <a:gd name="T24" fmla="*/ 1319 w 3102"/>
                <a:gd name="T25" fmla="*/ 2649 h 2943"/>
                <a:gd name="T26" fmla="*/ 1097 w 3102"/>
                <a:gd name="T27" fmla="*/ 2744 h 2943"/>
                <a:gd name="T28" fmla="*/ 865 w 3102"/>
                <a:gd name="T29" fmla="*/ 2821 h 2943"/>
                <a:gd name="T30" fmla="*/ 625 w 3102"/>
                <a:gd name="T31" fmla="*/ 2880 h 2943"/>
                <a:gd name="T32" fmla="*/ 380 w 3102"/>
                <a:gd name="T33" fmla="*/ 2920 h 2943"/>
                <a:gd name="T34" fmla="*/ 128 w 3102"/>
                <a:gd name="T35" fmla="*/ 2941 h 2943"/>
                <a:gd name="T36" fmla="*/ 16 w 3102"/>
                <a:gd name="T37" fmla="*/ 2943 h 2943"/>
                <a:gd name="T38" fmla="*/ 264 w 3102"/>
                <a:gd name="T39" fmla="*/ 2931 h 2943"/>
                <a:gd name="T40" fmla="*/ 507 w 3102"/>
                <a:gd name="T41" fmla="*/ 2899 h 2943"/>
                <a:gd name="T42" fmla="*/ 743 w 3102"/>
                <a:gd name="T43" fmla="*/ 2847 h 2943"/>
                <a:gd name="T44" fmla="*/ 971 w 3102"/>
                <a:gd name="T45" fmla="*/ 2776 h 2943"/>
                <a:gd name="T46" fmla="*/ 1192 w 3102"/>
                <a:gd name="T47" fmla="*/ 2688 h 2943"/>
                <a:gd name="T48" fmla="*/ 1404 w 3102"/>
                <a:gd name="T49" fmla="*/ 2582 h 2943"/>
                <a:gd name="T50" fmla="*/ 1606 w 3102"/>
                <a:gd name="T51" fmla="*/ 2460 h 2943"/>
                <a:gd name="T52" fmla="*/ 1798 w 3102"/>
                <a:gd name="T53" fmla="*/ 2323 h 2943"/>
                <a:gd name="T54" fmla="*/ 1979 w 3102"/>
                <a:gd name="T55" fmla="*/ 2171 h 2943"/>
                <a:gd name="T56" fmla="*/ 2147 w 3102"/>
                <a:gd name="T57" fmla="*/ 2006 h 2943"/>
                <a:gd name="T58" fmla="*/ 2303 w 3102"/>
                <a:gd name="T59" fmla="*/ 1827 h 2943"/>
                <a:gd name="T60" fmla="*/ 2445 w 3102"/>
                <a:gd name="T61" fmla="*/ 1637 h 2943"/>
                <a:gd name="T62" fmla="*/ 2573 w 3102"/>
                <a:gd name="T63" fmla="*/ 1434 h 2943"/>
                <a:gd name="T64" fmla="*/ 2686 w 3102"/>
                <a:gd name="T65" fmla="*/ 1222 h 2943"/>
                <a:gd name="T66" fmla="*/ 2783 w 3102"/>
                <a:gd name="T67" fmla="*/ 999 h 2943"/>
                <a:gd name="T68" fmla="*/ 2862 w 3102"/>
                <a:gd name="T69" fmla="*/ 768 h 2943"/>
                <a:gd name="T70" fmla="*/ 2926 w 3102"/>
                <a:gd name="T71" fmla="*/ 662 h 2943"/>
                <a:gd name="T72" fmla="*/ 2976 w 3102"/>
                <a:gd name="T73" fmla="*/ 558 h 2943"/>
                <a:gd name="T74" fmla="*/ 3017 w 3102"/>
                <a:gd name="T75" fmla="*/ 456 h 2943"/>
                <a:gd name="T76" fmla="*/ 3047 w 3102"/>
                <a:gd name="T77" fmla="*/ 357 h 2943"/>
                <a:gd name="T78" fmla="*/ 3070 w 3102"/>
                <a:gd name="T79" fmla="*/ 260 h 2943"/>
                <a:gd name="T80" fmla="*/ 3085 w 3102"/>
                <a:gd name="T81" fmla="*/ 169 h 2943"/>
                <a:gd name="T82" fmla="*/ 3095 w 3102"/>
                <a:gd name="T83" fmla="*/ 81 h 2943"/>
                <a:gd name="T84" fmla="*/ 3102 w 3102"/>
                <a:gd name="T85" fmla="*/ 0 h 2943"/>
                <a:gd name="T86" fmla="*/ 3088 w 3102"/>
                <a:gd name="T87" fmla="*/ 171 h 2943"/>
                <a:gd name="T88" fmla="*/ 3066 w 3102"/>
                <a:gd name="T89" fmla="*/ 340 h 29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102" h="2943">
                  <a:moveTo>
                    <a:pt x="3066" y="340"/>
                  </a:moveTo>
                  <a:lnTo>
                    <a:pt x="3043" y="463"/>
                  </a:lnTo>
                  <a:lnTo>
                    <a:pt x="3016" y="584"/>
                  </a:lnTo>
                  <a:lnTo>
                    <a:pt x="2984" y="702"/>
                  </a:lnTo>
                  <a:lnTo>
                    <a:pt x="2948" y="819"/>
                  </a:lnTo>
                  <a:lnTo>
                    <a:pt x="2907" y="934"/>
                  </a:lnTo>
                  <a:lnTo>
                    <a:pt x="2862" y="1046"/>
                  </a:lnTo>
                  <a:lnTo>
                    <a:pt x="2813" y="1156"/>
                  </a:lnTo>
                  <a:lnTo>
                    <a:pt x="2760" y="1264"/>
                  </a:lnTo>
                  <a:lnTo>
                    <a:pt x="2702" y="1370"/>
                  </a:lnTo>
                  <a:lnTo>
                    <a:pt x="2640" y="1473"/>
                  </a:lnTo>
                  <a:lnTo>
                    <a:pt x="2576" y="1573"/>
                  </a:lnTo>
                  <a:lnTo>
                    <a:pt x="2506" y="1671"/>
                  </a:lnTo>
                  <a:lnTo>
                    <a:pt x="2434" y="1767"/>
                  </a:lnTo>
                  <a:lnTo>
                    <a:pt x="2358" y="1858"/>
                  </a:lnTo>
                  <a:lnTo>
                    <a:pt x="2278" y="1946"/>
                  </a:lnTo>
                  <a:lnTo>
                    <a:pt x="2195" y="2033"/>
                  </a:lnTo>
                  <a:lnTo>
                    <a:pt x="2110" y="2116"/>
                  </a:lnTo>
                  <a:lnTo>
                    <a:pt x="2021" y="2195"/>
                  </a:lnTo>
                  <a:lnTo>
                    <a:pt x="1929" y="2271"/>
                  </a:lnTo>
                  <a:lnTo>
                    <a:pt x="1834" y="2344"/>
                  </a:lnTo>
                  <a:lnTo>
                    <a:pt x="1736" y="2413"/>
                  </a:lnTo>
                  <a:lnTo>
                    <a:pt x="1636" y="2477"/>
                  </a:lnTo>
                  <a:lnTo>
                    <a:pt x="1533" y="2539"/>
                  </a:lnTo>
                  <a:lnTo>
                    <a:pt x="1427" y="2596"/>
                  </a:lnTo>
                  <a:lnTo>
                    <a:pt x="1319" y="2649"/>
                  </a:lnTo>
                  <a:lnTo>
                    <a:pt x="1208" y="2699"/>
                  </a:lnTo>
                  <a:lnTo>
                    <a:pt x="1097" y="2744"/>
                  </a:lnTo>
                  <a:lnTo>
                    <a:pt x="981" y="2784"/>
                  </a:lnTo>
                  <a:lnTo>
                    <a:pt x="865" y="2821"/>
                  </a:lnTo>
                  <a:lnTo>
                    <a:pt x="746" y="2852"/>
                  </a:lnTo>
                  <a:lnTo>
                    <a:pt x="625" y="2880"/>
                  </a:lnTo>
                  <a:lnTo>
                    <a:pt x="503" y="2901"/>
                  </a:lnTo>
                  <a:lnTo>
                    <a:pt x="380" y="2920"/>
                  </a:lnTo>
                  <a:lnTo>
                    <a:pt x="254" y="2933"/>
                  </a:lnTo>
                  <a:lnTo>
                    <a:pt x="128" y="2941"/>
                  </a:lnTo>
                  <a:lnTo>
                    <a:pt x="0" y="2943"/>
                  </a:lnTo>
                  <a:lnTo>
                    <a:pt x="16" y="2943"/>
                  </a:lnTo>
                  <a:lnTo>
                    <a:pt x="140" y="2939"/>
                  </a:lnTo>
                  <a:lnTo>
                    <a:pt x="264" y="2931"/>
                  </a:lnTo>
                  <a:lnTo>
                    <a:pt x="386" y="2918"/>
                  </a:lnTo>
                  <a:lnTo>
                    <a:pt x="507" y="2899"/>
                  </a:lnTo>
                  <a:lnTo>
                    <a:pt x="625" y="2875"/>
                  </a:lnTo>
                  <a:lnTo>
                    <a:pt x="743" y="2847"/>
                  </a:lnTo>
                  <a:lnTo>
                    <a:pt x="858" y="2814"/>
                  </a:lnTo>
                  <a:lnTo>
                    <a:pt x="971" y="2776"/>
                  </a:lnTo>
                  <a:lnTo>
                    <a:pt x="1083" y="2734"/>
                  </a:lnTo>
                  <a:lnTo>
                    <a:pt x="1192" y="2688"/>
                  </a:lnTo>
                  <a:lnTo>
                    <a:pt x="1299" y="2638"/>
                  </a:lnTo>
                  <a:lnTo>
                    <a:pt x="1404" y="2582"/>
                  </a:lnTo>
                  <a:lnTo>
                    <a:pt x="1505" y="2524"/>
                  </a:lnTo>
                  <a:lnTo>
                    <a:pt x="1606" y="2460"/>
                  </a:lnTo>
                  <a:lnTo>
                    <a:pt x="1704" y="2393"/>
                  </a:lnTo>
                  <a:lnTo>
                    <a:pt x="1798" y="2323"/>
                  </a:lnTo>
                  <a:lnTo>
                    <a:pt x="1889" y="2249"/>
                  </a:lnTo>
                  <a:lnTo>
                    <a:pt x="1979" y="2171"/>
                  </a:lnTo>
                  <a:lnTo>
                    <a:pt x="2064" y="2090"/>
                  </a:lnTo>
                  <a:lnTo>
                    <a:pt x="2147" y="2006"/>
                  </a:lnTo>
                  <a:lnTo>
                    <a:pt x="2227" y="1918"/>
                  </a:lnTo>
                  <a:lnTo>
                    <a:pt x="2303" y="1827"/>
                  </a:lnTo>
                  <a:lnTo>
                    <a:pt x="2376" y="1733"/>
                  </a:lnTo>
                  <a:lnTo>
                    <a:pt x="2445" y="1637"/>
                  </a:lnTo>
                  <a:lnTo>
                    <a:pt x="2511" y="1536"/>
                  </a:lnTo>
                  <a:lnTo>
                    <a:pt x="2573" y="1434"/>
                  </a:lnTo>
                  <a:lnTo>
                    <a:pt x="2631" y="1329"/>
                  </a:lnTo>
                  <a:lnTo>
                    <a:pt x="2686" y="1222"/>
                  </a:lnTo>
                  <a:lnTo>
                    <a:pt x="2736" y="1111"/>
                  </a:lnTo>
                  <a:lnTo>
                    <a:pt x="2783" y="999"/>
                  </a:lnTo>
                  <a:lnTo>
                    <a:pt x="2824" y="884"/>
                  </a:lnTo>
                  <a:lnTo>
                    <a:pt x="2862" y="768"/>
                  </a:lnTo>
                  <a:lnTo>
                    <a:pt x="2896" y="715"/>
                  </a:lnTo>
                  <a:lnTo>
                    <a:pt x="2926" y="662"/>
                  </a:lnTo>
                  <a:lnTo>
                    <a:pt x="2952" y="610"/>
                  </a:lnTo>
                  <a:lnTo>
                    <a:pt x="2976" y="558"/>
                  </a:lnTo>
                  <a:lnTo>
                    <a:pt x="2998" y="506"/>
                  </a:lnTo>
                  <a:lnTo>
                    <a:pt x="3017" y="456"/>
                  </a:lnTo>
                  <a:lnTo>
                    <a:pt x="3033" y="406"/>
                  </a:lnTo>
                  <a:lnTo>
                    <a:pt x="3047" y="357"/>
                  </a:lnTo>
                  <a:lnTo>
                    <a:pt x="3059" y="308"/>
                  </a:lnTo>
                  <a:lnTo>
                    <a:pt x="3070" y="260"/>
                  </a:lnTo>
                  <a:lnTo>
                    <a:pt x="3078" y="214"/>
                  </a:lnTo>
                  <a:lnTo>
                    <a:pt x="3085" y="169"/>
                  </a:lnTo>
                  <a:lnTo>
                    <a:pt x="3090" y="124"/>
                  </a:lnTo>
                  <a:lnTo>
                    <a:pt x="3095" y="81"/>
                  </a:lnTo>
                  <a:lnTo>
                    <a:pt x="3099" y="40"/>
                  </a:lnTo>
                  <a:lnTo>
                    <a:pt x="3102" y="0"/>
                  </a:lnTo>
                  <a:lnTo>
                    <a:pt x="3096" y="86"/>
                  </a:lnTo>
                  <a:lnTo>
                    <a:pt x="3088" y="171"/>
                  </a:lnTo>
                  <a:lnTo>
                    <a:pt x="3078" y="256"/>
                  </a:lnTo>
                  <a:lnTo>
                    <a:pt x="3066" y="340"/>
                  </a:lnTo>
                  <a:close/>
                </a:path>
              </a:pathLst>
            </a:custGeom>
            <a:solidFill>
              <a:srgbClr val="0077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74" name="Freeform 231"/>
            <p:cNvSpPr>
              <a:spLocks/>
            </p:cNvSpPr>
            <p:nvPr/>
          </p:nvSpPr>
          <p:spPr bwMode="auto">
            <a:xfrm>
              <a:off x="2393" y="1950"/>
              <a:ext cx="1374" cy="1344"/>
            </a:xfrm>
            <a:custGeom>
              <a:avLst/>
              <a:gdLst>
                <a:gd name="T0" fmla="*/ 2710 w 2747"/>
                <a:gd name="T1" fmla="*/ 226 h 2687"/>
                <a:gd name="T2" fmla="*/ 2651 w 2747"/>
                <a:gd name="T3" fmla="*/ 465 h 2687"/>
                <a:gd name="T4" fmla="*/ 2574 w 2747"/>
                <a:gd name="T5" fmla="*/ 697 h 2687"/>
                <a:gd name="T6" fmla="*/ 2480 w 2747"/>
                <a:gd name="T7" fmla="*/ 919 h 2687"/>
                <a:gd name="T8" fmla="*/ 2369 w 2747"/>
                <a:gd name="T9" fmla="*/ 1133 h 2687"/>
                <a:gd name="T10" fmla="*/ 2243 w 2747"/>
                <a:gd name="T11" fmla="*/ 1336 h 2687"/>
                <a:gd name="T12" fmla="*/ 2101 w 2747"/>
                <a:gd name="T13" fmla="*/ 1530 h 2687"/>
                <a:gd name="T14" fmla="*/ 1945 w 2747"/>
                <a:gd name="T15" fmla="*/ 1709 h 2687"/>
                <a:gd name="T16" fmla="*/ 1777 w 2747"/>
                <a:gd name="T17" fmla="*/ 1879 h 2687"/>
                <a:gd name="T18" fmla="*/ 1596 w 2747"/>
                <a:gd name="T19" fmla="*/ 2034 h 2687"/>
                <a:gd name="T20" fmla="*/ 1403 w 2747"/>
                <a:gd name="T21" fmla="*/ 2176 h 2687"/>
                <a:gd name="T22" fmla="*/ 1200 w 2747"/>
                <a:gd name="T23" fmla="*/ 2302 h 2687"/>
                <a:gd name="T24" fmla="*/ 986 w 2747"/>
                <a:gd name="T25" fmla="*/ 2412 h 2687"/>
                <a:gd name="T26" fmla="*/ 764 w 2747"/>
                <a:gd name="T27" fmla="*/ 2507 h 2687"/>
                <a:gd name="T28" fmla="*/ 532 w 2747"/>
                <a:gd name="T29" fmla="*/ 2584 h 2687"/>
                <a:gd name="T30" fmla="*/ 292 w 2747"/>
                <a:gd name="T31" fmla="*/ 2643 h 2687"/>
                <a:gd name="T32" fmla="*/ 85 w 2747"/>
                <a:gd name="T33" fmla="*/ 2677 h 2687"/>
                <a:gd name="T34" fmla="*/ 25 w 2747"/>
                <a:gd name="T35" fmla="*/ 2684 h 2687"/>
                <a:gd name="T36" fmla="*/ 153 w 2747"/>
                <a:gd name="T37" fmla="*/ 2664 h 2687"/>
                <a:gd name="T38" fmla="*/ 357 w 2747"/>
                <a:gd name="T39" fmla="*/ 2623 h 2687"/>
                <a:gd name="T40" fmla="*/ 555 w 2747"/>
                <a:gd name="T41" fmla="*/ 2568 h 2687"/>
                <a:gd name="T42" fmla="*/ 749 w 2747"/>
                <a:gd name="T43" fmla="*/ 2497 h 2687"/>
                <a:gd name="T44" fmla="*/ 935 w 2747"/>
                <a:gd name="T45" fmla="*/ 2416 h 2687"/>
                <a:gd name="T46" fmla="*/ 1115 w 2747"/>
                <a:gd name="T47" fmla="*/ 2320 h 2687"/>
                <a:gd name="T48" fmla="*/ 1288 w 2747"/>
                <a:gd name="T49" fmla="*/ 2214 h 2687"/>
                <a:gd name="T50" fmla="*/ 1452 w 2747"/>
                <a:gd name="T51" fmla="*/ 2095 h 2687"/>
                <a:gd name="T52" fmla="*/ 1609 w 2747"/>
                <a:gd name="T53" fmla="*/ 1966 h 2687"/>
                <a:gd name="T54" fmla="*/ 1756 w 2747"/>
                <a:gd name="T55" fmla="*/ 1827 h 2687"/>
                <a:gd name="T56" fmla="*/ 1896 w 2747"/>
                <a:gd name="T57" fmla="*/ 1678 h 2687"/>
                <a:gd name="T58" fmla="*/ 2025 w 2747"/>
                <a:gd name="T59" fmla="*/ 1519 h 2687"/>
                <a:gd name="T60" fmla="*/ 2143 w 2747"/>
                <a:gd name="T61" fmla="*/ 1352 h 2687"/>
                <a:gd name="T62" fmla="*/ 2252 w 2747"/>
                <a:gd name="T63" fmla="*/ 1177 h 2687"/>
                <a:gd name="T64" fmla="*/ 2347 w 2747"/>
                <a:gd name="T65" fmla="*/ 994 h 2687"/>
                <a:gd name="T66" fmla="*/ 2433 w 2747"/>
                <a:gd name="T67" fmla="*/ 804 h 2687"/>
                <a:gd name="T68" fmla="*/ 2513 w 2747"/>
                <a:gd name="T69" fmla="*/ 644 h 2687"/>
                <a:gd name="T70" fmla="*/ 2577 w 2747"/>
                <a:gd name="T71" fmla="*/ 541 h 2687"/>
                <a:gd name="T72" fmla="*/ 2616 w 2747"/>
                <a:gd name="T73" fmla="*/ 465 h 2687"/>
                <a:gd name="T74" fmla="*/ 2653 w 2747"/>
                <a:gd name="T75" fmla="*/ 380 h 2687"/>
                <a:gd name="T76" fmla="*/ 2685 w 2747"/>
                <a:gd name="T77" fmla="*/ 286 h 2687"/>
                <a:gd name="T78" fmla="*/ 2714 w 2747"/>
                <a:gd name="T79" fmla="*/ 181 h 2687"/>
                <a:gd name="T80" fmla="*/ 2738 w 2747"/>
                <a:gd name="T81" fmla="*/ 63 h 2687"/>
                <a:gd name="T82" fmla="*/ 2733 w 2747"/>
                <a:gd name="T83" fmla="*/ 103 h 26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747" h="2687">
                  <a:moveTo>
                    <a:pt x="2733" y="103"/>
                  </a:moveTo>
                  <a:lnTo>
                    <a:pt x="2710" y="226"/>
                  </a:lnTo>
                  <a:lnTo>
                    <a:pt x="2683" y="347"/>
                  </a:lnTo>
                  <a:lnTo>
                    <a:pt x="2651" y="465"/>
                  </a:lnTo>
                  <a:lnTo>
                    <a:pt x="2615" y="582"/>
                  </a:lnTo>
                  <a:lnTo>
                    <a:pt x="2574" y="697"/>
                  </a:lnTo>
                  <a:lnTo>
                    <a:pt x="2529" y="809"/>
                  </a:lnTo>
                  <a:lnTo>
                    <a:pt x="2480" y="919"/>
                  </a:lnTo>
                  <a:lnTo>
                    <a:pt x="2427" y="1027"/>
                  </a:lnTo>
                  <a:lnTo>
                    <a:pt x="2369" y="1133"/>
                  </a:lnTo>
                  <a:lnTo>
                    <a:pt x="2307" y="1236"/>
                  </a:lnTo>
                  <a:lnTo>
                    <a:pt x="2243" y="1336"/>
                  </a:lnTo>
                  <a:lnTo>
                    <a:pt x="2173" y="1434"/>
                  </a:lnTo>
                  <a:lnTo>
                    <a:pt x="2101" y="1530"/>
                  </a:lnTo>
                  <a:lnTo>
                    <a:pt x="2025" y="1621"/>
                  </a:lnTo>
                  <a:lnTo>
                    <a:pt x="1945" y="1709"/>
                  </a:lnTo>
                  <a:lnTo>
                    <a:pt x="1862" y="1796"/>
                  </a:lnTo>
                  <a:lnTo>
                    <a:pt x="1777" y="1879"/>
                  </a:lnTo>
                  <a:lnTo>
                    <a:pt x="1688" y="1958"/>
                  </a:lnTo>
                  <a:lnTo>
                    <a:pt x="1596" y="2034"/>
                  </a:lnTo>
                  <a:lnTo>
                    <a:pt x="1501" y="2107"/>
                  </a:lnTo>
                  <a:lnTo>
                    <a:pt x="1403" y="2176"/>
                  </a:lnTo>
                  <a:lnTo>
                    <a:pt x="1303" y="2240"/>
                  </a:lnTo>
                  <a:lnTo>
                    <a:pt x="1200" y="2302"/>
                  </a:lnTo>
                  <a:lnTo>
                    <a:pt x="1094" y="2359"/>
                  </a:lnTo>
                  <a:lnTo>
                    <a:pt x="986" y="2412"/>
                  </a:lnTo>
                  <a:lnTo>
                    <a:pt x="875" y="2462"/>
                  </a:lnTo>
                  <a:lnTo>
                    <a:pt x="764" y="2507"/>
                  </a:lnTo>
                  <a:lnTo>
                    <a:pt x="648" y="2547"/>
                  </a:lnTo>
                  <a:lnTo>
                    <a:pt x="532" y="2584"/>
                  </a:lnTo>
                  <a:lnTo>
                    <a:pt x="413" y="2615"/>
                  </a:lnTo>
                  <a:lnTo>
                    <a:pt x="292" y="2643"/>
                  </a:lnTo>
                  <a:lnTo>
                    <a:pt x="170" y="2664"/>
                  </a:lnTo>
                  <a:lnTo>
                    <a:pt x="85" y="2677"/>
                  </a:lnTo>
                  <a:lnTo>
                    <a:pt x="0" y="2687"/>
                  </a:lnTo>
                  <a:lnTo>
                    <a:pt x="25" y="2684"/>
                  </a:lnTo>
                  <a:lnTo>
                    <a:pt x="49" y="2681"/>
                  </a:lnTo>
                  <a:lnTo>
                    <a:pt x="153" y="2664"/>
                  </a:lnTo>
                  <a:lnTo>
                    <a:pt x="256" y="2646"/>
                  </a:lnTo>
                  <a:lnTo>
                    <a:pt x="357" y="2623"/>
                  </a:lnTo>
                  <a:lnTo>
                    <a:pt x="457" y="2596"/>
                  </a:lnTo>
                  <a:lnTo>
                    <a:pt x="555" y="2568"/>
                  </a:lnTo>
                  <a:lnTo>
                    <a:pt x="653" y="2534"/>
                  </a:lnTo>
                  <a:lnTo>
                    <a:pt x="749" y="2497"/>
                  </a:lnTo>
                  <a:lnTo>
                    <a:pt x="842" y="2458"/>
                  </a:lnTo>
                  <a:lnTo>
                    <a:pt x="935" y="2416"/>
                  </a:lnTo>
                  <a:lnTo>
                    <a:pt x="1025" y="2370"/>
                  </a:lnTo>
                  <a:lnTo>
                    <a:pt x="1115" y="2320"/>
                  </a:lnTo>
                  <a:lnTo>
                    <a:pt x="1202" y="2268"/>
                  </a:lnTo>
                  <a:lnTo>
                    <a:pt x="1288" y="2214"/>
                  </a:lnTo>
                  <a:lnTo>
                    <a:pt x="1371" y="2156"/>
                  </a:lnTo>
                  <a:lnTo>
                    <a:pt x="1452" y="2095"/>
                  </a:lnTo>
                  <a:lnTo>
                    <a:pt x="1532" y="2032"/>
                  </a:lnTo>
                  <a:lnTo>
                    <a:pt x="1609" y="1966"/>
                  </a:lnTo>
                  <a:lnTo>
                    <a:pt x="1684" y="1898"/>
                  </a:lnTo>
                  <a:lnTo>
                    <a:pt x="1756" y="1827"/>
                  </a:lnTo>
                  <a:lnTo>
                    <a:pt x="1828" y="1754"/>
                  </a:lnTo>
                  <a:lnTo>
                    <a:pt x="1896" y="1678"/>
                  </a:lnTo>
                  <a:lnTo>
                    <a:pt x="1961" y="1600"/>
                  </a:lnTo>
                  <a:lnTo>
                    <a:pt x="2025" y="1519"/>
                  </a:lnTo>
                  <a:lnTo>
                    <a:pt x="2086" y="1438"/>
                  </a:lnTo>
                  <a:lnTo>
                    <a:pt x="2143" y="1352"/>
                  </a:lnTo>
                  <a:lnTo>
                    <a:pt x="2199" y="1266"/>
                  </a:lnTo>
                  <a:lnTo>
                    <a:pt x="2252" y="1177"/>
                  </a:lnTo>
                  <a:lnTo>
                    <a:pt x="2301" y="1086"/>
                  </a:lnTo>
                  <a:lnTo>
                    <a:pt x="2347" y="994"/>
                  </a:lnTo>
                  <a:lnTo>
                    <a:pt x="2392" y="900"/>
                  </a:lnTo>
                  <a:lnTo>
                    <a:pt x="2433" y="804"/>
                  </a:lnTo>
                  <a:lnTo>
                    <a:pt x="2471" y="706"/>
                  </a:lnTo>
                  <a:lnTo>
                    <a:pt x="2513" y="644"/>
                  </a:lnTo>
                  <a:lnTo>
                    <a:pt x="2556" y="577"/>
                  </a:lnTo>
                  <a:lnTo>
                    <a:pt x="2577" y="541"/>
                  </a:lnTo>
                  <a:lnTo>
                    <a:pt x="2596" y="504"/>
                  </a:lnTo>
                  <a:lnTo>
                    <a:pt x="2616" y="465"/>
                  </a:lnTo>
                  <a:lnTo>
                    <a:pt x="2634" y="424"/>
                  </a:lnTo>
                  <a:lnTo>
                    <a:pt x="2653" y="380"/>
                  </a:lnTo>
                  <a:lnTo>
                    <a:pt x="2669" y="334"/>
                  </a:lnTo>
                  <a:lnTo>
                    <a:pt x="2685" y="286"/>
                  </a:lnTo>
                  <a:lnTo>
                    <a:pt x="2700" y="235"/>
                  </a:lnTo>
                  <a:lnTo>
                    <a:pt x="2714" y="181"/>
                  </a:lnTo>
                  <a:lnTo>
                    <a:pt x="2726" y="124"/>
                  </a:lnTo>
                  <a:lnTo>
                    <a:pt x="2738" y="63"/>
                  </a:lnTo>
                  <a:lnTo>
                    <a:pt x="2747" y="0"/>
                  </a:lnTo>
                  <a:lnTo>
                    <a:pt x="2733" y="103"/>
                  </a:lnTo>
                  <a:close/>
                </a:path>
              </a:pathLst>
            </a:custGeom>
            <a:solidFill>
              <a:srgbClr val="0070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75" name="Freeform 232"/>
            <p:cNvSpPr>
              <a:spLocks/>
            </p:cNvSpPr>
            <p:nvPr/>
          </p:nvSpPr>
          <p:spPr bwMode="auto">
            <a:xfrm>
              <a:off x="2537" y="2072"/>
              <a:ext cx="1210" cy="1200"/>
            </a:xfrm>
            <a:custGeom>
              <a:avLst/>
              <a:gdLst>
                <a:gd name="T0" fmla="*/ 2287 w 2420"/>
                <a:gd name="T1" fmla="*/ 454 h 2401"/>
                <a:gd name="T2" fmla="*/ 2193 w 2420"/>
                <a:gd name="T3" fmla="*/ 676 h 2401"/>
                <a:gd name="T4" fmla="*/ 2082 w 2420"/>
                <a:gd name="T5" fmla="*/ 890 h 2401"/>
                <a:gd name="T6" fmla="*/ 1956 w 2420"/>
                <a:gd name="T7" fmla="*/ 1093 h 2401"/>
                <a:gd name="T8" fmla="*/ 1814 w 2420"/>
                <a:gd name="T9" fmla="*/ 1287 h 2401"/>
                <a:gd name="T10" fmla="*/ 1658 w 2420"/>
                <a:gd name="T11" fmla="*/ 1466 h 2401"/>
                <a:gd name="T12" fmla="*/ 1490 w 2420"/>
                <a:gd name="T13" fmla="*/ 1636 h 2401"/>
                <a:gd name="T14" fmla="*/ 1309 w 2420"/>
                <a:gd name="T15" fmla="*/ 1791 h 2401"/>
                <a:gd name="T16" fmla="*/ 1116 w 2420"/>
                <a:gd name="T17" fmla="*/ 1933 h 2401"/>
                <a:gd name="T18" fmla="*/ 913 w 2420"/>
                <a:gd name="T19" fmla="*/ 2059 h 2401"/>
                <a:gd name="T20" fmla="*/ 699 w 2420"/>
                <a:gd name="T21" fmla="*/ 2169 h 2401"/>
                <a:gd name="T22" fmla="*/ 477 w 2420"/>
                <a:gd name="T23" fmla="*/ 2264 h 2401"/>
                <a:gd name="T24" fmla="*/ 273 w 2420"/>
                <a:gd name="T25" fmla="*/ 2333 h 2401"/>
                <a:gd name="T26" fmla="*/ 92 w 2420"/>
                <a:gd name="T27" fmla="*/ 2381 h 2401"/>
                <a:gd name="T28" fmla="*/ 36 w 2420"/>
                <a:gd name="T29" fmla="*/ 2393 h 2401"/>
                <a:gd name="T30" fmla="*/ 78 w 2420"/>
                <a:gd name="T31" fmla="*/ 2378 h 2401"/>
                <a:gd name="T32" fmla="*/ 246 w 2420"/>
                <a:gd name="T33" fmla="*/ 2330 h 2401"/>
                <a:gd name="T34" fmla="*/ 410 w 2420"/>
                <a:gd name="T35" fmla="*/ 2274 h 2401"/>
                <a:gd name="T36" fmla="*/ 569 w 2420"/>
                <a:gd name="T37" fmla="*/ 2208 h 2401"/>
                <a:gd name="T38" fmla="*/ 724 w 2420"/>
                <a:gd name="T39" fmla="*/ 2133 h 2401"/>
                <a:gd name="T40" fmla="*/ 874 w 2420"/>
                <a:gd name="T41" fmla="*/ 2050 h 2401"/>
                <a:gd name="T42" fmla="*/ 1019 w 2420"/>
                <a:gd name="T43" fmla="*/ 1958 h 2401"/>
                <a:gd name="T44" fmla="*/ 1158 w 2420"/>
                <a:gd name="T45" fmla="*/ 1858 h 2401"/>
                <a:gd name="T46" fmla="*/ 1291 w 2420"/>
                <a:gd name="T47" fmla="*/ 1751 h 2401"/>
                <a:gd name="T48" fmla="*/ 1419 w 2420"/>
                <a:gd name="T49" fmla="*/ 1635 h 2401"/>
                <a:gd name="T50" fmla="*/ 1540 w 2420"/>
                <a:gd name="T51" fmla="*/ 1512 h 2401"/>
                <a:gd name="T52" fmla="*/ 1653 w 2420"/>
                <a:gd name="T53" fmla="*/ 1383 h 2401"/>
                <a:gd name="T54" fmla="*/ 1760 w 2420"/>
                <a:gd name="T55" fmla="*/ 1248 h 2401"/>
                <a:gd name="T56" fmla="*/ 1859 w 2420"/>
                <a:gd name="T57" fmla="*/ 1106 h 2401"/>
                <a:gd name="T58" fmla="*/ 1951 w 2420"/>
                <a:gd name="T59" fmla="*/ 958 h 2401"/>
                <a:gd name="T60" fmla="*/ 2035 w 2420"/>
                <a:gd name="T61" fmla="*/ 805 h 2401"/>
                <a:gd name="T62" fmla="*/ 2110 w 2420"/>
                <a:gd name="T63" fmla="*/ 646 h 2401"/>
                <a:gd name="T64" fmla="*/ 2206 w 2420"/>
                <a:gd name="T65" fmla="*/ 518 h 2401"/>
                <a:gd name="T66" fmla="*/ 2270 w 2420"/>
                <a:gd name="T67" fmla="*/ 413 h 2401"/>
                <a:gd name="T68" fmla="*/ 2308 w 2420"/>
                <a:gd name="T69" fmla="*/ 337 h 2401"/>
                <a:gd name="T70" fmla="*/ 2344 w 2420"/>
                <a:gd name="T71" fmla="*/ 252 h 2401"/>
                <a:gd name="T72" fmla="*/ 2377 w 2420"/>
                <a:gd name="T73" fmla="*/ 160 h 2401"/>
                <a:gd name="T74" fmla="*/ 2406 w 2420"/>
                <a:gd name="T75" fmla="*/ 56 h 2401"/>
                <a:gd name="T76" fmla="*/ 2400 w 2420"/>
                <a:gd name="T77" fmla="*/ 86 h 2401"/>
                <a:gd name="T78" fmla="*/ 2354 w 2420"/>
                <a:gd name="T79" fmla="*/ 256 h 2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420" h="2401">
                  <a:moveTo>
                    <a:pt x="2328" y="339"/>
                  </a:moveTo>
                  <a:lnTo>
                    <a:pt x="2287" y="454"/>
                  </a:lnTo>
                  <a:lnTo>
                    <a:pt x="2242" y="566"/>
                  </a:lnTo>
                  <a:lnTo>
                    <a:pt x="2193" y="676"/>
                  </a:lnTo>
                  <a:lnTo>
                    <a:pt x="2140" y="784"/>
                  </a:lnTo>
                  <a:lnTo>
                    <a:pt x="2082" y="890"/>
                  </a:lnTo>
                  <a:lnTo>
                    <a:pt x="2020" y="993"/>
                  </a:lnTo>
                  <a:lnTo>
                    <a:pt x="1956" y="1093"/>
                  </a:lnTo>
                  <a:lnTo>
                    <a:pt x="1886" y="1191"/>
                  </a:lnTo>
                  <a:lnTo>
                    <a:pt x="1814" y="1287"/>
                  </a:lnTo>
                  <a:lnTo>
                    <a:pt x="1738" y="1378"/>
                  </a:lnTo>
                  <a:lnTo>
                    <a:pt x="1658" y="1466"/>
                  </a:lnTo>
                  <a:lnTo>
                    <a:pt x="1575" y="1553"/>
                  </a:lnTo>
                  <a:lnTo>
                    <a:pt x="1490" y="1636"/>
                  </a:lnTo>
                  <a:lnTo>
                    <a:pt x="1401" y="1715"/>
                  </a:lnTo>
                  <a:lnTo>
                    <a:pt x="1309" y="1791"/>
                  </a:lnTo>
                  <a:lnTo>
                    <a:pt x="1214" y="1864"/>
                  </a:lnTo>
                  <a:lnTo>
                    <a:pt x="1116" y="1933"/>
                  </a:lnTo>
                  <a:lnTo>
                    <a:pt x="1016" y="1997"/>
                  </a:lnTo>
                  <a:lnTo>
                    <a:pt x="913" y="2059"/>
                  </a:lnTo>
                  <a:lnTo>
                    <a:pt x="807" y="2116"/>
                  </a:lnTo>
                  <a:lnTo>
                    <a:pt x="699" y="2169"/>
                  </a:lnTo>
                  <a:lnTo>
                    <a:pt x="588" y="2219"/>
                  </a:lnTo>
                  <a:lnTo>
                    <a:pt x="477" y="2264"/>
                  </a:lnTo>
                  <a:lnTo>
                    <a:pt x="361" y="2304"/>
                  </a:lnTo>
                  <a:lnTo>
                    <a:pt x="273" y="2333"/>
                  </a:lnTo>
                  <a:lnTo>
                    <a:pt x="183" y="2358"/>
                  </a:lnTo>
                  <a:lnTo>
                    <a:pt x="92" y="2381"/>
                  </a:lnTo>
                  <a:lnTo>
                    <a:pt x="0" y="2401"/>
                  </a:lnTo>
                  <a:lnTo>
                    <a:pt x="36" y="2393"/>
                  </a:lnTo>
                  <a:lnTo>
                    <a:pt x="56" y="2386"/>
                  </a:lnTo>
                  <a:lnTo>
                    <a:pt x="78" y="2378"/>
                  </a:lnTo>
                  <a:lnTo>
                    <a:pt x="162" y="2356"/>
                  </a:lnTo>
                  <a:lnTo>
                    <a:pt x="246" y="2330"/>
                  </a:lnTo>
                  <a:lnTo>
                    <a:pt x="328" y="2304"/>
                  </a:lnTo>
                  <a:lnTo>
                    <a:pt x="410" y="2274"/>
                  </a:lnTo>
                  <a:lnTo>
                    <a:pt x="490" y="2243"/>
                  </a:lnTo>
                  <a:lnTo>
                    <a:pt x="569" y="2208"/>
                  </a:lnTo>
                  <a:lnTo>
                    <a:pt x="647" y="2173"/>
                  </a:lnTo>
                  <a:lnTo>
                    <a:pt x="724" y="2133"/>
                  </a:lnTo>
                  <a:lnTo>
                    <a:pt x="800" y="2093"/>
                  </a:lnTo>
                  <a:lnTo>
                    <a:pt x="874" y="2050"/>
                  </a:lnTo>
                  <a:lnTo>
                    <a:pt x="948" y="2006"/>
                  </a:lnTo>
                  <a:lnTo>
                    <a:pt x="1019" y="1958"/>
                  </a:lnTo>
                  <a:lnTo>
                    <a:pt x="1089" y="1909"/>
                  </a:lnTo>
                  <a:lnTo>
                    <a:pt x="1158" y="1858"/>
                  </a:lnTo>
                  <a:lnTo>
                    <a:pt x="1225" y="1805"/>
                  </a:lnTo>
                  <a:lnTo>
                    <a:pt x="1291" y="1751"/>
                  </a:lnTo>
                  <a:lnTo>
                    <a:pt x="1355" y="1693"/>
                  </a:lnTo>
                  <a:lnTo>
                    <a:pt x="1419" y="1635"/>
                  </a:lnTo>
                  <a:lnTo>
                    <a:pt x="1480" y="1575"/>
                  </a:lnTo>
                  <a:lnTo>
                    <a:pt x="1540" y="1512"/>
                  </a:lnTo>
                  <a:lnTo>
                    <a:pt x="1597" y="1449"/>
                  </a:lnTo>
                  <a:lnTo>
                    <a:pt x="1653" y="1383"/>
                  </a:lnTo>
                  <a:lnTo>
                    <a:pt x="1708" y="1317"/>
                  </a:lnTo>
                  <a:lnTo>
                    <a:pt x="1760" y="1248"/>
                  </a:lnTo>
                  <a:lnTo>
                    <a:pt x="1810" y="1177"/>
                  </a:lnTo>
                  <a:lnTo>
                    <a:pt x="1859" y="1106"/>
                  </a:lnTo>
                  <a:lnTo>
                    <a:pt x="1906" y="1033"/>
                  </a:lnTo>
                  <a:lnTo>
                    <a:pt x="1951" y="958"/>
                  </a:lnTo>
                  <a:lnTo>
                    <a:pt x="1994" y="882"/>
                  </a:lnTo>
                  <a:lnTo>
                    <a:pt x="2035" y="805"/>
                  </a:lnTo>
                  <a:lnTo>
                    <a:pt x="2073" y="726"/>
                  </a:lnTo>
                  <a:lnTo>
                    <a:pt x="2110" y="646"/>
                  </a:lnTo>
                  <a:lnTo>
                    <a:pt x="2159" y="584"/>
                  </a:lnTo>
                  <a:lnTo>
                    <a:pt x="2206" y="518"/>
                  </a:lnTo>
                  <a:lnTo>
                    <a:pt x="2249" y="450"/>
                  </a:lnTo>
                  <a:lnTo>
                    <a:pt x="2270" y="413"/>
                  </a:lnTo>
                  <a:lnTo>
                    <a:pt x="2290" y="377"/>
                  </a:lnTo>
                  <a:lnTo>
                    <a:pt x="2308" y="337"/>
                  </a:lnTo>
                  <a:lnTo>
                    <a:pt x="2326" y="296"/>
                  </a:lnTo>
                  <a:lnTo>
                    <a:pt x="2344" y="252"/>
                  </a:lnTo>
                  <a:lnTo>
                    <a:pt x="2361" y="207"/>
                  </a:lnTo>
                  <a:lnTo>
                    <a:pt x="2377" y="160"/>
                  </a:lnTo>
                  <a:lnTo>
                    <a:pt x="2392" y="109"/>
                  </a:lnTo>
                  <a:lnTo>
                    <a:pt x="2406" y="56"/>
                  </a:lnTo>
                  <a:lnTo>
                    <a:pt x="2420" y="0"/>
                  </a:lnTo>
                  <a:lnTo>
                    <a:pt x="2400" y="86"/>
                  </a:lnTo>
                  <a:lnTo>
                    <a:pt x="2378" y="172"/>
                  </a:lnTo>
                  <a:lnTo>
                    <a:pt x="2354" y="256"/>
                  </a:lnTo>
                  <a:lnTo>
                    <a:pt x="2328" y="339"/>
                  </a:lnTo>
                  <a:close/>
                </a:path>
              </a:pathLst>
            </a:custGeom>
            <a:solidFill>
              <a:srgbClr val="0069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76" name="Freeform 233"/>
            <p:cNvSpPr>
              <a:spLocks/>
            </p:cNvSpPr>
            <p:nvPr/>
          </p:nvSpPr>
          <p:spPr bwMode="auto">
            <a:xfrm>
              <a:off x="2684" y="2199"/>
              <a:ext cx="1030" cy="1036"/>
            </a:xfrm>
            <a:custGeom>
              <a:avLst/>
              <a:gdLst>
                <a:gd name="T0" fmla="*/ 1994 w 2061"/>
                <a:gd name="T1" fmla="*/ 200 h 2072"/>
                <a:gd name="T2" fmla="*/ 1900 w 2061"/>
                <a:gd name="T3" fmla="*/ 422 h 2072"/>
                <a:gd name="T4" fmla="*/ 1789 w 2061"/>
                <a:gd name="T5" fmla="*/ 636 h 2072"/>
                <a:gd name="T6" fmla="*/ 1663 w 2061"/>
                <a:gd name="T7" fmla="*/ 839 h 2072"/>
                <a:gd name="T8" fmla="*/ 1521 w 2061"/>
                <a:gd name="T9" fmla="*/ 1033 h 2072"/>
                <a:gd name="T10" fmla="*/ 1365 w 2061"/>
                <a:gd name="T11" fmla="*/ 1212 h 2072"/>
                <a:gd name="T12" fmla="*/ 1197 w 2061"/>
                <a:gd name="T13" fmla="*/ 1382 h 2072"/>
                <a:gd name="T14" fmla="*/ 1016 w 2061"/>
                <a:gd name="T15" fmla="*/ 1537 h 2072"/>
                <a:gd name="T16" fmla="*/ 823 w 2061"/>
                <a:gd name="T17" fmla="*/ 1679 h 2072"/>
                <a:gd name="T18" fmla="*/ 620 w 2061"/>
                <a:gd name="T19" fmla="*/ 1805 h 2072"/>
                <a:gd name="T20" fmla="*/ 406 w 2061"/>
                <a:gd name="T21" fmla="*/ 1915 h 2072"/>
                <a:gd name="T22" fmla="*/ 184 w 2061"/>
                <a:gd name="T23" fmla="*/ 2010 h 2072"/>
                <a:gd name="T24" fmla="*/ 0 w 2061"/>
                <a:gd name="T25" fmla="*/ 2072 h 2072"/>
                <a:gd name="T26" fmla="*/ 46 w 2061"/>
                <a:gd name="T27" fmla="*/ 2055 h 2072"/>
                <a:gd name="T28" fmla="*/ 101 w 2061"/>
                <a:gd name="T29" fmla="*/ 2027 h 2072"/>
                <a:gd name="T30" fmla="*/ 230 w 2061"/>
                <a:gd name="T31" fmla="*/ 1975 h 2072"/>
                <a:gd name="T32" fmla="*/ 355 w 2061"/>
                <a:gd name="T33" fmla="*/ 1917 h 2072"/>
                <a:gd name="T34" fmla="*/ 478 w 2061"/>
                <a:gd name="T35" fmla="*/ 1854 h 2072"/>
                <a:gd name="T36" fmla="*/ 598 w 2061"/>
                <a:gd name="T37" fmla="*/ 1786 h 2072"/>
                <a:gd name="T38" fmla="*/ 827 w 2061"/>
                <a:gd name="T39" fmla="*/ 1632 h 2072"/>
                <a:gd name="T40" fmla="*/ 1042 w 2061"/>
                <a:gd name="T41" fmla="*/ 1459 h 2072"/>
                <a:gd name="T42" fmla="*/ 1240 w 2061"/>
                <a:gd name="T43" fmla="*/ 1265 h 2072"/>
                <a:gd name="T44" fmla="*/ 1421 w 2061"/>
                <a:gd name="T45" fmla="*/ 1055 h 2072"/>
                <a:gd name="T46" fmla="*/ 1582 w 2061"/>
                <a:gd name="T47" fmla="*/ 828 h 2072"/>
                <a:gd name="T48" fmla="*/ 1724 w 2061"/>
                <a:gd name="T49" fmla="*/ 586 h 2072"/>
                <a:gd name="T50" fmla="*/ 1777 w 2061"/>
                <a:gd name="T51" fmla="*/ 527 h 2072"/>
                <a:gd name="T52" fmla="*/ 1818 w 2061"/>
                <a:gd name="T53" fmla="*/ 476 h 2072"/>
                <a:gd name="T54" fmla="*/ 1863 w 2061"/>
                <a:gd name="T55" fmla="*/ 416 h 2072"/>
                <a:gd name="T56" fmla="*/ 1909 w 2061"/>
                <a:gd name="T57" fmla="*/ 346 h 2072"/>
                <a:gd name="T58" fmla="*/ 1955 w 2061"/>
                <a:gd name="T59" fmla="*/ 263 h 2072"/>
                <a:gd name="T60" fmla="*/ 2000 w 2061"/>
                <a:gd name="T61" fmla="*/ 169 h 2072"/>
                <a:gd name="T62" fmla="*/ 2042 w 2061"/>
                <a:gd name="T63" fmla="*/ 60 h 2072"/>
                <a:gd name="T64" fmla="*/ 2035 w 2061"/>
                <a:gd name="T65" fmla="*/ 85 h 20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061" h="2072">
                  <a:moveTo>
                    <a:pt x="2035" y="85"/>
                  </a:moveTo>
                  <a:lnTo>
                    <a:pt x="1994" y="200"/>
                  </a:lnTo>
                  <a:lnTo>
                    <a:pt x="1949" y="312"/>
                  </a:lnTo>
                  <a:lnTo>
                    <a:pt x="1900" y="422"/>
                  </a:lnTo>
                  <a:lnTo>
                    <a:pt x="1847" y="530"/>
                  </a:lnTo>
                  <a:lnTo>
                    <a:pt x="1789" y="636"/>
                  </a:lnTo>
                  <a:lnTo>
                    <a:pt x="1727" y="739"/>
                  </a:lnTo>
                  <a:lnTo>
                    <a:pt x="1663" y="839"/>
                  </a:lnTo>
                  <a:lnTo>
                    <a:pt x="1593" y="937"/>
                  </a:lnTo>
                  <a:lnTo>
                    <a:pt x="1521" y="1033"/>
                  </a:lnTo>
                  <a:lnTo>
                    <a:pt x="1445" y="1124"/>
                  </a:lnTo>
                  <a:lnTo>
                    <a:pt x="1365" y="1212"/>
                  </a:lnTo>
                  <a:lnTo>
                    <a:pt x="1282" y="1299"/>
                  </a:lnTo>
                  <a:lnTo>
                    <a:pt x="1197" y="1382"/>
                  </a:lnTo>
                  <a:lnTo>
                    <a:pt x="1108" y="1461"/>
                  </a:lnTo>
                  <a:lnTo>
                    <a:pt x="1016" y="1537"/>
                  </a:lnTo>
                  <a:lnTo>
                    <a:pt x="921" y="1610"/>
                  </a:lnTo>
                  <a:lnTo>
                    <a:pt x="823" y="1679"/>
                  </a:lnTo>
                  <a:lnTo>
                    <a:pt x="723" y="1743"/>
                  </a:lnTo>
                  <a:lnTo>
                    <a:pt x="620" y="1805"/>
                  </a:lnTo>
                  <a:lnTo>
                    <a:pt x="514" y="1862"/>
                  </a:lnTo>
                  <a:lnTo>
                    <a:pt x="406" y="1915"/>
                  </a:lnTo>
                  <a:lnTo>
                    <a:pt x="295" y="1965"/>
                  </a:lnTo>
                  <a:lnTo>
                    <a:pt x="184" y="2010"/>
                  </a:lnTo>
                  <a:lnTo>
                    <a:pt x="68" y="2050"/>
                  </a:lnTo>
                  <a:lnTo>
                    <a:pt x="0" y="2072"/>
                  </a:lnTo>
                  <a:lnTo>
                    <a:pt x="21" y="2065"/>
                  </a:lnTo>
                  <a:lnTo>
                    <a:pt x="46" y="2055"/>
                  </a:lnTo>
                  <a:lnTo>
                    <a:pt x="73" y="2043"/>
                  </a:lnTo>
                  <a:lnTo>
                    <a:pt x="101" y="2027"/>
                  </a:lnTo>
                  <a:lnTo>
                    <a:pt x="165" y="2002"/>
                  </a:lnTo>
                  <a:lnTo>
                    <a:pt x="230" y="1975"/>
                  </a:lnTo>
                  <a:lnTo>
                    <a:pt x="293" y="1947"/>
                  </a:lnTo>
                  <a:lnTo>
                    <a:pt x="355" y="1917"/>
                  </a:lnTo>
                  <a:lnTo>
                    <a:pt x="417" y="1886"/>
                  </a:lnTo>
                  <a:lnTo>
                    <a:pt x="478" y="1854"/>
                  </a:lnTo>
                  <a:lnTo>
                    <a:pt x="539" y="1821"/>
                  </a:lnTo>
                  <a:lnTo>
                    <a:pt x="598" y="1786"/>
                  </a:lnTo>
                  <a:lnTo>
                    <a:pt x="715" y="1711"/>
                  </a:lnTo>
                  <a:lnTo>
                    <a:pt x="827" y="1632"/>
                  </a:lnTo>
                  <a:lnTo>
                    <a:pt x="937" y="1548"/>
                  </a:lnTo>
                  <a:lnTo>
                    <a:pt x="1042" y="1459"/>
                  </a:lnTo>
                  <a:lnTo>
                    <a:pt x="1143" y="1364"/>
                  </a:lnTo>
                  <a:lnTo>
                    <a:pt x="1240" y="1265"/>
                  </a:lnTo>
                  <a:lnTo>
                    <a:pt x="1332" y="1163"/>
                  </a:lnTo>
                  <a:lnTo>
                    <a:pt x="1421" y="1055"/>
                  </a:lnTo>
                  <a:lnTo>
                    <a:pt x="1504" y="943"/>
                  </a:lnTo>
                  <a:lnTo>
                    <a:pt x="1582" y="828"/>
                  </a:lnTo>
                  <a:lnTo>
                    <a:pt x="1656" y="709"/>
                  </a:lnTo>
                  <a:lnTo>
                    <a:pt x="1724" y="586"/>
                  </a:lnTo>
                  <a:lnTo>
                    <a:pt x="1740" y="568"/>
                  </a:lnTo>
                  <a:lnTo>
                    <a:pt x="1777" y="527"/>
                  </a:lnTo>
                  <a:lnTo>
                    <a:pt x="1797" y="503"/>
                  </a:lnTo>
                  <a:lnTo>
                    <a:pt x="1818" y="476"/>
                  </a:lnTo>
                  <a:lnTo>
                    <a:pt x="1840" y="447"/>
                  </a:lnTo>
                  <a:lnTo>
                    <a:pt x="1863" y="416"/>
                  </a:lnTo>
                  <a:lnTo>
                    <a:pt x="1886" y="383"/>
                  </a:lnTo>
                  <a:lnTo>
                    <a:pt x="1909" y="346"/>
                  </a:lnTo>
                  <a:lnTo>
                    <a:pt x="1932" y="306"/>
                  </a:lnTo>
                  <a:lnTo>
                    <a:pt x="1955" y="263"/>
                  </a:lnTo>
                  <a:lnTo>
                    <a:pt x="1978" y="218"/>
                  </a:lnTo>
                  <a:lnTo>
                    <a:pt x="2000" y="169"/>
                  </a:lnTo>
                  <a:lnTo>
                    <a:pt x="2021" y="116"/>
                  </a:lnTo>
                  <a:lnTo>
                    <a:pt x="2042" y="60"/>
                  </a:lnTo>
                  <a:lnTo>
                    <a:pt x="2061" y="0"/>
                  </a:lnTo>
                  <a:lnTo>
                    <a:pt x="2035" y="85"/>
                  </a:lnTo>
                  <a:close/>
                </a:path>
              </a:pathLst>
            </a:custGeom>
            <a:solidFill>
              <a:srgbClr val="0061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77" name="Freeform 234"/>
            <p:cNvSpPr>
              <a:spLocks/>
            </p:cNvSpPr>
            <p:nvPr/>
          </p:nvSpPr>
          <p:spPr bwMode="auto">
            <a:xfrm>
              <a:off x="2842" y="2340"/>
              <a:ext cx="822" cy="837"/>
            </a:xfrm>
            <a:custGeom>
              <a:avLst/>
              <a:gdLst>
                <a:gd name="T0" fmla="*/ 1530 w 1644"/>
                <a:gd name="T1" fmla="*/ 248 h 1673"/>
                <a:gd name="T2" fmla="*/ 1472 w 1644"/>
                <a:gd name="T3" fmla="*/ 354 h 1673"/>
                <a:gd name="T4" fmla="*/ 1410 w 1644"/>
                <a:gd name="T5" fmla="*/ 457 h 1673"/>
                <a:gd name="T6" fmla="*/ 1346 w 1644"/>
                <a:gd name="T7" fmla="*/ 557 h 1673"/>
                <a:gd name="T8" fmla="*/ 1276 w 1644"/>
                <a:gd name="T9" fmla="*/ 655 h 1673"/>
                <a:gd name="T10" fmla="*/ 1204 w 1644"/>
                <a:gd name="T11" fmla="*/ 751 h 1673"/>
                <a:gd name="T12" fmla="*/ 1128 w 1644"/>
                <a:gd name="T13" fmla="*/ 842 h 1673"/>
                <a:gd name="T14" fmla="*/ 1048 w 1644"/>
                <a:gd name="T15" fmla="*/ 930 h 1673"/>
                <a:gd name="T16" fmla="*/ 965 w 1644"/>
                <a:gd name="T17" fmla="*/ 1017 h 1673"/>
                <a:gd name="T18" fmla="*/ 880 w 1644"/>
                <a:gd name="T19" fmla="*/ 1100 h 1673"/>
                <a:gd name="T20" fmla="*/ 791 w 1644"/>
                <a:gd name="T21" fmla="*/ 1179 h 1673"/>
                <a:gd name="T22" fmla="*/ 699 w 1644"/>
                <a:gd name="T23" fmla="*/ 1255 h 1673"/>
                <a:gd name="T24" fmla="*/ 604 w 1644"/>
                <a:gd name="T25" fmla="*/ 1328 h 1673"/>
                <a:gd name="T26" fmla="*/ 506 w 1644"/>
                <a:gd name="T27" fmla="*/ 1397 h 1673"/>
                <a:gd name="T28" fmla="*/ 406 w 1644"/>
                <a:gd name="T29" fmla="*/ 1461 h 1673"/>
                <a:gd name="T30" fmla="*/ 303 w 1644"/>
                <a:gd name="T31" fmla="*/ 1523 h 1673"/>
                <a:gd name="T32" fmla="*/ 197 w 1644"/>
                <a:gd name="T33" fmla="*/ 1580 h 1673"/>
                <a:gd name="T34" fmla="*/ 99 w 1644"/>
                <a:gd name="T35" fmla="*/ 1629 h 1673"/>
                <a:gd name="T36" fmla="*/ 0 w 1644"/>
                <a:gd name="T37" fmla="*/ 1673 h 1673"/>
                <a:gd name="T38" fmla="*/ 1 w 1644"/>
                <a:gd name="T39" fmla="*/ 1673 h 1673"/>
                <a:gd name="T40" fmla="*/ 24 w 1644"/>
                <a:gd name="T41" fmla="*/ 1662 h 1673"/>
                <a:gd name="T42" fmla="*/ 45 w 1644"/>
                <a:gd name="T43" fmla="*/ 1652 h 1673"/>
                <a:gd name="T44" fmla="*/ 62 w 1644"/>
                <a:gd name="T45" fmla="*/ 1640 h 1673"/>
                <a:gd name="T46" fmla="*/ 77 w 1644"/>
                <a:gd name="T47" fmla="*/ 1630 h 1673"/>
                <a:gd name="T48" fmla="*/ 90 w 1644"/>
                <a:gd name="T49" fmla="*/ 1620 h 1673"/>
                <a:gd name="T50" fmla="*/ 100 w 1644"/>
                <a:gd name="T51" fmla="*/ 1611 h 1673"/>
                <a:gd name="T52" fmla="*/ 108 w 1644"/>
                <a:gd name="T53" fmla="*/ 1603 h 1673"/>
                <a:gd name="T54" fmla="*/ 116 w 1644"/>
                <a:gd name="T55" fmla="*/ 1596 h 1673"/>
                <a:gd name="T56" fmla="*/ 205 w 1644"/>
                <a:gd name="T57" fmla="*/ 1549 h 1673"/>
                <a:gd name="T58" fmla="*/ 290 w 1644"/>
                <a:gd name="T59" fmla="*/ 1498 h 1673"/>
                <a:gd name="T60" fmla="*/ 376 w 1644"/>
                <a:gd name="T61" fmla="*/ 1444 h 1673"/>
                <a:gd name="T62" fmla="*/ 459 w 1644"/>
                <a:gd name="T63" fmla="*/ 1388 h 1673"/>
                <a:gd name="T64" fmla="*/ 539 w 1644"/>
                <a:gd name="T65" fmla="*/ 1329 h 1673"/>
                <a:gd name="T66" fmla="*/ 618 w 1644"/>
                <a:gd name="T67" fmla="*/ 1267 h 1673"/>
                <a:gd name="T68" fmla="*/ 695 w 1644"/>
                <a:gd name="T69" fmla="*/ 1203 h 1673"/>
                <a:gd name="T70" fmla="*/ 768 w 1644"/>
                <a:gd name="T71" fmla="*/ 1137 h 1673"/>
                <a:gd name="T72" fmla="*/ 841 w 1644"/>
                <a:gd name="T73" fmla="*/ 1066 h 1673"/>
                <a:gd name="T74" fmla="*/ 911 w 1644"/>
                <a:gd name="T75" fmla="*/ 995 h 1673"/>
                <a:gd name="T76" fmla="*/ 979 w 1644"/>
                <a:gd name="T77" fmla="*/ 921 h 1673"/>
                <a:gd name="T78" fmla="*/ 1045 w 1644"/>
                <a:gd name="T79" fmla="*/ 845 h 1673"/>
                <a:gd name="T80" fmla="*/ 1108 w 1644"/>
                <a:gd name="T81" fmla="*/ 766 h 1673"/>
                <a:gd name="T82" fmla="*/ 1168 w 1644"/>
                <a:gd name="T83" fmla="*/ 685 h 1673"/>
                <a:gd name="T84" fmla="*/ 1227 w 1644"/>
                <a:gd name="T85" fmla="*/ 603 h 1673"/>
                <a:gd name="T86" fmla="*/ 1282 w 1644"/>
                <a:gd name="T87" fmla="*/ 518 h 1673"/>
                <a:gd name="T88" fmla="*/ 1342 w 1644"/>
                <a:gd name="T89" fmla="*/ 460 h 1673"/>
                <a:gd name="T90" fmla="*/ 1395 w 1644"/>
                <a:gd name="T91" fmla="*/ 404 h 1673"/>
                <a:gd name="T92" fmla="*/ 1445 w 1644"/>
                <a:gd name="T93" fmla="*/ 346 h 1673"/>
                <a:gd name="T94" fmla="*/ 1490 w 1644"/>
                <a:gd name="T95" fmla="*/ 285 h 1673"/>
                <a:gd name="T96" fmla="*/ 1531 w 1644"/>
                <a:gd name="T97" fmla="*/ 222 h 1673"/>
                <a:gd name="T98" fmla="*/ 1570 w 1644"/>
                <a:gd name="T99" fmla="*/ 154 h 1673"/>
                <a:gd name="T100" fmla="*/ 1607 w 1644"/>
                <a:gd name="T101" fmla="*/ 80 h 1673"/>
                <a:gd name="T102" fmla="*/ 1625 w 1644"/>
                <a:gd name="T103" fmla="*/ 41 h 1673"/>
                <a:gd name="T104" fmla="*/ 1644 w 1644"/>
                <a:gd name="T105" fmla="*/ 0 h 1673"/>
                <a:gd name="T106" fmla="*/ 1590 w 1644"/>
                <a:gd name="T107" fmla="*/ 126 h 1673"/>
                <a:gd name="T108" fmla="*/ 1530 w 1644"/>
                <a:gd name="T109" fmla="*/ 248 h 1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644" h="1673">
                  <a:moveTo>
                    <a:pt x="1530" y="248"/>
                  </a:moveTo>
                  <a:lnTo>
                    <a:pt x="1472" y="354"/>
                  </a:lnTo>
                  <a:lnTo>
                    <a:pt x="1410" y="457"/>
                  </a:lnTo>
                  <a:lnTo>
                    <a:pt x="1346" y="557"/>
                  </a:lnTo>
                  <a:lnTo>
                    <a:pt x="1276" y="655"/>
                  </a:lnTo>
                  <a:lnTo>
                    <a:pt x="1204" y="751"/>
                  </a:lnTo>
                  <a:lnTo>
                    <a:pt x="1128" y="842"/>
                  </a:lnTo>
                  <a:lnTo>
                    <a:pt x="1048" y="930"/>
                  </a:lnTo>
                  <a:lnTo>
                    <a:pt x="965" y="1017"/>
                  </a:lnTo>
                  <a:lnTo>
                    <a:pt x="880" y="1100"/>
                  </a:lnTo>
                  <a:lnTo>
                    <a:pt x="791" y="1179"/>
                  </a:lnTo>
                  <a:lnTo>
                    <a:pt x="699" y="1255"/>
                  </a:lnTo>
                  <a:lnTo>
                    <a:pt x="604" y="1328"/>
                  </a:lnTo>
                  <a:lnTo>
                    <a:pt x="506" y="1397"/>
                  </a:lnTo>
                  <a:lnTo>
                    <a:pt x="406" y="1461"/>
                  </a:lnTo>
                  <a:lnTo>
                    <a:pt x="303" y="1523"/>
                  </a:lnTo>
                  <a:lnTo>
                    <a:pt x="197" y="1580"/>
                  </a:lnTo>
                  <a:lnTo>
                    <a:pt x="99" y="1629"/>
                  </a:lnTo>
                  <a:lnTo>
                    <a:pt x="0" y="1673"/>
                  </a:lnTo>
                  <a:lnTo>
                    <a:pt x="1" y="1673"/>
                  </a:lnTo>
                  <a:lnTo>
                    <a:pt x="24" y="1662"/>
                  </a:lnTo>
                  <a:lnTo>
                    <a:pt x="45" y="1652"/>
                  </a:lnTo>
                  <a:lnTo>
                    <a:pt x="62" y="1640"/>
                  </a:lnTo>
                  <a:lnTo>
                    <a:pt x="77" y="1630"/>
                  </a:lnTo>
                  <a:lnTo>
                    <a:pt x="90" y="1620"/>
                  </a:lnTo>
                  <a:lnTo>
                    <a:pt x="100" y="1611"/>
                  </a:lnTo>
                  <a:lnTo>
                    <a:pt x="108" y="1603"/>
                  </a:lnTo>
                  <a:lnTo>
                    <a:pt x="116" y="1596"/>
                  </a:lnTo>
                  <a:lnTo>
                    <a:pt x="205" y="1549"/>
                  </a:lnTo>
                  <a:lnTo>
                    <a:pt x="290" y="1498"/>
                  </a:lnTo>
                  <a:lnTo>
                    <a:pt x="376" y="1444"/>
                  </a:lnTo>
                  <a:lnTo>
                    <a:pt x="459" y="1388"/>
                  </a:lnTo>
                  <a:lnTo>
                    <a:pt x="539" y="1329"/>
                  </a:lnTo>
                  <a:lnTo>
                    <a:pt x="618" y="1267"/>
                  </a:lnTo>
                  <a:lnTo>
                    <a:pt x="695" y="1203"/>
                  </a:lnTo>
                  <a:lnTo>
                    <a:pt x="768" y="1137"/>
                  </a:lnTo>
                  <a:lnTo>
                    <a:pt x="841" y="1066"/>
                  </a:lnTo>
                  <a:lnTo>
                    <a:pt x="911" y="995"/>
                  </a:lnTo>
                  <a:lnTo>
                    <a:pt x="979" y="921"/>
                  </a:lnTo>
                  <a:lnTo>
                    <a:pt x="1045" y="845"/>
                  </a:lnTo>
                  <a:lnTo>
                    <a:pt x="1108" y="766"/>
                  </a:lnTo>
                  <a:lnTo>
                    <a:pt x="1168" y="685"/>
                  </a:lnTo>
                  <a:lnTo>
                    <a:pt x="1227" y="603"/>
                  </a:lnTo>
                  <a:lnTo>
                    <a:pt x="1282" y="518"/>
                  </a:lnTo>
                  <a:lnTo>
                    <a:pt x="1342" y="460"/>
                  </a:lnTo>
                  <a:lnTo>
                    <a:pt x="1395" y="404"/>
                  </a:lnTo>
                  <a:lnTo>
                    <a:pt x="1445" y="346"/>
                  </a:lnTo>
                  <a:lnTo>
                    <a:pt x="1490" y="285"/>
                  </a:lnTo>
                  <a:lnTo>
                    <a:pt x="1531" y="222"/>
                  </a:lnTo>
                  <a:lnTo>
                    <a:pt x="1570" y="154"/>
                  </a:lnTo>
                  <a:lnTo>
                    <a:pt x="1607" y="80"/>
                  </a:lnTo>
                  <a:lnTo>
                    <a:pt x="1625" y="41"/>
                  </a:lnTo>
                  <a:lnTo>
                    <a:pt x="1644" y="0"/>
                  </a:lnTo>
                  <a:lnTo>
                    <a:pt x="1590" y="126"/>
                  </a:lnTo>
                  <a:lnTo>
                    <a:pt x="1530" y="248"/>
                  </a:lnTo>
                  <a:close/>
                </a:path>
              </a:pathLst>
            </a:custGeom>
            <a:solidFill>
              <a:srgbClr val="005A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78" name="Freeform 235"/>
            <p:cNvSpPr>
              <a:spLocks/>
            </p:cNvSpPr>
            <p:nvPr/>
          </p:nvSpPr>
          <p:spPr bwMode="auto">
            <a:xfrm>
              <a:off x="3028" y="2508"/>
              <a:ext cx="555" cy="573"/>
            </a:xfrm>
            <a:custGeom>
              <a:avLst/>
              <a:gdLst>
                <a:gd name="T0" fmla="*/ 904 w 1109"/>
                <a:gd name="T1" fmla="*/ 319 h 1146"/>
                <a:gd name="T2" fmla="*/ 832 w 1109"/>
                <a:gd name="T3" fmla="*/ 415 h 1146"/>
                <a:gd name="T4" fmla="*/ 756 w 1109"/>
                <a:gd name="T5" fmla="*/ 506 h 1146"/>
                <a:gd name="T6" fmla="*/ 676 w 1109"/>
                <a:gd name="T7" fmla="*/ 594 h 1146"/>
                <a:gd name="T8" fmla="*/ 593 w 1109"/>
                <a:gd name="T9" fmla="*/ 681 h 1146"/>
                <a:gd name="T10" fmla="*/ 508 w 1109"/>
                <a:gd name="T11" fmla="*/ 764 h 1146"/>
                <a:gd name="T12" fmla="*/ 419 w 1109"/>
                <a:gd name="T13" fmla="*/ 843 h 1146"/>
                <a:gd name="T14" fmla="*/ 327 w 1109"/>
                <a:gd name="T15" fmla="*/ 919 h 1146"/>
                <a:gd name="T16" fmla="*/ 232 w 1109"/>
                <a:gd name="T17" fmla="*/ 992 h 1146"/>
                <a:gd name="T18" fmla="*/ 118 w 1109"/>
                <a:gd name="T19" fmla="*/ 1071 h 1146"/>
                <a:gd name="T20" fmla="*/ 0 w 1109"/>
                <a:gd name="T21" fmla="*/ 1146 h 1146"/>
                <a:gd name="T22" fmla="*/ 13 w 1109"/>
                <a:gd name="T23" fmla="*/ 1138 h 1146"/>
                <a:gd name="T24" fmla="*/ 27 w 1109"/>
                <a:gd name="T25" fmla="*/ 1128 h 1146"/>
                <a:gd name="T26" fmla="*/ 43 w 1109"/>
                <a:gd name="T27" fmla="*/ 1115 h 1146"/>
                <a:gd name="T28" fmla="*/ 60 w 1109"/>
                <a:gd name="T29" fmla="*/ 1101 h 1146"/>
                <a:gd name="T30" fmla="*/ 77 w 1109"/>
                <a:gd name="T31" fmla="*/ 1086 h 1146"/>
                <a:gd name="T32" fmla="*/ 93 w 1109"/>
                <a:gd name="T33" fmla="*/ 1068 h 1146"/>
                <a:gd name="T34" fmla="*/ 110 w 1109"/>
                <a:gd name="T35" fmla="*/ 1048 h 1146"/>
                <a:gd name="T36" fmla="*/ 125 w 1109"/>
                <a:gd name="T37" fmla="*/ 1025 h 1146"/>
                <a:gd name="T38" fmla="*/ 208 w 1109"/>
                <a:gd name="T39" fmla="*/ 963 h 1146"/>
                <a:gd name="T40" fmla="*/ 288 w 1109"/>
                <a:gd name="T41" fmla="*/ 897 h 1146"/>
                <a:gd name="T42" fmla="*/ 366 w 1109"/>
                <a:gd name="T43" fmla="*/ 828 h 1146"/>
                <a:gd name="T44" fmla="*/ 443 w 1109"/>
                <a:gd name="T45" fmla="*/ 758 h 1146"/>
                <a:gd name="T46" fmla="*/ 515 w 1109"/>
                <a:gd name="T47" fmla="*/ 684 h 1146"/>
                <a:gd name="T48" fmla="*/ 587 w 1109"/>
                <a:gd name="T49" fmla="*/ 608 h 1146"/>
                <a:gd name="T50" fmla="*/ 656 w 1109"/>
                <a:gd name="T51" fmla="*/ 530 h 1146"/>
                <a:gd name="T52" fmla="*/ 721 w 1109"/>
                <a:gd name="T53" fmla="*/ 449 h 1146"/>
                <a:gd name="T54" fmla="*/ 821 w 1109"/>
                <a:gd name="T55" fmla="*/ 363 h 1146"/>
                <a:gd name="T56" fmla="*/ 870 w 1109"/>
                <a:gd name="T57" fmla="*/ 317 h 1146"/>
                <a:gd name="T58" fmla="*/ 918 w 1109"/>
                <a:gd name="T59" fmla="*/ 266 h 1146"/>
                <a:gd name="T60" fmla="*/ 965 w 1109"/>
                <a:gd name="T61" fmla="*/ 211 h 1146"/>
                <a:gd name="T62" fmla="*/ 990 w 1109"/>
                <a:gd name="T63" fmla="*/ 181 h 1146"/>
                <a:gd name="T64" fmla="*/ 1014 w 1109"/>
                <a:gd name="T65" fmla="*/ 149 h 1146"/>
                <a:gd name="T66" fmla="*/ 1037 w 1109"/>
                <a:gd name="T67" fmla="*/ 115 h 1146"/>
                <a:gd name="T68" fmla="*/ 1061 w 1109"/>
                <a:gd name="T69" fmla="*/ 79 h 1146"/>
                <a:gd name="T70" fmla="*/ 1085 w 1109"/>
                <a:gd name="T71" fmla="*/ 40 h 1146"/>
                <a:gd name="T72" fmla="*/ 1109 w 1109"/>
                <a:gd name="T73" fmla="*/ 0 h 1146"/>
                <a:gd name="T74" fmla="*/ 1062 w 1109"/>
                <a:gd name="T75" fmla="*/ 82 h 1146"/>
                <a:gd name="T76" fmla="*/ 1013 w 1109"/>
                <a:gd name="T77" fmla="*/ 164 h 1146"/>
                <a:gd name="T78" fmla="*/ 960 w 1109"/>
                <a:gd name="T79" fmla="*/ 242 h 1146"/>
                <a:gd name="T80" fmla="*/ 904 w 1109"/>
                <a:gd name="T81" fmla="*/ 319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109" h="1146">
                  <a:moveTo>
                    <a:pt x="904" y="319"/>
                  </a:moveTo>
                  <a:lnTo>
                    <a:pt x="832" y="415"/>
                  </a:lnTo>
                  <a:lnTo>
                    <a:pt x="756" y="506"/>
                  </a:lnTo>
                  <a:lnTo>
                    <a:pt x="676" y="594"/>
                  </a:lnTo>
                  <a:lnTo>
                    <a:pt x="593" y="681"/>
                  </a:lnTo>
                  <a:lnTo>
                    <a:pt x="508" y="764"/>
                  </a:lnTo>
                  <a:lnTo>
                    <a:pt x="419" y="843"/>
                  </a:lnTo>
                  <a:lnTo>
                    <a:pt x="327" y="919"/>
                  </a:lnTo>
                  <a:lnTo>
                    <a:pt x="232" y="992"/>
                  </a:lnTo>
                  <a:lnTo>
                    <a:pt x="118" y="1071"/>
                  </a:lnTo>
                  <a:lnTo>
                    <a:pt x="0" y="1146"/>
                  </a:lnTo>
                  <a:lnTo>
                    <a:pt x="13" y="1138"/>
                  </a:lnTo>
                  <a:lnTo>
                    <a:pt x="27" y="1128"/>
                  </a:lnTo>
                  <a:lnTo>
                    <a:pt x="43" y="1115"/>
                  </a:lnTo>
                  <a:lnTo>
                    <a:pt x="60" y="1101"/>
                  </a:lnTo>
                  <a:lnTo>
                    <a:pt x="77" y="1086"/>
                  </a:lnTo>
                  <a:lnTo>
                    <a:pt x="93" y="1068"/>
                  </a:lnTo>
                  <a:lnTo>
                    <a:pt x="110" y="1048"/>
                  </a:lnTo>
                  <a:lnTo>
                    <a:pt x="125" y="1025"/>
                  </a:lnTo>
                  <a:lnTo>
                    <a:pt x="208" y="963"/>
                  </a:lnTo>
                  <a:lnTo>
                    <a:pt x="288" y="897"/>
                  </a:lnTo>
                  <a:lnTo>
                    <a:pt x="366" y="828"/>
                  </a:lnTo>
                  <a:lnTo>
                    <a:pt x="443" y="758"/>
                  </a:lnTo>
                  <a:lnTo>
                    <a:pt x="515" y="684"/>
                  </a:lnTo>
                  <a:lnTo>
                    <a:pt x="587" y="608"/>
                  </a:lnTo>
                  <a:lnTo>
                    <a:pt x="656" y="530"/>
                  </a:lnTo>
                  <a:lnTo>
                    <a:pt x="721" y="449"/>
                  </a:lnTo>
                  <a:lnTo>
                    <a:pt x="821" y="363"/>
                  </a:lnTo>
                  <a:lnTo>
                    <a:pt x="870" y="317"/>
                  </a:lnTo>
                  <a:lnTo>
                    <a:pt x="918" y="266"/>
                  </a:lnTo>
                  <a:lnTo>
                    <a:pt x="965" y="211"/>
                  </a:lnTo>
                  <a:lnTo>
                    <a:pt x="990" y="181"/>
                  </a:lnTo>
                  <a:lnTo>
                    <a:pt x="1014" y="149"/>
                  </a:lnTo>
                  <a:lnTo>
                    <a:pt x="1037" y="115"/>
                  </a:lnTo>
                  <a:lnTo>
                    <a:pt x="1061" y="79"/>
                  </a:lnTo>
                  <a:lnTo>
                    <a:pt x="1085" y="40"/>
                  </a:lnTo>
                  <a:lnTo>
                    <a:pt x="1109" y="0"/>
                  </a:lnTo>
                  <a:lnTo>
                    <a:pt x="1062" y="82"/>
                  </a:lnTo>
                  <a:lnTo>
                    <a:pt x="1013" y="164"/>
                  </a:lnTo>
                  <a:lnTo>
                    <a:pt x="960" y="242"/>
                  </a:lnTo>
                  <a:lnTo>
                    <a:pt x="904" y="319"/>
                  </a:lnTo>
                  <a:close/>
                </a:path>
              </a:pathLst>
            </a:custGeom>
            <a:solidFill>
              <a:srgbClr val="0053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</a:endParaRPr>
            </a:p>
          </p:txBody>
        </p:sp>
      </p:grpSp>
      <p:sp>
        <p:nvSpPr>
          <p:cNvPr id="401" name="Line 368"/>
          <p:cNvSpPr>
            <a:spLocks noChangeShapeType="1"/>
          </p:cNvSpPr>
          <p:nvPr/>
        </p:nvSpPr>
        <p:spPr bwMode="auto">
          <a:xfrm>
            <a:off x="3928158" y="3652901"/>
            <a:ext cx="1814513" cy="47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403" name="Text Box 370"/>
          <p:cNvSpPr txBox="1">
            <a:spLocks noChangeArrowheads="1"/>
          </p:cNvSpPr>
          <p:nvPr/>
        </p:nvSpPr>
        <p:spPr bwMode="auto">
          <a:xfrm>
            <a:off x="4418696" y="3462401"/>
            <a:ext cx="766762" cy="366713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 dirty="0">
                <a:solidFill>
                  <a:srgbClr val="000000"/>
                </a:solidFill>
              </a:rPr>
              <a:t>3.2 m</a:t>
            </a:r>
          </a:p>
        </p:txBody>
      </p:sp>
      <p:grpSp>
        <p:nvGrpSpPr>
          <p:cNvPr id="407" name="Group 406"/>
          <p:cNvGrpSpPr/>
          <p:nvPr/>
        </p:nvGrpSpPr>
        <p:grpSpPr>
          <a:xfrm>
            <a:off x="6499770" y="2781873"/>
            <a:ext cx="3403631" cy="712034"/>
            <a:chOff x="535464" y="5237246"/>
            <a:chExt cx="3403631" cy="712034"/>
          </a:xfrm>
        </p:grpSpPr>
        <p:sp>
          <p:nvSpPr>
            <p:cNvPr id="408" name="Rectangle 407"/>
            <p:cNvSpPr/>
            <p:nvPr/>
          </p:nvSpPr>
          <p:spPr>
            <a:xfrm>
              <a:off x="535464" y="5237246"/>
              <a:ext cx="3403631" cy="712034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GB" sz="2400" dirty="0"/>
                <a:t>a)</a:t>
              </a:r>
              <a:endParaRPr lang="en-GB" dirty="0"/>
            </a:p>
          </p:txBody>
        </p:sp>
        <p:graphicFrame>
          <p:nvGraphicFramePr>
            <p:cNvPr id="409" name="Object 40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57653797"/>
                </p:ext>
              </p:extLst>
            </p:nvPr>
          </p:nvGraphicFramePr>
          <p:xfrm>
            <a:off x="1001610" y="5294312"/>
            <a:ext cx="2706294" cy="6261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2" name="Equation" r:id="rId4" imgW="1701720" imgH="393480" progId="Equation.3">
                    <p:embed/>
                  </p:oleObj>
                </mc:Choice>
                <mc:Fallback>
                  <p:oleObj name="Equation" r:id="rId4" imgW="1701720" imgH="393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1610" y="5294312"/>
                          <a:ext cx="2706294" cy="6261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17" name="Group 416"/>
          <p:cNvGrpSpPr/>
          <p:nvPr/>
        </p:nvGrpSpPr>
        <p:grpSpPr>
          <a:xfrm>
            <a:off x="6484027" y="3646307"/>
            <a:ext cx="3715729" cy="712034"/>
            <a:chOff x="519721" y="6101680"/>
            <a:chExt cx="3715729" cy="712034"/>
          </a:xfrm>
        </p:grpSpPr>
        <p:sp>
          <p:nvSpPr>
            <p:cNvPr id="418" name="Rectangle 417"/>
            <p:cNvSpPr/>
            <p:nvPr/>
          </p:nvSpPr>
          <p:spPr>
            <a:xfrm>
              <a:off x="519721" y="6101680"/>
              <a:ext cx="3403631" cy="712034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GB" sz="2400" dirty="0"/>
                <a:t>b</a:t>
              </a:r>
              <a:r>
                <a:rPr lang="en-GB" sz="2400" dirty="0" smtClean="0"/>
                <a:t>)</a:t>
              </a:r>
              <a:endParaRPr lang="en-GB" dirty="0"/>
            </a:p>
          </p:txBody>
        </p:sp>
        <p:sp>
          <p:nvSpPr>
            <p:cNvPr id="419" name="Text Box 823"/>
            <p:cNvSpPr txBox="1">
              <a:spLocks noChangeArrowheads="1"/>
            </p:cNvSpPr>
            <p:nvPr/>
          </p:nvSpPr>
          <p:spPr bwMode="auto">
            <a:xfrm>
              <a:off x="787400" y="6272485"/>
              <a:ext cx="344805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GB" altLang="en-US" sz="2000" dirty="0">
                  <a:solidFill>
                    <a:srgbClr val="000000"/>
                  </a:solidFill>
                </a:rPr>
                <a:t>SA = 4 x </a:t>
              </a:r>
              <a:r>
                <a:rPr lang="en-GB" altLang="en-US" sz="2000" dirty="0">
                  <a:solidFill>
                    <a:srgbClr val="000000"/>
                  </a:solidFill>
                  <a:sym typeface="Symbol" pitchFamily="18" charset="2"/>
                </a:rPr>
                <a:t> x 3.2</a:t>
              </a:r>
              <a:r>
                <a:rPr lang="en-GB" altLang="en-US" sz="2000" baseline="30000" dirty="0">
                  <a:solidFill>
                    <a:srgbClr val="000000"/>
                  </a:solidFill>
                  <a:sym typeface="Symbol" pitchFamily="18" charset="2"/>
                </a:rPr>
                <a:t>2</a:t>
              </a:r>
              <a:r>
                <a:rPr lang="en-GB" altLang="en-US" sz="2000" dirty="0">
                  <a:solidFill>
                    <a:srgbClr val="000000"/>
                  </a:solidFill>
                  <a:sym typeface="Symbol" pitchFamily="18" charset="2"/>
                </a:rPr>
                <a:t> = </a:t>
              </a:r>
              <a:r>
                <a:rPr lang="en-GB" altLang="en-US" sz="2000" b="1" u="sng" dirty="0">
                  <a:solidFill>
                    <a:srgbClr val="000000"/>
                  </a:solidFill>
                  <a:sym typeface="Symbol" pitchFamily="18" charset="2"/>
                </a:rPr>
                <a:t>128.7 m</a:t>
              </a:r>
              <a:r>
                <a:rPr lang="en-GB" altLang="en-US" sz="2000" b="1" u="sng" baseline="30000" dirty="0">
                  <a:solidFill>
                    <a:srgbClr val="000000"/>
                  </a:solidFill>
                  <a:sym typeface="Symbol" pitchFamily="18" charset="2"/>
                </a:rPr>
                <a:t>2</a:t>
              </a:r>
              <a:endParaRPr lang="en-GB" altLang="en-US" sz="2000" b="1" u="sng" dirty="0">
                <a:solidFill>
                  <a:srgbClr val="000000"/>
                </a:solidFill>
                <a:sym typeface="Symbol" pitchFamily="18" charset="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Volume, Slant Height &amp; Surface Area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298448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29844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cone is a third of the cylinder that would contain it. </a:t>
            </a:r>
            <a:r>
              <a:rPr lang="en-US" sz="13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surface area you need the SLANT height l.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566928" y="2148840"/>
            <a:ext cx="5440680" cy="3566160"/>
          </a:xfrm>
          <a:prstGeom prst="roundRect">
            <a:avLst>
              <a:gd name="adj" fmla="val 1538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932688" y="238658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 =  1/3 πr²h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914400" y="288036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Uses the VERTICAL height h.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r = 3, h = 4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 = 1/3 × π × 9 × 4 = </a:t>
            </a:r>
            <a:r>
              <a:rPr lang="en-US" sz="15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37.7 cm³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6190488" y="2148840"/>
            <a:ext cx="5440680" cy="3566160"/>
          </a:xfrm>
          <a:prstGeom prst="roundRect">
            <a:avLst>
              <a:gd name="adj" fmla="val 1538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6556248" y="238658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Surface area  =  πr² + πrl</a:t>
            </a:r>
            <a:endParaRPr lang="en-US" sz="1700" dirty="0"/>
          </a:p>
        </p:txBody>
      </p:sp>
      <p:sp>
        <p:nvSpPr>
          <p:cNvPr id="48" name="Text 46"/>
          <p:cNvSpPr/>
          <p:nvPr/>
        </p:nvSpPr>
        <p:spPr>
          <a:xfrm>
            <a:off x="6537960" y="288036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Slant height:  l = √(r² + h²)</a:t>
            </a:r>
            <a:endParaRPr lang="en-US" sz="14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3, h = 4  →  l = √(9+16) = 5</a:t>
            </a:r>
            <a:endParaRPr lang="en-US" sz="14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Curved surface only = πrl.</a:t>
            </a:r>
            <a:endParaRPr lang="en-US" sz="1450" dirty="0"/>
          </a:p>
          <a:p>
            <a:pPr marL="0" indent="0">
              <a:buNone/>
            </a:pPr>
            <a:r>
              <a:rPr lang="en-US" sz="1250" i="1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the base circle πr² for the total.</a:t>
            </a:r>
            <a:endParaRPr lang="en-US" sz="1450" dirty="0"/>
          </a:p>
        </p:txBody>
      </p:sp>
      <p:sp>
        <p:nvSpPr>
          <p:cNvPr id="49" name="Shape 47"/>
          <p:cNvSpPr/>
          <p:nvPr/>
        </p:nvSpPr>
        <p:spPr>
          <a:xfrm>
            <a:off x="566928" y="585216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841248" y="58521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uses VERTICAL height h;  curved surface uses SLANT height l = √(r²+h²).</a:t>
            </a:r>
            <a:endParaRPr lang="en-US" sz="2300" dirty="0"/>
          </a:p>
        </p:txBody>
      </p:sp>
      <p:graphicFrame>
        <p:nvGraphicFramePr>
          <p:cNvPr id="51" name="Object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8696601"/>
              </p:ext>
            </p:extLst>
          </p:nvPr>
        </p:nvGraphicFramePr>
        <p:xfrm>
          <a:off x="9393936" y="2485695"/>
          <a:ext cx="1962912" cy="21524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Bitmap Image" r:id="rId4" imgW="1771429" imgH="1943371" progId="PBrush">
                  <p:embed/>
                </p:oleObj>
              </mc:Choice>
              <mc:Fallback>
                <p:oleObj name="Bitmap Image" r:id="rId4" imgW="1771429" imgH="1943371" progId="PBrush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93936" y="2485695"/>
                        <a:ext cx="1962912" cy="21524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Net of a Cone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2329866" y="1353312"/>
            <a:ext cx="7531964" cy="465429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42" name="Image 0" descr="/tmp/work/vteach/t-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3874" y="1417320"/>
            <a:ext cx="7403948" cy="4526280"/>
          </a:xfrm>
          <a:prstGeom prst="rect">
            <a:avLst/>
          </a:prstGeom>
        </p:spPr>
      </p:pic>
      <p:sp>
        <p:nvSpPr>
          <p:cNvPr id="43" name="Shape 40"/>
          <p:cNvSpPr/>
          <p:nvPr/>
        </p:nvSpPr>
        <p:spPr>
          <a:xfrm>
            <a:off x="566928" y="6144768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886968" y="614476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cone opens into a circle (the base) and a sector (the curved surface).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2147732" y="1353312"/>
            <a:ext cx="8869622" cy="465429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566928" y="6144768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886968" y="614476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slant height with Pythagoras first, </a:t>
            </a:r>
            <a:r>
              <a:rPr lang="en-US" sz="13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use πr² + πrl for the surface area.</a:t>
            </a:r>
            <a:endParaRPr lang="en-US" sz="1300" dirty="0"/>
          </a:p>
        </p:txBody>
      </p:sp>
      <p:grpSp>
        <p:nvGrpSpPr>
          <p:cNvPr id="45" name="Group 18"/>
          <p:cNvGrpSpPr>
            <a:grpSpLocks/>
          </p:cNvGrpSpPr>
          <p:nvPr/>
        </p:nvGrpSpPr>
        <p:grpSpPr bwMode="auto">
          <a:xfrm rot="5400000">
            <a:off x="2837262" y="2157650"/>
            <a:ext cx="2816225" cy="2162175"/>
            <a:chOff x="3071" y="1005"/>
            <a:chExt cx="1655" cy="1950"/>
          </a:xfrm>
        </p:grpSpPr>
        <p:sp>
          <p:nvSpPr>
            <p:cNvPr id="46" name="Oval 19"/>
            <p:cNvSpPr>
              <a:spLocks noChangeArrowheads="1"/>
            </p:cNvSpPr>
            <p:nvPr/>
          </p:nvSpPr>
          <p:spPr bwMode="auto">
            <a:xfrm>
              <a:off x="3071" y="2365"/>
              <a:ext cx="1655" cy="590"/>
            </a:xfrm>
            <a:prstGeom prst="ellipse">
              <a:avLst/>
            </a:prstGeom>
            <a:solidFill>
              <a:schemeClr val="accent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47" name="Freeform 20"/>
            <p:cNvSpPr>
              <a:spLocks/>
            </p:cNvSpPr>
            <p:nvPr/>
          </p:nvSpPr>
          <p:spPr bwMode="auto">
            <a:xfrm>
              <a:off x="3072" y="1005"/>
              <a:ext cx="827" cy="1646"/>
            </a:xfrm>
            <a:custGeom>
              <a:avLst/>
              <a:gdLst>
                <a:gd name="T0" fmla="*/ 0 w 634"/>
                <a:gd name="T1" fmla="*/ 1263 h 1263"/>
                <a:gd name="T2" fmla="*/ 634 w 634"/>
                <a:gd name="T3" fmla="*/ 0 h 1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34" h="1263">
                  <a:moveTo>
                    <a:pt x="0" y="1263"/>
                  </a:moveTo>
                  <a:lnTo>
                    <a:pt x="634" y="0"/>
                  </a:lnTo>
                </a:path>
              </a:pathLst>
            </a:custGeom>
            <a:solidFill>
              <a:srgbClr val="EBE9F9"/>
            </a:solidFill>
            <a:ln w="9525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48" name="Line 21"/>
            <p:cNvSpPr>
              <a:spLocks noChangeShapeType="1"/>
            </p:cNvSpPr>
            <p:nvPr/>
          </p:nvSpPr>
          <p:spPr bwMode="auto">
            <a:xfrm flipH="1" flipV="1">
              <a:off x="3899" y="1005"/>
              <a:ext cx="827" cy="16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</a:endParaRPr>
            </a:p>
          </p:txBody>
        </p:sp>
      </p:grpSp>
      <p:sp>
        <p:nvSpPr>
          <p:cNvPr id="49" name="Line 25"/>
          <p:cNvSpPr>
            <a:spLocks noChangeShapeType="1"/>
          </p:cNvSpPr>
          <p:nvPr/>
        </p:nvSpPr>
        <p:spPr bwMode="auto">
          <a:xfrm flipH="1">
            <a:off x="3472262" y="1841737"/>
            <a:ext cx="19050" cy="2800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50" name="Text Box 26"/>
          <p:cNvSpPr txBox="1">
            <a:spLocks noChangeArrowheads="1"/>
          </p:cNvSpPr>
          <p:nvPr/>
        </p:nvSpPr>
        <p:spPr bwMode="auto">
          <a:xfrm>
            <a:off x="2170512" y="3219687"/>
            <a:ext cx="809625" cy="36671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 dirty="0">
                <a:solidFill>
                  <a:srgbClr val="000000"/>
                </a:solidFill>
              </a:rPr>
              <a:t>6.2 cm</a:t>
            </a:r>
          </a:p>
        </p:txBody>
      </p:sp>
      <p:sp>
        <p:nvSpPr>
          <p:cNvPr id="51" name="Line 33"/>
          <p:cNvSpPr>
            <a:spLocks noChangeShapeType="1"/>
          </p:cNvSpPr>
          <p:nvPr/>
        </p:nvSpPr>
        <p:spPr bwMode="auto">
          <a:xfrm>
            <a:off x="3472262" y="3232387"/>
            <a:ext cx="1866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52" name="Text Box 24"/>
          <p:cNvSpPr txBox="1">
            <a:spLocks noChangeArrowheads="1"/>
          </p:cNvSpPr>
          <p:nvPr/>
        </p:nvSpPr>
        <p:spPr bwMode="auto">
          <a:xfrm>
            <a:off x="4005662" y="3041887"/>
            <a:ext cx="923925" cy="36671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 dirty="0">
                <a:solidFill>
                  <a:srgbClr val="000000"/>
                </a:solidFill>
              </a:rPr>
              <a:t>4.8 cm</a:t>
            </a:r>
          </a:p>
        </p:txBody>
      </p:sp>
      <p:graphicFrame>
        <p:nvGraphicFramePr>
          <p:cNvPr id="53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5580278"/>
              </p:ext>
            </p:extLst>
          </p:nvPr>
        </p:nvGraphicFramePr>
        <p:xfrm>
          <a:off x="4618784" y="1356244"/>
          <a:ext cx="2156916" cy="12143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" name="Equation" r:id="rId4" imgW="698400" imgH="393480" progId="Equation.3">
                  <p:embed/>
                </p:oleObj>
              </mc:Choice>
              <mc:Fallback>
                <p:oleObj name="Equation" r:id="rId4" imgW="69840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8784" y="1356244"/>
                        <a:ext cx="2156916" cy="12143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Object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3808911"/>
              </p:ext>
            </p:extLst>
          </p:nvPr>
        </p:nvGraphicFramePr>
        <p:xfrm>
          <a:off x="6923040" y="1541078"/>
          <a:ext cx="2915102" cy="9948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name="Equation" r:id="rId6" imgW="1155600" imgH="393480" progId="Equation.3">
                  <p:embed/>
                </p:oleObj>
              </mc:Choice>
              <mc:Fallback>
                <p:oleObj name="Equation" r:id="rId6" imgW="115560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3040" y="1541078"/>
                        <a:ext cx="2915102" cy="9948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4868555"/>
              </p:ext>
            </p:extLst>
          </p:nvPr>
        </p:nvGraphicFramePr>
        <p:xfrm>
          <a:off x="6923040" y="2543665"/>
          <a:ext cx="1877596" cy="5542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" name="Equation" r:id="rId8" imgW="685800" imgH="203040" progId="Equation.3">
                  <p:embed/>
                </p:oleObj>
              </mc:Choice>
              <mc:Fallback>
                <p:oleObj name="Equation" r:id="rId8" imgW="68580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3040" y="2543665"/>
                        <a:ext cx="1877596" cy="5542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Line 43"/>
          <p:cNvSpPr>
            <a:spLocks noChangeShapeType="1"/>
          </p:cNvSpPr>
          <p:nvPr/>
        </p:nvSpPr>
        <p:spPr bwMode="auto">
          <a:xfrm flipV="1">
            <a:off x="2919812" y="3232387"/>
            <a:ext cx="55245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5554888" y="3550804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Surface Area of a Cone  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698904" y="4057863"/>
            <a:ext cx="257795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4400" dirty="0">
                <a:latin typeface="Comic Sans MS" panose="030F0702030302020204" pitchFamily="66" charset="0"/>
              </a:rPr>
              <a:t>= </a:t>
            </a:r>
            <a:r>
              <a:rPr lang="en-US" altLang="en-US" sz="4400" dirty="0">
                <a:latin typeface="Symbol" panose="05050102010706020507" pitchFamily="18" charset="2"/>
              </a:rPr>
              <a:t>p</a:t>
            </a:r>
            <a:r>
              <a:rPr lang="en-US" altLang="en-US" sz="4400" i="1" dirty="0">
                <a:latin typeface="Arial" panose="020B0604020202020204" pitchFamily="34" charset="0"/>
              </a:rPr>
              <a:t>r</a:t>
            </a:r>
            <a:r>
              <a:rPr lang="en-US" altLang="en-US" sz="4400" baseline="30000" dirty="0">
                <a:latin typeface="Arial" panose="020B0604020202020204" pitchFamily="34" charset="0"/>
              </a:rPr>
              <a:t>2</a:t>
            </a:r>
            <a:r>
              <a:rPr lang="en-US" altLang="en-US" sz="4400" dirty="0">
                <a:latin typeface="Comic Sans MS" panose="030F0702030302020204" pitchFamily="66" charset="0"/>
              </a:rPr>
              <a:t> + </a:t>
            </a:r>
            <a:r>
              <a:rPr lang="en-US" altLang="en-US" sz="4400" dirty="0" err="1">
                <a:latin typeface="Symbol" panose="05050102010706020507" pitchFamily="18" charset="2"/>
              </a:rPr>
              <a:t>p</a:t>
            </a:r>
            <a:r>
              <a:rPr lang="en-US" altLang="en-US" sz="4400" i="1" dirty="0" err="1">
                <a:latin typeface="Arial" panose="020B0604020202020204" pitchFamily="34" charset="0"/>
              </a:rPr>
              <a:t>rl</a:t>
            </a:r>
            <a:endParaRPr lang="en-US" altLang="en-US" sz="4400" i="1" dirty="0">
              <a:latin typeface="Arial" panose="020B0604020202020204" pitchFamily="34" charset="0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5457819" y="4705935"/>
            <a:ext cx="5559535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4400" dirty="0">
                <a:latin typeface="Comic Sans MS" panose="030F0702030302020204" pitchFamily="66" charset="0"/>
              </a:rPr>
              <a:t>= </a:t>
            </a:r>
            <a:r>
              <a:rPr lang="en-US" altLang="en-US" sz="4400" b="1" dirty="0" smtClean="0">
                <a:latin typeface="Symbol" panose="05050102010706020507" pitchFamily="18" charset="2"/>
              </a:rPr>
              <a:t>p</a:t>
            </a:r>
            <a:r>
              <a:rPr lang="en-US" altLang="en-US" sz="4400" i="1" dirty="0" smtClean="0">
                <a:latin typeface="Arial" panose="020B0604020202020204" pitchFamily="34" charset="0"/>
              </a:rPr>
              <a:t>(3.1)</a:t>
            </a:r>
            <a:r>
              <a:rPr lang="en-US" altLang="en-US" sz="4400" baseline="30000" dirty="0" smtClean="0">
                <a:latin typeface="Arial" panose="020B0604020202020204" pitchFamily="34" charset="0"/>
              </a:rPr>
              <a:t>2</a:t>
            </a:r>
            <a:r>
              <a:rPr lang="en-US" altLang="en-US" sz="4400" dirty="0" smtClean="0">
                <a:latin typeface="Comic Sans MS" panose="030F0702030302020204" pitchFamily="66" charset="0"/>
              </a:rPr>
              <a:t> </a:t>
            </a:r>
            <a:r>
              <a:rPr lang="en-US" altLang="en-US" sz="4400" dirty="0">
                <a:latin typeface="Comic Sans MS" panose="030F0702030302020204" pitchFamily="66" charset="0"/>
              </a:rPr>
              <a:t>+ </a:t>
            </a:r>
            <a:r>
              <a:rPr lang="en-US" altLang="en-US" sz="4400" b="1" dirty="0" smtClean="0">
                <a:latin typeface="Symbol" panose="05050102010706020507" pitchFamily="18" charset="2"/>
              </a:rPr>
              <a:t>p</a:t>
            </a:r>
            <a:r>
              <a:rPr lang="en-US" altLang="en-US" sz="4400" i="1" dirty="0" smtClean="0">
                <a:latin typeface="Arial" panose="020B0604020202020204" pitchFamily="34" charset="0"/>
              </a:rPr>
              <a:t>(3.1</a:t>
            </a:r>
            <a:r>
              <a:rPr lang="en-US" altLang="en-US" sz="4400" i="1" dirty="0" smtClean="0">
                <a:latin typeface="Arial" panose="020B0604020202020204" pitchFamily="34" charset="0"/>
              </a:rPr>
              <a:t>)(7.8</a:t>
            </a:r>
            <a:r>
              <a:rPr lang="en-US" altLang="en-US" sz="4400" i="1" dirty="0" smtClean="0">
                <a:latin typeface="Arial" panose="020B0604020202020204" pitchFamily="34" charset="0"/>
              </a:rPr>
              <a:t>)</a:t>
            </a:r>
            <a:endParaRPr lang="en-US" altLang="en-US" sz="4400" i="1" dirty="0">
              <a:latin typeface="Arial" panose="020B0604020202020204" pitchFamily="34" charset="0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5431449" y="5354007"/>
            <a:ext cx="233429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4400" dirty="0">
                <a:latin typeface="Comic Sans MS" panose="030F0702030302020204" pitchFamily="66" charset="0"/>
              </a:rPr>
              <a:t>= </a:t>
            </a:r>
            <a:r>
              <a:rPr lang="en-US" altLang="en-US" sz="4400" b="1" dirty="0" smtClean="0">
                <a:latin typeface="Symbol" panose="05050102010706020507" pitchFamily="18" charset="2"/>
              </a:rPr>
              <a:t>106.15</a:t>
            </a:r>
            <a:r>
              <a:rPr lang="en-US" altLang="en-US" sz="4400" b="1" dirty="0" smtClean="0">
                <a:latin typeface="Symbol" panose="05050102010706020507" pitchFamily="18" charset="2"/>
              </a:rPr>
              <a:t> </a:t>
            </a:r>
            <a:endParaRPr lang="en-US" altLang="en-US" sz="4400" i="1" dirty="0">
              <a:latin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Rectangle 60"/>
              <p:cNvSpPr/>
              <p:nvPr/>
            </p:nvSpPr>
            <p:spPr>
              <a:xfrm>
                <a:off x="7719795" y="5669280"/>
                <a:ext cx="78412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en-US" b="1" dirty="0" smtClean="0">
                    <a:solidFill>
                      <a:srgbClr val="FF0000"/>
                    </a:solidFill>
                    <a:latin typeface="Comic Sans MS" panose="030F0702030302020204" pitchFamily="66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en-US" b="0" i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cm</m:t>
                        </m:r>
                      </m:e>
                      <m:sup>
                        <m:r>
                          <a:rPr lang="en-US" altLang="en-US" b="0" i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en-US" b="1" dirty="0" smtClean="0">
                    <a:solidFill>
                      <a:srgbClr val="FF0000"/>
                    </a:solidFill>
                    <a:latin typeface="Comic Sans MS" panose="030F0702030302020204" pitchFamily="66" charset="0"/>
                  </a:rPr>
                  <a:t> </a:t>
                </a:r>
                <a:endParaRPr lang="en-US" dirty="0"/>
              </a:p>
            </p:txBody>
          </p:sp>
        </mc:Choice>
        <mc:Fallback>
          <p:sp>
            <p:nvSpPr>
              <p:cNvPr id="61" name="Rectangle 6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9795" y="5669280"/>
                <a:ext cx="784125" cy="369332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58" grpId="0"/>
      <p:bldP spid="59" grpId="0"/>
      <p:bldP spid="60" grpId="0"/>
      <p:bldP spid="6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&amp; Combining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298448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29844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exam solids are COMBINATIONS — e.g. a hemisphere on a cylinder. </a:t>
            </a:r>
            <a:r>
              <a:rPr lang="en-US" sz="13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out each part, then add.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566928" y="2194560"/>
            <a:ext cx="5440680" cy="3200400"/>
          </a:xfrm>
          <a:prstGeom prst="roundRect">
            <a:avLst>
              <a:gd name="adj" fmla="val 1714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932688" y="243230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tips</a:t>
            </a:r>
            <a:endParaRPr lang="en-US" sz="1700" dirty="0"/>
          </a:p>
        </p:txBody>
      </p:sp>
      <p:sp>
        <p:nvSpPr>
          <p:cNvPr id="45" name="Shape 43"/>
          <p:cNvSpPr/>
          <p:nvPr/>
        </p:nvSpPr>
        <p:spPr>
          <a:xfrm>
            <a:off x="868680" y="3017520"/>
            <a:ext cx="146304" cy="14630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6" name="Text 44"/>
          <p:cNvSpPr/>
          <p:nvPr/>
        </p:nvSpPr>
        <p:spPr>
          <a:xfrm>
            <a:off x="1143000" y="29260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Cylinder: πr²h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868680" y="3584448"/>
            <a:ext cx="146304" cy="14630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8" name="Text 46"/>
          <p:cNvSpPr/>
          <p:nvPr/>
        </p:nvSpPr>
        <p:spPr>
          <a:xfrm>
            <a:off x="1143000" y="349300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Sphere: 4/3 πr³  (hemisphere: halve it)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868680" y="4151376"/>
            <a:ext cx="146304" cy="14630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0" name="Text 48"/>
          <p:cNvSpPr/>
          <p:nvPr/>
        </p:nvSpPr>
        <p:spPr>
          <a:xfrm>
            <a:off x="1143000" y="405993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Cone: 1/3 πr²h  (uses vertical height)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868680" y="4718304"/>
            <a:ext cx="146304" cy="14630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2" name="Text 50"/>
          <p:cNvSpPr/>
          <p:nvPr/>
        </p:nvSpPr>
        <p:spPr>
          <a:xfrm>
            <a:off x="1143000" y="462686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Combined solid → add the parts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6190488" y="2194560"/>
            <a:ext cx="5440680" cy="3200400"/>
          </a:xfrm>
          <a:prstGeom prst="roundRect">
            <a:avLst>
              <a:gd name="adj" fmla="val 1714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6556248" y="243230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Surface area tips</a:t>
            </a:r>
            <a:endParaRPr lang="en-US" sz="1700" dirty="0"/>
          </a:p>
        </p:txBody>
      </p:sp>
      <p:sp>
        <p:nvSpPr>
          <p:cNvPr id="55" name="Shape 53"/>
          <p:cNvSpPr/>
          <p:nvPr/>
        </p:nvSpPr>
        <p:spPr>
          <a:xfrm>
            <a:off x="6492240" y="3017520"/>
            <a:ext cx="146304" cy="14630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6" name="Text 54"/>
          <p:cNvSpPr/>
          <p:nvPr/>
        </p:nvSpPr>
        <p:spPr>
          <a:xfrm>
            <a:off x="6766560" y="29260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Cylinder: 2πr² + 2πrh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6492240" y="3584448"/>
            <a:ext cx="146304" cy="14630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8" name="Text 56"/>
          <p:cNvSpPr/>
          <p:nvPr/>
        </p:nvSpPr>
        <p:spPr>
          <a:xfrm>
            <a:off x="6766560" y="349300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Sphere: 4πr²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6492240" y="4151376"/>
            <a:ext cx="146304" cy="14630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0" name="Text 58"/>
          <p:cNvSpPr/>
          <p:nvPr/>
        </p:nvSpPr>
        <p:spPr>
          <a:xfrm>
            <a:off x="6766560" y="405993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Cone: πr² + πrl  (slant height l)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6492240" y="4718304"/>
            <a:ext cx="146304" cy="14630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2" name="Text 60"/>
          <p:cNvSpPr/>
          <p:nvPr/>
        </p:nvSpPr>
        <p:spPr>
          <a:xfrm>
            <a:off x="6766560" y="462686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Combined: count only the OUTSIDE surfaces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566928" y="5623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two solids join, the touching faces are hidden — do not include them in the surface area.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2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" y="64008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6400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80" dirty="0"/>
          </a:p>
        </p:txBody>
      </p:sp>
      <p:sp>
        <p:nvSpPr>
          <p:cNvPr id="39" name="Text 37"/>
          <p:cNvSpPr/>
          <p:nvPr/>
        </p:nvSpPr>
        <p:spPr>
          <a:xfrm>
            <a:off x="1554480" y="67665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77240" y="16916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Past-Paper Questions</a:t>
            </a:r>
            <a:endParaRPr lang="en-US" sz="4400" dirty="0"/>
          </a:p>
        </p:txBody>
      </p:sp>
      <p:sp>
        <p:nvSpPr>
          <p:cNvPr id="41" name="Text 39"/>
          <p:cNvSpPr/>
          <p:nvPr/>
        </p:nvSpPr>
        <p:spPr>
          <a:xfrm>
            <a:off x="804672" y="26974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the solid, choose volume or surface area, then substitute.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868680" y="3611880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3" name="Text 41"/>
          <p:cNvSpPr/>
          <p:nvPr/>
        </p:nvSpPr>
        <p:spPr>
          <a:xfrm>
            <a:off x="868680" y="3611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1554480" y="3611880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Cylinder, sphere or cone?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868680" y="4325112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6" name="Text 44"/>
          <p:cNvSpPr/>
          <p:nvPr/>
        </p:nvSpPr>
        <p:spPr>
          <a:xfrm>
            <a:off x="868680" y="4325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1554480" y="4325112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or surface area?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868680" y="5038344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9" name="Text 47"/>
          <p:cNvSpPr/>
          <p:nvPr/>
        </p:nvSpPr>
        <p:spPr>
          <a:xfrm>
            <a:off x="868680" y="50383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1554480" y="5038344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 needs slant height l = √(r²+h²)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868680" y="5751576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2" name="Text 50"/>
          <p:cNvSpPr/>
          <p:nvPr/>
        </p:nvSpPr>
        <p:spPr>
          <a:xfrm>
            <a:off x="868680" y="57515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1554480" y="5751576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Combined solid → add the parts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1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1731598" y="1408176"/>
            <a:ext cx="8728499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vq/q-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4750" y="1481328"/>
            <a:ext cx="8582195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2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1359256" y="1408176"/>
            <a:ext cx="9473184" cy="2301717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vq/q-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2408" y="1481328"/>
            <a:ext cx="9326880" cy="215541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3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2042219" y="1408176"/>
            <a:ext cx="8107257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vq/q-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5371" y="1481328"/>
            <a:ext cx="7960953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4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2157150" y="1408176"/>
            <a:ext cx="7877396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vq/q-3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0302" y="1481328"/>
            <a:ext cx="7731092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5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2731081" y="1408176"/>
            <a:ext cx="6729534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vq/q-40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4233" y="1481328"/>
            <a:ext cx="658323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6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2612457" y="1408176"/>
            <a:ext cx="6966781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vq/q-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5609" y="1481328"/>
            <a:ext cx="6820477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7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3817619" y="1408176"/>
            <a:ext cx="4556458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vq/q-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0771" y="1481328"/>
            <a:ext cx="4410154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8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1359256" y="1408176"/>
            <a:ext cx="9473184" cy="287463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vq/q-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2408" y="1481328"/>
            <a:ext cx="9326880" cy="272833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9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2990206" y="1408176"/>
            <a:ext cx="6211283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vq/q-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358" y="1481328"/>
            <a:ext cx="6064979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10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2507038" y="1408176"/>
            <a:ext cx="7177618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vq/q-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0190" y="1481328"/>
            <a:ext cx="7031314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11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1359256" y="1408176"/>
            <a:ext cx="9473184" cy="280606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vq/q-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2408" y="1481328"/>
            <a:ext cx="9326880" cy="265975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12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1885533" y="1408176"/>
            <a:ext cx="8420630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vq/q-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8685" y="1481328"/>
            <a:ext cx="8274326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13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1359256" y="1408176"/>
            <a:ext cx="9473184" cy="347073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vq/q-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2408" y="1481328"/>
            <a:ext cx="9326880" cy="332443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C2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" y="64008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6400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80" dirty="0"/>
          </a:p>
        </p:txBody>
      </p:sp>
      <p:sp>
        <p:nvSpPr>
          <p:cNvPr id="39" name="Text 37"/>
          <p:cNvSpPr/>
          <p:nvPr/>
        </p:nvSpPr>
        <p:spPr>
          <a:xfrm>
            <a:off x="1554480" y="67665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77240" y="13716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800" dirty="0"/>
          </a:p>
        </p:txBody>
      </p:sp>
      <p:sp>
        <p:nvSpPr>
          <p:cNvPr id="41" name="Shape 39"/>
          <p:cNvSpPr/>
          <p:nvPr/>
        </p:nvSpPr>
        <p:spPr>
          <a:xfrm>
            <a:off x="868680" y="2368296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2" name="Text 40"/>
          <p:cNvSpPr/>
          <p:nvPr/>
        </p:nvSpPr>
        <p:spPr>
          <a:xfrm>
            <a:off x="1234440" y="23317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Cylinder: volume πr²h, surface area 2πr² + 2πrh.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868680" y="2935224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4" name="Text 42"/>
          <p:cNvSpPr/>
          <p:nvPr/>
        </p:nvSpPr>
        <p:spPr>
          <a:xfrm>
            <a:off x="1234440" y="289864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Sphere: volume 4/3 πr³, surface area 4πr² (hemisphere: 2/3 πr³ and 3πr²).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868680" y="3502152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6" name="Text 44"/>
          <p:cNvSpPr/>
          <p:nvPr/>
        </p:nvSpPr>
        <p:spPr>
          <a:xfrm>
            <a:off x="1234440" y="346557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Cone: volume 1/3 πr²h (vertical height); curved surface πrl, total πr² + πrl.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868680" y="4069080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8" name="Text 46"/>
          <p:cNvSpPr/>
          <p:nvPr/>
        </p:nvSpPr>
        <p:spPr>
          <a:xfrm>
            <a:off x="1234440" y="4032504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 slant height: l = √(r² + h²) by Pythagoras.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868680" y="4636008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50" name="Text 48"/>
          <p:cNvSpPr/>
          <p:nvPr/>
        </p:nvSpPr>
        <p:spPr>
          <a:xfrm>
            <a:off x="1234440" y="459943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solids: add each part; ignore the hidden touching faces for surface area.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777240" y="5440680"/>
            <a:ext cx="10607040" cy="868680"/>
          </a:xfrm>
          <a:prstGeom prst="roundRect">
            <a:avLst>
              <a:gd name="adj" fmla="val 6316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777240" y="5440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Golden rule:  </a:t>
            </a:r>
            <a:r>
              <a:rPr lang="en-US" sz="17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uses the vertical height; the cone’s curved surface uses the slant height.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1120</Words>
  <Application>Microsoft Office PowerPoint</Application>
  <PresentationFormat>Custom</PresentationFormat>
  <Paragraphs>238</Paragraphs>
  <Slides>27</Slides>
  <Notes>27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Office Theme</vt:lpstr>
      <vt:lpstr>Equation</vt:lpstr>
      <vt:lpstr>Bitmap Image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Zahra Sheikh Ali</dc:creator>
  <cp:lastModifiedBy>zahraa sheik ali</cp:lastModifiedBy>
  <cp:revision>4</cp:revision>
  <dcterms:created xsi:type="dcterms:W3CDTF">2026-07-15T14:54:08Z</dcterms:created>
  <dcterms:modified xsi:type="dcterms:W3CDTF">2026-07-27T10:35:26Z</dcterms:modified>
</cp:coreProperties>
</file>