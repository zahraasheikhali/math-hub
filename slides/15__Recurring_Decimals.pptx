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1051560"/>
            <a:ext cx="573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38" name="Text 36"/>
          <p:cNvSpPr/>
          <p:nvPr/>
        </p:nvSpPr>
        <p:spPr>
          <a:xfrm>
            <a:off x="8711672" y="1051560"/>
            <a:ext cx="292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6400" dirty="0"/>
          </a:p>
        </p:txBody>
      </p:sp>
      <p:sp>
        <p:nvSpPr>
          <p:cNvPr id="39" name="Text 37"/>
          <p:cNvSpPr/>
          <p:nvPr/>
        </p:nvSpPr>
        <p:spPr>
          <a:xfrm>
            <a:off x="9004280" y="1051560"/>
            <a:ext cx="573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40" name="Shape 38"/>
          <p:cNvSpPr/>
          <p:nvPr/>
        </p:nvSpPr>
        <p:spPr>
          <a:xfrm>
            <a:off x="9173992" y="981334"/>
            <a:ext cx="234086" cy="234086"/>
          </a:xfrm>
          <a:prstGeom prst="ellipse">
            <a:avLst/>
          </a:prstGeom>
          <a:solidFill>
            <a:srgbClr val="33463A"/>
          </a:solidFill>
          <a:ln/>
        </p:spPr>
      </p:sp>
      <p:sp>
        <p:nvSpPr>
          <p:cNvPr id="41" name="Text 39"/>
          <p:cNvSpPr/>
          <p:nvPr/>
        </p:nvSpPr>
        <p:spPr>
          <a:xfrm>
            <a:off x="9714951" y="960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?</a:t>
            </a:r>
            <a:endParaRPr lang="en-US" sz="6400" dirty="0"/>
          </a:p>
        </p:txBody>
      </p:sp>
      <p:sp>
        <p:nvSpPr>
          <p:cNvPr id="42" name="Shape 40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4" name="Text 42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77240" y="2286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Decimals</a:t>
            </a:r>
            <a:endParaRPr lang="en-US" sz="5600" dirty="0"/>
          </a:p>
        </p:txBody>
      </p:sp>
      <p:sp>
        <p:nvSpPr>
          <p:cNvPr id="47" name="Text 45"/>
          <p:cNvSpPr/>
          <p:nvPr/>
        </p:nvSpPr>
        <p:spPr>
          <a:xfrm>
            <a:off x="804672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to Fractions — Notation · Terminating vs Recurring · The Algebraic Method · Proof</a:t>
            </a:r>
            <a:endParaRPr lang="en-US" sz="1750" dirty="0"/>
          </a:p>
        </p:txBody>
      </p:sp>
      <p:sp>
        <p:nvSpPr>
          <p:cNvPr id="48" name="Shape 46"/>
          <p:cNvSpPr/>
          <p:nvPr/>
        </p:nvSpPr>
        <p:spPr>
          <a:xfrm>
            <a:off x="777240" y="4297680"/>
            <a:ext cx="658368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97280" y="44988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97280" y="4956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97280" y="53949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Decimals → Fractions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  </a:t>
            </a:r>
            <a:pPr algn="l"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use dot notation, decide whether a fraction terminates or recurs, convert any recurring decimal into a fraction, and prove a recurring decimal equals a given fraction.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66928" y="269748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9466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97480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 &amp; vocabulary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43400" y="269748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9466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97480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Terminating vs recurring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9872" y="269748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9466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94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97480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fractions recur?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928" y="404164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3388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338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4041648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algebraic method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43400" y="404164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3388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338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4041648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non-repeating start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19872" y="404164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3388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338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4041648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&amp; exam questions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pPr algn="ctr" indent="0" marL="0">
              <a:buNone/>
            </a:pPr>
            <a:r>
              <a:rPr lang="en-US" sz="13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 ·  terminating  ·  convert  ·  proof  ·  simplest form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NOTATION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Notation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over a digit means it repeats forever.  </a:t>
            </a:r>
            <a:pPr algn="l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over the first and last digit of a block</a:t>
            </a:r>
            <a:pPr algn="l"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the whole block repeats.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66928" y="2697480"/>
            <a:ext cx="3502152" cy="2377440"/>
          </a:xfrm>
          <a:prstGeom prst="roundRect">
            <a:avLst>
              <a:gd name="adj" fmla="val 2308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68119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2226564" y="32004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2409444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7" name="Shape 45"/>
          <p:cNvSpPr/>
          <p:nvPr/>
        </p:nvSpPr>
        <p:spPr>
          <a:xfrm>
            <a:off x="2515514" y="3156509"/>
            <a:ext cx="146304" cy="146304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" y="38862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0.5555…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841248" y="44531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 repeats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343400" y="2697480"/>
            <a:ext cx="3502152" cy="2377440"/>
          </a:xfrm>
          <a:prstGeom prst="roundRect">
            <a:avLst>
              <a:gd name="adj" fmla="val 2308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65369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5823814" y="32004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53" name="Text 51"/>
          <p:cNvSpPr/>
          <p:nvPr/>
        </p:nvSpPr>
        <p:spPr>
          <a:xfrm>
            <a:off x="6006694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4" name="Shape 52"/>
          <p:cNvSpPr/>
          <p:nvPr/>
        </p:nvSpPr>
        <p:spPr>
          <a:xfrm>
            <a:off x="6112764" y="3156509"/>
            <a:ext cx="146304" cy="146304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55" name="Text 53"/>
          <p:cNvSpPr/>
          <p:nvPr/>
        </p:nvSpPr>
        <p:spPr>
          <a:xfrm>
            <a:off x="6365138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56" name="Shape 54"/>
          <p:cNvSpPr/>
          <p:nvPr/>
        </p:nvSpPr>
        <p:spPr>
          <a:xfrm>
            <a:off x="6471209" y="3156509"/>
            <a:ext cx="146304" cy="146304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57" name="Text 55"/>
          <p:cNvSpPr/>
          <p:nvPr/>
        </p:nvSpPr>
        <p:spPr>
          <a:xfrm>
            <a:off x="4343400" y="38862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0.272727…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4617720" y="44531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two repeats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119872" y="2697480"/>
            <a:ext cx="3502152" cy="2377440"/>
          </a:xfrm>
          <a:prstGeom prst="roundRect">
            <a:avLst>
              <a:gd name="adj" fmla="val 2308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241841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1" name="Text 59"/>
          <p:cNvSpPr/>
          <p:nvPr/>
        </p:nvSpPr>
        <p:spPr>
          <a:xfrm>
            <a:off x="9600286" y="320040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62" name="Text 60"/>
          <p:cNvSpPr/>
          <p:nvPr/>
        </p:nvSpPr>
        <p:spPr>
          <a:xfrm>
            <a:off x="9783166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3" name="Text 61"/>
          <p:cNvSpPr/>
          <p:nvPr/>
        </p:nvSpPr>
        <p:spPr>
          <a:xfrm>
            <a:off x="10141610" y="3200400"/>
            <a:ext cx="35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4" name="Shape 62"/>
          <p:cNvSpPr/>
          <p:nvPr/>
        </p:nvSpPr>
        <p:spPr>
          <a:xfrm>
            <a:off x="10247681" y="3156509"/>
            <a:ext cx="146304" cy="146304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65" name="Text 63"/>
          <p:cNvSpPr/>
          <p:nvPr/>
        </p:nvSpPr>
        <p:spPr>
          <a:xfrm>
            <a:off x="8119872" y="38862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0.16666…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>
            <a:off x="8394192" y="445312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is fixed, the 6 repeats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repeating part is called the </a:t>
            </a:r>
            <a:pPr algn="ctr" indent="0" marL="0">
              <a:buNone/>
            </a:pPr>
            <a:r>
              <a:rPr lang="en-US" sz="145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pPr algn="ctr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Anything before it does not repeat.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TWO TYPES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Terminating or Recurring?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600200"/>
            <a:ext cx="5394960" cy="3703320"/>
          </a:xfrm>
          <a:prstGeom prst="roundRect">
            <a:avLst>
              <a:gd name="adj" fmla="val 1481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32688" y="1856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Terminating — it stops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978408" y="2514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 =  1/4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 =  2/5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 =  13/25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0.3875  =  31/80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236208" y="1600200"/>
            <a:ext cx="5394960" cy="3703320"/>
          </a:xfrm>
          <a:prstGeom prst="roundRect">
            <a:avLst>
              <a:gd name="adj" fmla="val 148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01968" y="1856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— it repeats forever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6647688" y="2542032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808988" y="2542032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891284" y="2542032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939016" y="2522281"/>
            <a:ext cx="65837" cy="65837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50" name="Text 48"/>
          <p:cNvSpPr/>
          <p:nvPr/>
        </p:nvSpPr>
        <p:spPr>
          <a:xfrm>
            <a:off x="718060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1/3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647688" y="3108960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808988" y="3108960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891284" y="3108960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052584" y="3108960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100316" y="3089209"/>
            <a:ext cx="65837" cy="65837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56" name="Text 54"/>
          <p:cNvSpPr/>
          <p:nvPr/>
        </p:nvSpPr>
        <p:spPr>
          <a:xfrm>
            <a:off x="734190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1/6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47688" y="367588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808988" y="3675888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891284" y="367588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052584" y="367588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100316" y="3656137"/>
            <a:ext cx="65837" cy="65837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62" name="Text 60"/>
          <p:cNvSpPr/>
          <p:nvPr/>
        </p:nvSpPr>
        <p:spPr>
          <a:xfrm>
            <a:off x="73419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5/6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647688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808988" y="4242816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891284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939016" y="4223065"/>
            <a:ext cx="65837" cy="65837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67" name="Text 65"/>
          <p:cNvSpPr/>
          <p:nvPr/>
        </p:nvSpPr>
        <p:spPr>
          <a:xfrm>
            <a:off x="7052584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213884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375185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7536485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7697785" y="4242816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7745517" y="4223065"/>
            <a:ext cx="65837" cy="65837"/>
          </a:xfrm>
          <a:prstGeom prst="ellipse">
            <a:avLst/>
          </a:prstGeom>
          <a:solidFill>
            <a:srgbClr val="1C2A22"/>
          </a:solidFill>
          <a:ln/>
        </p:spPr>
      </p:sp>
      <p:sp>
        <p:nvSpPr>
          <p:cNvPr id="73" name="Text 71"/>
          <p:cNvSpPr/>
          <p:nvPr/>
        </p:nvSpPr>
        <p:spPr>
          <a:xfrm>
            <a:off x="7987101" y="4224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2/7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566928" y="5486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86968" y="5486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terminating or recurring decimal is an exact fraction.  </a:t>
            </a:r>
            <a:pPr algn="l" indent="0" marL="0">
              <a:buNone/>
            </a:pP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like π and √2 never repeat or stop — they are irrational and cannot be written as a fraction.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TEST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Fractions Recur?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write the fraction in its simplest form, then look only at the denominator.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66928" y="2423160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2s and / or 5s  →  terminates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78408" y="32918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 =  1/2³  →  0.125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7/40  =  7/(2³×5)  →  0.175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  =  9/(2²×5)  →  0.45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36208" y="2423160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601968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other prime factor  →  recurs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6647688" y="32918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 =  5/(2²×3)  →  0.4166…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  →  0.285714…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  =  7/(3×5)  →  0.4666…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6928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numerator never matters — only the denominator's prime factors, and only once the fraction is in simplest form.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TECHNIQUE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737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Algebraic Method</a:t>
            </a:r>
            <a:endParaRPr lang="en-US" sz="50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to line up the repeating tails, then subtract to make them vanish.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 x  =  the decimal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10ⁿ so the repeating tails line up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 — the tail cancels</a:t>
            </a:r>
            <a:endParaRPr lang="en-US" sz="19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for x, then simplify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ONE REPEATING DIGIT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0.4444…  to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1874520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62456" y="18379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</a:t>
            </a:r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0.4444…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68680" y="2587752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62456" y="25511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repeating digit → multiply by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68680" y="3300984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62456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= 4.4444…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868680" y="4014216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62456" y="3977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Subtract:  10x − x  gives 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 = 4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78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and subtract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6948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10x = 4.444…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x = 0.444…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9x = 4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234391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5431536" y="5445252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532120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5590459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875569" y="5074920"/>
            <a:ext cx="402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424209" y="5308092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64" name="Shape 62"/>
          <p:cNvSpPr/>
          <p:nvPr/>
        </p:nvSpPr>
        <p:spPr>
          <a:xfrm>
            <a:off x="6549939" y="5646420"/>
            <a:ext cx="288036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24209" y="5673852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10 because exactly one digit repeats.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TWO REPEATING DIGITS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0.3636…  to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1874520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62456" y="18379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</a:t>
            </a:r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0.3636…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68680" y="2587752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62456" y="25511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repeating digits → multiply by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68680" y="3300984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62456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= 36.3636…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868680" y="4014216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62456" y="3977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Subtract: 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99x = 36</a:t>
            </a:r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 x = 36/99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78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and subtract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6948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100x = 36.3636…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x =  0.3636…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99x = 36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58095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5255240" y="5445252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355824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5414162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552968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5611307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896417" y="5074920"/>
            <a:ext cx="402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445057" y="53080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6586789" y="5646420"/>
            <a:ext cx="411480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5057" y="567385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repeating digits → multiply by 10ⁿ.  Here 36/99 simplifies to 4/11.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THREE REPEATING DIGITS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0.411411…  to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1874520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62456" y="18379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</a:t>
            </a:r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0.411411…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68680" y="2587752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62456" y="25511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repeating digits → multiply by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68680" y="3300984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62456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1000x = 411.411…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868680" y="4014216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62456" y="3977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Subtract: 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999x = 411</a:t>
            </a:r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then simplify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78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and subtract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6948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1000x = 411.411…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 x =   0.411…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999x = 411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81799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5078943" y="5445252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179527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5237866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376672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5573817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5632155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917265" y="5074920"/>
            <a:ext cx="402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465905" y="530809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6623639" y="5646420"/>
            <a:ext cx="534924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65905" y="567385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411/999 ÷ 3 = 137/333.  Pattern: /9, /99, /999 … (one 9 per repeating digit).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· A NON-REPEATING START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 Digits Don't Repeat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twice:  </a:t>
            </a:r>
            <a:pPr algn="l"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to step past the fixed digits, once more to line up the repeating tail — then subtract.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66928" y="260604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0.1666…  to a fraction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78408" y="3337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100x = 16.666…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− 10x =  1.666…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90x = 15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932688" y="4663440"/>
            <a:ext cx="4663440" cy="548640"/>
          </a:xfrm>
          <a:prstGeom prst="roundRect">
            <a:avLst>
              <a:gd name="adj" fmla="val 11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400666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561966" y="4773168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644262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805562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853294" y="4753417"/>
            <a:ext cx="65837" cy="658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113166" y="46634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588654" y="4599432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14384" y="4937760"/>
            <a:ext cx="288036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8654" y="4965192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36208" y="260604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601968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0.41616…  to a fraction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647688" y="3337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1000x = 416.16…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− 10x =   4.16…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</a:t>
            </a:r>
            <a:endParaRPr lang="en-US" sz="15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5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990x = 412</a:t>
            </a:r>
            <a:endParaRPr lang="en-US" sz="1550" dirty="0"/>
          </a:p>
        </p:txBody>
      </p:sp>
      <p:sp>
        <p:nvSpPr>
          <p:cNvPr id="59" name="Shape 57"/>
          <p:cNvSpPr/>
          <p:nvPr/>
        </p:nvSpPr>
        <p:spPr>
          <a:xfrm>
            <a:off x="6601968" y="4663440"/>
            <a:ext cx="4663440" cy="548640"/>
          </a:xfrm>
          <a:prstGeom prst="roundRect">
            <a:avLst>
              <a:gd name="adj" fmla="val 11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833848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995148" y="4773168"/>
            <a:ext cx="82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077444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238744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286476" y="4753417"/>
            <a:ext cx="65837" cy="658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400044" y="4773168"/>
            <a:ext cx="161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8447776" y="4753417"/>
            <a:ext cx="65837" cy="658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707648" y="466344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183136" y="459943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340870" y="4937760"/>
            <a:ext cx="534924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83136" y="496519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multipliers differ by the length of the repeating block; subtracting removes the tail exactly.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PROOF &amp; WHOLE NUMBERS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a Decimal Equals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60020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32688" y="1856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that  0.2323…  =  23/99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978408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 x = 0.2323…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100x = 23.2323…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100x − x = 23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99x = 23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23/99    ∎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36208" y="160020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01968" y="1856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2.4545…  to a fraction</a:t>
            </a:r>
            <a:endParaRPr lang="en-US" sz="1750" dirty="0"/>
          </a:p>
        </p:txBody>
      </p:sp>
      <p:sp>
        <p:nvSpPr>
          <p:cNvPr id="46" name="Text 44"/>
          <p:cNvSpPr/>
          <p:nvPr/>
        </p:nvSpPr>
        <p:spPr>
          <a:xfrm>
            <a:off x="6647688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 x = 2.4545…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100x = 245.4545…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100x − x = 243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99x = 243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243/99 = 27/11    ∎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6928" y="5212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86968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whole number in — don’t split it off. </a:t>
            </a:r>
            <a:pPr algn="l" indent="0" marL="0">
              <a:buNone/>
            </a:pP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multiply-and-subtract method works and gives an improper fraction (here 27/11).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A WHOLE-NUMBER PART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1.373737…  to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1874520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62456" y="18379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</a:t>
            </a:r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1.373737…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68680" y="2587752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62456" y="25511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repeating digits → multiply by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68680" y="3300984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62456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= 137.3737…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868680" y="4014216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62456" y="3977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Subtract: 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99x = 136</a:t>
            </a:r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 1 stays in)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78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and subtract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6948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100x = 137.3737…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x =   1.3737…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99x = 136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980371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5177516" y="5445252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278100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5336438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475244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5533583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818693" y="5074920"/>
            <a:ext cx="402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367333" y="530809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6525067" y="5646420"/>
            <a:ext cx="534924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67333" y="567385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split off the whole number — the same method gives an improper fraction.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WHOLE PART + FIXED START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2.9135135…  to a fraction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1874520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62456" y="18379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</a:t>
            </a:r>
            <a:pPr indent="0" marL="0">
              <a:buNone/>
            </a:pPr>
            <a:r>
              <a:rPr lang="en-US" sz="145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2.9135135…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868680" y="2587752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362456" y="25511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135 repeats (3 digits) → multiply by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868680" y="3300984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62456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1000x = 2913.5135…,  then subtract x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868680" y="4014216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62456" y="39776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999x = 2910.6  →  ×10: 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9990x = 29106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78040" y="1755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and subtract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6948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1000x = 2913.5135…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  x =    2.9135…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——————————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999x = 2910.6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83226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4980371" y="5445252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080955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5278100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336438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475244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672389" y="5445252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5730728" y="5421112"/>
            <a:ext cx="80467" cy="8046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015838" y="5074920"/>
            <a:ext cx="402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564478" y="530809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</a:t>
            </a:r>
            <a:endParaRPr lang="en-US" sz="2100" dirty="0"/>
          </a:p>
        </p:txBody>
      </p:sp>
      <p:sp>
        <p:nvSpPr>
          <p:cNvPr id="68" name="Shape 66"/>
          <p:cNvSpPr/>
          <p:nvPr/>
        </p:nvSpPr>
        <p:spPr>
          <a:xfrm>
            <a:off x="6722212" y="5646420"/>
            <a:ext cx="534924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4478" y="567385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1000, subtract x, clear the .6 by ×10, then simplify (÷54).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EXAM 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Exam-Style Questions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5727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1719072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63040" y="157276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the recurring decimal  0.4545…  as a fraction in its simplest form.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0607040" y="15727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6928" y="243230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" y="2578608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463040" y="2432304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that  0.1818…  =  2/11.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0607040" y="243230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6928" y="329184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1248" y="3438144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463040" y="329184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0.8333…  as a fraction in its simplest form.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0607040" y="32918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66928" y="415137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41248" y="4297680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84124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463040" y="4151376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that  0.04545…  =  1/22.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0607040" y="415137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66928" y="501091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41248" y="5157216"/>
            <a:ext cx="420624" cy="42062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463040" y="5010912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2.9135135…  (the block 135 repeats) to a fraction.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10607040" y="501091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66928" y="6199632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</p:spPr>
      </p:sp>
      <p:sp>
        <p:nvSpPr>
          <p:cNvPr id="67" name="Text 65"/>
          <p:cNvSpPr/>
          <p:nvPr/>
        </p:nvSpPr>
        <p:spPr>
          <a:xfrm>
            <a:off x="822960" y="61996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pPr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5/11      2)  proof      3)  5/6      4)  proof      5)  539/185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Whole-Number Recurring Decimals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— keep the whole number in, multiply, subtract, simplify.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41248" y="2414016"/>
            <a:ext cx="402336" cy="40233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63040" y="228600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1.3333…  to a fraction.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607040" y="22860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" y="3072384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" y="3200400"/>
            <a:ext cx="402336" cy="40233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463040" y="3072384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1.373737…  to a fraction.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0607040" y="30723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6928" y="385876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41248" y="3986784"/>
            <a:ext cx="402336" cy="40233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4124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463040" y="385876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2.5666…  (the 6 repeats) to a fraction.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0607040" y="385876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4645152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41248" y="4773168"/>
            <a:ext cx="402336" cy="40233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841248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1463040" y="464515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3.1818…  to a fraction.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0607040" y="46451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66928" y="5431536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41248" y="5559552"/>
            <a:ext cx="402336" cy="402336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41248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1463040" y="5431536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 2.9135135…  (block 135 repeats) to a fraction.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0607040" y="543153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66928" y="617220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pPr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4/3      2)  136/99      3)  77/30      4)  35/11      5)  539/185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1" name="Shape 39"/>
          <p:cNvSpPr/>
          <p:nvPr/>
        </p:nvSpPr>
        <p:spPr>
          <a:xfrm>
            <a:off x="868680" y="241401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77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notation: a dot marks a repeating digit; dots on the first &amp; last digit mark a repeating block.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68680" y="298094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944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recurring: simplify first — a denominator of only 2s and 5s terminates; any other prime recurs.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868680" y="354787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5112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let x = the decimal, multiply by 10ⁿ to line up the tail, subtract, then simplify.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868680" y="411480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782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Non-repeating start: multiply twice so only the repeating tails line up before subtracting.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868680" y="468172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645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‘prove that’ questions, show every line of working.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109728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patterns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845015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2042160" y="5943600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2142744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2201083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57" name="Text 55"/>
          <p:cNvSpPr/>
          <p:nvPr/>
        </p:nvSpPr>
        <p:spPr>
          <a:xfrm>
            <a:off x="2449617" y="58521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2961681" y="5733288"/>
            <a:ext cx="283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2961681" y="6071616"/>
            <a:ext cx="283464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61681" y="6099048"/>
            <a:ext cx="283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222687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419832" y="5943600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5520416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5578754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65" name="Text 63"/>
          <p:cNvSpPr/>
          <p:nvPr/>
        </p:nvSpPr>
        <p:spPr>
          <a:xfrm>
            <a:off x="5717560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5775899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67" name="Text 65"/>
          <p:cNvSpPr/>
          <p:nvPr/>
        </p:nvSpPr>
        <p:spPr>
          <a:xfrm>
            <a:off x="6024433" y="58521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536497" y="573328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6536497" y="6071616"/>
            <a:ext cx="402336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6497" y="60990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8600359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8797503" y="5943600"/>
            <a:ext cx="100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8898087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4" name="Shape 72"/>
          <p:cNvSpPr/>
          <p:nvPr/>
        </p:nvSpPr>
        <p:spPr>
          <a:xfrm>
            <a:off x="8956426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75" name="Text 73"/>
          <p:cNvSpPr/>
          <p:nvPr/>
        </p:nvSpPr>
        <p:spPr>
          <a:xfrm>
            <a:off x="9095232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9153571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77" name="Text 75"/>
          <p:cNvSpPr/>
          <p:nvPr/>
        </p:nvSpPr>
        <p:spPr>
          <a:xfrm>
            <a:off x="9292377" y="5943600"/>
            <a:ext cx="197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9350715" y="5919460"/>
            <a:ext cx="80467" cy="80467"/>
          </a:xfrm>
          <a:prstGeom prst="ellipse">
            <a:avLst/>
          </a:prstGeom>
          <a:solidFill>
            <a:srgbClr val="EDEBDD"/>
          </a:solidFill>
          <a:ln/>
        </p:spPr>
      </p:sp>
      <p:sp>
        <p:nvSpPr>
          <p:cNvPr id="79" name="Text 77"/>
          <p:cNvSpPr/>
          <p:nvPr/>
        </p:nvSpPr>
        <p:spPr>
          <a:xfrm>
            <a:off x="9599249" y="585216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10111313" y="573328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10111313" y="6071616"/>
            <a:ext cx="521208" cy="0"/>
          </a:xfrm>
          <a:prstGeom prst="line">
            <a:avLst/>
          </a:prstGeom>
          <a:noFill/>
          <a:ln w="19050">
            <a:solidFill>
              <a:srgbClr val="E0AC2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111313" y="609904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Recurring Decimals — Converting to Fractions</dc:title>
  <dc:subject>PptxGenJS Presentation</dc:subject>
  <dc:creator>Zahra Sheikh Ali</dc:creator>
  <cp:lastModifiedBy>Zahra Sheikh Ali</cp:lastModifiedBy>
  <cp:revision>1</cp:revision>
  <dcterms:created xsi:type="dcterms:W3CDTF">2026-07-02T12:39:16Z</dcterms:created>
  <dcterms:modified xsi:type="dcterms:W3CDTF">2026-07-02T12:39:16Z</dcterms:modified>
</cp:coreProperties>
</file>