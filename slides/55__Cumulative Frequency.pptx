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60" r:id="rId6"/>
    <p:sldId id="261" r:id="rId7"/>
    <p:sldId id="273" r:id="rId8"/>
    <p:sldId id="274" r:id="rId9"/>
    <p:sldId id="275" r:id="rId10"/>
    <p:sldId id="262" r:id="rId11"/>
    <p:sldId id="263" r:id="rId12"/>
    <p:sldId id="264" r:id="rId13"/>
    <p:sldId id="265" r:id="rId14"/>
    <p:sldId id="266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244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0" y="914400"/>
            <a:ext cx="0" cy="1463040"/>
          </a:xfrm>
          <a:prstGeom prst="line">
            <a:avLst/>
          </a:prstGeom>
          <a:noFill/>
          <a:ln w="16510">
            <a:solidFill>
              <a:srgbClr val="5C6B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2377440"/>
            <a:ext cx="2377440" cy="0"/>
          </a:xfrm>
          <a:prstGeom prst="line">
            <a:avLst/>
          </a:prstGeom>
          <a:noFill/>
          <a:ln w="16510">
            <a:solidFill>
              <a:srgbClr val="5C6B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0" y="2361366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8740" y="2354168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67800" y="2343823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66860" y="2329034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65920" y="2308054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64980" y="2278616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64040" y="2237940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63100" y="2182908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62160" y="2110544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1220" y="2018871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60280" y="1908066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59340" y="1781495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58400" y="1645920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57460" y="1510345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56520" y="1383774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55580" y="1272969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54640" y="1181296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53700" y="1108932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52760" y="1053900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51820" y="1013224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850880" y="983786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949940" y="962806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49000" y="948017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148060" y="937672"/>
            <a:ext cx="9906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64" name="Text 62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65" name="Text 63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Frequency</a:t>
            </a:r>
            <a:endParaRPr lang="en-US" sz="3600" dirty="0"/>
          </a:p>
        </p:txBody>
      </p:sp>
      <p:sp>
        <p:nvSpPr>
          <p:cNvPr id="68" name="Text 66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Totals · Plotting the Curve · Median, Quartiles &amp; IQR from the Graph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Up the Frequencies as You Go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frequency is a RUNNING TOTAL of the frequencies.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it gives an S-shaped curve you can read the median and quartiles from.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cumulative frequency is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out the running total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Plotting the curve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&amp; quartiles from the graph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interquartile range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frequency · running total · ogive · median · quartiles · IQR · upper boundary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Frequency = Running Total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adding on the next frequency — ‘how many so far’.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1965960"/>
            <a:ext cx="274320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h (cm)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310128" y="1965960"/>
            <a:ext cx="164592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3355848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956048" y="1965960"/>
            <a:ext cx="2743200" cy="4572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5001768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freq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6928" y="2423160"/>
            <a:ext cx="274320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" y="24231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&lt; h ≤ 10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3310128" y="2423160"/>
            <a:ext cx="164592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55848" y="24231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956048" y="2423160"/>
            <a:ext cx="274320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01768" y="24231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66928" y="2843784"/>
            <a:ext cx="274320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" y="2843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&lt; h ≤ 20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3310128" y="2843784"/>
            <a:ext cx="164592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55848" y="28437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4956048" y="2843784"/>
            <a:ext cx="274320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01768" y="2843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66928" y="3264408"/>
            <a:ext cx="274320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" y="32644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&lt; h ≤ 30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3310128" y="3264408"/>
            <a:ext cx="164592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55848" y="32644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956048" y="3264408"/>
            <a:ext cx="2743200" cy="420624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01768" y="32644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566928" y="3685032"/>
            <a:ext cx="274320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2648" y="3685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&lt; h ≤ 40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3310128" y="3685032"/>
            <a:ext cx="164592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55848" y="36850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4956048" y="3685032"/>
            <a:ext cx="2743200" cy="420624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01768" y="3685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406640" y="1965960"/>
            <a:ext cx="4224528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7772400" y="2203704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total builds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7726680" y="26974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4+9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13+15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28+12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500" dirty="0"/>
          </a:p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total = the number of items (40).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566928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841248" y="5669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cumulative frequency = the one above it + the next frequency.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3123" y="1828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32597" y="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60101" y="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THE CURVE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5517" y="1371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at the UPPER Class Boundary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835553" y="612965"/>
            <a:ext cx="11064240" cy="27432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8933" y="612965"/>
            <a:ext cx="10424160" cy="371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each cumulative frequency at the TOP end of its class,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join the points with a smooth curve.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6821424" y="932329"/>
            <a:ext cx="5230368" cy="2219629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040880" y="100356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rules for plotting</a:t>
            </a:r>
            <a:endParaRPr lang="en-US" sz="1700" dirty="0"/>
          </a:p>
        </p:txBody>
      </p:sp>
      <p:sp>
        <p:nvSpPr>
          <p:cNvPr id="73" name="Shape 71"/>
          <p:cNvSpPr/>
          <p:nvPr/>
        </p:nvSpPr>
        <p:spPr>
          <a:xfrm>
            <a:off x="6949440" y="154306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4" name="Text 72"/>
          <p:cNvSpPr/>
          <p:nvPr/>
        </p:nvSpPr>
        <p:spPr>
          <a:xfrm>
            <a:off x="7196328" y="131126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at the UPPER boundary of each class (10, 20, 30, 40 …).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967728" y="1948913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6" name="Text 74"/>
          <p:cNvSpPr/>
          <p:nvPr/>
        </p:nvSpPr>
        <p:spPr>
          <a:xfrm>
            <a:off x="7196328" y="166877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frequency goes up the vertical axis.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6949440" y="2318883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78" name="Text 76"/>
          <p:cNvSpPr/>
          <p:nvPr/>
        </p:nvSpPr>
        <p:spPr>
          <a:xfrm>
            <a:off x="7182359" y="2095759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curve on the horizontal axis (0 so far).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6949440" y="2649513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80" name="Text 78"/>
          <p:cNvSpPr/>
          <p:nvPr/>
        </p:nvSpPr>
        <p:spPr>
          <a:xfrm>
            <a:off x="7182359" y="2465187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points with a smooth curve — not straight lines.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618275" y="6449685"/>
            <a:ext cx="11064240" cy="3429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41248" y="6449685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plot each point at the TOP value of its class — never the midpoint.</a:t>
            </a:r>
            <a:endParaRPr lang="en-US" sz="2300" dirty="0"/>
          </a:p>
        </p:txBody>
      </p:sp>
      <p:grpSp>
        <p:nvGrpSpPr>
          <p:cNvPr id="90" name="Group 390"/>
          <p:cNvGrpSpPr>
            <a:grpSpLocks/>
          </p:cNvGrpSpPr>
          <p:nvPr/>
        </p:nvGrpSpPr>
        <p:grpSpPr bwMode="auto">
          <a:xfrm>
            <a:off x="86254" y="763260"/>
            <a:ext cx="4151313" cy="5686425"/>
            <a:chOff x="112" y="535"/>
            <a:chExt cx="2615" cy="3582"/>
          </a:xfrm>
        </p:grpSpPr>
        <p:pic>
          <p:nvPicPr>
            <p:cNvPr id="91" name="Picture 38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" y="644"/>
              <a:ext cx="2145" cy="30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" name="Line 325"/>
            <p:cNvSpPr>
              <a:spLocks noChangeShapeType="1"/>
            </p:cNvSpPr>
            <p:nvPr/>
          </p:nvSpPr>
          <p:spPr bwMode="auto">
            <a:xfrm>
              <a:off x="582" y="645"/>
              <a:ext cx="0" cy="30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93" name="Line 326"/>
            <p:cNvSpPr>
              <a:spLocks noChangeShapeType="1"/>
            </p:cNvSpPr>
            <p:nvPr/>
          </p:nvSpPr>
          <p:spPr bwMode="auto">
            <a:xfrm>
              <a:off x="582" y="3702"/>
              <a:ext cx="21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94" name="Text Box 327"/>
            <p:cNvSpPr txBox="1">
              <a:spLocks noChangeArrowheads="1"/>
            </p:cNvSpPr>
            <p:nvPr/>
          </p:nvSpPr>
          <p:spPr bwMode="auto">
            <a:xfrm>
              <a:off x="975" y="3884"/>
              <a:ext cx="10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mtClean="0"/>
                <a:t>Time in seconds</a:t>
              </a:r>
            </a:p>
          </p:txBody>
        </p:sp>
        <p:sp>
          <p:nvSpPr>
            <p:cNvPr id="95" name="Text Box 328"/>
            <p:cNvSpPr txBox="1">
              <a:spLocks noChangeArrowheads="1"/>
            </p:cNvSpPr>
            <p:nvPr/>
          </p:nvSpPr>
          <p:spPr bwMode="auto">
            <a:xfrm rot="16200000">
              <a:off x="-478" y="1935"/>
              <a:ext cx="14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mtClean="0"/>
                <a:t>Cumulative frequency</a:t>
              </a:r>
            </a:p>
          </p:txBody>
        </p:sp>
        <p:sp>
          <p:nvSpPr>
            <p:cNvPr id="96" name="Line 330"/>
            <p:cNvSpPr>
              <a:spLocks noChangeShapeType="1"/>
            </p:cNvSpPr>
            <p:nvPr/>
          </p:nvSpPr>
          <p:spPr bwMode="auto">
            <a:xfrm>
              <a:off x="536" y="3396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97" name="Line 331"/>
            <p:cNvSpPr>
              <a:spLocks noChangeShapeType="1"/>
            </p:cNvSpPr>
            <p:nvPr/>
          </p:nvSpPr>
          <p:spPr bwMode="auto">
            <a:xfrm>
              <a:off x="536" y="3090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98" name="Line 332"/>
            <p:cNvSpPr>
              <a:spLocks noChangeShapeType="1"/>
            </p:cNvSpPr>
            <p:nvPr/>
          </p:nvSpPr>
          <p:spPr bwMode="auto">
            <a:xfrm>
              <a:off x="536" y="2784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99" name="Line 333"/>
            <p:cNvSpPr>
              <a:spLocks noChangeShapeType="1"/>
            </p:cNvSpPr>
            <p:nvPr/>
          </p:nvSpPr>
          <p:spPr bwMode="auto">
            <a:xfrm>
              <a:off x="536" y="2478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0" name="Line 334"/>
            <p:cNvSpPr>
              <a:spLocks noChangeShapeType="1"/>
            </p:cNvSpPr>
            <p:nvPr/>
          </p:nvSpPr>
          <p:spPr bwMode="auto">
            <a:xfrm>
              <a:off x="536" y="2173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1" name="Line 335"/>
            <p:cNvSpPr>
              <a:spLocks noChangeShapeType="1"/>
            </p:cNvSpPr>
            <p:nvPr/>
          </p:nvSpPr>
          <p:spPr bwMode="auto">
            <a:xfrm>
              <a:off x="536" y="1867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2" name="Line 336"/>
            <p:cNvSpPr>
              <a:spLocks noChangeShapeType="1"/>
            </p:cNvSpPr>
            <p:nvPr/>
          </p:nvSpPr>
          <p:spPr bwMode="auto">
            <a:xfrm>
              <a:off x="536" y="1561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3" name="Line 337"/>
            <p:cNvSpPr>
              <a:spLocks noChangeShapeType="1"/>
            </p:cNvSpPr>
            <p:nvPr/>
          </p:nvSpPr>
          <p:spPr bwMode="auto">
            <a:xfrm>
              <a:off x="536" y="125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4" name="Line 338"/>
            <p:cNvSpPr>
              <a:spLocks noChangeShapeType="1"/>
            </p:cNvSpPr>
            <p:nvPr/>
          </p:nvSpPr>
          <p:spPr bwMode="auto">
            <a:xfrm>
              <a:off x="536" y="949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5" name="Line 339"/>
            <p:cNvSpPr>
              <a:spLocks noChangeShapeType="1"/>
            </p:cNvSpPr>
            <p:nvPr/>
          </p:nvSpPr>
          <p:spPr bwMode="auto">
            <a:xfrm>
              <a:off x="536" y="644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6" name="Line 340"/>
            <p:cNvSpPr>
              <a:spLocks noChangeShapeType="1"/>
            </p:cNvSpPr>
            <p:nvPr/>
          </p:nvSpPr>
          <p:spPr bwMode="auto">
            <a:xfrm rot="-5400000">
              <a:off x="559" y="372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7" name="Line 341"/>
            <p:cNvSpPr>
              <a:spLocks noChangeShapeType="1"/>
            </p:cNvSpPr>
            <p:nvPr/>
          </p:nvSpPr>
          <p:spPr bwMode="auto">
            <a:xfrm rot="-5400000">
              <a:off x="864" y="372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8" name="Line 342"/>
            <p:cNvSpPr>
              <a:spLocks noChangeShapeType="1"/>
            </p:cNvSpPr>
            <p:nvPr/>
          </p:nvSpPr>
          <p:spPr bwMode="auto">
            <a:xfrm rot="-5400000">
              <a:off x="1169" y="372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09" name="Line 343"/>
            <p:cNvSpPr>
              <a:spLocks noChangeShapeType="1"/>
            </p:cNvSpPr>
            <p:nvPr/>
          </p:nvSpPr>
          <p:spPr bwMode="auto">
            <a:xfrm rot="-5400000">
              <a:off x="1475" y="372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10" name="Line 344"/>
            <p:cNvSpPr>
              <a:spLocks noChangeShapeType="1"/>
            </p:cNvSpPr>
            <p:nvPr/>
          </p:nvSpPr>
          <p:spPr bwMode="auto">
            <a:xfrm rot="-5400000">
              <a:off x="1780" y="372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11" name="Line 345"/>
            <p:cNvSpPr>
              <a:spLocks noChangeShapeType="1"/>
            </p:cNvSpPr>
            <p:nvPr/>
          </p:nvSpPr>
          <p:spPr bwMode="auto">
            <a:xfrm rot="-5400000">
              <a:off x="2086" y="372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12" name="Line 346"/>
            <p:cNvSpPr>
              <a:spLocks noChangeShapeType="1"/>
            </p:cNvSpPr>
            <p:nvPr/>
          </p:nvSpPr>
          <p:spPr bwMode="auto">
            <a:xfrm rot="-5400000">
              <a:off x="2391" y="3725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113" name="Text Box 353"/>
            <p:cNvSpPr txBox="1">
              <a:spLocks noChangeArrowheads="1"/>
            </p:cNvSpPr>
            <p:nvPr/>
          </p:nvSpPr>
          <p:spPr bwMode="auto">
            <a:xfrm>
              <a:off x="444" y="370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30</a:t>
              </a:r>
            </a:p>
          </p:txBody>
        </p:sp>
        <p:sp>
          <p:nvSpPr>
            <p:cNvPr id="114" name="Text Box 354"/>
            <p:cNvSpPr txBox="1">
              <a:spLocks noChangeArrowheads="1"/>
            </p:cNvSpPr>
            <p:nvPr/>
          </p:nvSpPr>
          <p:spPr bwMode="auto">
            <a:xfrm>
              <a:off x="762" y="370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35</a:t>
              </a:r>
            </a:p>
          </p:txBody>
        </p:sp>
        <p:sp>
          <p:nvSpPr>
            <p:cNvPr id="115" name="Text Box 355"/>
            <p:cNvSpPr txBox="1">
              <a:spLocks noChangeArrowheads="1"/>
            </p:cNvSpPr>
            <p:nvPr/>
          </p:nvSpPr>
          <p:spPr bwMode="auto">
            <a:xfrm>
              <a:off x="1068" y="370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40</a:t>
              </a:r>
            </a:p>
          </p:txBody>
        </p:sp>
        <p:sp>
          <p:nvSpPr>
            <p:cNvPr id="116" name="Text Box 356"/>
            <p:cNvSpPr txBox="1">
              <a:spLocks noChangeArrowheads="1"/>
            </p:cNvSpPr>
            <p:nvPr/>
          </p:nvSpPr>
          <p:spPr bwMode="auto">
            <a:xfrm>
              <a:off x="1373" y="370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45</a:t>
              </a:r>
            </a:p>
          </p:txBody>
        </p:sp>
        <p:sp>
          <p:nvSpPr>
            <p:cNvPr id="117" name="Text Box 357"/>
            <p:cNvSpPr txBox="1">
              <a:spLocks noChangeArrowheads="1"/>
            </p:cNvSpPr>
            <p:nvPr/>
          </p:nvSpPr>
          <p:spPr bwMode="auto">
            <a:xfrm>
              <a:off x="1678" y="370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50</a:t>
              </a:r>
            </a:p>
          </p:txBody>
        </p:sp>
        <p:sp>
          <p:nvSpPr>
            <p:cNvPr id="118" name="Text Box 358"/>
            <p:cNvSpPr txBox="1">
              <a:spLocks noChangeArrowheads="1"/>
            </p:cNvSpPr>
            <p:nvPr/>
          </p:nvSpPr>
          <p:spPr bwMode="auto">
            <a:xfrm>
              <a:off x="1983" y="370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55</a:t>
              </a:r>
            </a:p>
          </p:txBody>
        </p:sp>
        <p:sp>
          <p:nvSpPr>
            <p:cNvPr id="119" name="Text Box 359"/>
            <p:cNvSpPr txBox="1">
              <a:spLocks noChangeArrowheads="1"/>
            </p:cNvSpPr>
            <p:nvPr/>
          </p:nvSpPr>
          <p:spPr bwMode="auto">
            <a:xfrm>
              <a:off x="2288" y="370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60</a:t>
              </a:r>
            </a:p>
          </p:txBody>
        </p:sp>
        <p:sp>
          <p:nvSpPr>
            <p:cNvPr id="120" name="Text Box 367"/>
            <p:cNvSpPr txBox="1">
              <a:spLocks noChangeArrowheads="1"/>
            </p:cNvSpPr>
            <p:nvPr/>
          </p:nvSpPr>
          <p:spPr bwMode="auto">
            <a:xfrm>
              <a:off x="322" y="3284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10</a:t>
              </a:r>
            </a:p>
          </p:txBody>
        </p:sp>
        <p:sp>
          <p:nvSpPr>
            <p:cNvPr id="121" name="Text Box 368"/>
            <p:cNvSpPr txBox="1">
              <a:spLocks noChangeArrowheads="1"/>
            </p:cNvSpPr>
            <p:nvPr/>
          </p:nvSpPr>
          <p:spPr bwMode="auto">
            <a:xfrm>
              <a:off x="322" y="2978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20</a:t>
              </a:r>
            </a:p>
          </p:txBody>
        </p:sp>
        <p:sp>
          <p:nvSpPr>
            <p:cNvPr id="122" name="Text Box 369"/>
            <p:cNvSpPr txBox="1">
              <a:spLocks noChangeArrowheads="1"/>
            </p:cNvSpPr>
            <p:nvPr/>
          </p:nvSpPr>
          <p:spPr bwMode="auto">
            <a:xfrm>
              <a:off x="322" y="2673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30</a:t>
              </a:r>
            </a:p>
          </p:txBody>
        </p:sp>
        <p:sp>
          <p:nvSpPr>
            <p:cNvPr id="123" name="Text Box 370"/>
            <p:cNvSpPr txBox="1">
              <a:spLocks noChangeArrowheads="1"/>
            </p:cNvSpPr>
            <p:nvPr/>
          </p:nvSpPr>
          <p:spPr bwMode="auto">
            <a:xfrm>
              <a:off x="322" y="2367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40</a:t>
              </a:r>
            </a:p>
          </p:txBody>
        </p:sp>
        <p:sp>
          <p:nvSpPr>
            <p:cNvPr id="124" name="Text Box 371"/>
            <p:cNvSpPr txBox="1">
              <a:spLocks noChangeArrowheads="1"/>
            </p:cNvSpPr>
            <p:nvPr/>
          </p:nvSpPr>
          <p:spPr bwMode="auto">
            <a:xfrm>
              <a:off x="322" y="2062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50</a:t>
              </a:r>
            </a:p>
          </p:txBody>
        </p:sp>
        <p:sp>
          <p:nvSpPr>
            <p:cNvPr id="125" name="Text Box 372"/>
            <p:cNvSpPr txBox="1">
              <a:spLocks noChangeArrowheads="1"/>
            </p:cNvSpPr>
            <p:nvPr/>
          </p:nvSpPr>
          <p:spPr bwMode="auto">
            <a:xfrm>
              <a:off x="322" y="1756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60</a:t>
              </a:r>
            </a:p>
          </p:txBody>
        </p:sp>
        <p:sp>
          <p:nvSpPr>
            <p:cNvPr id="126" name="Text Box 373"/>
            <p:cNvSpPr txBox="1">
              <a:spLocks noChangeArrowheads="1"/>
            </p:cNvSpPr>
            <p:nvPr/>
          </p:nvSpPr>
          <p:spPr bwMode="auto">
            <a:xfrm>
              <a:off x="322" y="1451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70</a:t>
              </a:r>
            </a:p>
          </p:txBody>
        </p:sp>
        <p:sp>
          <p:nvSpPr>
            <p:cNvPr id="127" name="Text Box 374"/>
            <p:cNvSpPr txBox="1">
              <a:spLocks noChangeArrowheads="1"/>
            </p:cNvSpPr>
            <p:nvPr/>
          </p:nvSpPr>
          <p:spPr bwMode="auto">
            <a:xfrm>
              <a:off x="322" y="1145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80</a:t>
              </a:r>
            </a:p>
          </p:txBody>
        </p:sp>
        <p:sp>
          <p:nvSpPr>
            <p:cNvPr id="128" name="Text Box 375"/>
            <p:cNvSpPr txBox="1">
              <a:spLocks noChangeArrowheads="1"/>
            </p:cNvSpPr>
            <p:nvPr/>
          </p:nvSpPr>
          <p:spPr bwMode="auto">
            <a:xfrm>
              <a:off x="322" y="840"/>
              <a:ext cx="24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90</a:t>
              </a:r>
            </a:p>
          </p:txBody>
        </p:sp>
        <p:sp>
          <p:nvSpPr>
            <p:cNvPr id="129" name="Text Box 376"/>
            <p:cNvSpPr txBox="1">
              <a:spLocks noChangeArrowheads="1"/>
            </p:cNvSpPr>
            <p:nvPr/>
          </p:nvSpPr>
          <p:spPr bwMode="auto">
            <a:xfrm>
              <a:off x="251" y="535"/>
              <a:ext cx="31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100</a:t>
              </a:r>
            </a:p>
          </p:txBody>
        </p:sp>
        <p:sp>
          <p:nvSpPr>
            <p:cNvPr id="130" name="Rectangle 386"/>
            <p:cNvSpPr>
              <a:spLocks noChangeArrowheads="1"/>
            </p:cNvSpPr>
            <p:nvPr/>
          </p:nvSpPr>
          <p:spPr bwMode="auto">
            <a:xfrm>
              <a:off x="393" y="358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 smtClean="0"/>
                <a:t>0</a:t>
              </a:r>
            </a:p>
          </p:txBody>
        </p:sp>
        <p:sp>
          <p:nvSpPr>
            <p:cNvPr id="131" name="Line 329"/>
            <p:cNvSpPr>
              <a:spLocks noChangeShapeType="1"/>
            </p:cNvSpPr>
            <p:nvPr/>
          </p:nvSpPr>
          <p:spPr bwMode="auto">
            <a:xfrm>
              <a:off x="536" y="3702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</p:grpSp>
      <p:sp>
        <p:nvSpPr>
          <p:cNvPr id="132" name="Freeform 391"/>
          <p:cNvSpPr>
            <a:spLocks/>
          </p:cNvSpPr>
          <p:nvPr/>
        </p:nvSpPr>
        <p:spPr bwMode="auto">
          <a:xfrm>
            <a:off x="835553" y="936297"/>
            <a:ext cx="2901950" cy="4845050"/>
          </a:xfrm>
          <a:custGeom>
            <a:avLst/>
            <a:gdLst>
              <a:gd name="T0" fmla="*/ 0 w 1828"/>
              <a:gd name="T1" fmla="*/ 3052 h 3052"/>
              <a:gd name="T2" fmla="*/ 308 w 1828"/>
              <a:gd name="T3" fmla="*/ 2772 h 3052"/>
              <a:gd name="T4" fmla="*/ 620 w 1828"/>
              <a:gd name="T5" fmla="*/ 2408 h 3052"/>
              <a:gd name="T6" fmla="*/ 916 w 1828"/>
              <a:gd name="T7" fmla="*/ 1684 h 3052"/>
              <a:gd name="T8" fmla="*/ 1224 w 1828"/>
              <a:gd name="T9" fmla="*/ 824 h 3052"/>
              <a:gd name="T10" fmla="*/ 1532 w 1828"/>
              <a:gd name="T11" fmla="*/ 328 h 3052"/>
              <a:gd name="T12" fmla="*/ 1828 w 1828"/>
              <a:gd name="T13" fmla="*/ 0 h 30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28" h="3052">
                <a:moveTo>
                  <a:pt x="0" y="3052"/>
                </a:moveTo>
                <a:cubicBezTo>
                  <a:pt x="52" y="3005"/>
                  <a:pt x="205" y="2879"/>
                  <a:pt x="308" y="2772"/>
                </a:cubicBezTo>
                <a:cubicBezTo>
                  <a:pt x="411" y="2665"/>
                  <a:pt x="519" y="2589"/>
                  <a:pt x="620" y="2408"/>
                </a:cubicBezTo>
                <a:cubicBezTo>
                  <a:pt x="721" y="2227"/>
                  <a:pt x="815" y="1948"/>
                  <a:pt x="916" y="1684"/>
                </a:cubicBezTo>
                <a:cubicBezTo>
                  <a:pt x="1017" y="1420"/>
                  <a:pt x="1121" y="1050"/>
                  <a:pt x="1224" y="824"/>
                </a:cubicBezTo>
                <a:cubicBezTo>
                  <a:pt x="1327" y="598"/>
                  <a:pt x="1431" y="465"/>
                  <a:pt x="1532" y="328"/>
                </a:cubicBezTo>
                <a:cubicBezTo>
                  <a:pt x="1633" y="191"/>
                  <a:pt x="1767" y="68"/>
                  <a:pt x="1828" y="0"/>
                </a:cubicBezTo>
              </a:path>
            </a:pathLst>
          </a:custGeom>
          <a:noFill/>
          <a:ln w="28575" cmpd="sng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133" name="Oval 392"/>
          <p:cNvSpPr>
            <a:spLocks noChangeArrowheads="1"/>
          </p:cNvSpPr>
          <p:nvPr/>
        </p:nvSpPr>
        <p:spPr bwMode="auto">
          <a:xfrm>
            <a:off x="1294341" y="5301922"/>
            <a:ext cx="73025" cy="7302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134" name="Oval 393"/>
          <p:cNvSpPr>
            <a:spLocks noChangeArrowheads="1"/>
          </p:cNvSpPr>
          <p:nvPr/>
        </p:nvSpPr>
        <p:spPr bwMode="auto">
          <a:xfrm>
            <a:off x="1781703" y="4730422"/>
            <a:ext cx="73025" cy="7302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135" name="Oval 394"/>
          <p:cNvSpPr>
            <a:spLocks noChangeArrowheads="1"/>
          </p:cNvSpPr>
          <p:nvPr/>
        </p:nvSpPr>
        <p:spPr bwMode="auto">
          <a:xfrm>
            <a:off x="2257953" y="3569960"/>
            <a:ext cx="73025" cy="7302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136" name="Oval 395"/>
          <p:cNvSpPr>
            <a:spLocks noChangeArrowheads="1"/>
          </p:cNvSpPr>
          <p:nvPr/>
        </p:nvSpPr>
        <p:spPr bwMode="auto">
          <a:xfrm>
            <a:off x="2738966" y="2212647"/>
            <a:ext cx="73025" cy="7302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137" name="Oval 396"/>
          <p:cNvSpPr>
            <a:spLocks noChangeArrowheads="1"/>
          </p:cNvSpPr>
          <p:nvPr/>
        </p:nvSpPr>
        <p:spPr bwMode="auto">
          <a:xfrm>
            <a:off x="3229503" y="1426835"/>
            <a:ext cx="73025" cy="7302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138" name="Oval 397"/>
          <p:cNvSpPr>
            <a:spLocks noChangeArrowheads="1"/>
          </p:cNvSpPr>
          <p:nvPr/>
        </p:nvSpPr>
        <p:spPr bwMode="auto">
          <a:xfrm>
            <a:off x="3712103" y="895022"/>
            <a:ext cx="73025" cy="7302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139" name="Rectangle 138"/>
          <p:cNvSpPr/>
          <p:nvPr/>
        </p:nvSpPr>
        <p:spPr>
          <a:xfrm>
            <a:off x="7762041" y="3958408"/>
            <a:ext cx="360040" cy="22431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 139"/>
          <p:cNvSpPr/>
          <p:nvPr/>
        </p:nvSpPr>
        <p:spPr>
          <a:xfrm>
            <a:off x="6096156" y="3941739"/>
            <a:ext cx="360040" cy="224313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41" name="Group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7999"/>
              </p:ext>
            </p:extLst>
          </p:nvPr>
        </p:nvGraphicFramePr>
        <p:xfrm>
          <a:off x="4773812" y="3151958"/>
          <a:ext cx="4058648" cy="3078480"/>
        </p:xfrm>
        <a:graphic>
          <a:graphicData uri="http://schemas.openxmlformats.org/drawingml/2006/table">
            <a:tbl>
              <a:tblPr/>
              <a:tblGrid>
                <a:gridCol w="2258448"/>
                <a:gridCol w="1800200"/>
              </a:tblGrid>
              <a:tr h="493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Time in seconds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Cumulative frequency</a:t>
                      </a:r>
                      <a:endParaRPr kumimoji="0" lang="en-GB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 &lt;</a:t>
                      </a:r>
                      <a:r>
                        <a:rPr kumimoji="0" lang="en-GB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t</a:t>
                      </a: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≤ 35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 &lt; </a:t>
                      </a:r>
                      <a:r>
                        <a:rPr kumimoji="0" lang="en-GB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≤ 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 &lt; </a:t>
                      </a:r>
                      <a:r>
                        <a:rPr kumimoji="0" lang="en-GB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≤ 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 &lt; </a:t>
                      </a:r>
                      <a:r>
                        <a:rPr kumimoji="0" lang="en-GB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≤ 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73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 &lt;</a:t>
                      </a:r>
                      <a:r>
                        <a:rPr kumimoji="0" lang="en-GB" alt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t </a:t>
                      </a: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≤ 55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89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 &lt;</a:t>
                      </a:r>
                      <a:r>
                        <a:rPr kumimoji="0" lang="en-GB" alt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t</a:t>
                      </a: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≤ 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71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GRAPH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Median, Quartiles &amp; IQR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across from the cumulative-frequency axis to the curve, then straight down.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= 40: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554480" y="2331720"/>
            <a:ext cx="0" cy="2743200"/>
          </a:xfrm>
          <a:prstGeom prst="line">
            <a:avLst/>
          </a:prstGeom>
          <a:noFill/>
          <a:ln w="16510">
            <a:solidFill>
              <a:srgbClr val="5C6B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54480" y="5074920"/>
            <a:ext cx="4114800" cy="0"/>
          </a:xfrm>
          <a:prstGeom prst="line">
            <a:avLst/>
          </a:prstGeom>
          <a:noFill/>
          <a:ln w="16510">
            <a:solidFill>
              <a:srgbClr val="5C6B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54480" y="5044781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25930" y="5031286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97380" y="5011888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68830" y="4984159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40280" y="4944821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11730" y="4889626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83180" y="4813357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54630" y="4710172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0" y="4574490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97530" y="4402603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68980" y="4194843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40430" y="3957523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11880" y="3703320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83330" y="3449117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4780" y="3211797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26230" y="3004037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97680" y="2832150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69130" y="2696468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40580" y="2593283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12030" y="2517014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83480" y="2461819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54930" y="2422481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26380" y="2394752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97830" y="2375354"/>
            <a:ext cx="171450" cy="0"/>
          </a:xfrm>
          <a:prstGeom prst="line">
            <a:avLst/>
          </a:prstGeom>
          <a:noFill/>
          <a:ln w="33020">
            <a:solidFill>
              <a:srgbClr val="C84F2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54480" y="4389120"/>
            <a:ext cx="1555394" cy="0"/>
          </a:xfrm>
          <a:prstGeom prst="line">
            <a:avLst/>
          </a:prstGeom>
          <a:noFill/>
          <a:ln w="16510">
            <a:solidFill>
              <a:srgbClr val="E0AC2B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3109874" y="4389120"/>
            <a:ext cx="0" cy="685800"/>
          </a:xfrm>
          <a:prstGeom prst="line">
            <a:avLst/>
          </a:prstGeom>
          <a:noFill/>
          <a:ln w="16510">
            <a:solidFill>
              <a:srgbClr val="E0AC2B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2652674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554480" y="3703320"/>
            <a:ext cx="2057400" cy="0"/>
          </a:xfrm>
          <a:prstGeom prst="line">
            <a:avLst/>
          </a:prstGeom>
          <a:noFill/>
          <a:ln w="16510">
            <a:solidFill>
              <a:srgbClr val="E0AC2B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611880" y="3703320"/>
            <a:ext cx="0" cy="1371600"/>
          </a:xfrm>
          <a:prstGeom prst="line">
            <a:avLst/>
          </a:prstGeom>
          <a:noFill/>
          <a:ln w="16510">
            <a:solidFill>
              <a:srgbClr val="E0AC2B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3154680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554480" y="3017520"/>
            <a:ext cx="2559406" cy="0"/>
          </a:xfrm>
          <a:prstGeom prst="line">
            <a:avLst/>
          </a:prstGeom>
          <a:noFill/>
          <a:ln w="16510">
            <a:solidFill>
              <a:srgbClr val="E0AC2B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4113886" y="3017520"/>
            <a:ext cx="0" cy="2057400"/>
          </a:xfrm>
          <a:prstGeom prst="line">
            <a:avLst/>
          </a:prstGeom>
          <a:noFill/>
          <a:ln w="16510">
            <a:solidFill>
              <a:srgbClr val="E0AC2B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3656686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UQ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400800" y="2286000"/>
            <a:ext cx="5230368" cy="3291840"/>
          </a:xfrm>
          <a:prstGeom prst="roundRect">
            <a:avLst>
              <a:gd name="adj" fmla="val 166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766560" y="2523744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across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6720840" y="301752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quartile:  n÷4 = 10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Median:  n÷2 = 20</a:t>
            </a:r>
            <a:endParaRPr lang="en-US" sz="14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quartile:  3n÷4 = 30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= UQ − LQ</a:t>
            </a:r>
            <a:endParaRPr lang="en-US" sz="1450" dirty="0"/>
          </a:p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spread of the middle half of the data.</a:t>
            </a:r>
            <a:endParaRPr lang="en-US" sz="1450" dirty="0"/>
          </a:p>
        </p:txBody>
      </p:sp>
      <p:sp>
        <p:nvSpPr>
          <p:cNvPr id="81" name="Shape 79"/>
          <p:cNvSpPr/>
          <p:nvPr/>
        </p:nvSpPr>
        <p:spPr>
          <a:xfrm>
            <a:off x="566928" y="57150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41248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at n÷2, LQ at n÷4, UQ at 3n÷4;  IQR = UQ − LQ.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question comes with its cumulative-frequency graph — read n÷2, n÷4 and 3n÷4.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freq = running total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at the UPPER boundary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n÷2, LQ n÷4, UQ 3n÷4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= UQ − LQ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kern="0" spc="250" dirty="0">
                <a:solidFill>
                  <a:srgbClr val="C84F2F"/>
                </a:solidFill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>
              <a:solidFill>
                <a:prstClr val="black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700" dirty="0">
              <a:solidFill>
                <a:prstClr val="black"/>
              </a:solidFill>
            </a:endParaRPr>
          </a:p>
        </p:txBody>
      </p:sp>
      <p:sp>
        <p:nvSpPr>
          <p:cNvPr id="43" name="Shape 39"/>
          <p:cNvSpPr/>
          <p:nvPr/>
        </p:nvSpPr>
        <p:spPr>
          <a:xfrm>
            <a:off x="1651576" y="1408176"/>
            <a:ext cx="9120056" cy="4711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Rectangle 43"/>
          <p:cNvSpPr/>
          <p:nvPr/>
        </p:nvSpPr>
        <p:spPr>
          <a:xfrm>
            <a:off x="1651576" y="1295039"/>
            <a:ext cx="9169263" cy="4941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1471292"/>
              </p:ext>
            </p:extLst>
          </p:nvPr>
        </p:nvGraphicFramePr>
        <p:xfrm>
          <a:off x="2011616" y="3770696"/>
          <a:ext cx="2699792" cy="2348879"/>
        </p:xfrm>
        <a:graphic>
          <a:graphicData uri="http://schemas.openxmlformats.org/drawingml/2006/table">
            <a:tbl>
              <a:tblPr/>
              <a:tblGrid>
                <a:gridCol w="1503113"/>
                <a:gridCol w="1196679"/>
              </a:tblGrid>
              <a:tr h="6711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Height</a:t>
                      </a:r>
                      <a:b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100" i="1" dirty="0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cm)</a:t>
                      </a:r>
                      <a:endParaRPr lang="en-GB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100" dirty="0" smtClean="0">
                          <a:latin typeface="Times New Roman"/>
                          <a:ea typeface="Times New Roman"/>
                          <a:cs typeface="Times New Roman"/>
                        </a:rPr>
                        <a:t>Cumulative Frequency</a:t>
                      </a:r>
                      <a:endParaRPr lang="en-GB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170 </a:t>
                      </a:r>
                      <a:r>
                        <a:rPr lang="en-US" sz="1100">
                          <a:latin typeface="Symbol"/>
                          <a:ea typeface="Times New Roman"/>
                          <a:cs typeface="Symbol"/>
                        </a:rPr>
                        <a:t>£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i="1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&lt; 175</a:t>
                      </a:r>
                      <a:endParaRPr lang="en-GB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170 </a:t>
                      </a:r>
                      <a:r>
                        <a:rPr lang="en-US" sz="1100">
                          <a:latin typeface="Symbol"/>
                          <a:ea typeface="Times New Roman"/>
                          <a:cs typeface="Symbol"/>
                        </a:rPr>
                        <a:t>£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i="1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&lt; 180</a:t>
                      </a:r>
                      <a:endParaRPr lang="en-GB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170 </a:t>
                      </a:r>
                      <a:r>
                        <a:rPr lang="en-US" sz="1100">
                          <a:latin typeface="Symbol"/>
                          <a:ea typeface="Times New Roman"/>
                          <a:cs typeface="Symbol"/>
                        </a:rPr>
                        <a:t>£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i="1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&lt; 185</a:t>
                      </a:r>
                      <a:endParaRPr lang="en-GB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170 </a:t>
                      </a:r>
                      <a:r>
                        <a:rPr lang="en-US" sz="1100">
                          <a:latin typeface="Symbol"/>
                          <a:ea typeface="Times New Roman"/>
                          <a:cs typeface="Symbol"/>
                        </a:rPr>
                        <a:t>£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i="1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</a:rPr>
                        <a:t> &lt; 190</a:t>
                      </a:r>
                      <a:endParaRPr lang="en-GB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170 </a:t>
                      </a:r>
                      <a:r>
                        <a:rPr lang="en-US" sz="1100" dirty="0">
                          <a:latin typeface="Symbol"/>
                          <a:ea typeface="Times New Roman"/>
                          <a:cs typeface="Symbol"/>
                        </a:rPr>
                        <a:t>£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i="1" dirty="0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1100" dirty="0">
                          <a:latin typeface="Times New Roman"/>
                          <a:ea typeface="Times New Roman"/>
                          <a:cs typeface="Times New Roman"/>
                        </a:rPr>
                        <a:t> &lt; 195</a:t>
                      </a:r>
                      <a:endParaRPr lang="en-GB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endParaRPr lang="en-US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6" name="Picture 7"/>
          <p:cNvPicPr>
            <a:picLocks noChangeAspect="1" noChangeArrowheads="1"/>
          </p:cNvPicPr>
          <p:nvPr/>
        </p:nvPicPr>
        <p:blipFill rotWithShape="1">
          <a:blip r:embed="rId3" cstate="print"/>
          <a:srcRect b="54084"/>
          <a:stretch/>
        </p:blipFill>
        <p:spPr bwMode="auto">
          <a:xfrm>
            <a:off x="1651576" y="1439054"/>
            <a:ext cx="3563888" cy="2025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3416" y="1410238"/>
            <a:ext cx="6037423" cy="4825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2487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kern="0" spc="250" dirty="0">
                <a:solidFill>
                  <a:srgbClr val="C84F2F"/>
                </a:solidFill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>
              <a:solidFill>
                <a:prstClr val="black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>
              <a:solidFill>
                <a:prstClr val="black"/>
              </a:solidFill>
            </a:endParaRPr>
          </a:p>
        </p:txBody>
      </p:sp>
      <p:sp>
        <p:nvSpPr>
          <p:cNvPr id="43" name="Shape 39"/>
          <p:cNvSpPr/>
          <p:nvPr/>
        </p:nvSpPr>
        <p:spPr>
          <a:xfrm>
            <a:off x="1700784" y="1165253"/>
            <a:ext cx="8841193" cy="546414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4" name="Rectangle 43"/>
          <p:cNvSpPr/>
          <p:nvPr/>
        </p:nvSpPr>
        <p:spPr>
          <a:xfrm>
            <a:off x="2231626" y="1147791"/>
            <a:ext cx="7350198" cy="5535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262"/>
          <p:cNvSpPr>
            <a:spLocks noChangeArrowheads="1"/>
          </p:cNvSpPr>
          <p:nvPr/>
        </p:nvSpPr>
        <p:spPr bwMode="auto">
          <a:xfrm>
            <a:off x="4554211" y="4841905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46" name="Oval 263"/>
          <p:cNvSpPr>
            <a:spLocks noChangeArrowheads="1"/>
          </p:cNvSpPr>
          <p:nvPr/>
        </p:nvSpPr>
        <p:spPr bwMode="auto">
          <a:xfrm>
            <a:off x="5081260" y="4368830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47" name="Oval 264"/>
          <p:cNvSpPr>
            <a:spLocks noChangeArrowheads="1"/>
          </p:cNvSpPr>
          <p:nvPr/>
        </p:nvSpPr>
        <p:spPr bwMode="auto">
          <a:xfrm>
            <a:off x="5608310" y="3117879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48" name="Oval 265"/>
          <p:cNvSpPr>
            <a:spLocks noChangeArrowheads="1"/>
          </p:cNvSpPr>
          <p:nvPr/>
        </p:nvSpPr>
        <p:spPr bwMode="auto">
          <a:xfrm>
            <a:off x="6135360" y="2406679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49" name="Oval 266"/>
          <p:cNvSpPr>
            <a:spLocks noChangeArrowheads="1"/>
          </p:cNvSpPr>
          <p:nvPr/>
        </p:nvSpPr>
        <p:spPr bwMode="auto">
          <a:xfrm>
            <a:off x="6671934" y="1936779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0" name="Oval 267"/>
          <p:cNvSpPr>
            <a:spLocks noChangeArrowheads="1"/>
          </p:cNvSpPr>
          <p:nvPr/>
        </p:nvSpPr>
        <p:spPr bwMode="auto">
          <a:xfrm>
            <a:off x="7189459" y="1673254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1" name="Freeform 268"/>
          <p:cNvSpPr>
            <a:spLocks/>
          </p:cNvSpPr>
          <p:nvPr/>
        </p:nvSpPr>
        <p:spPr bwMode="auto">
          <a:xfrm>
            <a:off x="4068436" y="1727229"/>
            <a:ext cx="3171822" cy="3457576"/>
          </a:xfrm>
          <a:custGeom>
            <a:avLst/>
            <a:gdLst>
              <a:gd name="T0" fmla="*/ 0 w 1998"/>
              <a:gd name="T1" fmla="*/ 2178 h 2178"/>
              <a:gd name="T2" fmla="*/ 336 w 1998"/>
              <a:gd name="T3" fmla="*/ 1998 h 2178"/>
              <a:gd name="T4" fmla="*/ 666 w 1998"/>
              <a:gd name="T5" fmla="*/ 1692 h 2178"/>
              <a:gd name="T6" fmla="*/ 1002 w 1998"/>
              <a:gd name="T7" fmla="*/ 912 h 2178"/>
              <a:gd name="T8" fmla="*/ 1332 w 1998"/>
              <a:gd name="T9" fmla="*/ 462 h 2178"/>
              <a:gd name="T10" fmla="*/ 1668 w 1998"/>
              <a:gd name="T11" fmla="*/ 168 h 2178"/>
              <a:gd name="T12" fmla="*/ 1998 w 1998"/>
              <a:gd name="T13" fmla="*/ 0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98" h="2178">
                <a:moveTo>
                  <a:pt x="0" y="2178"/>
                </a:moveTo>
                <a:cubicBezTo>
                  <a:pt x="112" y="2128"/>
                  <a:pt x="225" y="2079"/>
                  <a:pt x="336" y="1998"/>
                </a:cubicBezTo>
                <a:cubicBezTo>
                  <a:pt x="447" y="1917"/>
                  <a:pt x="555" y="1873"/>
                  <a:pt x="666" y="1692"/>
                </a:cubicBezTo>
                <a:cubicBezTo>
                  <a:pt x="777" y="1511"/>
                  <a:pt x="891" y="1117"/>
                  <a:pt x="1002" y="912"/>
                </a:cubicBezTo>
                <a:cubicBezTo>
                  <a:pt x="1113" y="707"/>
                  <a:pt x="1221" y="586"/>
                  <a:pt x="1332" y="462"/>
                </a:cubicBezTo>
                <a:cubicBezTo>
                  <a:pt x="1443" y="338"/>
                  <a:pt x="1557" y="245"/>
                  <a:pt x="1668" y="168"/>
                </a:cubicBezTo>
                <a:cubicBezTo>
                  <a:pt x="1779" y="91"/>
                  <a:pt x="1929" y="35"/>
                  <a:pt x="1998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2" name="Rectangle 320"/>
          <p:cNvSpPr>
            <a:spLocks noChangeArrowheads="1"/>
          </p:cNvSpPr>
          <p:nvPr/>
        </p:nvSpPr>
        <p:spPr bwMode="auto">
          <a:xfrm>
            <a:off x="4074786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3" name="Rectangle 321"/>
          <p:cNvSpPr>
            <a:spLocks noChangeArrowheads="1"/>
          </p:cNvSpPr>
          <p:nvPr/>
        </p:nvSpPr>
        <p:spPr bwMode="auto">
          <a:xfrm>
            <a:off x="4339899" y="114779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4" name="Rectangle 322"/>
          <p:cNvSpPr>
            <a:spLocks noChangeArrowheads="1"/>
          </p:cNvSpPr>
          <p:nvPr/>
        </p:nvSpPr>
        <p:spPr bwMode="auto">
          <a:xfrm>
            <a:off x="4603423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5" name="Rectangle 323"/>
          <p:cNvSpPr>
            <a:spLocks noChangeArrowheads="1"/>
          </p:cNvSpPr>
          <p:nvPr/>
        </p:nvSpPr>
        <p:spPr bwMode="auto">
          <a:xfrm>
            <a:off x="4868536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6" name="Rectangle 324"/>
          <p:cNvSpPr>
            <a:spLocks noChangeArrowheads="1"/>
          </p:cNvSpPr>
          <p:nvPr/>
        </p:nvSpPr>
        <p:spPr bwMode="auto">
          <a:xfrm>
            <a:off x="5133648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7" name="Rectangle 325"/>
          <p:cNvSpPr>
            <a:spLocks noChangeArrowheads="1"/>
          </p:cNvSpPr>
          <p:nvPr/>
        </p:nvSpPr>
        <p:spPr bwMode="auto">
          <a:xfrm>
            <a:off x="5398760" y="114779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8" name="Rectangle 326"/>
          <p:cNvSpPr>
            <a:spLocks noChangeArrowheads="1"/>
          </p:cNvSpPr>
          <p:nvPr/>
        </p:nvSpPr>
        <p:spPr bwMode="auto">
          <a:xfrm>
            <a:off x="5662285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59" name="Rectangle 327"/>
          <p:cNvSpPr>
            <a:spLocks noChangeArrowheads="1"/>
          </p:cNvSpPr>
          <p:nvPr/>
        </p:nvSpPr>
        <p:spPr bwMode="auto">
          <a:xfrm>
            <a:off x="5927397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0" name="Rectangle 328"/>
          <p:cNvSpPr>
            <a:spLocks noChangeArrowheads="1"/>
          </p:cNvSpPr>
          <p:nvPr/>
        </p:nvSpPr>
        <p:spPr bwMode="auto">
          <a:xfrm>
            <a:off x="6192510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1" name="Rectangle 329"/>
          <p:cNvSpPr>
            <a:spLocks noChangeArrowheads="1"/>
          </p:cNvSpPr>
          <p:nvPr/>
        </p:nvSpPr>
        <p:spPr bwMode="auto">
          <a:xfrm>
            <a:off x="6457622" y="114779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2" name="Rectangle 330"/>
          <p:cNvSpPr>
            <a:spLocks noChangeArrowheads="1"/>
          </p:cNvSpPr>
          <p:nvPr/>
        </p:nvSpPr>
        <p:spPr bwMode="auto">
          <a:xfrm>
            <a:off x="6721147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3" name="Rectangle 331"/>
          <p:cNvSpPr>
            <a:spLocks noChangeArrowheads="1"/>
          </p:cNvSpPr>
          <p:nvPr/>
        </p:nvSpPr>
        <p:spPr bwMode="auto">
          <a:xfrm>
            <a:off x="6986259" y="114779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4" name="Rectangle 332"/>
          <p:cNvSpPr>
            <a:spLocks noChangeArrowheads="1"/>
          </p:cNvSpPr>
          <p:nvPr/>
        </p:nvSpPr>
        <p:spPr bwMode="auto">
          <a:xfrm>
            <a:off x="7251371" y="114779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5" name="Rectangle 333"/>
          <p:cNvSpPr>
            <a:spLocks noChangeArrowheads="1"/>
          </p:cNvSpPr>
          <p:nvPr/>
        </p:nvSpPr>
        <p:spPr bwMode="auto">
          <a:xfrm>
            <a:off x="4074786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6" name="Rectangle 334"/>
          <p:cNvSpPr>
            <a:spLocks noChangeArrowheads="1"/>
          </p:cNvSpPr>
          <p:nvPr/>
        </p:nvSpPr>
        <p:spPr bwMode="auto">
          <a:xfrm>
            <a:off x="4339899" y="1435129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7" name="Rectangle 335"/>
          <p:cNvSpPr>
            <a:spLocks noChangeArrowheads="1"/>
          </p:cNvSpPr>
          <p:nvPr/>
        </p:nvSpPr>
        <p:spPr bwMode="auto">
          <a:xfrm>
            <a:off x="4603423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8" name="Rectangle 336"/>
          <p:cNvSpPr>
            <a:spLocks noChangeArrowheads="1"/>
          </p:cNvSpPr>
          <p:nvPr/>
        </p:nvSpPr>
        <p:spPr bwMode="auto">
          <a:xfrm>
            <a:off x="4868536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69" name="Rectangle 337"/>
          <p:cNvSpPr>
            <a:spLocks noChangeArrowheads="1"/>
          </p:cNvSpPr>
          <p:nvPr/>
        </p:nvSpPr>
        <p:spPr bwMode="auto">
          <a:xfrm>
            <a:off x="5133648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0" name="Rectangle 338"/>
          <p:cNvSpPr>
            <a:spLocks noChangeArrowheads="1"/>
          </p:cNvSpPr>
          <p:nvPr/>
        </p:nvSpPr>
        <p:spPr bwMode="auto">
          <a:xfrm>
            <a:off x="5398760" y="1435129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1" name="Rectangle 339"/>
          <p:cNvSpPr>
            <a:spLocks noChangeArrowheads="1"/>
          </p:cNvSpPr>
          <p:nvPr/>
        </p:nvSpPr>
        <p:spPr bwMode="auto">
          <a:xfrm>
            <a:off x="5662285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2" name="Rectangle 340"/>
          <p:cNvSpPr>
            <a:spLocks noChangeArrowheads="1"/>
          </p:cNvSpPr>
          <p:nvPr/>
        </p:nvSpPr>
        <p:spPr bwMode="auto">
          <a:xfrm>
            <a:off x="5927397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3" name="Rectangle 341"/>
          <p:cNvSpPr>
            <a:spLocks noChangeArrowheads="1"/>
          </p:cNvSpPr>
          <p:nvPr/>
        </p:nvSpPr>
        <p:spPr bwMode="auto">
          <a:xfrm>
            <a:off x="6192510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4" name="Rectangle 342"/>
          <p:cNvSpPr>
            <a:spLocks noChangeArrowheads="1"/>
          </p:cNvSpPr>
          <p:nvPr/>
        </p:nvSpPr>
        <p:spPr bwMode="auto">
          <a:xfrm>
            <a:off x="6457622" y="1435129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5" name="Rectangle 343"/>
          <p:cNvSpPr>
            <a:spLocks noChangeArrowheads="1"/>
          </p:cNvSpPr>
          <p:nvPr/>
        </p:nvSpPr>
        <p:spPr bwMode="auto">
          <a:xfrm>
            <a:off x="6721147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6" name="Rectangle 344"/>
          <p:cNvSpPr>
            <a:spLocks noChangeArrowheads="1"/>
          </p:cNvSpPr>
          <p:nvPr/>
        </p:nvSpPr>
        <p:spPr bwMode="auto">
          <a:xfrm>
            <a:off x="6986259" y="1435129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7" name="Rectangle 345"/>
          <p:cNvSpPr>
            <a:spLocks noChangeArrowheads="1"/>
          </p:cNvSpPr>
          <p:nvPr/>
        </p:nvSpPr>
        <p:spPr bwMode="auto">
          <a:xfrm>
            <a:off x="7251371" y="1435129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8" name="Rectangle 346"/>
          <p:cNvSpPr>
            <a:spLocks noChangeArrowheads="1"/>
          </p:cNvSpPr>
          <p:nvPr/>
        </p:nvSpPr>
        <p:spPr bwMode="auto">
          <a:xfrm>
            <a:off x="4074786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79" name="Rectangle 347"/>
          <p:cNvSpPr>
            <a:spLocks noChangeArrowheads="1"/>
          </p:cNvSpPr>
          <p:nvPr/>
        </p:nvSpPr>
        <p:spPr bwMode="auto">
          <a:xfrm>
            <a:off x="4339899" y="1724054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0" name="Rectangle 348"/>
          <p:cNvSpPr>
            <a:spLocks noChangeArrowheads="1"/>
          </p:cNvSpPr>
          <p:nvPr/>
        </p:nvSpPr>
        <p:spPr bwMode="auto">
          <a:xfrm>
            <a:off x="4603423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1" name="Rectangle 349"/>
          <p:cNvSpPr>
            <a:spLocks noChangeArrowheads="1"/>
          </p:cNvSpPr>
          <p:nvPr/>
        </p:nvSpPr>
        <p:spPr bwMode="auto">
          <a:xfrm>
            <a:off x="4868536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2" name="Rectangle 350"/>
          <p:cNvSpPr>
            <a:spLocks noChangeArrowheads="1"/>
          </p:cNvSpPr>
          <p:nvPr/>
        </p:nvSpPr>
        <p:spPr bwMode="auto">
          <a:xfrm>
            <a:off x="5133648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3" name="Rectangle 351"/>
          <p:cNvSpPr>
            <a:spLocks noChangeArrowheads="1"/>
          </p:cNvSpPr>
          <p:nvPr/>
        </p:nvSpPr>
        <p:spPr bwMode="auto">
          <a:xfrm>
            <a:off x="5398760" y="1724054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4" name="Rectangle 352"/>
          <p:cNvSpPr>
            <a:spLocks noChangeArrowheads="1"/>
          </p:cNvSpPr>
          <p:nvPr/>
        </p:nvSpPr>
        <p:spPr bwMode="auto">
          <a:xfrm>
            <a:off x="5662285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5" name="Rectangle 353"/>
          <p:cNvSpPr>
            <a:spLocks noChangeArrowheads="1"/>
          </p:cNvSpPr>
          <p:nvPr/>
        </p:nvSpPr>
        <p:spPr bwMode="auto">
          <a:xfrm>
            <a:off x="5927397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6" name="Rectangle 354"/>
          <p:cNvSpPr>
            <a:spLocks noChangeArrowheads="1"/>
          </p:cNvSpPr>
          <p:nvPr/>
        </p:nvSpPr>
        <p:spPr bwMode="auto">
          <a:xfrm>
            <a:off x="6192510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7" name="Rectangle 355"/>
          <p:cNvSpPr>
            <a:spLocks noChangeArrowheads="1"/>
          </p:cNvSpPr>
          <p:nvPr/>
        </p:nvSpPr>
        <p:spPr bwMode="auto">
          <a:xfrm>
            <a:off x="6457622" y="1724054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8" name="Rectangle 356"/>
          <p:cNvSpPr>
            <a:spLocks noChangeArrowheads="1"/>
          </p:cNvSpPr>
          <p:nvPr/>
        </p:nvSpPr>
        <p:spPr bwMode="auto">
          <a:xfrm>
            <a:off x="6721147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89" name="Rectangle 357"/>
          <p:cNvSpPr>
            <a:spLocks noChangeArrowheads="1"/>
          </p:cNvSpPr>
          <p:nvPr/>
        </p:nvSpPr>
        <p:spPr bwMode="auto">
          <a:xfrm>
            <a:off x="6986259" y="1724054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0" name="Rectangle 358"/>
          <p:cNvSpPr>
            <a:spLocks noChangeArrowheads="1"/>
          </p:cNvSpPr>
          <p:nvPr/>
        </p:nvSpPr>
        <p:spPr bwMode="auto">
          <a:xfrm>
            <a:off x="7251371" y="1724054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1" name="Rectangle 359"/>
          <p:cNvSpPr>
            <a:spLocks noChangeArrowheads="1"/>
          </p:cNvSpPr>
          <p:nvPr/>
        </p:nvSpPr>
        <p:spPr bwMode="auto">
          <a:xfrm>
            <a:off x="4074786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2" name="Rectangle 360"/>
          <p:cNvSpPr>
            <a:spLocks noChangeArrowheads="1"/>
          </p:cNvSpPr>
          <p:nvPr/>
        </p:nvSpPr>
        <p:spPr bwMode="auto">
          <a:xfrm>
            <a:off x="4339899" y="201139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3" name="Rectangle 361"/>
          <p:cNvSpPr>
            <a:spLocks noChangeArrowheads="1"/>
          </p:cNvSpPr>
          <p:nvPr/>
        </p:nvSpPr>
        <p:spPr bwMode="auto">
          <a:xfrm>
            <a:off x="4603423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4" name="Rectangle 362"/>
          <p:cNvSpPr>
            <a:spLocks noChangeArrowheads="1"/>
          </p:cNvSpPr>
          <p:nvPr/>
        </p:nvSpPr>
        <p:spPr bwMode="auto">
          <a:xfrm>
            <a:off x="4868536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5" name="Rectangle 363"/>
          <p:cNvSpPr>
            <a:spLocks noChangeArrowheads="1"/>
          </p:cNvSpPr>
          <p:nvPr/>
        </p:nvSpPr>
        <p:spPr bwMode="auto">
          <a:xfrm>
            <a:off x="5133648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6" name="Rectangle 364"/>
          <p:cNvSpPr>
            <a:spLocks noChangeArrowheads="1"/>
          </p:cNvSpPr>
          <p:nvPr/>
        </p:nvSpPr>
        <p:spPr bwMode="auto">
          <a:xfrm>
            <a:off x="5398760" y="201139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7" name="Rectangle 365"/>
          <p:cNvSpPr>
            <a:spLocks noChangeArrowheads="1"/>
          </p:cNvSpPr>
          <p:nvPr/>
        </p:nvSpPr>
        <p:spPr bwMode="auto">
          <a:xfrm>
            <a:off x="5662285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8" name="Rectangle 366"/>
          <p:cNvSpPr>
            <a:spLocks noChangeArrowheads="1"/>
          </p:cNvSpPr>
          <p:nvPr/>
        </p:nvSpPr>
        <p:spPr bwMode="auto">
          <a:xfrm>
            <a:off x="5927397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99" name="Rectangle 367"/>
          <p:cNvSpPr>
            <a:spLocks noChangeArrowheads="1"/>
          </p:cNvSpPr>
          <p:nvPr/>
        </p:nvSpPr>
        <p:spPr bwMode="auto">
          <a:xfrm>
            <a:off x="6192510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0" name="Rectangle 368"/>
          <p:cNvSpPr>
            <a:spLocks noChangeArrowheads="1"/>
          </p:cNvSpPr>
          <p:nvPr/>
        </p:nvSpPr>
        <p:spPr bwMode="auto">
          <a:xfrm>
            <a:off x="6457622" y="201139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1" name="Rectangle 369"/>
          <p:cNvSpPr>
            <a:spLocks noChangeArrowheads="1"/>
          </p:cNvSpPr>
          <p:nvPr/>
        </p:nvSpPr>
        <p:spPr bwMode="auto">
          <a:xfrm>
            <a:off x="6721147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2" name="Rectangle 370"/>
          <p:cNvSpPr>
            <a:spLocks noChangeArrowheads="1"/>
          </p:cNvSpPr>
          <p:nvPr/>
        </p:nvSpPr>
        <p:spPr bwMode="auto">
          <a:xfrm>
            <a:off x="6986259" y="201139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3" name="Rectangle 371"/>
          <p:cNvSpPr>
            <a:spLocks noChangeArrowheads="1"/>
          </p:cNvSpPr>
          <p:nvPr/>
        </p:nvSpPr>
        <p:spPr bwMode="auto">
          <a:xfrm>
            <a:off x="7251371" y="201139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4" name="Rectangle 372"/>
          <p:cNvSpPr>
            <a:spLocks noChangeArrowheads="1"/>
          </p:cNvSpPr>
          <p:nvPr/>
        </p:nvSpPr>
        <p:spPr bwMode="auto">
          <a:xfrm>
            <a:off x="4074786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5" name="Rectangle 373"/>
          <p:cNvSpPr>
            <a:spLocks noChangeArrowheads="1"/>
          </p:cNvSpPr>
          <p:nvPr/>
        </p:nvSpPr>
        <p:spPr bwMode="auto">
          <a:xfrm>
            <a:off x="4339899" y="230031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6" name="Rectangle 374"/>
          <p:cNvSpPr>
            <a:spLocks noChangeArrowheads="1"/>
          </p:cNvSpPr>
          <p:nvPr/>
        </p:nvSpPr>
        <p:spPr bwMode="auto">
          <a:xfrm>
            <a:off x="4603423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7" name="Rectangle 375"/>
          <p:cNvSpPr>
            <a:spLocks noChangeArrowheads="1"/>
          </p:cNvSpPr>
          <p:nvPr/>
        </p:nvSpPr>
        <p:spPr bwMode="auto">
          <a:xfrm>
            <a:off x="4868536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8" name="Rectangle 376"/>
          <p:cNvSpPr>
            <a:spLocks noChangeArrowheads="1"/>
          </p:cNvSpPr>
          <p:nvPr/>
        </p:nvSpPr>
        <p:spPr bwMode="auto">
          <a:xfrm>
            <a:off x="5133648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09" name="Rectangle 377"/>
          <p:cNvSpPr>
            <a:spLocks noChangeArrowheads="1"/>
          </p:cNvSpPr>
          <p:nvPr/>
        </p:nvSpPr>
        <p:spPr bwMode="auto">
          <a:xfrm>
            <a:off x="5398760" y="230031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0" name="Rectangle 378"/>
          <p:cNvSpPr>
            <a:spLocks noChangeArrowheads="1"/>
          </p:cNvSpPr>
          <p:nvPr/>
        </p:nvSpPr>
        <p:spPr bwMode="auto">
          <a:xfrm>
            <a:off x="5662285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1" name="Rectangle 379"/>
          <p:cNvSpPr>
            <a:spLocks noChangeArrowheads="1"/>
          </p:cNvSpPr>
          <p:nvPr/>
        </p:nvSpPr>
        <p:spPr bwMode="auto">
          <a:xfrm>
            <a:off x="5927397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2" name="Rectangle 380"/>
          <p:cNvSpPr>
            <a:spLocks noChangeArrowheads="1"/>
          </p:cNvSpPr>
          <p:nvPr/>
        </p:nvSpPr>
        <p:spPr bwMode="auto">
          <a:xfrm>
            <a:off x="6192510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3" name="Rectangle 381"/>
          <p:cNvSpPr>
            <a:spLocks noChangeArrowheads="1"/>
          </p:cNvSpPr>
          <p:nvPr/>
        </p:nvSpPr>
        <p:spPr bwMode="auto">
          <a:xfrm>
            <a:off x="6457622" y="230031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4" name="Rectangle 382"/>
          <p:cNvSpPr>
            <a:spLocks noChangeArrowheads="1"/>
          </p:cNvSpPr>
          <p:nvPr/>
        </p:nvSpPr>
        <p:spPr bwMode="auto">
          <a:xfrm>
            <a:off x="6721147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5" name="Rectangle 383"/>
          <p:cNvSpPr>
            <a:spLocks noChangeArrowheads="1"/>
          </p:cNvSpPr>
          <p:nvPr/>
        </p:nvSpPr>
        <p:spPr bwMode="auto">
          <a:xfrm>
            <a:off x="6986259" y="230031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6" name="Rectangle 384"/>
          <p:cNvSpPr>
            <a:spLocks noChangeArrowheads="1"/>
          </p:cNvSpPr>
          <p:nvPr/>
        </p:nvSpPr>
        <p:spPr bwMode="auto">
          <a:xfrm>
            <a:off x="7251371" y="230031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7" name="Rectangle 385"/>
          <p:cNvSpPr>
            <a:spLocks noChangeArrowheads="1"/>
          </p:cNvSpPr>
          <p:nvPr/>
        </p:nvSpPr>
        <p:spPr bwMode="auto">
          <a:xfrm>
            <a:off x="4074786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8" name="Rectangle 386"/>
          <p:cNvSpPr>
            <a:spLocks noChangeArrowheads="1"/>
          </p:cNvSpPr>
          <p:nvPr/>
        </p:nvSpPr>
        <p:spPr bwMode="auto">
          <a:xfrm>
            <a:off x="4339899" y="2587654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19" name="Rectangle 387"/>
          <p:cNvSpPr>
            <a:spLocks noChangeArrowheads="1"/>
          </p:cNvSpPr>
          <p:nvPr/>
        </p:nvSpPr>
        <p:spPr bwMode="auto">
          <a:xfrm>
            <a:off x="4603423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0" name="Rectangle 388"/>
          <p:cNvSpPr>
            <a:spLocks noChangeArrowheads="1"/>
          </p:cNvSpPr>
          <p:nvPr/>
        </p:nvSpPr>
        <p:spPr bwMode="auto">
          <a:xfrm>
            <a:off x="4868536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1" name="Rectangle 389"/>
          <p:cNvSpPr>
            <a:spLocks noChangeArrowheads="1"/>
          </p:cNvSpPr>
          <p:nvPr/>
        </p:nvSpPr>
        <p:spPr bwMode="auto">
          <a:xfrm>
            <a:off x="5133648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2" name="Rectangle 390"/>
          <p:cNvSpPr>
            <a:spLocks noChangeArrowheads="1"/>
          </p:cNvSpPr>
          <p:nvPr/>
        </p:nvSpPr>
        <p:spPr bwMode="auto">
          <a:xfrm>
            <a:off x="5398760" y="2587654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3" name="Rectangle 391"/>
          <p:cNvSpPr>
            <a:spLocks noChangeArrowheads="1"/>
          </p:cNvSpPr>
          <p:nvPr/>
        </p:nvSpPr>
        <p:spPr bwMode="auto">
          <a:xfrm>
            <a:off x="5662285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4" name="Rectangle 392"/>
          <p:cNvSpPr>
            <a:spLocks noChangeArrowheads="1"/>
          </p:cNvSpPr>
          <p:nvPr/>
        </p:nvSpPr>
        <p:spPr bwMode="auto">
          <a:xfrm>
            <a:off x="5927397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5" name="Rectangle 393"/>
          <p:cNvSpPr>
            <a:spLocks noChangeArrowheads="1"/>
          </p:cNvSpPr>
          <p:nvPr/>
        </p:nvSpPr>
        <p:spPr bwMode="auto">
          <a:xfrm>
            <a:off x="6192510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6" name="Rectangle 394"/>
          <p:cNvSpPr>
            <a:spLocks noChangeArrowheads="1"/>
          </p:cNvSpPr>
          <p:nvPr/>
        </p:nvSpPr>
        <p:spPr bwMode="auto">
          <a:xfrm>
            <a:off x="6457622" y="2587654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7" name="Rectangle 395"/>
          <p:cNvSpPr>
            <a:spLocks noChangeArrowheads="1"/>
          </p:cNvSpPr>
          <p:nvPr/>
        </p:nvSpPr>
        <p:spPr bwMode="auto">
          <a:xfrm>
            <a:off x="6721147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8" name="Rectangle 396"/>
          <p:cNvSpPr>
            <a:spLocks noChangeArrowheads="1"/>
          </p:cNvSpPr>
          <p:nvPr/>
        </p:nvSpPr>
        <p:spPr bwMode="auto">
          <a:xfrm>
            <a:off x="6986259" y="2587654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29" name="Rectangle 397"/>
          <p:cNvSpPr>
            <a:spLocks noChangeArrowheads="1"/>
          </p:cNvSpPr>
          <p:nvPr/>
        </p:nvSpPr>
        <p:spPr bwMode="auto">
          <a:xfrm>
            <a:off x="7251371" y="2587654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0" name="Rectangle 398"/>
          <p:cNvSpPr>
            <a:spLocks noChangeArrowheads="1"/>
          </p:cNvSpPr>
          <p:nvPr/>
        </p:nvSpPr>
        <p:spPr bwMode="auto">
          <a:xfrm>
            <a:off x="4074786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1" name="Rectangle 399"/>
          <p:cNvSpPr>
            <a:spLocks noChangeArrowheads="1"/>
          </p:cNvSpPr>
          <p:nvPr/>
        </p:nvSpPr>
        <p:spPr bwMode="auto">
          <a:xfrm>
            <a:off x="4339899" y="2876579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2" name="Rectangle 400"/>
          <p:cNvSpPr>
            <a:spLocks noChangeArrowheads="1"/>
          </p:cNvSpPr>
          <p:nvPr/>
        </p:nvSpPr>
        <p:spPr bwMode="auto">
          <a:xfrm>
            <a:off x="4603423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3" name="Rectangle 401"/>
          <p:cNvSpPr>
            <a:spLocks noChangeArrowheads="1"/>
          </p:cNvSpPr>
          <p:nvPr/>
        </p:nvSpPr>
        <p:spPr bwMode="auto">
          <a:xfrm>
            <a:off x="4868536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4" name="Rectangle 402"/>
          <p:cNvSpPr>
            <a:spLocks noChangeArrowheads="1"/>
          </p:cNvSpPr>
          <p:nvPr/>
        </p:nvSpPr>
        <p:spPr bwMode="auto">
          <a:xfrm>
            <a:off x="5133648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5" name="Rectangle 403"/>
          <p:cNvSpPr>
            <a:spLocks noChangeArrowheads="1"/>
          </p:cNvSpPr>
          <p:nvPr/>
        </p:nvSpPr>
        <p:spPr bwMode="auto">
          <a:xfrm>
            <a:off x="5398760" y="2876579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6" name="Rectangle 404"/>
          <p:cNvSpPr>
            <a:spLocks noChangeArrowheads="1"/>
          </p:cNvSpPr>
          <p:nvPr/>
        </p:nvSpPr>
        <p:spPr bwMode="auto">
          <a:xfrm>
            <a:off x="5662285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7" name="Rectangle 405"/>
          <p:cNvSpPr>
            <a:spLocks noChangeArrowheads="1"/>
          </p:cNvSpPr>
          <p:nvPr/>
        </p:nvSpPr>
        <p:spPr bwMode="auto">
          <a:xfrm>
            <a:off x="5927397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8" name="Rectangle 406"/>
          <p:cNvSpPr>
            <a:spLocks noChangeArrowheads="1"/>
          </p:cNvSpPr>
          <p:nvPr/>
        </p:nvSpPr>
        <p:spPr bwMode="auto">
          <a:xfrm>
            <a:off x="6192510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39" name="Rectangle 407"/>
          <p:cNvSpPr>
            <a:spLocks noChangeArrowheads="1"/>
          </p:cNvSpPr>
          <p:nvPr/>
        </p:nvSpPr>
        <p:spPr bwMode="auto">
          <a:xfrm>
            <a:off x="6457622" y="2876579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0" name="Rectangle 408"/>
          <p:cNvSpPr>
            <a:spLocks noChangeArrowheads="1"/>
          </p:cNvSpPr>
          <p:nvPr/>
        </p:nvSpPr>
        <p:spPr bwMode="auto">
          <a:xfrm>
            <a:off x="6721147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1" name="Rectangle 409"/>
          <p:cNvSpPr>
            <a:spLocks noChangeArrowheads="1"/>
          </p:cNvSpPr>
          <p:nvPr/>
        </p:nvSpPr>
        <p:spPr bwMode="auto">
          <a:xfrm>
            <a:off x="6986259" y="2876579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2" name="Rectangle 410"/>
          <p:cNvSpPr>
            <a:spLocks noChangeArrowheads="1"/>
          </p:cNvSpPr>
          <p:nvPr/>
        </p:nvSpPr>
        <p:spPr bwMode="auto">
          <a:xfrm>
            <a:off x="7251371" y="2876579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3" name="Rectangle 411"/>
          <p:cNvSpPr>
            <a:spLocks noChangeArrowheads="1"/>
          </p:cNvSpPr>
          <p:nvPr/>
        </p:nvSpPr>
        <p:spPr bwMode="auto">
          <a:xfrm>
            <a:off x="4074786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4" name="Rectangle 412"/>
          <p:cNvSpPr>
            <a:spLocks noChangeArrowheads="1"/>
          </p:cNvSpPr>
          <p:nvPr/>
        </p:nvSpPr>
        <p:spPr bwMode="auto">
          <a:xfrm>
            <a:off x="4339899" y="3163917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5" name="Rectangle 413"/>
          <p:cNvSpPr>
            <a:spLocks noChangeArrowheads="1"/>
          </p:cNvSpPr>
          <p:nvPr/>
        </p:nvSpPr>
        <p:spPr bwMode="auto">
          <a:xfrm>
            <a:off x="4603423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6" name="Rectangle 414"/>
          <p:cNvSpPr>
            <a:spLocks noChangeArrowheads="1"/>
          </p:cNvSpPr>
          <p:nvPr/>
        </p:nvSpPr>
        <p:spPr bwMode="auto">
          <a:xfrm>
            <a:off x="4868536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7" name="Rectangle 415"/>
          <p:cNvSpPr>
            <a:spLocks noChangeArrowheads="1"/>
          </p:cNvSpPr>
          <p:nvPr/>
        </p:nvSpPr>
        <p:spPr bwMode="auto">
          <a:xfrm>
            <a:off x="5133648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8" name="Rectangle 416"/>
          <p:cNvSpPr>
            <a:spLocks noChangeArrowheads="1"/>
          </p:cNvSpPr>
          <p:nvPr/>
        </p:nvSpPr>
        <p:spPr bwMode="auto">
          <a:xfrm>
            <a:off x="5398760" y="3163917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49" name="Rectangle 417"/>
          <p:cNvSpPr>
            <a:spLocks noChangeArrowheads="1"/>
          </p:cNvSpPr>
          <p:nvPr/>
        </p:nvSpPr>
        <p:spPr bwMode="auto">
          <a:xfrm>
            <a:off x="5662285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0" name="Rectangle 418"/>
          <p:cNvSpPr>
            <a:spLocks noChangeArrowheads="1"/>
          </p:cNvSpPr>
          <p:nvPr/>
        </p:nvSpPr>
        <p:spPr bwMode="auto">
          <a:xfrm>
            <a:off x="5927397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1" name="Rectangle 419"/>
          <p:cNvSpPr>
            <a:spLocks noChangeArrowheads="1"/>
          </p:cNvSpPr>
          <p:nvPr/>
        </p:nvSpPr>
        <p:spPr bwMode="auto">
          <a:xfrm>
            <a:off x="6192510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2" name="Rectangle 420"/>
          <p:cNvSpPr>
            <a:spLocks noChangeArrowheads="1"/>
          </p:cNvSpPr>
          <p:nvPr/>
        </p:nvSpPr>
        <p:spPr bwMode="auto">
          <a:xfrm>
            <a:off x="6457622" y="3163917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3" name="Rectangle 421"/>
          <p:cNvSpPr>
            <a:spLocks noChangeArrowheads="1"/>
          </p:cNvSpPr>
          <p:nvPr/>
        </p:nvSpPr>
        <p:spPr bwMode="auto">
          <a:xfrm>
            <a:off x="6721147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4" name="Rectangle 422"/>
          <p:cNvSpPr>
            <a:spLocks noChangeArrowheads="1"/>
          </p:cNvSpPr>
          <p:nvPr/>
        </p:nvSpPr>
        <p:spPr bwMode="auto">
          <a:xfrm>
            <a:off x="6986259" y="3163917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5" name="Rectangle 423"/>
          <p:cNvSpPr>
            <a:spLocks noChangeArrowheads="1"/>
          </p:cNvSpPr>
          <p:nvPr/>
        </p:nvSpPr>
        <p:spPr bwMode="auto">
          <a:xfrm>
            <a:off x="7251371" y="3163917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6" name="Rectangle 424"/>
          <p:cNvSpPr>
            <a:spLocks noChangeArrowheads="1"/>
          </p:cNvSpPr>
          <p:nvPr/>
        </p:nvSpPr>
        <p:spPr bwMode="auto">
          <a:xfrm>
            <a:off x="4074786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7" name="Rectangle 425"/>
          <p:cNvSpPr>
            <a:spLocks noChangeArrowheads="1"/>
          </p:cNvSpPr>
          <p:nvPr/>
        </p:nvSpPr>
        <p:spPr bwMode="auto">
          <a:xfrm>
            <a:off x="4339899" y="345284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8" name="Rectangle 426"/>
          <p:cNvSpPr>
            <a:spLocks noChangeArrowheads="1"/>
          </p:cNvSpPr>
          <p:nvPr/>
        </p:nvSpPr>
        <p:spPr bwMode="auto">
          <a:xfrm>
            <a:off x="4603423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59" name="Rectangle 427"/>
          <p:cNvSpPr>
            <a:spLocks noChangeArrowheads="1"/>
          </p:cNvSpPr>
          <p:nvPr/>
        </p:nvSpPr>
        <p:spPr bwMode="auto">
          <a:xfrm>
            <a:off x="4868536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0" name="Rectangle 428"/>
          <p:cNvSpPr>
            <a:spLocks noChangeArrowheads="1"/>
          </p:cNvSpPr>
          <p:nvPr/>
        </p:nvSpPr>
        <p:spPr bwMode="auto">
          <a:xfrm>
            <a:off x="5133648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1" name="Rectangle 429"/>
          <p:cNvSpPr>
            <a:spLocks noChangeArrowheads="1"/>
          </p:cNvSpPr>
          <p:nvPr/>
        </p:nvSpPr>
        <p:spPr bwMode="auto">
          <a:xfrm>
            <a:off x="5398760" y="345284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2" name="Rectangle 430"/>
          <p:cNvSpPr>
            <a:spLocks noChangeArrowheads="1"/>
          </p:cNvSpPr>
          <p:nvPr/>
        </p:nvSpPr>
        <p:spPr bwMode="auto">
          <a:xfrm>
            <a:off x="5662285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3" name="Rectangle 431"/>
          <p:cNvSpPr>
            <a:spLocks noChangeArrowheads="1"/>
          </p:cNvSpPr>
          <p:nvPr/>
        </p:nvSpPr>
        <p:spPr bwMode="auto">
          <a:xfrm>
            <a:off x="5927397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4" name="Rectangle 432"/>
          <p:cNvSpPr>
            <a:spLocks noChangeArrowheads="1"/>
          </p:cNvSpPr>
          <p:nvPr/>
        </p:nvSpPr>
        <p:spPr bwMode="auto">
          <a:xfrm>
            <a:off x="6192510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5" name="Rectangle 433"/>
          <p:cNvSpPr>
            <a:spLocks noChangeArrowheads="1"/>
          </p:cNvSpPr>
          <p:nvPr/>
        </p:nvSpPr>
        <p:spPr bwMode="auto">
          <a:xfrm>
            <a:off x="6457622" y="345284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6" name="Rectangle 434"/>
          <p:cNvSpPr>
            <a:spLocks noChangeArrowheads="1"/>
          </p:cNvSpPr>
          <p:nvPr/>
        </p:nvSpPr>
        <p:spPr bwMode="auto">
          <a:xfrm>
            <a:off x="6721147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7" name="Rectangle 435"/>
          <p:cNvSpPr>
            <a:spLocks noChangeArrowheads="1"/>
          </p:cNvSpPr>
          <p:nvPr/>
        </p:nvSpPr>
        <p:spPr bwMode="auto">
          <a:xfrm>
            <a:off x="6986259" y="3452842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8" name="Rectangle 436"/>
          <p:cNvSpPr>
            <a:spLocks noChangeArrowheads="1"/>
          </p:cNvSpPr>
          <p:nvPr/>
        </p:nvSpPr>
        <p:spPr bwMode="auto">
          <a:xfrm>
            <a:off x="7251371" y="345284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69" name="Rectangle 437"/>
          <p:cNvSpPr>
            <a:spLocks noChangeArrowheads="1"/>
          </p:cNvSpPr>
          <p:nvPr/>
        </p:nvSpPr>
        <p:spPr bwMode="auto">
          <a:xfrm>
            <a:off x="4074786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0" name="Rectangle 438"/>
          <p:cNvSpPr>
            <a:spLocks noChangeArrowheads="1"/>
          </p:cNvSpPr>
          <p:nvPr/>
        </p:nvSpPr>
        <p:spPr bwMode="auto">
          <a:xfrm>
            <a:off x="4339899" y="3740180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1" name="Rectangle 439"/>
          <p:cNvSpPr>
            <a:spLocks noChangeArrowheads="1"/>
          </p:cNvSpPr>
          <p:nvPr/>
        </p:nvSpPr>
        <p:spPr bwMode="auto">
          <a:xfrm>
            <a:off x="4603423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2" name="Rectangle 440"/>
          <p:cNvSpPr>
            <a:spLocks noChangeArrowheads="1"/>
          </p:cNvSpPr>
          <p:nvPr/>
        </p:nvSpPr>
        <p:spPr bwMode="auto">
          <a:xfrm>
            <a:off x="4868536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3" name="Rectangle 441"/>
          <p:cNvSpPr>
            <a:spLocks noChangeArrowheads="1"/>
          </p:cNvSpPr>
          <p:nvPr/>
        </p:nvSpPr>
        <p:spPr bwMode="auto">
          <a:xfrm>
            <a:off x="5133648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4" name="Rectangle 442"/>
          <p:cNvSpPr>
            <a:spLocks noChangeArrowheads="1"/>
          </p:cNvSpPr>
          <p:nvPr/>
        </p:nvSpPr>
        <p:spPr bwMode="auto">
          <a:xfrm>
            <a:off x="5398760" y="3740180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5" name="Rectangle 443"/>
          <p:cNvSpPr>
            <a:spLocks noChangeArrowheads="1"/>
          </p:cNvSpPr>
          <p:nvPr/>
        </p:nvSpPr>
        <p:spPr bwMode="auto">
          <a:xfrm>
            <a:off x="5662285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6" name="Rectangle 444"/>
          <p:cNvSpPr>
            <a:spLocks noChangeArrowheads="1"/>
          </p:cNvSpPr>
          <p:nvPr/>
        </p:nvSpPr>
        <p:spPr bwMode="auto">
          <a:xfrm>
            <a:off x="5927397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7" name="Rectangle 445"/>
          <p:cNvSpPr>
            <a:spLocks noChangeArrowheads="1"/>
          </p:cNvSpPr>
          <p:nvPr/>
        </p:nvSpPr>
        <p:spPr bwMode="auto">
          <a:xfrm>
            <a:off x="6192510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8" name="Rectangle 446"/>
          <p:cNvSpPr>
            <a:spLocks noChangeArrowheads="1"/>
          </p:cNvSpPr>
          <p:nvPr/>
        </p:nvSpPr>
        <p:spPr bwMode="auto">
          <a:xfrm>
            <a:off x="6457622" y="3740180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79" name="Rectangle 447"/>
          <p:cNvSpPr>
            <a:spLocks noChangeArrowheads="1"/>
          </p:cNvSpPr>
          <p:nvPr/>
        </p:nvSpPr>
        <p:spPr bwMode="auto">
          <a:xfrm>
            <a:off x="6721147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0" name="Rectangle 448"/>
          <p:cNvSpPr>
            <a:spLocks noChangeArrowheads="1"/>
          </p:cNvSpPr>
          <p:nvPr/>
        </p:nvSpPr>
        <p:spPr bwMode="auto">
          <a:xfrm>
            <a:off x="6986259" y="3740180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1" name="Rectangle 449"/>
          <p:cNvSpPr>
            <a:spLocks noChangeArrowheads="1"/>
          </p:cNvSpPr>
          <p:nvPr/>
        </p:nvSpPr>
        <p:spPr bwMode="auto">
          <a:xfrm>
            <a:off x="7251371" y="3740180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2" name="Rectangle 450"/>
          <p:cNvSpPr>
            <a:spLocks noChangeArrowheads="1"/>
          </p:cNvSpPr>
          <p:nvPr/>
        </p:nvSpPr>
        <p:spPr bwMode="auto">
          <a:xfrm>
            <a:off x="4074786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3" name="Rectangle 451"/>
          <p:cNvSpPr>
            <a:spLocks noChangeArrowheads="1"/>
          </p:cNvSpPr>
          <p:nvPr/>
        </p:nvSpPr>
        <p:spPr bwMode="auto">
          <a:xfrm>
            <a:off x="4339899" y="4029105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4" name="Rectangle 452"/>
          <p:cNvSpPr>
            <a:spLocks noChangeArrowheads="1"/>
          </p:cNvSpPr>
          <p:nvPr/>
        </p:nvSpPr>
        <p:spPr bwMode="auto">
          <a:xfrm>
            <a:off x="4603423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5" name="Rectangle 453"/>
          <p:cNvSpPr>
            <a:spLocks noChangeArrowheads="1"/>
          </p:cNvSpPr>
          <p:nvPr/>
        </p:nvSpPr>
        <p:spPr bwMode="auto">
          <a:xfrm>
            <a:off x="4868536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6" name="Rectangle 454"/>
          <p:cNvSpPr>
            <a:spLocks noChangeArrowheads="1"/>
          </p:cNvSpPr>
          <p:nvPr/>
        </p:nvSpPr>
        <p:spPr bwMode="auto">
          <a:xfrm>
            <a:off x="5133648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7" name="Rectangle 455"/>
          <p:cNvSpPr>
            <a:spLocks noChangeArrowheads="1"/>
          </p:cNvSpPr>
          <p:nvPr/>
        </p:nvSpPr>
        <p:spPr bwMode="auto">
          <a:xfrm>
            <a:off x="5398760" y="4029105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8" name="Rectangle 456"/>
          <p:cNvSpPr>
            <a:spLocks noChangeArrowheads="1"/>
          </p:cNvSpPr>
          <p:nvPr/>
        </p:nvSpPr>
        <p:spPr bwMode="auto">
          <a:xfrm>
            <a:off x="5662285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89" name="Rectangle 457"/>
          <p:cNvSpPr>
            <a:spLocks noChangeArrowheads="1"/>
          </p:cNvSpPr>
          <p:nvPr/>
        </p:nvSpPr>
        <p:spPr bwMode="auto">
          <a:xfrm>
            <a:off x="5927397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0" name="Rectangle 458"/>
          <p:cNvSpPr>
            <a:spLocks noChangeArrowheads="1"/>
          </p:cNvSpPr>
          <p:nvPr/>
        </p:nvSpPr>
        <p:spPr bwMode="auto">
          <a:xfrm>
            <a:off x="6192510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1" name="Rectangle 459"/>
          <p:cNvSpPr>
            <a:spLocks noChangeArrowheads="1"/>
          </p:cNvSpPr>
          <p:nvPr/>
        </p:nvSpPr>
        <p:spPr bwMode="auto">
          <a:xfrm>
            <a:off x="6457622" y="4029105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2" name="Rectangle 460"/>
          <p:cNvSpPr>
            <a:spLocks noChangeArrowheads="1"/>
          </p:cNvSpPr>
          <p:nvPr/>
        </p:nvSpPr>
        <p:spPr bwMode="auto">
          <a:xfrm>
            <a:off x="6721147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3" name="Rectangle 461"/>
          <p:cNvSpPr>
            <a:spLocks noChangeArrowheads="1"/>
          </p:cNvSpPr>
          <p:nvPr/>
        </p:nvSpPr>
        <p:spPr bwMode="auto">
          <a:xfrm>
            <a:off x="6986259" y="4029105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4" name="Rectangle 462"/>
          <p:cNvSpPr>
            <a:spLocks noChangeArrowheads="1"/>
          </p:cNvSpPr>
          <p:nvPr/>
        </p:nvSpPr>
        <p:spPr bwMode="auto">
          <a:xfrm>
            <a:off x="7251371" y="4029105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5" name="Rectangle 463"/>
          <p:cNvSpPr>
            <a:spLocks noChangeArrowheads="1"/>
          </p:cNvSpPr>
          <p:nvPr/>
        </p:nvSpPr>
        <p:spPr bwMode="auto">
          <a:xfrm>
            <a:off x="4074786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6" name="Rectangle 464"/>
          <p:cNvSpPr>
            <a:spLocks noChangeArrowheads="1"/>
          </p:cNvSpPr>
          <p:nvPr/>
        </p:nvSpPr>
        <p:spPr bwMode="auto">
          <a:xfrm>
            <a:off x="4339899" y="431644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7" name="Rectangle 465"/>
          <p:cNvSpPr>
            <a:spLocks noChangeArrowheads="1"/>
          </p:cNvSpPr>
          <p:nvPr/>
        </p:nvSpPr>
        <p:spPr bwMode="auto">
          <a:xfrm>
            <a:off x="4603423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8" name="Rectangle 466"/>
          <p:cNvSpPr>
            <a:spLocks noChangeArrowheads="1"/>
          </p:cNvSpPr>
          <p:nvPr/>
        </p:nvSpPr>
        <p:spPr bwMode="auto">
          <a:xfrm>
            <a:off x="4868536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199" name="Rectangle 467"/>
          <p:cNvSpPr>
            <a:spLocks noChangeArrowheads="1"/>
          </p:cNvSpPr>
          <p:nvPr/>
        </p:nvSpPr>
        <p:spPr bwMode="auto">
          <a:xfrm>
            <a:off x="5133648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0" name="Rectangle 468"/>
          <p:cNvSpPr>
            <a:spLocks noChangeArrowheads="1"/>
          </p:cNvSpPr>
          <p:nvPr/>
        </p:nvSpPr>
        <p:spPr bwMode="auto">
          <a:xfrm>
            <a:off x="5398760" y="431644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1" name="Rectangle 469"/>
          <p:cNvSpPr>
            <a:spLocks noChangeArrowheads="1"/>
          </p:cNvSpPr>
          <p:nvPr/>
        </p:nvSpPr>
        <p:spPr bwMode="auto">
          <a:xfrm>
            <a:off x="5662285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2" name="Rectangle 470"/>
          <p:cNvSpPr>
            <a:spLocks noChangeArrowheads="1"/>
          </p:cNvSpPr>
          <p:nvPr/>
        </p:nvSpPr>
        <p:spPr bwMode="auto">
          <a:xfrm>
            <a:off x="5927397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3" name="Rectangle 471"/>
          <p:cNvSpPr>
            <a:spLocks noChangeArrowheads="1"/>
          </p:cNvSpPr>
          <p:nvPr/>
        </p:nvSpPr>
        <p:spPr bwMode="auto">
          <a:xfrm>
            <a:off x="6192510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4" name="Rectangle 472"/>
          <p:cNvSpPr>
            <a:spLocks noChangeArrowheads="1"/>
          </p:cNvSpPr>
          <p:nvPr/>
        </p:nvSpPr>
        <p:spPr bwMode="auto">
          <a:xfrm>
            <a:off x="6457622" y="431644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5" name="Rectangle 473"/>
          <p:cNvSpPr>
            <a:spLocks noChangeArrowheads="1"/>
          </p:cNvSpPr>
          <p:nvPr/>
        </p:nvSpPr>
        <p:spPr bwMode="auto">
          <a:xfrm>
            <a:off x="6721147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6" name="Rectangle 474"/>
          <p:cNvSpPr>
            <a:spLocks noChangeArrowheads="1"/>
          </p:cNvSpPr>
          <p:nvPr/>
        </p:nvSpPr>
        <p:spPr bwMode="auto">
          <a:xfrm>
            <a:off x="6986259" y="4316442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7" name="Rectangle 475"/>
          <p:cNvSpPr>
            <a:spLocks noChangeArrowheads="1"/>
          </p:cNvSpPr>
          <p:nvPr/>
        </p:nvSpPr>
        <p:spPr bwMode="auto">
          <a:xfrm>
            <a:off x="7251371" y="431644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8" name="Rectangle 476"/>
          <p:cNvSpPr>
            <a:spLocks noChangeArrowheads="1"/>
          </p:cNvSpPr>
          <p:nvPr/>
        </p:nvSpPr>
        <p:spPr bwMode="auto">
          <a:xfrm>
            <a:off x="4074786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09" name="Rectangle 477"/>
          <p:cNvSpPr>
            <a:spLocks noChangeArrowheads="1"/>
          </p:cNvSpPr>
          <p:nvPr/>
        </p:nvSpPr>
        <p:spPr bwMode="auto">
          <a:xfrm>
            <a:off x="4339899" y="460536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0" name="Rectangle 478"/>
          <p:cNvSpPr>
            <a:spLocks noChangeArrowheads="1"/>
          </p:cNvSpPr>
          <p:nvPr/>
        </p:nvSpPr>
        <p:spPr bwMode="auto">
          <a:xfrm>
            <a:off x="4603423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1" name="Rectangle 479"/>
          <p:cNvSpPr>
            <a:spLocks noChangeArrowheads="1"/>
          </p:cNvSpPr>
          <p:nvPr/>
        </p:nvSpPr>
        <p:spPr bwMode="auto">
          <a:xfrm>
            <a:off x="4868536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2" name="Rectangle 480"/>
          <p:cNvSpPr>
            <a:spLocks noChangeArrowheads="1"/>
          </p:cNvSpPr>
          <p:nvPr/>
        </p:nvSpPr>
        <p:spPr bwMode="auto">
          <a:xfrm>
            <a:off x="5133648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3" name="Rectangle 481"/>
          <p:cNvSpPr>
            <a:spLocks noChangeArrowheads="1"/>
          </p:cNvSpPr>
          <p:nvPr/>
        </p:nvSpPr>
        <p:spPr bwMode="auto">
          <a:xfrm>
            <a:off x="5398760" y="460536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4" name="Rectangle 482"/>
          <p:cNvSpPr>
            <a:spLocks noChangeArrowheads="1"/>
          </p:cNvSpPr>
          <p:nvPr/>
        </p:nvSpPr>
        <p:spPr bwMode="auto">
          <a:xfrm>
            <a:off x="5662285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5" name="Rectangle 483"/>
          <p:cNvSpPr>
            <a:spLocks noChangeArrowheads="1"/>
          </p:cNvSpPr>
          <p:nvPr/>
        </p:nvSpPr>
        <p:spPr bwMode="auto">
          <a:xfrm>
            <a:off x="5927397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6" name="Rectangle 484"/>
          <p:cNvSpPr>
            <a:spLocks noChangeArrowheads="1"/>
          </p:cNvSpPr>
          <p:nvPr/>
        </p:nvSpPr>
        <p:spPr bwMode="auto">
          <a:xfrm>
            <a:off x="6192510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7" name="Rectangle 485"/>
          <p:cNvSpPr>
            <a:spLocks noChangeArrowheads="1"/>
          </p:cNvSpPr>
          <p:nvPr/>
        </p:nvSpPr>
        <p:spPr bwMode="auto">
          <a:xfrm>
            <a:off x="6457622" y="460536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8" name="Rectangle 486"/>
          <p:cNvSpPr>
            <a:spLocks noChangeArrowheads="1"/>
          </p:cNvSpPr>
          <p:nvPr/>
        </p:nvSpPr>
        <p:spPr bwMode="auto">
          <a:xfrm>
            <a:off x="6721147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19" name="Rectangle 487"/>
          <p:cNvSpPr>
            <a:spLocks noChangeArrowheads="1"/>
          </p:cNvSpPr>
          <p:nvPr/>
        </p:nvSpPr>
        <p:spPr bwMode="auto">
          <a:xfrm>
            <a:off x="6986259" y="4605367"/>
            <a:ext cx="265112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0" name="Rectangle 488"/>
          <p:cNvSpPr>
            <a:spLocks noChangeArrowheads="1"/>
          </p:cNvSpPr>
          <p:nvPr/>
        </p:nvSpPr>
        <p:spPr bwMode="auto">
          <a:xfrm>
            <a:off x="7251371" y="460536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1" name="Rectangle 489"/>
          <p:cNvSpPr>
            <a:spLocks noChangeArrowheads="1"/>
          </p:cNvSpPr>
          <p:nvPr/>
        </p:nvSpPr>
        <p:spPr bwMode="auto">
          <a:xfrm>
            <a:off x="4074786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2" name="Rectangle 490"/>
          <p:cNvSpPr>
            <a:spLocks noChangeArrowheads="1"/>
          </p:cNvSpPr>
          <p:nvPr/>
        </p:nvSpPr>
        <p:spPr bwMode="auto">
          <a:xfrm>
            <a:off x="4339899" y="4892705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3" name="Rectangle 491"/>
          <p:cNvSpPr>
            <a:spLocks noChangeArrowheads="1"/>
          </p:cNvSpPr>
          <p:nvPr/>
        </p:nvSpPr>
        <p:spPr bwMode="auto">
          <a:xfrm>
            <a:off x="4603423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4" name="Rectangle 492"/>
          <p:cNvSpPr>
            <a:spLocks noChangeArrowheads="1"/>
          </p:cNvSpPr>
          <p:nvPr/>
        </p:nvSpPr>
        <p:spPr bwMode="auto">
          <a:xfrm>
            <a:off x="4868536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5" name="Rectangle 493"/>
          <p:cNvSpPr>
            <a:spLocks noChangeArrowheads="1"/>
          </p:cNvSpPr>
          <p:nvPr/>
        </p:nvSpPr>
        <p:spPr bwMode="auto">
          <a:xfrm>
            <a:off x="5133648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6" name="Rectangle 494"/>
          <p:cNvSpPr>
            <a:spLocks noChangeArrowheads="1"/>
          </p:cNvSpPr>
          <p:nvPr/>
        </p:nvSpPr>
        <p:spPr bwMode="auto">
          <a:xfrm>
            <a:off x="5398760" y="4892705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7" name="Rectangle 495"/>
          <p:cNvSpPr>
            <a:spLocks noChangeArrowheads="1"/>
          </p:cNvSpPr>
          <p:nvPr/>
        </p:nvSpPr>
        <p:spPr bwMode="auto">
          <a:xfrm>
            <a:off x="5662285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8" name="Rectangle 496"/>
          <p:cNvSpPr>
            <a:spLocks noChangeArrowheads="1"/>
          </p:cNvSpPr>
          <p:nvPr/>
        </p:nvSpPr>
        <p:spPr bwMode="auto">
          <a:xfrm>
            <a:off x="5927397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29" name="Rectangle 497"/>
          <p:cNvSpPr>
            <a:spLocks noChangeArrowheads="1"/>
          </p:cNvSpPr>
          <p:nvPr/>
        </p:nvSpPr>
        <p:spPr bwMode="auto">
          <a:xfrm>
            <a:off x="6192510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30" name="Rectangle 498"/>
          <p:cNvSpPr>
            <a:spLocks noChangeArrowheads="1"/>
          </p:cNvSpPr>
          <p:nvPr/>
        </p:nvSpPr>
        <p:spPr bwMode="auto">
          <a:xfrm>
            <a:off x="6457622" y="4892705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31" name="Rectangle 499"/>
          <p:cNvSpPr>
            <a:spLocks noChangeArrowheads="1"/>
          </p:cNvSpPr>
          <p:nvPr/>
        </p:nvSpPr>
        <p:spPr bwMode="auto">
          <a:xfrm>
            <a:off x="6721147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32" name="Rectangle 500"/>
          <p:cNvSpPr>
            <a:spLocks noChangeArrowheads="1"/>
          </p:cNvSpPr>
          <p:nvPr/>
        </p:nvSpPr>
        <p:spPr bwMode="auto">
          <a:xfrm>
            <a:off x="6986259" y="4892705"/>
            <a:ext cx="265112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33" name="Rectangle 501"/>
          <p:cNvSpPr>
            <a:spLocks noChangeArrowheads="1"/>
          </p:cNvSpPr>
          <p:nvPr/>
        </p:nvSpPr>
        <p:spPr bwMode="auto">
          <a:xfrm>
            <a:off x="7251371" y="4892705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34" name="Text Box 502"/>
          <p:cNvSpPr txBox="1">
            <a:spLocks noChangeArrowheads="1"/>
          </p:cNvSpPr>
          <p:nvPr/>
        </p:nvSpPr>
        <p:spPr bwMode="auto">
          <a:xfrm>
            <a:off x="3633462" y="4413280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35" name="Text Box 503"/>
          <p:cNvSpPr txBox="1">
            <a:spLocks noChangeArrowheads="1"/>
          </p:cNvSpPr>
          <p:nvPr/>
        </p:nvSpPr>
        <p:spPr bwMode="auto">
          <a:xfrm>
            <a:off x="3633462" y="3837017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236" name="Text Box 504"/>
          <p:cNvSpPr txBox="1">
            <a:spLocks noChangeArrowheads="1"/>
          </p:cNvSpPr>
          <p:nvPr/>
        </p:nvSpPr>
        <p:spPr bwMode="auto">
          <a:xfrm>
            <a:off x="3633462" y="3260754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237" name="Text Box 505"/>
          <p:cNvSpPr txBox="1">
            <a:spLocks noChangeArrowheads="1"/>
          </p:cNvSpPr>
          <p:nvPr/>
        </p:nvSpPr>
        <p:spPr bwMode="auto">
          <a:xfrm>
            <a:off x="3633462" y="2684492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38" name="Text Box 506"/>
          <p:cNvSpPr txBox="1">
            <a:spLocks noChangeArrowheads="1"/>
          </p:cNvSpPr>
          <p:nvPr/>
        </p:nvSpPr>
        <p:spPr bwMode="auto">
          <a:xfrm>
            <a:off x="3633462" y="2108229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50</a:t>
            </a:r>
          </a:p>
        </p:txBody>
      </p:sp>
      <p:sp>
        <p:nvSpPr>
          <p:cNvPr id="239" name="Text Box 507"/>
          <p:cNvSpPr txBox="1">
            <a:spLocks noChangeArrowheads="1"/>
          </p:cNvSpPr>
          <p:nvPr/>
        </p:nvSpPr>
        <p:spPr bwMode="auto">
          <a:xfrm>
            <a:off x="3633462" y="1531967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60</a:t>
            </a:r>
          </a:p>
        </p:txBody>
      </p:sp>
      <p:sp>
        <p:nvSpPr>
          <p:cNvPr id="240" name="Text Box 509"/>
          <p:cNvSpPr txBox="1">
            <a:spLocks noChangeArrowheads="1"/>
          </p:cNvSpPr>
          <p:nvPr/>
        </p:nvSpPr>
        <p:spPr bwMode="auto">
          <a:xfrm>
            <a:off x="3633462" y="4989542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41" name="Text Box 510"/>
          <p:cNvSpPr txBox="1">
            <a:spLocks noChangeArrowheads="1"/>
          </p:cNvSpPr>
          <p:nvPr/>
        </p:nvSpPr>
        <p:spPr bwMode="auto">
          <a:xfrm rot="16200000">
            <a:off x="1850699" y="2630517"/>
            <a:ext cx="3238501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rgbClr val="000000"/>
                </a:solidFill>
              </a:rPr>
              <a:t>Cumulative Frequency</a:t>
            </a:r>
          </a:p>
        </p:txBody>
      </p:sp>
      <p:sp>
        <p:nvSpPr>
          <p:cNvPr id="242" name="Text Box 511"/>
          <p:cNvSpPr txBox="1">
            <a:spLocks noChangeArrowheads="1"/>
          </p:cNvSpPr>
          <p:nvPr/>
        </p:nvSpPr>
        <p:spPr bwMode="auto">
          <a:xfrm>
            <a:off x="4368474" y="5232430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43" name="Text Box 512"/>
          <p:cNvSpPr txBox="1">
            <a:spLocks noChangeArrowheads="1"/>
          </p:cNvSpPr>
          <p:nvPr/>
        </p:nvSpPr>
        <p:spPr bwMode="auto">
          <a:xfrm>
            <a:off x="4884411" y="5226080"/>
            <a:ext cx="530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244" name="Text Box 513"/>
          <p:cNvSpPr txBox="1">
            <a:spLocks noChangeArrowheads="1"/>
          </p:cNvSpPr>
          <p:nvPr/>
        </p:nvSpPr>
        <p:spPr bwMode="auto">
          <a:xfrm>
            <a:off x="5427335" y="5226080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245" name="Text Box 514"/>
          <p:cNvSpPr txBox="1">
            <a:spLocks noChangeArrowheads="1"/>
          </p:cNvSpPr>
          <p:nvPr/>
        </p:nvSpPr>
        <p:spPr bwMode="auto">
          <a:xfrm>
            <a:off x="5936922" y="5207030"/>
            <a:ext cx="530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46" name="Text Box 515"/>
          <p:cNvSpPr txBox="1">
            <a:spLocks noChangeArrowheads="1"/>
          </p:cNvSpPr>
          <p:nvPr/>
        </p:nvSpPr>
        <p:spPr bwMode="auto">
          <a:xfrm>
            <a:off x="6479847" y="5213380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50</a:t>
            </a:r>
          </a:p>
        </p:txBody>
      </p:sp>
      <p:sp>
        <p:nvSpPr>
          <p:cNvPr id="247" name="Text Box 516"/>
          <p:cNvSpPr txBox="1">
            <a:spLocks noChangeArrowheads="1"/>
          </p:cNvSpPr>
          <p:nvPr/>
        </p:nvSpPr>
        <p:spPr bwMode="auto">
          <a:xfrm>
            <a:off x="6989434" y="5226080"/>
            <a:ext cx="530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60</a:t>
            </a:r>
          </a:p>
        </p:txBody>
      </p:sp>
      <p:sp>
        <p:nvSpPr>
          <p:cNvPr id="248" name="Text Box 517"/>
          <p:cNvSpPr txBox="1">
            <a:spLocks noChangeArrowheads="1"/>
          </p:cNvSpPr>
          <p:nvPr/>
        </p:nvSpPr>
        <p:spPr bwMode="auto">
          <a:xfrm>
            <a:off x="7519658" y="5226080"/>
            <a:ext cx="5286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mtClean="0">
                <a:solidFill>
                  <a:srgbClr val="000000"/>
                </a:solidFill>
              </a:rPr>
              <a:t>70</a:t>
            </a:r>
          </a:p>
        </p:txBody>
      </p:sp>
      <p:sp>
        <p:nvSpPr>
          <p:cNvPr id="249" name="Text Box 518"/>
          <p:cNvSpPr txBox="1">
            <a:spLocks noChangeArrowheads="1"/>
          </p:cNvSpPr>
          <p:nvPr/>
        </p:nvSpPr>
        <p:spPr bwMode="auto">
          <a:xfrm>
            <a:off x="7200571" y="5394355"/>
            <a:ext cx="1935161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1400" dirty="0" smtClean="0">
                <a:solidFill>
                  <a:srgbClr val="000000"/>
                </a:solidFill>
              </a:rPr>
              <a:t>Minutes Late</a:t>
            </a:r>
          </a:p>
        </p:txBody>
      </p:sp>
      <p:sp>
        <p:nvSpPr>
          <p:cNvPr id="250" name="Rectangle 519"/>
          <p:cNvSpPr>
            <a:spLocks noChangeArrowheads="1"/>
          </p:cNvSpPr>
          <p:nvPr/>
        </p:nvSpPr>
        <p:spPr bwMode="auto">
          <a:xfrm>
            <a:off x="7514896" y="114779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1" name="Rectangle 520"/>
          <p:cNvSpPr>
            <a:spLocks noChangeArrowheads="1"/>
          </p:cNvSpPr>
          <p:nvPr/>
        </p:nvSpPr>
        <p:spPr bwMode="auto">
          <a:xfrm>
            <a:off x="7514896" y="1435129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2" name="Rectangle 521"/>
          <p:cNvSpPr>
            <a:spLocks noChangeArrowheads="1"/>
          </p:cNvSpPr>
          <p:nvPr/>
        </p:nvSpPr>
        <p:spPr bwMode="auto">
          <a:xfrm>
            <a:off x="7514896" y="1724054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3" name="Rectangle 522"/>
          <p:cNvSpPr>
            <a:spLocks noChangeArrowheads="1"/>
          </p:cNvSpPr>
          <p:nvPr/>
        </p:nvSpPr>
        <p:spPr bwMode="auto">
          <a:xfrm>
            <a:off x="7514896" y="201139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4" name="Rectangle 523"/>
          <p:cNvSpPr>
            <a:spLocks noChangeArrowheads="1"/>
          </p:cNvSpPr>
          <p:nvPr/>
        </p:nvSpPr>
        <p:spPr bwMode="auto">
          <a:xfrm>
            <a:off x="7514896" y="230031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5" name="Rectangle 524"/>
          <p:cNvSpPr>
            <a:spLocks noChangeArrowheads="1"/>
          </p:cNvSpPr>
          <p:nvPr/>
        </p:nvSpPr>
        <p:spPr bwMode="auto">
          <a:xfrm>
            <a:off x="7514896" y="2587654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6" name="Rectangle 525"/>
          <p:cNvSpPr>
            <a:spLocks noChangeArrowheads="1"/>
          </p:cNvSpPr>
          <p:nvPr/>
        </p:nvSpPr>
        <p:spPr bwMode="auto">
          <a:xfrm>
            <a:off x="7514896" y="2876579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7" name="Rectangle 526"/>
          <p:cNvSpPr>
            <a:spLocks noChangeArrowheads="1"/>
          </p:cNvSpPr>
          <p:nvPr/>
        </p:nvSpPr>
        <p:spPr bwMode="auto">
          <a:xfrm>
            <a:off x="7514896" y="3163917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8" name="Rectangle 527"/>
          <p:cNvSpPr>
            <a:spLocks noChangeArrowheads="1"/>
          </p:cNvSpPr>
          <p:nvPr/>
        </p:nvSpPr>
        <p:spPr bwMode="auto">
          <a:xfrm>
            <a:off x="7514896" y="3452842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59" name="Rectangle 528"/>
          <p:cNvSpPr>
            <a:spLocks noChangeArrowheads="1"/>
          </p:cNvSpPr>
          <p:nvPr/>
        </p:nvSpPr>
        <p:spPr bwMode="auto">
          <a:xfrm>
            <a:off x="7514896" y="3740180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0" name="Rectangle 529"/>
          <p:cNvSpPr>
            <a:spLocks noChangeArrowheads="1"/>
          </p:cNvSpPr>
          <p:nvPr/>
        </p:nvSpPr>
        <p:spPr bwMode="auto">
          <a:xfrm>
            <a:off x="7514896" y="4029105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1" name="Rectangle 530"/>
          <p:cNvSpPr>
            <a:spLocks noChangeArrowheads="1"/>
          </p:cNvSpPr>
          <p:nvPr/>
        </p:nvSpPr>
        <p:spPr bwMode="auto">
          <a:xfrm>
            <a:off x="7514896" y="4316442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2" name="Rectangle 531"/>
          <p:cNvSpPr>
            <a:spLocks noChangeArrowheads="1"/>
          </p:cNvSpPr>
          <p:nvPr/>
        </p:nvSpPr>
        <p:spPr bwMode="auto">
          <a:xfrm>
            <a:off x="7514896" y="4605367"/>
            <a:ext cx="263525" cy="287338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3" name="Rectangle 532"/>
          <p:cNvSpPr>
            <a:spLocks noChangeArrowheads="1"/>
          </p:cNvSpPr>
          <p:nvPr/>
        </p:nvSpPr>
        <p:spPr bwMode="auto">
          <a:xfrm>
            <a:off x="7514896" y="4892705"/>
            <a:ext cx="263525" cy="288925"/>
          </a:xfrm>
          <a:prstGeom prst="rect">
            <a:avLst/>
          </a:prstGeom>
          <a:noFill/>
          <a:ln w="31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4" name="Line 535"/>
          <p:cNvSpPr>
            <a:spLocks noChangeShapeType="1"/>
          </p:cNvSpPr>
          <p:nvPr/>
        </p:nvSpPr>
        <p:spPr bwMode="auto">
          <a:xfrm>
            <a:off x="5532110" y="3451255"/>
            <a:ext cx="0" cy="1739900"/>
          </a:xfrm>
          <a:prstGeom prst="line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5" name="Text Box 536"/>
          <p:cNvSpPr txBox="1">
            <a:spLocks noChangeArrowheads="1"/>
          </p:cNvSpPr>
          <p:nvPr/>
        </p:nvSpPr>
        <p:spPr bwMode="auto">
          <a:xfrm rot="16200000">
            <a:off x="5157460" y="4391055"/>
            <a:ext cx="1244600" cy="304800"/>
          </a:xfrm>
          <a:prstGeom prst="rect">
            <a:avLst/>
          </a:prstGeom>
          <a:ln/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400" smtClean="0"/>
              <a:t>Median = 27</a:t>
            </a:r>
          </a:p>
        </p:txBody>
      </p:sp>
      <p:sp>
        <p:nvSpPr>
          <p:cNvPr id="266" name="Line 538"/>
          <p:cNvSpPr>
            <a:spLocks noChangeShapeType="1"/>
          </p:cNvSpPr>
          <p:nvPr/>
        </p:nvSpPr>
        <p:spPr bwMode="auto">
          <a:xfrm>
            <a:off x="5176510" y="4321205"/>
            <a:ext cx="0" cy="869950"/>
          </a:xfrm>
          <a:prstGeom prst="line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7" name="Text Box 539"/>
          <p:cNvSpPr txBox="1">
            <a:spLocks noChangeArrowheads="1"/>
          </p:cNvSpPr>
          <p:nvPr/>
        </p:nvSpPr>
        <p:spPr bwMode="auto">
          <a:xfrm rot="16200000">
            <a:off x="4398636" y="4619655"/>
            <a:ext cx="876300" cy="314325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400" dirty="0" smtClean="0">
                <a:solidFill>
                  <a:schemeClr val="tx1"/>
                </a:solidFill>
              </a:rPr>
              <a:t>LQ = 21</a:t>
            </a:r>
          </a:p>
        </p:txBody>
      </p:sp>
      <p:sp>
        <p:nvSpPr>
          <p:cNvPr id="268" name="Line 541"/>
          <p:cNvSpPr>
            <a:spLocks noChangeShapeType="1"/>
          </p:cNvSpPr>
          <p:nvPr/>
        </p:nvSpPr>
        <p:spPr bwMode="auto">
          <a:xfrm>
            <a:off x="6059160" y="2594004"/>
            <a:ext cx="0" cy="2590801"/>
          </a:xfrm>
          <a:prstGeom prst="line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69" name="Text Box 542"/>
          <p:cNvSpPr txBox="1">
            <a:spLocks noChangeArrowheads="1"/>
          </p:cNvSpPr>
          <p:nvPr/>
        </p:nvSpPr>
        <p:spPr bwMode="auto">
          <a:xfrm rot="16200000">
            <a:off x="5830559" y="4543455"/>
            <a:ext cx="962025" cy="304800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1400" smtClean="0">
                <a:solidFill>
                  <a:schemeClr val="tx1"/>
                </a:solidFill>
              </a:rPr>
              <a:t>UQ = 38</a:t>
            </a:r>
          </a:p>
        </p:txBody>
      </p:sp>
      <p:sp>
        <p:nvSpPr>
          <p:cNvPr id="270" name="Line 546"/>
          <p:cNvSpPr>
            <a:spLocks noChangeShapeType="1"/>
          </p:cNvSpPr>
          <p:nvPr/>
        </p:nvSpPr>
        <p:spPr bwMode="auto">
          <a:xfrm>
            <a:off x="4084311" y="3451255"/>
            <a:ext cx="1447799" cy="0"/>
          </a:xfrm>
          <a:prstGeom prst="line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sysDot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71" name="Text Box 547"/>
          <p:cNvSpPr txBox="1">
            <a:spLocks noChangeArrowheads="1"/>
          </p:cNvSpPr>
          <p:nvPr/>
        </p:nvSpPr>
        <p:spPr bwMode="auto">
          <a:xfrm>
            <a:off x="4201786" y="3032154"/>
            <a:ext cx="352425" cy="400050"/>
          </a:xfrm>
          <a:prstGeom prst="rect">
            <a:avLst/>
          </a:prstGeom>
          <a:ln/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>
                <a:solidFill>
                  <a:srgbClr val="000000"/>
                </a:solidFill>
              </a:rPr>
              <a:t>½</a:t>
            </a:r>
          </a:p>
        </p:txBody>
      </p:sp>
      <p:sp>
        <p:nvSpPr>
          <p:cNvPr id="272" name="Line 549"/>
          <p:cNvSpPr>
            <a:spLocks noChangeShapeType="1"/>
          </p:cNvSpPr>
          <p:nvPr/>
        </p:nvSpPr>
        <p:spPr bwMode="auto">
          <a:xfrm>
            <a:off x="4084311" y="4314855"/>
            <a:ext cx="1098549" cy="0"/>
          </a:xfrm>
          <a:prstGeom prst="line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sysDot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73" name="Text Box 550"/>
          <p:cNvSpPr txBox="1">
            <a:spLocks noChangeArrowheads="1"/>
          </p:cNvSpPr>
          <p:nvPr/>
        </p:nvSpPr>
        <p:spPr bwMode="auto">
          <a:xfrm>
            <a:off x="4201786" y="3898930"/>
            <a:ext cx="352425" cy="396875"/>
          </a:xfrm>
          <a:prstGeom prst="rect">
            <a:avLst/>
          </a:prstGeom>
          <a:ln/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>
                <a:solidFill>
                  <a:srgbClr val="000000"/>
                </a:solidFill>
              </a:rPr>
              <a:t>¼  </a:t>
            </a:r>
          </a:p>
        </p:txBody>
      </p:sp>
      <p:sp>
        <p:nvSpPr>
          <p:cNvPr id="274" name="Line 552"/>
          <p:cNvSpPr>
            <a:spLocks noChangeShapeType="1"/>
          </p:cNvSpPr>
          <p:nvPr/>
        </p:nvSpPr>
        <p:spPr bwMode="auto">
          <a:xfrm>
            <a:off x="4077961" y="2594004"/>
            <a:ext cx="1968498" cy="0"/>
          </a:xfrm>
          <a:prstGeom prst="line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ot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>
              <a:solidFill>
                <a:srgbClr val="000000"/>
              </a:solidFill>
            </a:endParaRPr>
          </a:p>
        </p:txBody>
      </p:sp>
      <p:sp>
        <p:nvSpPr>
          <p:cNvPr id="275" name="Text Box 553"/>
          <p:cNvSpPr txBox="1">
            <a:spLocks noChangeArrowheads="1"/>
          </p:cNvSpPr>
          <p:nvPr/>
        </p:nvSpPr>
        <p:spPr bwMode="auto">
          <a:xfrm>
            <a:off x="4211311" y="2165379"/>
            <a:ext cx="352425" cy="400050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>
                <a:solidFill>
                  <a:srgbClr val="000000"/>
                </a:solidFill>
              </a:rPr>
              <a:t>¾</a:t>
            </a:r>
          </a:p>
        </p:txBody>
      </p:sp>
      <p:sp>
        <p:nvSpPr>
          <p:cNvPr id="276" name="Text Box 334"/>
          <p:cNvSpPr txBox="1">
            <a:spLocks noChangeArrowheads="1"/>
          </p:cNvSpPr>
          <p:nvPr/>
        </p:nvSpPr>
        <p:spPr bwMode="auto">
          <a:xfrm>
            <a:off x="1807043" y="5702129"/>
            <a:ext cx="3820317" cy="366712"/>
          </a:xfrm>
          <a:prstGeom prst="rect">
            <a:avLst/>
          </a:prstGeom>
          <a:ln/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mtClean="0">
                <a:latin typeface="Calibri" pitchFamily="34" charset="0"/>
              </a:rPr>
              <a:t>Get an estimate for the median.</a:t>
            </a:r>
          </a:p>
        </p:txBody>
      </p:sp>
      <p:sp>
        <p:nvSpPr>
          <p:cNvPr id="277" name="Text Box 335"/>
          <p:cNvSpPr txBox="1">
            <a:spLocks noChangeArrowheads="1"/>
          </p:cNvSpPr>
          <p:nvPr/>
        </p:nvSpPr>
        <p:spPr bwMode="auto">
          <a:xfrm>
            <a:off x="5927397" y="5702129"/>
            <a:ext cx="4441132" cy="366712"/>
          </a:xfrm>
          <a:prstGeom prst="rect">
            <a:avLst/>
          </a:prstGeom>
          <a:ln/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mtClean="0">
                <a:latin typeface="Calibri" pitchFamily="34" charset="0"/>
              </a:rPr>
              <a:t>Find the lower quartile.</a:t>
            </a:r>
          </a:p>
        </p:txBody>
      </p:sp>
      <p:sp>
        <p:nvSpPr>
          <p:cNvPr id="278" name="Text Box 336"/>
          <p:cNvSpPr txBox="1">
            <a:spLocks noChangeArrowheads="1"/>
          </p:cNvSpPr>
          <p:nvPr/>
        </p:nvSpPr>
        <p:spPr bwMode="auto">
          <a:xfrm>
            <a:off x="1807042" y="6231575"/>
            <a:ext cx="3801267" cy="366713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mtClean="0">
                <a:latin typeface="Calibri" pitchFamily="34" charset="0"/>
              </a:rPr>
              <a:t>Find the Upper Quartile.</a:t>
            </a:r>
          </a:p>
        </p:txBody>
      </p:sp>
      <p:sp>
        <p:nvSpPr>
          <p:cNvPr id="279" name="Text Box 337"/>
          <p:cNvSpPr txBox="1">
            <a:spLocks noChangeArrowheads="1"/>
          </p:cNvSpPr>
          <p:nvPr/>
        </p:nvSpPr>
        <p:spPr bwMode="auto">
          <a:xfrm>
            <a:off x="5927397" y="6231576"/>
            <a:ext cx="4441132" cy="366712"/>
          </a:xfrm>
          <a:prstGeom prst="rect">
            <a:avLst/>
          </a:prstGeom>
          <a:ln>
            <a:solidFill>
              <a:srgbClr val="FF5DAE"/>
            </a:solidFill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>
                <a:latin typeface="Calibri" pitchFamily="34" charset="0"/>
              </a:rPr>
              <a:t>Find the Inter Quartile Range.(IQR = UQ - LQ)</a:t>
            </a:r>
          </a:p>
        </p:txBody>
      </p:sp>
      <p:sp>
        <p:nvSpPr>
          <p:cNvPr id="280" name="Text Box 337"/>
          <p:cNvSpPr txBox="1">
            <a:spLocks noChangeArrowheads="1"/>
          </p:cNvSpPr>
          <p:nvPr/>
        </p:nvSpPr>
        <p:spPr bwMode="auto">
          <a:xfrm>
            <a:off x="7984359" y="1537523"/>
            <a:ext cx="2384170" cy="1200329"/>
          </a:xfrm>
          <a:prstGeom prst="rect">
            <a:avLst/>
          </a:prstGeom>
          <a:ln>
            <a:solidFill>
              <a:srgbClr val="FF5DAE"/>
            </a:solidFill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>
                <a:latin typeface="Calibri" pitchFamily="34" charset="0"/>
              </a:rPr>
              <a:t>IQR = UQ – LQ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>
                <a:latin typeface="Calibri" pitchFamily="34" charset="0"/>
              </a:rPr>
              <a:t> </a:t>
            </a:r>
            <a:r>
              <a:rPr lang="en-GB" altLang="en-US" dirty="0" smtClean="0">
                <a:latin typeface="Calibri" pitchFamily="34" charset="0"/>
              </a:rPr>
              <a:t>       = 38 – 21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>
                <a:latin typeface="Calibri" pitchFamily="34" charset="0"/>
              </a:rPr>
              <a:t> </a:t>
            </a:r>
            <a:r>
              <a:rPr lang="en-GB" altLang="en-US" dirty="0" smtClean="0">
                <a:latin typeface="Calibri" pitchFamily="34" charset="0"/>
              </a:rPr>
              <a:t>       = 17</a:t>
            </a:r>
          </a:p>
        </p:txBody>
      </p:sp>
    </p:spTree>
    <p:extLst>
      <p:ext uri="{BB962C8B-B14F-4D97-AF65-F5344CB8AC3E}">
        <p14:creationId xmlns:p14="http://schemas.microsoft.com/office/powerpoint/2010/main" val="269639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 autoUpdateAnimBg="0"/>
      <p:bldP spid="277" grpId="0" animBg="1" autoUpdateAnimBg="0"/>
      <p:bldP spid="278" grpId="0" animBg="1" autoUpdateAnimBg="0"/>
      <p:bldP spid="279" grpId="0" animBg="1" autoUpdateAnimBg="0"/>
      <p:bldP spid="280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kern="0" spc="250" dirty="0">
                <a:solidFill>
                  <a:srgbClr val="C84F2F"/>
                </a:solidFill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>
              <a:solidFill>
                <a:prstClr val="black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>
              <a:solidFill>
                <a:prstClr val="black"/>
              </a:solidFill>
            </a:endParaRPr>
          </a:p>
        </p:txBody>
      </p:sp>
      <p:sp>
        <p:nvSpPr>
          <p:cNvPr id="499" name="Shape 39"/>
          <p:cNvSpPr/>
          <p:nvPr/>
        </p:nvSpPr>
        <p:spPr>
          <a:xfrm>
            <a:off x="1335014" y="1408176"/>
            <a:ext cx="8879904" cy="51508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00" name="Rectangle 499"/>
          <p:cNvSpPr/>
          <p:nvPr/>
        </p:nvSpPr>
        <p:spPr>
          <a:xfrm>
            <a:off x="1335013" y="1454070"/>
            <a:ext cx="4949130" cy="492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1" name="Text Box 202"/>
          <p:cNvSpPr txBox="1">
            <a:spLocks noChangeArrowheads="1"/>
          </p:cNvSpPr>
          <p:nvPr/>
        </p:nvSpPr>
        <p:spPr bwMode="auto">
          <a:xfrm>
            <a:off x="5801543" y="5681582"/>
            <a:ext cx="5286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GB" altLang="en-US" smtClean="0"/>
          </a:p>
        </p:txBody>
      </p:sp>
      <p:grpSp>
        <p:nvGrpSpPr>
          <p:cNvPr id="502" name="Group 221"/>
          <p:cNvGrpSpPr>
            <a:grpSpLocks/>
          </p:cNvGrpSpPr>
          <p:nvPr/>
        </p:nvGrpSpPr>
        <p:grpSpPr bwMode="auto">
          <a:xfrm>
            <a:off x="1553393" y="1454070"/>
            <a:ext cx="4506913" cy="4927600"/>
            <a:chOff x="296" y="687"/>
            <a:chExt cx="2839" cy="3104"/>
          </a:xfrm>
        </p:grpSpPr>
        <p:sp>
          <p:nvSpPr>
            <p:cNvPr id="503" name="Freeform 3"/>
            <p:cNvSpPr>
              <a:spLocks/>
            </p:cNvSpPr>
            <p:nvPr/>
          </p:nvSpPr>
          <p:spPr bwMode="auto">
            <a:xfrm>
              <a:off x="798" y="1146"/>
              <a:ext cx="1998" cy="2178"/>
            </a:xfrm>
            <a:custGeom>
              <a:avLst/>
              <a:gdLst>
                <a:gd name="T0" fmla="*/ 0 w 1998"/>
                <a:gd name="T1" fmla="*/ 2178 h 2178"/>
                <a:gd name="T2" fmla="*/ 336 w 1998"/>
                <a:gd name="T3" fmla="*/ 1998 h 2178"/>
                <a:gd name="T4" fmla="*/ 666 w 1998"/>
                <a:gd name="T5" fmla="*/ 1692 h 2178"/>
                <a:gd name="T6" fmla="*/ 1002 w 1998"/>
                <a:gd name="T7" fmla="*/ 912 h 2178"/>
                <a:gd name="T8" fmla="*/ 1332 w 1998"/>
                <a:gd name="T9" fmla="*/ 462 h 2178"/>
                <a:gd name="T10" fmla="*/ 1668 w 1998"/>
                <a:gd name="T11" fmla="*/ 168 h 2178"/>
                <a:gd name="T12" fmla="*/ 1998 w 1998"/>
                <a:gd name="T13" fmla="*/ 0 h 2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98" h="2178">
                  <a:moveTo>
                    <a:pt x="0" y="2178"/>
                  </a:moveTo>
                  <a:cubicBezTo>
                    <a:pt x="112" y="2128"/>
                    <a:pt x="225" y="2079"/>
                    <a:pt x="336" y="1998"/>
                  </a:cubicBezTo>
                  <a:cubicBezTo>
                    <a:pt x="447" y="1917"/>
                    <a:pt x="555" y="1873"/>
                    <a:pt x="666" y="1692"/>
                  </a:cubicBezTo>
                  <a:cubicBezTo>
                    <a:pt x="777" y="1511"/>
                    <a:pt x="891" y="1117"/>
                    <a:pt x="1002" y="912"/>
                  </a:cubicBezTo>
                  <a:cubicBezTo>
                    <a:pt x="1113" y="707"/>
                    <a:pt x="1221" y="586"/>
                    <a:pt x="1332" y="462"/>
                  </a:cubicBezTo>
                  <a:cubicBezTo>
                    <a:pt x="1443" y="338"/>
                    <a:pt x="1557" y="245"/>
                    <a:pt x="1668" y="168"/>
                  </a:cubicBezTo>
                  <a:cubicBezTo>
                    <a:pt x="1779" y="91"/>
                    <a:pt x="1929" y="35"/>
                    <a:pt x="1998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04" name="Rectangle 503"/>
            <p:cNvSpPr>
              <a:spLocks noChangeArrowheads="1"/>
            </p:cNvSpPr>
            <p:nvPr/>
          </p:nvSpPr>
          <p:spPr bwMode="auto">
            <a:xfrm>
              <a:off x="802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05" name="Rectangle 504"/>
            <p:cNvSpPr>
              <a:spLocks noChangeArrowheads="1"/>
            </p:cNvSpPr>
            <p:nvPr/>
          </p:nvSpPr>
          <p:spPr bwMode="auto">
            <a:xfrm>
              <a:off x="969" y="781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06" name="Rectangle 505"/>
            <p:cNvSpPr>
              <a:spLocks noChangeArrowheads="1"/>
            </p:cNvSpPr>
            <p:nvPr/>
          </p:nvSpPr>
          <p:spPr bwMode="auto">
            <a:xfrm>
              <a:off x="1135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07" name="Rectangle 506"/>
            <p:cNvSpPr>
              <a:spLocks noChangeArrowheads="1"/>
            </p:cNvSpPr>
            <p:nvPr/>
          </p:nvSpPr>
          <p:spPr bwMode="auto">
            <a:xfrm>
              <a:off x="1302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08" name="Rectangle 507"/>
            <p:cNvSpPr>
              <a:spLocks noChangeArrowheads="1"/>
            </p:cNvSpPr>
            <p:nvPr/>
          </p:nvSpPr>
          <p:spPr bwMode="auto">
            <a:xfrm>
              <a:off x="1469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09" name="Rectangle 508"/>
            <p:cNvSpPr>
              <a:spLocks noChangeArrowheads="1"/>
            </p:cNvSpPr>
            <p:nvPr/>
          </p:nvSpPr>
          <p:spPr bwMode="auto">
            <a:xfrm>
              <a:off x="1636" y="781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0" name="Rectangle 509"/>
            <p:cNvSpPr>
              <a:spLocks noChangeArrowheads="1"/>
            </p:cNvSpPr>
            <p:nvPr/>
          </p:nvSpPr>
          <p:spPr bwMode="auto">
            <a:xfrm>
              <a:off x="1802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1" name="Rectangle 510"/>
            <p:cNvSpPr>
              <a:spLocks noChangeArrowheads="1"/>
            </p:cNvSpPr>
            <p:nvPr/>
          </p:nvSpPr>
          <p:spPr bwMode="auto">
            <a:xfrm>
              <a:off x="1969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2" name="Rectangle 511"/>
            <p:cNvSpPr>
              <a:spLocks noChangeArrowheads="1"/>
            </p:cNvSpPr>
            <p:nvPr/>
          </p:nvSpPr>
          <p:spPr bwMode="auto">
            <a:xfrm>
              <a:off x="2136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3" name="Rectangle 512"/>
            <p:cNvSpPr>
              <a:spLocks noChangeArrowheads="1"/>
            </p:cNvSpPr>
            <p:nvPr/>
          </p:nvSpPr>
          <p:spPr bwMode="auto">
            <a:xfrm>
              <a:off x="2303" y="781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4" name="Rectangle 513"/>
            <p:cNvSpPr>
              <a:spLocks noChangeArrowheads="1"/>
            </p:cNvSpPr>
            <p:nvPr/>
          </p:nvSpPr>
          <p:spPr bwMode="auto">
            <a:xfrm>
              <a:off x="2469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5" name="Rectangle 514"/>
            <p:cNvSpPr>
              <a:spLocks noChangeArrowheads="1"/>
            </p:cNvSpPr>
            <p:nvPr/>
          </p:nvSpPr>
          <p:spPr bwMode="auto">
            <a:xfrm>
              <a:off x="2636" y="781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6" name="Rectangle 515"/>
            <p:cNvSpPr>
              <a:spLocks noChangeArrowheads="1"/>
            </p:cNvSpPr>
            <p:nvPr/>
          </p:nvSpPr>
          <p:spPr bwMode="auto">
            <a:xfrm>
              <a:off x="2803" y="781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7" name="Rectangle 516"/>
            <p:cNvSpPr>
              <a:spLocks noChangeArrowheads="1"/>
            </p:cNvSpPr>
            <p:nvPr/>
          </p:nvSpPr>
          <p:spPr bwMode="auto">
            <a:xfrm>
              <a:off x="802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8" name="Rectangle 517"/>
            <p:cNvSpPr>
              <a:spLocks noChangeArrowheads="1"/>
            </p:cNvSpPr>
            <p:nvPr/>
          </p:nvSpPr>
          <p:spPr bwMode="auto">
            <a:xfrm>
              <a:off x="969" y="962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19" name="Rectangle 518"/>
            <p:cNvSpPr>
              <a:spLocks noChangeArrowheads="1"/>
            </p:cNvSpPr>
            <p:nvPr/>
          </p:nvSpPr>
          <p:spPr bwMode="auto">
            <a:xfrm>
              <a:off x="1135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0" name="Rectangle 519"/>
            <p:cNvSpPr>
              <a:spLocks noChangeArrowheads="1"/>
            </p:cNvSpPr>
            <p:nvPr/>
          </p:nvSpPr>
          <p:spPr bwMode="auto">
            <a:xfrm>
              <a:off x="1302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1" name="Rectangle 520"/>
            <p:cNvSpPr>
              <a:spLocks noChangeArrowheads="1"/>
            </p:cNvSpPr>
            <p:nvPr/>
          </p:nvSpPr>
          <p:spPr bwMode="auto">
            <a:xfrm>
              <a:off x="1469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2" name="Rectangle 521"/>
            <p:cNvSpPr>
              <a:spLocks noChangeArrowheads="1"/>
            </p:cNvSpPr>
            <p:nvPr/>
          </p:nvSpPr>
          <p:spPr bwMode="auto">
            <a:xfrm>
              <a:off x="1636" y="962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3" name="Rectangle 522"/>
            <p:cNvSpPr>
              <a:spLocks noChangeArrowheads="1"/>
            </p:cNvSpPr>
            <p:nvPr/>
          </p:nvSpPr>
          <p:spPr bwMode="auto">
            <a:xfrm>
              <a:off x="1802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4" name="Rectangle 523"/>
            <p:cNvSpPr>
              <a:spLocks noChangeArrowheads="1"/>
            </p:cNvSpPr>
            <p:nvPr/>
          </p:nvSpPr>
          <p:spPr bwMode="auto">
            <a:xfrm>
              <a:off x="1969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5" name="Rectangle 524"/>
            <p:cNvSpPr>
              <a:spLocks noChangeArrowheads="1"/>
            </p:cNvSpPr>
            <p:nvPr/>
          </p:nvSpPr>
          <p:spPr bwMode="auto">
            <a:xfrm>
              <a:off x="2136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6" name="Rectangle 525"/>
            <p:cNvSpPr>
              <a:spLocks noChangeArrowheads="1"/>
            </p:cNvSpPr>
            <p:nvPr/>
          </p:nvSpPr>
          <p:spPr bwMode="auto">
            <a:xfrm>
              <a:off x="2303" y="962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7" name="Rectangle 526"/>
            <p:cNvSpPr>
              <a:spLocks noChangeArrowheads="1"/>
            </p:cNvSpPr>
            <p:nvPr/>
          </p:nvSpPr>
          <p:spPr bwMode="auto">
            <a:xfrm>
              <a:off x="2469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8" name="Rectangle 527"/>
            <p:cNvSpPr>
              <a:spLocks noChangeArrowheads="1"/>
            </p:cNvSpPr>
            <p:nvPr/>
          </p:nvSpPr>
          <p:spPr bwMode="auto">
            <a:xfrm>
              <a:off x="2636" y="962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29" name="Rectangle 528"/>
            <p:cNvSpPr>
              <a:spLocks noChangeArrowheads="1"/>
            </p:cNvSpPr>
            <p:nvPr/>
          </p:nvSpPr>
          <p:spPr bwMode="auto">
            <a:xfrm>
              <a:off x="2803" y="962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0" name="Rectangle 529"/>
            <p:cNvSpPr>
              <a:spLocks noChangeArrowheads="1"/>
            </p:cNvSpPr>
            <p:nvPr/>
          </p:nvSpPr>
          <p:spPr bwMode="auto">
            <a:xfrm>
              <a:off x="802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1" name="Rectangle 530"/>
            <p:cNvSpPr>
              <a:spLocks noChangeArrowheads="1"/>
            </p:cNvSpPr>
            <p:nvPr/>
          </p:nvSpPr>
          <p:spPr bwMode="auto">
            <a:xfrm>
              <a:off x="969" y="1144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2" name="Rectangle 531"/>
            <p:cNvSpPr>
              <a:spLocks noChangeArrowheads="1"/>
            </p:cNvSpPr>
            <p:nvPr/>
          </p:nvSpPr>
          <p:spPr bwMode="auto">
            <a:xfrm>
              <a:off x="1135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3" name="Rectangle 532"/>
            <p:cNvSpPr>
              <a:spLocks noChangeArrowheads="1"/>
            </p:cNvSpPr>
            <p:nvPr/>
          </p:nvSpPr>
          <p:spPr bwMode="auto">
            <a:xfrm>
              <a:off x="1302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4" name="Rectangle 533"/>
            <p:cNvSpPr>
              <a:spLocks noChangeArrowheads="1"/>
            </p:cNvSpPr>
            <p:nvPr/>
          </p:nvSpPr>
          <p:spPr bwMode="auto">
            <a:xfrm>
              <a:off x="1469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5" name="Rectangle 534"/>
            <p:cNvSpPr>
              <a:spLocks noChangeArrowheads="1"/>
            </p:cNvSpPr>
            <p:nvPr/>
          </p:nvSpPr>
          <p:spPr bwMode="auto">
            <a:xfrm>
              <a:off x="1636" y="1144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6" name="Rectangle 535"/>
            <p:cNvSpPr>
              <a:spLocks noChangeArrowheads="1"/>
            </p:cNvSpPr>
            <p:nvPr/>
          </p:nvSpPr>
          <p:spPr bwMode="auto">
            <a:xfrm>
              <a:off x="1802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7" name="Rectangle 536"/>
            <p:cNvSpPr>
              <a:spLocks noChangeArrowheads="1"/>
            </p:cNvSpPr>
            <p:nvPr/>
          </p:nvSpPr>
          <p:spPr bwMode="auto">
            <a:xfrm>
              <a:off x="1969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8" name="Rectangle 537"/>
            <p:cNvSpPr>
              <a:spLocks noChangeArrowheads="1"/>
            </p:cNvSpPr>
            <p:nvPr/>
          </p:nvSpPr>
          <p:spPr bwMode="auto">
            <a:xfrm>
              <a:off x="2136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39" name="Rectangle 538"/>
            <p:cNvSpPr>
              <a:spLocks noChangeArrowheads="1"/>
            </p:cNvSpPr>
            <p:nvPr/>
          </p:nvSpPr>
          <p:spPr bwMode="auto">
            <a:xfrm>
              <a:off x="2303" y="1144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0" name="Rectangle 539"/>
            <p:cNvSpPr>
              <a:spLocks noChangeArrowheads="1"/>
            </p:cNvSpPr>
            <p:nvPr/>
          </p:nvSpPr>
          <p:spPr bwMode="auto">
            <a:xfrm>
              <a:off x="2469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1" name="Rectangle 540"/>
            <p:cNvSpPr>
              <a:spLocks noChangeArrowheads="1"/>
            </p:cNvSpPr>
            <p:nvPr/>
          </p:nvSpPr>
          <p:spPr bwMode="auto">
            <a:xfrm>
              <a:off x="2636" y="1144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2" name="Rectangle 541"/>
            <p:cNvSpPr>
              <a:spLocks noChangeArrowheads="1"/>
            </p:cNvSpPr>
            <p:nvPr/>
          </p:nvSpPr>
          <p:spPr bwMode="auto">
            <a:xfrm>
              <a:off x="2803" y="1144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3" name="Rectangle 542"/>
            <p:cNvSpPr>
              <a:spLocks noChangeArrowheads="1"/>
            </p:cNvSpPr>
            <p:nvPr/>
          </p:nvSpPr>
          <p:spPr bwMode="auto">
            <a:xfrm>
              <a:off x="802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4" name="Rectangle 543"/>
            <p:cNvSpPr>
              <a:spLocks noChangeArrowheads="1"/>
            </p:cNvSpPr>
            <p:nvPr/>
          </p:nvSpPr>
          <p:spPr bwMode="auto">
            <a:xfrm>
              <a:off x="969" y="1325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5" name="Rectangle 544"/>
            <p:cNvSpPr>
              <a:spLocks noChangeArrowheads="1"/>
            </p:cNvSpPr>
            <p:nvPr/>
          </p:nvSpPr>
          <p:spPr bwMode="auto">
            <a:xfrm>
              <a:off x="1135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6" name="Rectangle 545"/>
            <p:cNvSpPr>
              <a:spLocks noChangeArrowheads="1"/>
            </p:cNvSpPr>
            <p:nvPr/>
          </p:nvSpPr>
          <p:spPr bwMode="auto">
            <a:xfrm>
              <a:off x="1302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7" name="Rectangle 546"/>
            <p:cNvSpPr>
              <a:spLocks noChangeArrowheads="1"/>
            </p:cNvSpPr>
            <p:nvPr/>
          </p:nvSpPr>
          <p:spPr bwMode="auto">
            <a:xfrm>
              <a:off x="1469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8" name="Rectangle 547"/>
            <p:cNvSpPr>
              <a:spLocks noChangeArrowheads="1"/>
            </p:cNvSpPr>
            <p:nvPr/>
          </p:nvSpPr>
          <p:spPr bwMode="auto">
            <a:xfrm>
              <a:off x="1636" y="1325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49" name="Rectangle 548"/>
            <p:cNvSpPr>
              <a:spLocks noChangeArrowheads="1"/>
            </p:cNvSpPr>
            <p:nvPr/>
          </p:nvSpPr>
          <p:spPr bwMode="auto">
            <a:xfrm>
              <a:off x="1802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0" name="Rectangle 549"/>
            <p:cNvSpPr>
              <a:spLocks noChangeArrowheads="1"/>
            </p:cNvSpPr>
            <p:nvPr/>
          </p:nvSpPr>
          <p:spPr bwMode="auto">
            <a:xfrm>
              <a:off x="1969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1" name="Rectangle 550"/>
            <p:cNvSpPr>
              <a:spLocks noChangeArrowheads="1"/>
            </p:cNvSpPr>
            <p:nvPr/>
          </p:nvSpPr>
          <p:spPr bwMode="auto">
            <a:xfrm>
              <a:off x="2136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2" name="Rectangle 551"/>
            <p:cNvSpPr>
              <a:spLocks noChangeArrowheads="1"/>
            </p:cNvSpPr>
            <p:nvPr/>
          </p:nvSpPr>
          <p:spPr bwMode="auto">
            <a:xfrm>
              <a:off x="2303" y="1325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3" name="Rectangle 552"/>
            <p:cNvSpPr>
              <a:spLocks noChangeArrowheads="1"/>
            </p:cNvSpPr>
            <p:nvPr/>
          </p:nvSpPr>
          <p:spPr bwMode="auto">
            <a:xfrm>
              <a:off x="2469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4" name="Rectangle 553"/>
            <p:cNvSpPr>
              <a:spLocks noChangeArrowheads="1"/>
            </p:cNvSpPr>
            <p:nvPr/>
          </p:nvSpPr>
          <p:spPr bwMode="auto">
            <a:xfrm>
              <a:off x="2636" y="1325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5" name="Rectangle 554"/>
            <p:cNvSpPr>
              <a:spLocks noChangeArrowheads="1"/>
            </p:cNvSpPr>
            <p:nvPr/>
          </p:nvSpPr>
          <p:spPr bwMode="auto">
            <a:xfrm>
              <a:off x="2803" y="1325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6" name="Rectangle 555"/>
            <p:cNvSpPr>
              <a:spLocks noChangeArrowheads="1"/>
            </p:cNvSpPr>
            <p:nvPr/>
          </p:nvSpPr>
          <p:spPr bwMode="auto">
            <a:xfrm>
              <a:off x="802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7" name="Rectangle 556"/>
            <p:cNvSpPr>
              <a:spLocks noChangeArrowheads="1"/>
            </p:cNvSpPr>
            <p:nvPr/>
          </p:nvSpPr>
          <p:spPr bwMode="auto">
            <a:xfrm>
              <a:off x="969" y="1507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8" name="Rectangle 557"/>
            <p:cNvSpPr>
              <a:spLocks noChangeArrowheads="1"/>
            </p:cNvSpPr>
            <p:nvPr/>
          </p:nvSpPr>
          <p:spPr bwMode="auto">
            <a:xfrm>
              <a:off x="1135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59" name="Rectangle 558"/>
            <p:cNvSpPr>
              <a:spLocks noChangeArrowheads="1"/>
            </p:cNvSpPr>
            <p:nvPr/>
          </p:nvSpPr>
          <p:spPr bwMode="auto">
            <a:xfrm>
              <a:off x="1302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0" name="Rectangle 559"/>
            <p:cNvSpPr>
              <a:spLocks noChangeArrowheads="1"/>
            </p:cNvSpPr>
            <p:nvPr/>
          </p:nvSpPr>
          <p:spPr bwMode="auto">
            <a:xfrm>
              <a:off x="1469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1" name="Rectangle 560"/>
            <p:cNvSpPr>
              <a:spLocks noChangeArrowheads="1"/>
            </p:cNvSpPr>
            <p:nvPr/>
          </p:nvSpPr>
          <p:spPr bwMode="auto">
            <a:xfrm>
              <a:off x="1636" y="1507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2" name="Rectangle 561"/>
            <p:cNvSpPr>
              <a:spLocks noChangeArrowheads="1"/>
            </p:cNvSpPr>
            <p:nvPr/>
          </p:nvSpPr>
          <p:spPr bwMode="auto">
            <a:xfrm>
              <a:off x="1802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3" name="Rectangle 562"/>
            <p:cNvSpPr>
              <a:spLocks noChangeArrowheads="1"/>
            </p:cNvSpPr>
            <p:nvPr/>
          </p:nvSpPr>
          <p:spPr bwMode="auto">
            <a:xfrm>
              <a:off x="1969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4" name="Rectangle 563"/>
            <p:cNvSpPr>
              <a:spLocks noChangeArrowheads="1"/>
            </p:cNvSpPr>
            <p:nvPr/>
          </p:nvSpPr>
          <p:spPr bwMode="auto">
            <a:xfrm>
              <a:off x="2136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5" name="Rectangle 564"/>
            <p:cNvSpPr>
              <a:spLocks noChangeArrowheads="1"/>
            </p:cNvSpPr>
            <p:nvPr/>
          </p:nvSpPr>
          <p:spPr bwMode="auto">
            <a:xfrm>
              <a:off x="2303" y="1507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6" name="Rectangle 565"/>
            <p:cNvSpPr>
              <a:spLocks noChangeArrowheads="1"/>
            </p:cNvSpPr>
            <p:nvPr/>
          </p:nvSpPr>
          <p:spPr bwMode="auto">
            <a:xfrm>
              <a:off x="2469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7" name="Rectangle 566"/>
            <p:cNvSpPr>
              <a:spLocks noChangeArrowheads="1"/>
            </p:cNvSpPr>
            <p:nvPr/>
          </p:nvSpPr>
          <p:spPr bwMode="auto">
            <a:xfrm>
              <a:off x="2636" y="1507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8" name="Rectangle 567"/>
            <p:cNvSpPr>
              <a:spLocks noChangeArrowheads="1"/>
            </p:cNvSpPr>
            <p:nvPr/>
          </p:nvSpPr>
          <p:spPr bwMode="auto">
            <a:xfrm>
              <a:off x="2803" y="1507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69" name="Rectangle 568"/>
            <p:cNvSpPr>
              <a:spLocks noChangeArrowheads="1"/>
            </p:cNvSpPr>
            <p:nvPr/>
          </p:nvSpPr>
          <p:spPr bwMode="auto">
            <a:xfrm>
              <a:off x="802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0" name="Rectangle 569"/>
            <p:cNvSpPr>
              <a:spLocks noChangeArrowheads="1"/>
            </p:cNvSpPr>
            <p:nvPr/>
          </p:nvSpPr>
          <p:spPr bwMode="auto">
            <a:xfrm>
              <a:off x="969" y="1688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1" name="Rectangle 570"/>
            <p:cNvSpPr>
              <a:spLocks noChangeArrowheads="1"/>
            </p:cNvSpPr>
            <p:nvPr/>
          </p:nvSpPr>
          <p:spPr bwMode="auto">
            <a:xfrm>
              <a:off x="1135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2" name="Rectangle 571"/>
            <p:cNvSpPr>
              <a:spLocks noChangeArrowheads="1"/>
            </p:cNvSpPr>
            <p:nvPr/>
          </p:nvSpPr>
          <p:spPr bwMode="auto">
            <a:xfrm>
              <a:off x="1302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3" name="Rectangle 572"/>
            <p:cNvSpPr>
              <a:spLocks noChangeArrowheads="1"/>
            </p:cNvSpPr>
            <p:nvPr/>
          </p:nvSpPr>
          <p:spPr bwMode="auto">
            <a:xfrm>
              <a:off x="1469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4" name="Rectangle 573"/>
            <p:cNvSpPr>
              <a:spLocks noChangeArrowheads="1"/>
            </p:cNvSpPr>
            <p:nvPr/>
          </p:nvSpPr>
          <p:spPr bwMode="auto">
            <a:xfrm>
              <a:off x="1636" y="1688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5" name="Rectangle 574"/>
            <p:cNvSpPr>
              <a:spLocks noChangeArrowheads="1"/>
            </p:cNvSpPr>
            <p:nvPr/>
          </p:nvSpPr>
          <p:spPr bwMode="auto">
            <a:xfrm>
              <a:off x="1802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6" name="Rectangle 575"/>
            <p:cNvSpPr>
              <a:spLocks noChangeArrowheads="1"/>
            </p:cNvSpPr>
            <p:nvPr/>
          </p:nvSpPr>
          <p:spPr bwMode="auto">
            <a:xfrm>
              <a:off x="1969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7" name="Rectangle 576"/>
            <p:cNvSpPr>
              <a:spLocks noChangeArrowheads="1"/>
            </p:cNvSpPr>
            <p:nvPr/>
          </p:nvSpPr>
          <p:spPr bwMode="auto">
            <a:xfrm>
              <a:off x="2136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8" name="Rectangle 577"/>
            <p:cNvSpPr>
              <a:spLocks noChangeArrowheads="1"/>
            </p:cNvSpPr>
            <p:nvPr/>
          </p:nvSpPr>
          <p:spPr bwMode="auto">
            <a:xfrm>
              <a:off x="2303" y="1688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79" name="Rectangle 578"/>
            <p:cNvSpPr>
              <a:spLocks noChangeArrowheads="1"/>
            </p:cNvSpPr>
            <p:nvPr/>
          </p:nvSpPr>
          <p:spPr bwMode="auto">
            <a:xfrm>
              <a:off x="2469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0" name="Rectangle 579"/>
            <p:cNvSpPr>
              <a:spLocks noChangeArrowheads="1"/>
            </p:cNvSpPr>
            <p:nvPr/>
          </p:nvSpPr>
          <p:spPr bwMode="auto">
            <a:xfrm>
              <a:off x="2636" y="1688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1" name="Rectangle 580"/>
            <p:cNvSpPr>
              <a:spLocks noChangeArrowheads="1"/>
            </p:cNvSpPr>
            <p:nvPr/>
          </p:nvSpPr>
          <p:spPr bwMode="auto">
            <a:xfrm>
              <a:off x="2803" y="1688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2" name="Rectangle 581"/>
            <p:cNvSpPr>
              <a:spLocks noChangeArrowheads="1"/>
            </p:cNvSpPr>
            <p:nvPr/>
          </p:nvSpPr>
          <p:spPr bwMode="auto">
            <a:xfrm>
              <a:off x="802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3" name="Rectangle 582"/>
            <p:cNvSpPr>
              <a:spLocks noChangeArrowheads="1"/>
            </p:cNvSpPr>
            <p:nvPr/>
          </p:nvSpPr>
          <p:spPr bwMode="auto">
            <a:xfrm>
              <a:off x="969" y="1870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4" name="Rectangle 583"/>
            <p:cNvSpPr>
              <a:spLocks noChangeArrowheads="1"/>
            </p:cNvSpPr>
            <p:nvPr/>
          </p:nvSpPr>
          <p:spPr bwMode="auto">
            <a:xfrm>
              <a:off x="1135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5" name="Rectangle 584"/>
            <p:cNvSpPr>
              <a:spLocks noChangeArrowheads="1"/>
            </p:cNvSpPr>
            <p:nvPr/>
          </p:nvSpPr>
          <p:spPr bwMode="auto">
            <a:xfrm>
              <a:off x="1302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6" name="Rectangle 585"/>
            <p:cNvSpPr>
              <a:spLocks noChangeArrowheads="1"/>
            </p:cNvSpPr>
            <p:nvPr/>
          </p:nvSpPr>
          <p:spPr bwMode="auto">
            <a:xfrm>
              <a:off x="1469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7" name="Rectangle 586"/>
            <p:cNvSpPr>
              <a:spLocks noChangeArrowheads="1"/>
            </p:cNvSpPr>
            <p:nvPr/>
          </p:nvSpPr>
          <p:spPr bwMode="auto">
            <a:xfrm>
              <a:off x="1636" y="1870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8" name="Rectangle 587"/>
            <p:cNvSpPr>
              <a:spLocks noChangeArrowheads="1"/>
            </p:cNvSpPr>
            <p:nvPr/>
          </p:nvSpPr>
          <p:spPr bwMode="auto">
            <a:xfrm>
              <a:off x="1802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89" name="Rectangle 588"/>
            <p:cNvSpPr>
              <a:spLocks noChangeArrowheads="1"/>
            </p:cNvSpPr>
            <p:nvPr/>
          </p:nvSpPr>
          <p:spPr bwMode="auto">
            <a:xfrm>
              <a:off x="1969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0" name="Rectangle 589"/>
            <p:cNvSpPr>
              <a:spLocks noChangeArrowheads="1"/>
            </p:cNvSpPr>
            <p:nvPr/>
          </p:nvSpPr>
          <p:spPr bwMode="auto">
            <a:xfrm>
              <a:off x="2136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1" name="Rectangle 590"/>
            <p:cNvSpPr>
              <a:spLocks noChangeArrowheads="1"/>
            </p:cNvSpPr>
            <p:nvPr/>
          </p:nvSpPr>
          <p:spPr bwMode="auto">
            <a:xfrm>
              <a:off x="2303" y="1870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2" name="Rectangle 591"/>
            <p:cNvSpPr>
              <a:spLocks noChangeArrowheads="1"/>
            </p:cNvSpPr>
            <p:nvPr/>
          </p:nvSpPr>
          <p:spPr bwMode="auto">
            <a:xfrm>
              <a:off x="2469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3" name="Rectangle 592"/>
            <p:cNvSpPr>
              <a:spLocks noChangeArrowheads="1"/>
            </p:cNvSpPr>
            <p:nvPr/>
          </p:nvSpPr>
          <p:spPr bwMode="auto">
            <a:xfrm>
              <a:off x="2636" y="1870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4" name="Rectangle 593"/>
            <p:cNvSpPr>
              <a:spLocks noChangeArrowheads="1"/>
            </p:cNvSpPr>
            <p:nvPr/>
          </p:nvSpPr>
          <p:spPr bwMode="auto">
            <a:xfrm>
              <a:off x="2803" y="1870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5" name="Rectangle 594"/>
            <p:cNvSpPr>
              <a:spLocks noChangeArrowheads="1"/>
            </p:cNvSpPr>
            <p:nvPr/>
          </p:nvSpPr>
          <p:spPr bwMode="auto">
            <a:xfrm>
              <a:off x="802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6" name="Rectangle 595"/>
            <p:cNvSpPr>
              <a:spLocks noChangeArrowheads="1"/>
            </p:cNvSpPr>
            <p:nvPr/>
          </p:nvSpPr>
          <p:spPr bwMode="auto">
            <a:xfrm>
              <a:off x="969" y="2051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7" name="Rectangle 596"/>
            <p:cNvSpPr>
              <a:spLocks noChangeArrowheads="1"/>
            </p:cNvSpPr>
            <p:nvPr/>
          </p:nvSpPr>
          <p:spPr bwMode="auto">
            <a:xfrm>
              <a:off x="1135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8" name="Rectangle 597"/>
            <p:cNvSpPr>
              <a:spLocks noChangeArrowheads="1"/>
            </p:cNvSpPr>
            <p:nvPr/>
          </p:nvSpPr>
          <p:spPr bwMode="auto">
            <a:xfrm>
              <a:off x="1302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599" name="Rectangle 598"/>
            <p:cNvSpPr>
              <a:spLocks noChangeArrowheads="1"/>
            </p:cNvSpPr>
            <p:nvPr/>
          </p:nvSpPr>
          <p:spPr bwMode="auto">
            <a:xfrm>
              <a:off x="1469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0" name="Rectangle 599"/>
            <p:cNvSpPr>
              <a:spLocks noChangeArrowheads="1"/>
            </p:cNvSpPr>
            <p:nvPr/>
          </p:nvSpPr>
          <p:spPr bwMode="auto">
            <a:xfrm>
              <a:off x="1636" y="2051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1" name="Rectangle 600"/>
            <p:cNvSpPr>
              <a:spLocks noChangeArrowheads="1"/>
            </p:cNvSpPr>
            <p:nvPr/>
          </p:nvSpPr>
          <p:spPr bwMode="auto">
            <a:xfrm>
              <a:off x="1802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2" name="Rectangle 601"/>
            <p:cNvSpPr>
              <a:spLocks noChangeArrowheads="1"/>
            </p:cNvSpPr>
            <p:nvPr/>
          </p:nvSpPr>
          <p:spPr bwMode="auto">
            <a:xfrm>
              <a:off x="1969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3" name="Rectangle 602"/>
            <p:cNvSpPr>
              <a:spLocks noChangeArrowheads="1"/>
            </p:cNvSpPr>
            <p:nvPr/>
          </p:nvSpPr>
          <p:spPr bwMode="auto">
            <a:xfrm>
              <a:off x="2136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4" name="Rectangle 603"/>
            <p:cNvSpPr>
              <a:spLocks noChangeArrowheads="1"/>
            </p:cNvSpPr>
            <p:nvPr/>
          </p:nvSpPr>
          <p:spPr bwMode="auto">
            <a:xfrm>
              <a:off x="2303" y="2051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5" name="Rectangle 604"/>
            <p:cNvSpPr>
              <a:spLocks noChangeArrowheads="1"/>
            </p:cNvSpPr>
            <p:nvPr/>
          </p:nvSpPr>
          <p:spPr bwMode="auto">
            <a:xfrm>
              <a:off x="2469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6" name="Rectangle 605"/>
            <p:cNvSpPr>
              <a:spLocks noChangeArrowheads="1"/>
            </p:cNvSpPr>
            <p:nvPr/>
          </p:nvSpPr>
          <p:spPr bwMode="auto">
            <a:xfrm>
              <a:off x="2636" y="2051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7" name="Rectangle 606"/>
            <p:cNvSpPr>
              <a:spLocks noChangeArrowheads="1"/>
            </p:cNvSpPr>
            <p:nvPr/>
          </p:nvSpPr>
          <p:spPr bwMode="auto">
            <a:xfrm>
              <a:off x="2803" y="2051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8" name="Rectangle 607"/>
            <p:cNvSpPr>
              <a:spLocks noChangeArrowheads="1"/>
            </p:cNvSpPr>
            <p:nvPr/>
          </p:nvSpPr>
          <p:spPr bwMode="auto">
            <a:xfrm>
              <a:off x="802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09" name="Rectangle 608"/>
            <p:cNvSpPr>
              <a:spLocks noChangeArrowheads="1"/>
            </p:cNvSpPr>
            <p:nvPr/>
          </p:nvSpPr>
          <p:spPr bwMode="auto">
            <a:xfrm>
              <a:off x="969" y="2233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0" name="Rectangle 609"/>
            <p:cNvSpPr>
              <a:spLocks noChangeArrowheads="1"/>
            </p:cNvSpPr>
            <p:nvPr/>
          </p:nvSpPr>
          <p:spPr bwMode="auto">
            <a:xfrm>
              <a:off x="1135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1" name="Rectangle 610"/>
            <p:cNvSpPr>
              <a:spLocks noChangeArrowheads="1"/>
            </p:cNvSpPr>
            <p:nvPr/>
          </p:nvSpPr>
          <p:spPr bwMode="auto">
            <a:xfrm>
              <a:off x="1302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2" name="Rectangle 611"/>
            <p:cNvSpPr>
              <a:spLocks noChangeArrowheads="1"/>
            </p:cNvSpPr>
            <p:nvPr/>
          </p:nvSpPr>
          <p:spPr bwMode="auto">
            <a:xfrm>
              <a:off x="1469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3" name="Rectangle 612"/>
            <p:cNvSpPr>
              <a:spLocks noChangeArrowheads="1"/>
            </p:cNvSpPr>
            <p:nvPr/>
          </p:nvSpPr>
          <p:spPr bwMode="auto">
            <a:xfrm>
              <a:off x="1636" y="2233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4" name="Rectangle 613"/>
            <p:cNvSpPr>
              <a:spLocks noChangeArrowheads="1"/>
            </p:cNvSpPr>
            <p:nvPr/>
          </p:nvSpPr>
          <p:spPr bwMode="auto">
            <a:xfrm>
              <a:off x="1802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5" name="Rectangle 614"/>
            <p:cNvSpPr>
              <a:spLocks noChangeArrowheads="1"/>
            </p:cNvSpPr>
            <p:nvPr/>
          </p:nvSpPr>
          <p:spPr bwMode="auto">
            <a:xfrm>
              <a:off x="1969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6" name="Rectangle 615"/>
            <p:cNvSpPr>
              <a:spLocks noChangeArrowheads="1"/>
            </p:cNvSpPr>
            <p:nvPr/>
          </p:nvSpPr>
          <p:spPr bwMode="auto">
            <a:xfrm>
              <a:off x="2136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7" name="Rectangle 616"/>
            <p:cNvSpPr>
              <a:spLocks noChangeArrowheads="1"/>
            </p:cNvSpPr>
            <p:nvPr/>
          </p:nvSpPr>
          <p:spPr bwMode="auto">
            <a:xfrm>
              <a:off x="2303" y="2233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8" name="Rectangle 617"/>
            <p:cNvSpPr>
              <a:spLocks noChangeArrowheads="1"/>
            </p:cNvSpPr>
            <p:nvPr/>
          </p:nvSpPr>
          <p:spPr bwMode="auto">
            <a:xfrm>
              <a:off x="2469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19" name="Rectangle 618"/>
            <p:cNvSpPr>
              <a:spLocks noChangeArrowheads="1"/>
            </p:cNvSpPr>
            <p:nvPr/>
          </p:nvSpPr>
          <p:spPr bwMode="auto">
            <a:xfrm>
              <a:off x="2636" y="2233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0" name="Rectangle 619"/>
            <p:cNvSpPr>
              <a:spLocks noChangeArrowheads="1"/>
            </p:cNvSpPr>
            <p:nvPr/>
          </p:nvSpPr>
          <p:spPr bwMode="auto">
            <a:xfrm>
              <a:off x="2803" y="2233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1" name="Rectangle 620"/>
            <p:cNvSpPr>
              <a:spLocks noChangeArrowheads="1"/>
            </p:cNvSpPr>
            <p:nvPr/>
          </p:nvSpPr>
          <p:spPr bwMode="auto">
            <a:xfrm>
              <a:off x="802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2" name="Rectangle 621"/>
            <p:cNvSpPr>
              <a:spLocks noChangeArrowheads="1"/>
            </p:cNvSpPr>
            <p:nvPr/>
          </p:nvSpPr>
          <p:spPr bwMode="auto">
            <a:xfrm>
              <a:off x="969" y="2414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3" name="Rectangle 622"/>
            <p:cNvSpPr>
              <a:spLocks noChangeArrowheads="1"/>
            </p:cNvSpPr>
            <p:nvPr/>
          </p:nvSpPr>
          <p:spPr bwMode="auto">
            <a:xfrm>
              <a:off x="1135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4" name="Rectangle 623"/>
            <p:cNvSpPr>
              <a:spLocks noChangeArrowheads="1"/>
            </p:cNvSpPr>
            <p:nvPr/>
          </p:nvSpPr>
          <p:spPr bwMode="auto">
            <a:xfrm>
              <a:off x="1302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5" name="Rectangle 624"/>
            <p:cNvSpPr>
              <a:spLocks noChangeArrowheads="1"/>
            </p:cNvSpPr>
            <p:nvPr/>
          </p:nvSpPr>
          <p:spPr bwMode="auto">
            <a:xfrm>
              <a:off x="1469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6" name="Rectangle 625"/>
            <p:cNvSpPr>
              <a:spLocks noChangeArrowheads="1"/>
            </p:cNvSpPr>
            <p:nvPr/>
          </p:nvSpPr>
          <p:spPr bwMode="auto">
            <a:xfrm>
              <a:off x="1636" y="2414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7" name="Rectangle 626"/>
            <p:cNvSpPr>
              <a:spLocks noChangeArrowheads="1"/>
            </p:cNvSpPr>
            <p:nvPr/>
          </p:nvSpPr>
          <p:spPr bwMode="auto">
            <a:xfrm>
              <a:off x="1802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8" name="Rectangle 627"/>
            <p:cNvSpPr>
              <a:spLocks noChangeArrowheads="1"/>
            </p:cNvSpPr>
            <p:nvPr/>
          </p:nvSpPr>
          <p:spPr bwMode="auto">
            <a:xfrm>
              <a:off x="1969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29" name="Rectangle 628"/>
            <p:cNvSpPr>
              <a:spLocks noChangeArrowheads="1"/>
            </p:cNvSpPr>
            <p:nvPr/>
          </p:nvSpPr>
          <p:spPr bwMode="auto">
            <a:xfrm>
              <a:off x="2136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0" name="Rectangle 629"/>
            <p:cNvSpPr>
              <a:spLocks noChangeArrowheads="1"/>
            </p:cNvSpPr>
            <p:nvPr/>
          </p:nvSpPr>
          <p:spPr bwMode="auto">
            <a:xfrm>
              <a:off x="2303" y="2414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1" name="Rectangle 630"/>
            <p:cNvSpPr>
              <a:spLocks noChangeArrowheads="1"/>
            </p:cNvSpPr>
            <p:nvPr/>
          </p:nvSpPr>
          <p:spPr bwMode="auto">
            <a:xfrm>
              <a:off x="2469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2" name="Rectangle 631"/>
            <p:cNvSpPr>
              <a:spLocks noChangeArrowheads="1"/>
            </p:cNvSpPr>
            <p:nvPr/>
          </p:nvSpPr>
          <p:spPr bwMode="auto">
            <a:xfrm>
              <a:off x="2636" y="2414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3" name="Rectangle 632"/>
            <p:cNvSpPr>
              <a:spLocks noChangeArrowheads="1"/>
            </p:cNvSpPr>
            <p:nvPr/>
          </p:nvSpPr>
          <p:spPr bwMode="auto">
            <a:xfrm>
              <a:off x="2803" y="2414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4" name="Rectangle 633"/>
            <p:cNvSpPr>
              <a:spLocks noChangeArrowheads="1"/>
            </p:cNvSpPr>
            <p:nvPr/>
          </p:nvSpPr>
          <p:spPr bwMode="auto">
            <a:xfrm>
              <a:off x="802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5" name="Rectangle 634"/>
            <p:cNvSpPr>
              <a:spLocks noChangeArrowheads="1"/>
            </p:cNvSpPr>
            <p:nvPr/>
          </p:nvSpPr>
          <p:spPr bwMode="auto">
            <a:xfrm>
              <a:off x="969" y="2596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6" name="Rectangle 635"/>
            <p:cNvSpPr>
              <a:spLocks noChangeArrowheads="1"/>
            </p:cNvSpPr>
            <p:nvPr/>
          </p:nvSpPr>
          <p:spPr bwMode="auto">
            <a:xfrm>
              <a:off x="1135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7" name="Rectangle 636"/>
            <p:cNvSpPr>
              <a:spLocks noChangeArrowheads="1"/>
            </p:cNvSpPr>
            <p:nvPr/>
          </p:nvSpPr>
          <p:spPr bwMode="auto">
            <a:xfrm>
              <a:off x="1302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8" name="Rectangle 637"/>
            <p:cNvSpPr>
              <a:spLocks noChangeArrowheads="1"/>
            </p:cNvSpPr>
            <p:nvPr/>
          </p:nvSpPr>
          <p:spPr bwMode="auto">
            <a:xfrm>
              <a:off x="1469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39" name="Rectangle 638"/>
            <p:cNvSpPr>
              <a:spLocks noChangeArrowheads="1"/>
            </p:cNvSpPr>
            <p:nvPr/>
          </p:nvSpPr>
          <p:spPr bwMode="auto">
            <a:xfrm>
              <a:off x="1636" y="2596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0" name="Rectangle 639"/>
            <p:cNvSpPr>
              <a:spLocks noChangeArrowheads="1"/>
            </p:cNvSpPr>
            <p:nvPr/>
          </p:nvSpPr>
          <p:spPr bwMode="auto">
            <a:xfrm>
              <a:off x="1802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1" name="Rectangle 640"/>
            <p:cNvSpPr>
              <a:spLocks noChangeArrowheads="1"/>
            </p:cNvSpPr>
            <p:nvPr/>
          </p:nvSpPr>
          <p:spPr bwMode="auto">
            <a:xfrm>
              <a:off x="1969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2" name="Rectangle 641"/>
            <p:cNvSpPr>
              <a:spLocks noChangeArrowheads="1"/>
            </p:cNvSpPr>
            <p:nvPr/>
          </p:nvSpPr>
          <p:spPr bwMode="auto">
            <a:xfrm>
              <a:off x="2136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3" name="Rectangle 642"/>
            <p:cNvSpPr>
              <a:spLocks noChangeArrowheads="1"/>
            </p:cNvSpPr>
            <p:nvPr/>
          </p:nvSpPr>
          <p:spPr bwMode="auto">
            <a:xfrm>
              <a:off x="2303" y="2596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4" name="Rectangle 643"/>
            <p:cNvSpPr>
              <a:spLocks noChangeArrowheads="1"/>
            </p:cNvSpPr>
            <p:nvPr/>
          </p:nvSpPr>
          <p:spPr bwMode="auto">
            <a:xfrm>
              <a:off x="2469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5" name="Rectangle 644"/>
            <p:cNvSpPr>
              <a:spLocks noChangeArrowheads="1"/>
            </p:cNvSpPr>
            <p:nvPr/>
          </p:nvSpPr>
          <p:spPr bwMode="auto">
            <a:xfrm>
              <a:off x="2636" y="2596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6" name="Rectangle 645"/>
            <p:cNvSpPr>
              <a:spLocks noChangeArrowheads="1"/>
            </p:cNvSpPr>
            <p:nvPr/>
          </p:nvSpPr>
          <p:spPr bwMode="auto">
            <a:xfrm>
              <a:off x="2803" y="2596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7" name="Rectangle 646"/>
            <p:cNvSpPr>
              <a:spLocks noChangeArrowheads="1"/>
            </p:cNvSpPr>
            <p:nvPr/>
          </p:nvSpPr>
          <p:spPr bwMode="auto">
            <a:xfrm>
              <a:off x="802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8" name="Rectangle 647"/>
            <p:cNvSpPr>
              <a:spLocks noChangeArrowheads="1"/>
            </p:cNvSpPr>
            <p:nvPr/>
          </p:nvSpPr>
          <p:spPr bwMode="auto">
            <a:xfrm>
              <a:off x="969" y="2777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49" name="Rectangle 648"/>
            <p:cNvSpPr>
              <a:spLocks noChangeArrowheads="1"/>
            </p:cNvSpPr>
            <p:nvPr/>
          </p:nvSpPr>
          <p:spPr bwMode="auto">
            <a:xfrm>
              <a:off x="1135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0" name="Rectangle 649"/>
            <p:cNvSpPr>
              <a:spLocks noChangeArrowheads="1"/>
            </p:cNvSpPr>
            <p:nvPr/>
          </p:nvSpPr>
          <p:spPr bwMode="auto">
            <a:xfrm>
              <a:off x="1302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1" name="Rectangle 650"/>
            <p:cNvSpPr>
              <a:spLocks noChangeArrowheads="1"/>
            </p:cNvSpPr>
            <p:nvPr/>
          </p:nvSpPr>
          <p:spPr bwMode="auto">
            <a:xfrm>
              <a:off x="1469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2" name="Rectangle 651"/>
            <p:cNvSpPr>
              <a:spLocks noChangeArrowheads="1"/>
            </p:cNvSpPr>
            <p:nvPr/>
          </p:nvSpPr>
          <p:spPr bwMode="auto">
            <a:xfrm>
              <a:off x="1636" y="2777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3" name="Rectangle 652"/>
            <p:cNvSpPr>
              <a:spLocks noChangeArrowheads="1"/>
            </p:cNvSpPr>
            <p:nvPr/>
          </p:nvSpPr>
          <p:spPr bwMode="auto">
            <a:xfrm>
              <a:off x="1802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4" name="Rectangle 653"/>
            <p:cNvSpPr>
              <a:spLocks noChangeArrowheads="1"/>
            </p:cNvSpPr>
            <p:nvPr/>
          </p:nvSpPr>
          <p:spPr bwMode="auto">
            <a:xfrm>
              <a:off x="1969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5" name="Rectangle 654"/>
            <p:cNvSpPr>
              <a:spLocks noChangeArrowheads="1"/>
            </p:cNvSpPr>
            <p:nvPr/>
          </p:nvSpPr>
          <p:spPr bwMode="auto">
            <a:xfrm>
              <a:off x="2136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6" name="Rectangle 655"/>
            <p:cNvSpPr>
              <a:spLocks noChangeArrowheads="1"/>
            </p:cNvSpPr>
            <p:nvPr/>
          </p:nvSpPr>
          <p:spPr bwMode="auto">
            <a:xfrm>
              <a:off x="2303" y="2777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7" name="Rectangle 656"/>
            <p:cNvSpPr>
              <a:spLocks noChangeArrowheads="1"/>
            </p:cNvSpPr>
            <p:nvPr/>
          </p:nvSpPr>
          <p:spPr bwMode="auto">
            <a:xfrm>
              <a:off x="2469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8" name="Rectangle 657"/>
            <p:cNvSpPr>
              <a:spLocks noChangeArrowheads="1"/>
            </p:cNvSpPr>
            <p:nvPr/>
          </p:nvSpPr>
          <p:spPr bwMode="auto">
            <a:xfrm>
              <a:off x="2636" y="2777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59" name="Rectangle 658"/>
            <p:cNvSpPr>
              <a:spLocks noChangeArrowheads="1"/>
            </p:cNvSpPr>
            <p:nvPr/>
          </p:nvSpPr>
          <p:spPr bwMode="auto">
            <a:xfrm>
              <a:off x="2803" y="2777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0" name="Rectangle 659"/>
            <p:cNvSpPr>
              <a:spLocks noChangeArrowheads="1"/>
            </p:cNvSpPr>
            <p:nvPr/>
          </p:nvSpPr>
          <p:spPr bwMode="auto">
            <a:xfrm>
              <a:off x="802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1" name="Rectangle 660"/>
            <p:cNvSpPr>
              <a:spLocks noChangeArrowheads="1"/>
            </p:cNvSpPr>
            <p:nvPr/>
          </p:nvSpPr>
          <p:spPr bwMode="auto">
            <a:xfrm>
              <a:off x="969" y="2959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2" name="Rectangle 661"/>
            <p:cNvSpPr>
              <a:spLocks noChangeArrowheads="1"/>
            </p:cNvSpPr>
            <p:nvPr/>
          </p:nvSpPr>
          <p:spPr bwMode="auto">
            <a:xfrm>
              <a:off x="1135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3" name="Rectangle 662"/>
            <p:cNvSpPr>
              <a:spLocks noChangeArrowheads="1"/>
            </p:cNvSpPr>
            <p:nvPr/>
          </p:nvSpPr>
          <p:spPr bwMode="auto">
            <a:xfrm>
              <a:off x="1302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4" name="Rectangle 663"/>
            <p:cNvSpPr>
              <a:spLocks noChangeArrowheads="1"/>
            </p:cNvSpPr>
            <p:nvPr/>
          </p:nvSpPr>
          <p:spPr bwMode="auto">
            <a:xfrm>
              <a:off x="1469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5" name="Rectangle 664"/>
            <p:cNvSpPr>
              <a:spLocks noChangeArrowheads="1"/>
            </p:cNvSpPr>
            <p:nvPr/>
          </p:nvSpPr>
          <p:spPr bwMode="auto">
            <a:xfrm>
              <a:off x="1636" y="2959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6" name="Rectangle 665"/>
            <p:cNvSpPr>
              <a:spLocks noChangeArrowheads="1"/>
            </p:cNvSpPr>
            <p:nvPr/>
          </p:nvSpPr>
          <p:spPr bwMode="auto">
            <a:xfrm>
              <a:off x="1802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7" name="Rectangle 666"/>
            <p:cNvSpPr>
              <a:spLocks noChangeArrowheads="1"/>
            </p:cNvSpPr>
            <p:nvPr/>
          </p:nvSpPr>
          <p:spPr bwMode="auto">
            <a:xfrm>
              <a:off x="1969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8" name="Rectangle 667"/>
            <p:cNvSpPr>
              <a:spLocks noChangeArrowheads="1"/>
            </p:cNvSpPr>
            <p:nvPr/>
          </p:nvSpPr>
          <p:spPr bwMode="auto">
            <a:xfrm>
              <a:off x="2136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69" name="Rectangle 668"/>
            <p:cNvSpPr>
              <a:spLocks noChangeArrowheads="1"/>
            </p:cNvSpPr>
            <p:nvPr/>
          </p:nvSpPr>
          <p:spPr bwMode="auto">
            <a:xfrm>
              <a:off x="2303" y="2959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0" name="Rectangle 669"/>
            <p:cNvSpPr>
              <a:spLocks noChangeArrowheads="1"/>
            </p:cNvSpPr>
            <p:nvPr/>
          </p:nvSpPr>
          <p:spPr bwMode="auto">
            <a:xfrm>
              <a:off x="2469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1" name="Rectangle 670"/>
            <p:cNvSpPr>
              <a:spLocks noChangeArrowheads="1"/>
            </p:cNvSpPr>
            <p:nvPr/>
          </p:nvSpPr>
          <p:spPr bwMode="auto">
            <a:xfrm>
              <a:off x="2636" y="2959"/>
              <a:ext cx="167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2" name="Rectangle 671"/>
            <p:cNvSpPr>
              <a:spLocks noChangeArrowheads="1"/>
            </p:cNvSpPr>
            <p:nvPr/>
          </p:nvSpPr>
          <p:spPr bwMode="auto">
            <a:xfrm>
              <a:off x="2803" y="2959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3" name="Rectangle 672"/>
            <p:cNvSpPr>
              <a:spLocks noChangeArrowheads="1"/>
            </p:cNvSpPr>
            <p:nvPr/>
          </p:nvSpPr>
          <p:spPr bwMode="auto">
            <a:xfrm>
              <a:off x="802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4" name="Rectangle 673"/>
            <p:cNvSpPr>
              <a:spLocks noChangeArrowheads="1"/>
            </p:cNvSpPr>
            <p:nvPr/>
          </p:nvSpPr>
          <p:spPr bwMode="auto">
            <a:xfrm>
              <a:off x="969" y="3140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5" name="Rectangle 674"/>
            <p:cNvSpPr>
              <a:spLocks noChangeArrowheads="1"/>
            </p:cNvSpPr>
            <p:nvPr/>
          </p:nvSpPr>
          <p:spPr bwMode="auto">
            <a:xfrm>
              <a:off x="1135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6" name="Rectangle 675"/>
            <p:cNvSpPr>
              <a:spLocks noChangeArrowheads="1"/>
            </p:cNvSpPr>
            <p:nvPr/>
          </p:nvSpPr>
          <p:spPr bwMode="auto">
            <a:xfrm>
              <a:off x="1302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7" name="Rectangle 676"/>
            <p:cNvSpPr>
              <a:spLocks noChangeArrowheads="1"/>
            </p:cNvSpPr>
            <p:nvPr/>
          </p:nvSpPr>
          <p:spPr bwMode="auto">
            <a:xfrm>
              <a:off x="1469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8" name="Rectangle 677"/>
            <p:cNvSpPr>
              <a:spLocks noChangeArrowheads="1"/>
            </p:cNvSpPr>
            <p:nvPr/>
          </p:nvSpPr>
          <p:spPr bwMode="auto">
            <a:xfrm>
              <a:off x="1636" y="3140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79" name="Rectangle 678"/>
            <p:cNvSpPr>
              <a:spLocks noChangeArrowheads="1"/>
            </p:cNvSpPr>
            <p:nvPr/>
          </p:nvSpPr>
          <p:spPr bwMode="auto">
            <a:xfrm>
              <a:off x="1802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80" name="Rectangle 679"/>
            <p:cNvSpPr>
              <a:spLocks noChangeArrowheads="1"/>
            </p:cNvSpPr>
            <p:nvPr/>
          </p:nvSpPr>
          <p:spPr bwMode="auto">
            <a:xfrm>
              <a:off x="1969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81" name="Rectangle 680"/>
            <p:cNvSpPr>
              <a:spLocks noChangeArrowheads="1"/>
            </p:cNvSpPr>
            <p:nvPr/>
          </p:nvSpPr>
          <p:spPr bwMode="auto">
            <a:xfrm>
              <a:off x="2136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82" name="Rectangle 681"/>
            <p:cNvSpPr>
              <a:spLocks noChangeArrowheads="1"/>
            </p:cNvSpPr>
            <p:nvPr/>
          </p:nvSpPr>
          <p:spPr bwMode="auto">
            <a:xfrm>
              <a:off x="2303" y="3140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83" name="Rectangle 682"/>
            <p:cNvSpPr>
              <a:spLocks noChangeArrowheads="1"/>
            </p:cNvSpPr>
            <p:nvPr/>
          </p:nvSpPr>
          <p:spPr bwMode="auto">
            <a:xfrm>
              <a:off x="2469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84" name="Rectangle 683"/>
            <p:cNvSpPr>
              <a:spLocks noChangeArrowheads="1"/>
            </p:cNvSpPr>
            <p:nvPr/>
          </p:nvSpPr>
          <p:spPr bwMode="auto">
            <a:xfrm>
              <a:off x="2636" y="3140"/>
              <a:ext cx="167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85" name="Rectangle 684"/>
            <p:cNvSpPr>
              <a:spLocks noChangeArrowheads="1"/>
            </p:cNvSpPr>
            <p:nvPr/>
          </p:nvSpPr>
          <p:spPr bwMode="auto">
            <a:xfrm>
              <a:off x="2803" y="3140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686" name="Text Box 187"/>
            <p:cNvSpPr txBox="1">
              <a:spLocks noChangeArrowheads="1"/>
            </p:cNvSpPr>
            <p:nvPr/>
          </p:nvSpPr>
          <p:spPr bwMode="auto">
            <a:xfrm>
              <a:off x="524" y="2838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10</a:t>
              </a:r>
            </a:p>
          </p:txBody>
        </p:sp>
        <p:sp>
          <p:nvSpPr>
            <p:cNvPr id="687" name="Text Box 188"/>
            <p:cNvSpPr txBox="1">
              <a:spLocks noChangeArrowheads="1"/>
            </p:cNvSpPr>
            <p:nvPr/>
          </p:nvSpPr>
          <p:spPr bwMode="auto">
            <a:xfrm>
              <a:off x="524" y="2475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20</a:t>
              </a:r>
            </a:p>
          </p:txBody>
        </p:sp>
        <p:sp>
          <p:nvSpPr>
            <p:cNvPr id="688" name="Text Box 189"/>
            <p:cNvSpPr txBox="1">
              <a:spLocks noChangeArrowheads="1"/>
            </p:cNvSpPr>
            <p:nvPr/>
          </p:nvSpPr>
          <p:spPr bwMode="auto">
            <a:xfrm>
              <a:off x="524" y="2112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30</a:t>
              </a:r>
            </a:p>
          </p:txBody>
        </p:sp>
        <p:sp>
          <p:nvSpPr>
            <p:cNvPr id="689" name="Text Box 190"/>
            <p:cNvSpPr txBox="1">
              <a:spLocks noChangeArrowheads="1"/>
            </p:cNvSpPr>
            <p:nvPr/>
          </p:nvSpPr>
          <p:spPr bwMode="auto">
            <a:xfrm>
              <a:off x="524" y="1749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40</a:t>
              </a:r>
            </a:p>
          </p:txBody>
        </p:sp>
        <p:sp>
          <p:nvSpPr>
            <p:cNvPr id="690" name="Text Box 191"/>
            <p:cNvSpPr txBox="1">
              <a:spLocks noChangeArrowheads="1"/>
            </p:cNvSpPr>
            <p:nvPr/>
          </p:nvSpPr>
          <p:spPr bwMode="auto">
            <a:xfrm>
              <a:off x="524" y="1386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50</a:t>
              </a:r>
            </a:p>
          </p:txBody>
        </p:sp>
        <p:sp>
          <p:nvSpPr>
            <p:cNvPr id="691" name="Text Box 192"/>
            <p:cNvSpPr txBox="1">
              <a:spLocks noChangeArrowheads="1"/>
            </p:cNvSpPr>
            <p:nvPr/>
          </p:nvSpPr>
          <p:spPr bwMode="auto">
            <a:xfrm>
              <a:off x="524" y="1023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60</a:t>
              </a:r>
            </a:p>
          </p:txBody>
        </p:sp>
        <p:sp>
          <p:nvSpPr>
            <p:cNvPr id="692" name="Text Box 193"/>
            <p:cNvSpPr txBox="1">
              <a:spLocks noChangeArrowheads="1"/>
            </p:cNvSpPr>
            <p:nvPr/>
          </p:nvSpPr>
          <p:spPr bwMode="auto">
            <a:xfrm>
              <a:off x="524" y="687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70</a:t>
              </a:r>
            </a:p>
          </p:txBody>
        </p:sp>
        <p:sp>
          <p:nvSpPr>
            <p:cNvPr id="693" name="Text Box 194"/>
            <p:cNvSpPr txBox="1">
              <a:spLocks noChangeArrowheads="1"/>
            </p:cNvSpPr>
            <p:nvPr/>
          </p:nvSpPr>
          <p:spPr bwMode="auto">
            <a:xfrm>
              <a:off x="524" y="3201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0</a:t>
              </a:r>
            </a:p>
          </p:txBody>
        </p:sp>
        <p:sp>
          <p:nvSpPr>
            <p:cNvPr id="694" name="Text Box 195"/>
            <p:cNvSpPr txBox="1">
              <a:spLocks noChangeArrowheads="1"/>
            </p:cNvSpPr>
            <p:nvPr/>
          </p:nvSpPr>
          <p:spPr bwMode="auto">
            <a:xfrm rot="-5400000">
              <a:off x="-599" y="1926"/>
              <a:ext cx="20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000" smtClean="0"/>
                <a:t>Cumulative Frequency</a:t>
              </a:r>
            </a:p>
          </p:txBody>
        </p:sp>
        <p:sp>
          <p:nvSpPr>
            <p:cNvPr id="695" name="Text Box 196"/>
            <p:cNvSpPr txBox="1">
              <a:spLocks noChangeArrowheads="1"/>
            </p:cNvSpPr>
            <p:nvPr/>
          </p:nvSpPr>
          <p:spPr bwMode="auto">
            <a:xfrm>
              <a:off x="987" y="3354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10</a:t>
              </a:r>
            </a:p>
          </p:txBody>
        </p:sp>
        <p:sp>
          <p:nvSpPr>
            <p:cNvPr id="696" name="Text Box 197"/>
            <p:cNvSpPr txBox="1">
              <a:spLocks noChangeArrowheads="1"/>
            </p:cNvSpPr>
            <p:nvPr/>
          </p:nvSpPr>
          <p:spPr bwMode="auto">
            <a:xfrm>
              <a:off x="1312" y="3350"/>
              <a:ext cx="3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20</a:t>
              </a:r>
            </a:p>
          </p:txBody>
        </p:sp>
        <p:sp>
          <p:nvSpPr>
            <p:cNvPr id="697" name="Text Box 198"/>
            <p:cNvSpPr txBox="1">
              <a:spLocks noChangeArrowheads="1"/>
            </p:cNvSpPr>
            <p:nvPr/>
          </p:nvSpPr>
          <p:spPr bwMode="auto">
            <a:xfrm>
              <a:off x="1654" y="3350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30</a:t>
              </a:r>
            </a:p>
          </p:txBody>
        </p:sp>
        <p:sp>
          <p:nvSpPr>
            <p:cNvPr id="698" name="Text Box 199"/>
            <p:cNvSpPr txBox="1">
              <a:spLocks noChangeArrowheads="1"/>
            </p:cNvSpPr>
            <p:nvPr/>
          </p:nvSpPr>
          <p:spPr bwMode="auto">
            <a:xfrm>
              <a:off x="1975" y="3338"/>
              <a:ext cx="3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40</a:t>
              </a:r>
            </a:p>
          </p:txBody>
        </p:sp>
        <p:sp>
          <p:nvSpPr>
            <p:cNvPr id="699" name="Text Box 200"/>
            <p:cNvSpPr txBox="1">
              <a:spLocks noChangeArrowheads="1"/>
            </p:cNvSpPr>
            <p:nvPr/>
          </p:nvSpPr>
          <p:spPr bwMode="auto">
            <a:xfrm>
              <a:off x="2317" y="3342"/>
              <a:ext cx="33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50</a:t>
              </a:r>
            </a:p>
          </p:txBody>
        </p:sp>
        <p:sp>
          <p:nvSpPr>
            <p:cNvPr id="700" name="Text Box 201"/>
            <p:cNvSpPr txBox="1">
              <a:spLocks noChangeArrowheads="1"/>
            </p:cNvSpPr>
            <p:nvPr/>
          </p:nvSpPr>
          <p:spPr bwMode="auto">
            <a:xfrm>
              <a:off x="2638" y="3350"/>
              <a:ext cx="33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mtClean="0"/>
                <a:t>60</a:t>
              </a:r>
            </a:p>
          </p:txBody>
        </p:sp>
        <p:sp>
          <p:nvSpPr>
            <p:cNvPr id="701" name="Text Box 203"/>
            <p:cNvSpPr txBox="1">
              <a:spLocks noChangeArrowheads="1"/>
            </p:cNvSpPr>
            <p:nvPr/>
          </p:nvSpPr>
          <p:spPr bwMode="auto">
            <a:xfrm>
              <a:off x="1627" y="3541"/>
              <a:ext cx="6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000" smtClean="0"/>
                <a:t>Marks</a:t>
              </a:r>
            </a:p>
          </p:txBody>
        </p:sp>
        <p:sp>
          <p:nvSpPr>
            <p:cNvPr id="702" name="Rectangle 204"/>
            <p:cNvSpPr>
              <a:spLocks noChangeArrowheads="1"/>
            </p:cNvSpPr>
            <p:nvPr/>
          </p:nvSpPr>
          <p:spPr bwMode="auto">
            <a:xfrm>
              <a:off x="2969" y="781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03" name="Rectangle 205"/>
            <p:cNvSpPr>
              <a:spLocks noChangeArrowheads="1"/>
            </p:cNvSpPr>
            <p:nvPr/>
          </p:nvSpPr>
          <p:spPr bwMode="auto">
            <a:xfrm>
              <a:off x="2969" y="962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04" name="Rectangle 206"/>
            <p:cNvSpPr>
              <a:spLocks noChangeArrowheads="1"/>
            </p:cNvSpPr>
            <p:nvPr/>
          </p:nvSpPr>
          <p:spPr bwMode="auto">
            <a:xfrm>
              <a:off x="2969" y="1144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05" name="Rectangle 207"/>
            <p:cNvSpPr>
              <a:spLocks noChangeArrowheads="1"/>
            </p:cNvSpPr>
            <p:nvPr/>
          </p:nvSpPr>
          <p:spPr bwMode="auto">
            <a:xfrm>
              <a:off x="2969" y="1325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06" name="Rectangle 208"/>
            <p:cNvSpPr>
              <a:spLocks noChangeArrowheads="1"/>
            </p:cNvSpPr>
            <p:nvPr/>
          </p:nvSpPr>
          <p:spPr bwMode="auto">
            <a:xfrm>
              <a:off x="2969" y="1507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07" name="Rectangle 209"/>
            <p:cNvSpPr>
              <a:spLocks noChangeArrowheads="1"/>
            </p:cNvSpPr>
            <p:nvPr/>
          </p:nvSpPr>
          <p:spPr bwMode="auto">
            <a:xfrm>
              <a:off x="2969" y="1688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08" name="Rectangle 210"/>
            <p:cNvSpPr>
              <a:spLocks noChangeArrowheads="1"/>
            </p:cNvSpPr>
            <p:nvPr/>
          </p:nvSpPr>
          <p:spPr bwMode="auto">
            <a:xfrm>
              <a:off x="2969" y="1870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09" name="Rectangle 211"/>
            <p:cNvSpPr>
              <a:spLocks noChangeArrowheads="1"/>
            </p:cNvSpPr>
            <p:nvPr/>
          </p:nvSpPr>
          <p:spPr bwMode="auto">
            <a:xfrm>
              <a:off x="2969" y="2051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10" name="Rectangle 212"/>
            <p:cNvSpPr>
              <a:spLocks noChangeArrowheads="1"/>
            </p:cNvSpPr>
            <p:nvPr/>
          </p:nvSpPr>
          <p:spPr bwMode="auto">
            <a:xfrm>
              <a:off x="2969" y="2233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11" name="Rectangle 213"/>
            <p:cNvSpPr>
              <a:spLocks noChangeArrowheads="1"/>
            </p:cNvSpPr>
            <p:nvPr/>
          </p:nvSpPr>
          <p:spPr bwMode="auto">
            <a:xfrm>
              <a:off x="2969" y="2414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12" name="Rectangle 214"/>
            <p:cNvSpPr>
              <a:spLocks noChangeArrowheads="1"/>
            </p:cNvSpPr>
            <p:nvPr/>
          </p:nvSpPr>
          <p:spPr bwMode="auto">
            <a:xfrm>
              <a:off x="2969" y="2596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13" name="Rectangle 215"/>
            <p:cNvSpPr>
              <a:spLocks noChangeArrowheads="1"/>
            </p:cNvSpPr>
            <p:nvPr/>
          </p:nvSpPr>
          <p:spPr bwMode="auto">
            <a:xfrm>
              <a:off x="2969" y="2777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14" name="Rectangle 216"/>
            <p:cNvSpPr>
              <a:spLocks noChangeArrowheads="1"/>
            </p:cNvSpPr>
            <p:nvPr/>
          </p:nvSpPr>
          <p:spPr bwMode="auto">
            <a:xfrm>
              <a:off x="2969" y="2959"/>
              <a:ext cx="166" cy="181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15" name="Rectangle 217"/>
            <p:cNvSpPr>
              <a:spLocks noChangeArrowheads="1"/>
            </p:cNvSpPr>
            <p:nvPr/>
          </p:nvSpPr>
          <p:spPr bwMode="auto">
            <a:xfrm>
              <a:off x="2969" y="3140"/>
              <a:ext cx="166" cy="182"/>
            </a:xfrm>
            <a:prstGeom prst="rect">
              <a:avLst/>
            </a:prstGeom>
            <a:noFill/>
            <a:ln w="31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</p:grpSp>
      <p:sp>
        <p:nvSpPr>
          <p:cNvPr id="716" name="Text Box 219" descr="Parchment"/>
          <p:cNvSpPr txBox="1">
            <a:spLocks noChangeArrowheads="1"/>
          </p:cNvSpPr>
          <p:nvPr/>
        </p:nvSpPr>
        <p:spPr bwMode="auto">
          <a:xfrm>
            <a:off x="6500167" y="1381169"/>
            <a:ext cx="3714750" cy="3323987"/>
          </a:xfrm>
          <a:prstGeom prst="rect">
            <a:avLst/>
          </a:prstGeom>
          <a:ln>
            <a:solidFill>
              <a:srgbClr val="FF5DAE"/>
            </a:solidFill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/>
              <a:t>The graph shows the cumulative frequency curve of the marks for students in an examination. Use the graph to find: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/>
              <a:t>(a) The median mark.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/>
              <a:t>(b) The number of students who got less than 55 marks.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/>
              <a:t>(c) The pass mark if ¾ of the students passed the test.</a:t>
            </a:r>
          </a:p>
        </p:txBody>
      </p:sp>
      <p:sp>
        <p:nvSpPr>
          <p:cNvPr id="717" name="Line 222"/>
          <p:cNvSpPr>
            <a:spLocks noChangeShapeType="1"/>
          </p:cNvSpPr>
          <p:nvPr/>
        </p:nvSpPr>
        <p:spPr bwMode="auto">
          <a:xfrm>
            <a:off x="2359843" y="3906757"/>
            <a:ext cx="1447800" cy="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718" name="Line 230"/>
          <p:cNvSpPr>
            <a:spLocks noChangeShapeType="1"/>
          </p:cNvSpPr>
          <p:nvPr/>
        </p:nvSpPr>
        <p:spPr bwMode="auto">
          <a:xfrm flipV="1">
            <a:off x="5263381" y="2293857"/>
            <a:ext cx="0" cy="3338513"/>
          </a:xfrm>
          <a:prstGeom prst="line">
            <a:avLst/>
          </a:prstGeom>
          <a:noFill/>
          <a:ln w="1905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grpSp>
        <p:nvGrpSpPr>
          <p:cNvPr id="719" name="Group 236"/>
          <p:cNvGrpSpPr>
            <a:grpSpLocks/>
          </p:cNvGrpSpPr>
          <p:nvPr/>
        </p:nvGrpSpPr>
        <p:grpSpPr bwMode="auto">
          <a:xfrm>
            <a:off x="3807643" y="3906757"/>
            <a:ext cx="349250" cy="1733550"/>
            <a:chOff x="1716" y="2232"/>
            <a:chExt cx="220" cy="1092"/>
          </a:xfrm>
        </p:grpSpPr>
        <p:sp>
          <p:nvSpPr>
            <p:cNvPr id="720" name="Line 224"/>
            <p:cNvSpPr>
              <a:spLocks noChangeShapeType="1"/>
            </p:cNvSpPr>
            <p:nvPr/>
          </p:nvSpPr>
          <p:spPr bwMode="auto">
            <a:xfrm>
              <a:off x="1716" y="2232"/>
              <a:ext cx="0" cy="1092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sp>
          <p:nvSpPr>
            <p:cNvPr id="721" name="Text Box 234"/>
            <p:cNvSpPr txBox="1">
              <a:spLocks noChangeArrowheads="1"/>
            </p:cNvSpPr>
            <p:nvPr/>
          </p:nvSpPr>
          <p:spPr bwMode="auto">
            <a:xfrm rot="-5400000">
              <a:off x="1448" y="2740"/>
              <a:ext cx="784" cy="192"/>
            </a:xfrm>
            <a:prstGeom prst="rect">
              <a:avLst/>
            </a:prstGeom>
            <a:ln/>
            <a:extLst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1400" smtClean="0"/>
                <a:t>Median = 27</a:t>
              </a:r>
            </a:p>
          </p:txBody>
        </p:sp>
      </p:grpSp>
      <p:sp>
        <p:nvSpPr>
          <p:cNvPr id="722" name="Line 231"/>
          <p:cNvSpPr>
            <a:spLocks noChangeShapeType="1"/>
          </p:cNvSpPr>
          <p:nvPr/>
        </p:nvSpPr>
        <p:spPr bwMode="auto">
          <a:xfrm flipH="1">
            <a:off x="2350318" y="2297032"/>
            <a:ext cx="2914650" cy="0"/>
          </a:xfrm>
          <a:prstGeom prst="line">
            <a:avLst/>
          </a:prstGeom>
          <a:noFill/>
          <a:ln w="1905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723" name="Text Box 239"/>
          <p:cNvSpPr txBox="1">
            <a:spLocks noChangeArrowheads="1"/>
          </p:cNvSpPr>
          <p:nvPr/>
        </p:nvSpPr>
        <p:spPr bwMode="auto">
          <a:xfrm>
            <a:off x="3078981" y="1833482"/>
            <a:ext cx="495300" cy="366713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mtClean="0"/>
              <a:t>58</a:t>
            </a:r>
          </a:p>
        </p:txBody>
      </p:sp>
      <p:sp>
        <p:nvSpPr>
          <p:cNvPr id="724" name="Text Box 241" descr="Parchment"/>
          <p:cNvSpPr txBox="1">
            <a:spLocks noChangeArrowheads="1"/>
          </p:cNvSpPr>
          <p:nvPr/>
        </p:nvSpPr>
        <p:spPr bwMode="auto">
          <a:xfrm>
            <a:off x="6500167" y="4851319"/>
            <a:ext cx="3714750" cy="1015663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dirty="0" smtClean="0"/>
              <a:t>¾ of the students passing the test implies that ¼ failed. So read off from 15 students…</a:t>
            </a:r>
          </a:p>
        </p:txBody>
      </p:sp>
      <p:sp>
        <p:nvSpPr>
          <p:cNvPr id="725" name="Line 242"/>
          <p:cNvSpPr>
            <a:spLocks noChangeShapeType="1"/>
          </p:cNvSpPr>
          <p:nvPr/>
        </p:nvSpPr>
        <p:spPr bwMode="auto">
          <a:xfrm>
            <a:off x="2345556" y="4773532"/>
            <a:ext cx="1123950" cy="0"/>
          </a:xfrm>
          <a:prstGeom prst="line">
            <a:avLst/>
          </a:prstGeom>
          <a:noFill/>
          <a:ln w="19050">
            <a:solidFill>
              <a:schemeClr val="accent3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726" name="Line 243"/>
          <p:cNvSpPr>
            <a:spLocks noChangeShapeType="1"/>
          </p:cNvSpPr>
          <p:nvPr/>
        </p:nvSpPr>
        <p:spPr bwMode="auto">
          <a:xfrm>
            <a:off x="3455218" y="4773532"/>
            <a:ext cx="0" cy="866775"/>
          </a:xfrm>
          <a:prstGeom prst="line">
            <a:avLst/>
          </a:prstGeom>
          <a:noFill/>
          <a:ln w="19050">
            <a:solidFill>
              <a:schemeClr val="accent3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727" name="Text Box 244"/>
          <p:cNvSpPr txBox="1">
            <a:spLocks noChangeArrowheads="1"/>
          </p:cNvSpPr>
          <p:nvPr/>
        </p:nvSpPr>
        <p:spPr bwMode="auto">
          <a:xfrm>
            <a:off x="3164706" y="6005432"/>
            <a:ext cx="495300" cy="366713"/>
          </a:xfrm>
          <a:prstGeom prst="rect">
            <a:avLst/>
          </a:prstGeom>
          <a:ln/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mtClean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0773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" grpId="0" animBg="1" autoUpdateAnimBg="0"/>
      <p:bldP spid="717" grpId="0" animBg="1"/>
      <p:bldP spid="718" grpId="0" animBg="1"/>
      <p:bldP spid="722" grpId="0" animBg="1"/>
      <p:bldP spid="723" grpId="0" animBg="1" autoUpdateAnimBg="0"/>
      <p:bldP spid="724" grpId="0" animBg="1" autoUpdateAnimBg="0"/>
      <p:bldP spid="725" grpId="0" animBg="1"/>
      <p:bldP spid="726" grpId="0" animBg="1"/>
      <p:bldP spid="72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751666" y="1408176"/>
            <a:ext cx="9259408" cy="512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3" name="Picture 2" descr="A line graph, showing length along the x axis and cumulative frequency up the y axis. There are x points plotted at about 25 3, then 29 10, then 32 22, then 36 28, then 41 32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65" y="1408176"/>
            <a:ext cx="5429677" cy="512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6181341" y="1606471"/>
            <a:ext cx="3360399" cy="3816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What is the total frequency?</a:t>
            </a:r>
          </a:p>
          <a:p>
            <a:pPr marL="342900" indent="-342900">
              <a:buFontTx/>
              <a:buAutoNum type="alphaLcParenR"/>
            </a:pPr>
            <a:endParaRPr lang="en-GB" sz="2200" dirty="0" smtClean="0">
              <a:solidFill>
                <a:prstClr val="black"/>
              </a:solidFill>
            </a:endParaRPr>
          </a:p>
          <a:p>
            <a:pPr marL="342900" indent="-3429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At what frequency is the median value?</a:t>
            </a:r>
          </a:p>
          <a:p>
            <a:pPr marL="342900" indent="-342900">
              <a:buFontTx/>
              <a:buAutoNum type="alphaLcParenR"/>
            </a:pPr>
            <a:endParaRPr lang="en-GB" sz="2200" dirty="0" smtClean="0">
              <a:solidFill>
                <a:prstClr val="black"/>
              </a:solidFill>
            </a:endParaRPr>
          </a:p>
          <a:p>
            <a:pPr marL="342900" indent="-3429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What frequency will the lower quartile be at?</a:t>
            </a:r>
          </a:p>
          <a:p>
            <a:pPr marL="342900" indent="-342900">
              <a:buFontTx/>
              <a:buAutoNum type="alphaLcParenR"/>
            </a:pPr>
            <a:endParaRPr lang="en-GB" sz="2200" dirty="0" smtClean="0">
              <a:solidFill>
                <a:prstClr val="black"/>
              </a:solidFill>
            </a:endParaRPr>
          </a:p>
          <a:p>
            <a:pPr marL="342900" indent="-3429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What frequency will the upper quartile be at?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15185" y="2015598"/>
            <a:ext cx="4187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32</a:t>
            </a:r>
            <a:endParaRPr lang="en-GB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8100808" y="3300409"/>
            <a:ext cx="13003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(½ of 32) </a:t>
            </a:r>
            <a:r>
              <a:rPr lang="en-GB" b="1" dirty="0" smtClean="0"/>
              <a:t>16</a:t>
            </a:r>
            <a:endParaRPr lang="en-GB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8100807" y="4288496"/>
            <a:ext cx="1281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(¼ of 32)   </a:t>
            </a:r>
            <a:r>
              <a:rPr lang="en-GB" b="1" dirty="0" smtClean="0"/>
              <a:t>8</a:t>
            </a:r>
            <a:endParaRPr lang="en-GB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8100807" y="5422900"/>
            <a:ext cx="13532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(¾  of 32) </a:t>
            </a:r>
            <a:r>
              <a:rPr lang="en-GB" b="1" dirty="0" smtClean="0"/>
              <a:t>24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15568" y="1331492"/>
            <a:ext cx="8895505" cy="5209985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1" name="TextBox 50"/>
          <p:cNvSpPr txBox="1"/>
          <p:nvPr/>
        </p:nvSpPr>
        <p:spPr>
          <a:xfrm>
            <a:off x="6650674" y="1529786"/>
            <a:ext cx="3360399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 smtClean="0">
                <a:solidFill>
                  <a:prstClr val="black"/>
                </a:solidFill>
              </a:rPr>
              <a:t>What is:</a:t>
            </a:r>
          </a:p>
          <a:p>
            <a:pPr marL="457200" indent="-4572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The shortest length and the longest length?</a:t>
            </a:r>
          </a:p>
          <a:p>
            <a:pPr marL="457200" indent="-457200">
              <a:buFontTx/>
              <a:buAutoNum type="alphaLcParenR"/>
            </a:pPr>
            <a:endParaRPr lang="en-GB" sz="2200" dirty="0">
              <a:solidFill>
                <a:prstClr val="black"/>
              </a:solidFill>
            </a:endParaRPr>
          </a:p>
          <a:p>
            <a:pPr marL="457200" indent="-4572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The median?</a:t>
            </a:r>
          </a:p>
          <a:p>
            <a:pPr marL="457200" indent="-457200">
              <a:buFontTx/>
              <a:buAutoNum type="alphaLcParenR"/>
            </a:pPr>
            <a:endParaRPr lang="en-GB" sz="2200" dirty="0">
              <a:solidFill>
                <a:prstClr val="black"/>
              </a:solidFill>
            </a:endParaRPr>
          </a:p>
          <a:p>
            <a:pPr marL="457200" indent="-4572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The lower quartile?</a:t>
            </a:r>
          </a:p>
          <a:p>
            <a:pPr marL="457200" indent="-457200">
              <a:buFontTx/>
              <a:buAutoNum type="alphaLcParenR"/>
            </a:pPr>
            <a:endParaRPr lang="en-GB" sz="2200" dirty="0">
              <a:solidFill>
                <a:prstClr val="black"/>
              </a:solidFill>
            </a:endParaRPr>
          </a:p>
          <a:p>
            <a:pPr marL="457200" indent="-4572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The upper quartile?</a:t>
            </a:r>
          </a:p>
          <a:p>
            <a:pPr marL="457200" indent="-457200">
              <a:buFontTx/>
              <a:buAutoNum type="alphaLcParenR"/>
            </a:pPr>
            <a:endParaRPr lang="en-GB" sz="2200" dirty="0">
              <a:solidFill>
                <a:prstClr val="black"/>
              </a:solidFill>
            </a:endParaRPr>
          </a:p>
          <a:p>
            <a:pPr marL="457200" indent="-457200">
              <a:buFontTx/>
              <a:buAutoNum type="alphaLcParenR"/>
            </a:pPr>
            <a:r>
              <a:rPr lang="en-GB" sz="2200" dirty="0" smtClean="0">
                <a:solidFill>
                  <a:prstClr val="black"/>
                </a:solidFill>
              </a:rPr>
              <a:t>The inter-quartile range?</a:t>
            </a:r>
            <a:endParaRPr lang="en-GB" sz="2200" dirty="0">
              <a:solidFill>
                <a:prstClr val="black"/>
              </a:solidFill>
            </a:endParaRPr>
          </a:p>
        </p:txBody>
      </p:sp>
      <p:pic>
        <p:nvPicPr>
          <p:cNvPr id="52" name="Picture 51" descr="A line graph, showing length along the x axis and cumulative frequency up the y axis. There are x points plotted at about 25 3, then 29 10, then 32 22, then 36 28, then 41 32. The lower quartile range is shown as being below 8 28, the median at 30 16, and the upper quartile at above 34 25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998" y="1331492"/>
            <a:ext cx="5429676" cy="512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/>
          <p:cNvSpPr txBox="1"/>
          <p:nvPr/>
        </p:nvSpPr>
        <p:spPr>
          <a:xfrm>
            <a:off x="8565814" y="2555167"/>
            <a:ext cx="11192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20 and 40</a:t>
            </a:r>
            <a:endParaRPr lang="en-GB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8570141" y="3232556"/>
            <a:ext cx="4187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30</a:t>
            </a:r>
            <a:endParaRPr lang="en-GB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8565814" y="3923319"/>
            <a:ext cx="4187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28</a:t>
            </a:r>
            <a:endParaRPr lang="en-GB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8570140" y="5355047"/>
            <a:ext cx="121219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33 – 28 = </a:t>
            </a:r>
            <a:r>
              <a:rPr lang="en-GB" b="1" dirty="0" smtClean="0"/>
              <a:t>5</a:t>
            </a:r>
            <a:endParaRPr lang="en-GB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8565814" y="4571391"/>
            <a:ext cx="4187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33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97978" y="1408176"/>
            <a:ext cx="8692314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grpSp>
        <p:nvGrpSpPr>
          <p:cNvPr id="43" name="Group 2"/>
          <p:cNvGrpSpPr>
            <a:grpSpLocks/>
          </p:cNvGrpSpPr>
          <p:nvPr/>
        </p:nvGrpSpPr>
        <p:grpSpPr bwMode="auto">
          <a:xfrm>
            <a:off x="1643203" y="1572791"/>
            <a:ext cx="8447088" cy="4975225"/>
            <a:chOff x="295" y="687"/>
            <a:chExt cx="5321" cy="3134"/>
          </a:xfrm>
        </p:grpSpPr>
        <p:sp>
          <p:nvSpPr>
            <p:cNvPr id="44" name="Freeform 3"/>
            <p:cNvSpPr>
              <a:spLocks/>
            </p:cNvSpPr>
            <p:nvPr/>
          </p:nvSpPr>
          <p:spPr bwMode="auto">
            <a:xfrm>
              <a:off x="798" y="1146"/>
              <a:ext cx="1998" cy="2178"/>
            </a:xfrm>
            <a:custGeom>
              <a:avLst/>
              <a:gdLst>
                <a:gd name="T0" fmla="*/ 0 w 1998"/>
                <a:gd name="T1" fmla="*/ 2178 h 2178"/>
                <a:gd name="T2" fmla="*/ 336 w 1998"/>
                <a:gd name="T3" fmla="*/ 1998 h 2178"/>
                <a:gd name="T4" fmla="*/ 666 w 1998"/>
                <a:gd name="T5" fmla="*/ 1692 h 2178"/>
                <a:gd name="T6" fmla="*/ 1002 w 1998"/>
                <a:gd name="T7" fmla="*/ 912 h 2178"/>
                <a:gd name="T8" fmla="*/ 1332 w 1998"/>
                <a:gd name="T9" fmla="*/ 462 h 2178"/>
                <a:gd name="T10" fmla="*/ 1668 w 1998"/>
                <a:gd name="T11" fmla="*/ 168 h 2178"/>
                <a:gd name="T12" fmla="*/ 1998 w 1998"/>
                <a:gd name="T13" fmla="*/ 0 h 2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98" h="2178">
                  <a:moveTo>
                    <a:pt x="0" y="2178"/>
                  </a:moveTo>
                  <a:cubicBezTo>
                    <a:pt x="112" y="2128"/>
                    <a:pt x="225" y="2079"/>
                    <a:pt x="336" y="1998"/>
                  </a:cubicBezTo>
                  <a:cubicBezTo>
                    <a:pt x="447" y="1917"/>
                    <a:pt x="555" y="1873"/>
                    <a:pt x="666" y="1692"/>
                  </a:cubicBezTo>
                  <a:cubicBezTo>
                    <a:pt x="777" y="1511"/>
                    <a:pt x="891" y="1117"/>
                    <a:pt x="1002" y="912"/>
                  </a:cubicBezTo>
                  <a:cubicBezTo>
                    <a:pt x="1113" y="707"/>
                    <a:pt x="1221" y="586"/>
                    <a:pt x="1332" y="462"/>
                  </a:cubicBezTo>
                  <a:cubicBezTo>
                    <a:pt x="1443" y="338"/>
                    <a:pt x="1557" y="245"/>
                    <a:pt x="1668" y="168"/>
                  </a:cubicBezTo>
                  <a:cubicBezTo>
                    <a:pt x="1779" y="91"/>
                    <a:pt x="1929" y="35"/>
                    <a:pt x="1998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2400" smtClean="0">
                <a:solidFill>
                  <a:prstClr val="black"/>
                </a:solidFill>
              </a:endParaRPr>
            </a:p>
          </p:txBody>
        </p:sp>
        <p:grpSp>
          <p:nvGrpSpPr>
            <p:cNvPr id="45" name="Group 4"/>
            <p:cNvGrpSpPr>
              <a:grpSpLocks/>
            </p:cNvGrpSpPr>
            <p:nvPr/>
          </p:nvGrpSpPr>
          <p:grpSpPr bwMode="auto">
            <a:xfrm>
              <a:off x="295" y="687"/>
              <a:ext cx="3010" cy="3134"/>
              <a:chOff x="203" y="495"/>
              <a:chExt cx="3010" cy="3134"/>
            </a:xfrm>
          </p:grpSpPr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>
                <a:off x="710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Rectangle 47"/>
              <p:cNvSpPr>
                <a:spLocks noChangeArrowheads="1"/>
              </p:cNvSpPr>
              <p:nvPr/>
            </p:nvSpPr>
            <p:spPr bwMode="auto">
              <a:xfrm>
                <a:off x="877" y="58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Rectangle 48"/>
              <p:cNvSpPr>
                <a:spLocks noChangeArrowheads="1"/>
              </p:cNvSpPr>
              <p:nvPr/>
            </p:nvSpPr>
            <p:spPr bwMode="auto">
              <a:xfrm>
                <a:off x="1043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Rectangle 49"/>
              <p:cNvSpPr>
                <a:spLocks noChangeArrowheads="1"/>
              </p:cNvSpPr>
              <p:nvPr/>
            </p:nvSpPr>
            <p:spPr bwMode="auto">
              <a:xfrm>
                <a:off x="1210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Rectangle 50"/>
              <p:cNvSpPr>
                <a:spLocks noChangeArrowheads="1"/>
              </p:cNvSpPr>
              <p:nvPr/>
            </p:nvSpPr>
            <p:spPr bwMode="auto">
              <a:xfrm>
                <a:off x="1377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Rectangle 51"/>
              <p:cNvSpPr>
                <a:spLocks noChangeArrowheads="1"/>
              </p:cNvSpPr>
              <p:nvPr/>
            </p:nvSpPr>
            <p:spPr bwMode="auto">
              <a:xfrm>
                <a:off x="1544" y="58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Rectangle 52"/>
              <p:cNvSpPr>
                <a:spLocks noChangeArrowheads="1"/>
              </p:cNvSpPr>
              <p:nvPr/>
            </p:nvSpPr>
            <p:spPr bwMode="auto">
              <a:xfrm>
                <a:off x="1710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Rectangle 53"/>
              <p:cNvSpPr>
                <a:spLocks noChangeArrowheads="1"/>
              </p:cNvSpPr>
              <p:nvPr/>
            </p:nvSpPr>
            <p:spPr bwMode="auto">
              <a:xfrm>
                <a:off x="1877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Rectangle 54"/>
              <p:cNvSpPr>
                <a:spLocks noChangeArrowheads="1"/>
              </p:cNvSpPr>
              <p:nvPr/>
            </p:nvSpPr>
            <p:spPr bwMode="auto">
              <a:xfrm>
                <a:off x="2044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Rectangle 55"/>
              <p:cNvSpPr>
                <a:spLocks noChangeArrowheads="1"/>
              </p:cNvSpPr>
              <p:nvPr/>
            </p:nvSpPr>
            <p:spPr bwMode="auto">
              <a:xfrm>
                <a:off x="2211" y="58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Rectangle 56"/>
              <p:cNvSpPr>
                <a:spLocks noChangeArrowheads="1"/>
              </p:cNvSpPr>
              <p:nvPr/>
            </p:nvSpPr>
            <p:spPr bwMode="auto">
              <a:xfrm>
                <a:off x="2377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Rectangle 57"/>
              <p:cNvSpPr>
                <a:spLocks noChangeArrowheads="1"/>
              </p:cNvSpPr>
              <p:nvPr/>
            </p:nvSpPr>
            <p:spPr bwMode="auto">
              <a:xfrm>
                <a:off x="2544" y="58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Rectangle 58"/>
              <p:cNvSpPr>
                <a:spLocks noChangeArrowheads="1"/>
              </p:cNvSpPr>
              <p:nvPr/>
            </p:nvSpPr>
            <p:spPr bwMode="auto">
              <a:xfrm>
                <a:off x="2711" y="58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Rectangle 59"/>
              <p:cNvSpPr>
                <a:spLocks noChangeArrowheads="1"/>
              </p:cNvSpPr>
              <p:nvPr/>
            </p:nvSpPr>
            <p:spPr bwMode="auto">
              <a:xfrm>
                <a:off x="710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Rectangle 60"/>
              <p:cNvSpPr>
                <a:spLocks noChangeArrowheads="1"/>
              </p:cNvSpPr>
              <p:nvPr/>
            </p:nvSpPr>
            <p:spPr bwMode="auto">
              <a:xfrm>
                <a:off x="877" y="77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Rectangle 61"/>
              <p:cNvSpPr>
                <a:spLocks noChangeArrowheads="1"/>
              </p:cNvSpPr>
              <p:nvPr/>
            </p:nvSpPr>
            <p:spPr bwMode="auto">
              <a:xfrm>
                <a:off x="1043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Rectangle 62"/>
              <p:cNvSpPr>
                <a:spLocks noChangeArrowheads="1"/>
              </p:cNvSpPr>
              <p:nvPr/>
            </p:nvSpPr>
            <p:spPr bwMode="auto">
              <a:xfrm>
                <a:off x="1210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Rectangle 63"/>
              <p:cNvSpPr>
                <a:spLocks noChangeArrowheads="1"/>
              </p:cNvSpPr>
              <p:nvPr/>
            </p:nvSpPr>
            <p:spPr bwMode="auto">
              <a:xfrm>
                <a:off x="1377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Rectangle 64"/>
              <p:cNvSpPr>
                <a:spLocks noChangeArrowheads="1"/>
              </p:cNvSpPr>
              <p:nvPr/>
            </p:nvSpPr>
            <p:spPr bwMode="auto">
              <a:xfrm>
                <a:off x="1544" y="77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Rectangle 65"/>
              <p:cNvSpPr>
                <a:spLocks noChangeArrowheads="1"/>
              </p:cNvSpPr>
              <p:nvPr/>
            </p:nvSpPr>
            <p:spPr bwMode="auto">
              <a:xfrm>
                <a:off x="1710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Rectangle 66"/>
              <p:cNvSpPr>
                <a:spLocks noChangeArrowheads="1"/>
              </p:cNvSpPr>
              <p:nvPr/>
            </p:nvSpPr>
            <p:spPr bwMode="auto">
              <a:xfrm>
                <a:off x="1877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Rectangle 67"/>
              <p:cNvSpPr>
                <a:spLocks noChangeArrowheads="1"/>
              </p:cNvSpPr>
              <p:nvPr/>
            </p:nvSpPr>
            <p:spPr bwMode="auto">
              <a:xfrm>
                <a:off x="2044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Rectangle 68"/>
              <p:cNvSpPr>
                <a:spLocks noChangeArrowheads="1"/>
              </p:cNvSpPr>
              <p:nvPr/>
            </p:nvSpPr>
            <p:spPr bwMode="auto">
              <a:xfrm>
                <a:off x="2211" y="77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Rectangle 69"/>
              <p:cNvSpPr>
                <a:spLocks noChangeArrowheads="1"/>
              </p:cNvSpPr>
              <p:nvPr/>
            </p:nvSpPr>
            <p:spPr bwMode="auto">
              <a:xfrm>
                <a:off x="2377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Rectangle 70"/>
              <p:cNvSpPr>
                <a:spLocks noChangeArrowheads="1"/>
              </p:cNvSpPr>
              <p:nvPr/>
            </p:nvSpPr>
            <p:spPr bwMode="auto">
              <a:xfrm>
                <a:off x="2544" y="77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Rectangle 71"/>
              <p:cNvSpPr>
                <a:spLocks noChangeArrowheads="1"/>
              </p:cNvSpPr>
              <p:nvPr/>
            </p:nvSpPr>
            <p:spPr bwMode="auto">
              <a:xfrm>
                <a:off x="2711" y="77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Rectangle 72"/>
              <p:cNvSpPr>
                <a:spLocks noChangeArrowheads="1"/>
              </p:cNvSpPr>
              <p:nvPr/>
            </p:nvSpPr>
            <p:spPr bwMode="auto">
              <a:xfrm>
                <a:off x="710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Rectangle 73"/>
              <p:cNvSpPr>
                <a:spLocks noChangeArrowheads="1"/>
              </p:cNvSpPr>
              <p:nvPr/>
            </p:nvSpPr>
            <p:spPr bwMode="auto">
              <a:xfrm>
                <a:off x="877" y="952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Rectangle 74"/>
              <p:cNvSpPr>
                <a:spLocks noChangeArrowheads="1"/>
              </p:cNvSpPr>
              <p:nvPr/>
            </p:nvSpPr>
            <p:spPr bwMode="auto">
              <a:xfrm>
                <a:off x="1043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Rectangle 75"/>
              <p:cNvSpPr>
                <a:spLocks noChangeArrowheads="1"/>
              </p:cNvSpPr>
              <p:nvPr/>
            </p:nvSpPr>
            <p:spPr bwMode="auto">
              <a:xfrm>
                <a:off x="1210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Rectangle 76"/>
              <p:cNvSpPr>
                <a:spLocks noChangeArrowheads="1"/>
              </p:cNvSpPr>
              <p:nvPr/>
            </p:nvSpPr>
            <p:spPr bwMode="auto">
              <a:xfrm>
                <a:off x="1377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Rectangle 77"/>
              <p:cNvSpPr>
                <a:spLocks noChangeArrowheads="1"/>
              </p:cNvSpPr>
              <p:nvPr/>
            </p:nvSpPr>
            <p:spPr bwMode="auto">
              <a:xfrm>
                <a:off x="1544" y="952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Rectangle 78"/>
              <p:cNvSpPr>
                <a:spLocks noChangeArrowheads="1"/>
              </p:cNvSpPr>
              <p:nvPr/>
            </p:nvSpPr>
            <p:spPr bwMode="auto">
              <a:xfrm>
                <a:off x="1710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Rectangle 79"/>
              <p:cNvSpPr>
                <a:spLocks noChangeArrowheads="1"/>
              </p:cNvSpPr>
              <p:nvPr/>
            </p:nvSpPr>
            <p:spPr bwMode="auto">
              <a:xfrm>
                <a:off x="1877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Rectangle 80"/>
              <p:cNvSpPr>
                <a:spLocks noChangeArrowheads="1"/>
              </p:cNvSpPr>
              <p:nvPr/>
            </p:nvSpPr>
            <p:spPr bwMode="auto">
              <a:xfrm>
                <a:off x="2044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Rectangle 81"/>
              <p:cNvSpPr>
                <a:spLocks noChangeArrowheads="1"/>
              </p:cNvSpPr>
              <p:nvPr/>
            </p:nvSpPr>
            <p:spPr bwMode="auto">
              <a:xfrm>
                <a:off x="2211" y="952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Rectangle 82"/>
              <p:cNvSpPr>
                <a:spLocks noChangeArrowheads="1"/>
              </p:cNvSpPr>
              <p:nvPr/>
            </p:nvSpPr>
            <p:spPr bwMode="auto">
              <a:xfrm>
                <a:off x="2377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Rectangle 83"/>
              <p:cNvSpPr>
                <a:spLocks noChangeArrowheads="1"/>
              </p:cNvSpPr>
              <p:nvPr/>
            </p:nvSpPr>
            <p:spPr bwMode="auto">
              <a:xfrm>
                <a:off x="2544" y="952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Rectangle 84"/>
              <p:cNvSpPr>
                <a:spLocks noChangeArrowheads="1"/>
              </p:cNvSpPr>
              <p:nvPr/>
            </p:nvSpPr>
            <p:spPr bwMode="auto">
              <a:xfrm>
                <a:off x="2711" y="952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Rectangle 85"/>
              <p:cNvSpPr>
                <a:spLocks noChangeArrowheads="1"/>
              </p:cNvSpPr>
              <p:nvPr/>
            </p:nvSpPr>
            <p:spPr bwMode="auto">
              <a:xfrm>
                <a:off x="710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Rectangle 86"/>
              <p:cNvSpPr>
                <a:spLocks noChangeArrowheads="1"/>
              </p:cNvSpPr>
              <p:nvPr/>
            </p:nvSpPr>
            <p:spPr bwMode="auto">
              <a:xfrm>
                <a:off x="877" y="1133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Rectangle 87"/>
              <p:cNvSpPr>
                <a:spLocks noChangeArrowheads="1"/>
              </p:cNvSpPr>
              <p:nvPr/>
            </p:nvSpPr>
            <p:spPr bwMode="auto">
              <a:xfrm>
                <a:off x="1043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Rectangle 88"/>
              <p:cNvSpPr>
                <a:spLocks noChangeArrowheads="1"/>
              </p:cNvSpPr>
              <p:nvPr/>
            </p:nvSpPr>
            <p:spPr bwMode="auto">
              <a:xfrm>
                <a:off x="1210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Rectangle 89"/>
              <p:cNvSpPr>
                <a:spLocks noChangeArrowheads="1"/>
              </p:cNvSpPr>
              <p:nvPr/>
            </p:nvSpPr>
            <p:spPr bwMode="auto">
              <a:xfrm>
                <a:off x="1377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Rectangle 90"/>
              <p:cNvSpPr>
                <a:spLocks noChangeArrowheads="1"/>
              </p:cNvSpPr>
              <p:nvPr/>
            </p:nvSpPr>
            <p:spPr bwMode="auto">
              <a:xfrm>
                <a:off x="1544" y="1133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Rectangle 91"/>
              <p:cNvSpPr>
                <a:spLocks noChangeArrowheads="1"/>
              </p:cNvSpPr>
              <p:nvPr/>
            </p:nvSpPr>
            <p:spPr bwMode="auto">
              <a:xfrm>
                <a:off x="1710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Rectangle 92"/>
              <p:cNvSpPr>
                <a:spLocks noChangeArrowheads="1"/>
              </p:cNvSpPr>
              <p:nvPr/>
            </p:nvSpPr>
            <p:spPr bwMode="auto">
              <a:xfrm>
                <a:off x="1877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Rectangle 93"/>
              <p:cNvSpPr>
                <a:spLocks noChangeArrowheads="1"/>
              </p:cNvSpPr>
              <p:nvPr/>
            </p:nvSpPr>
            <p:spPr bwMode="auto">
              <a:xfrm>
                <a:off x="2044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Rectangle 94"/>
              <p:cNvSpPr>
                <a:spLocks noChangeArrowheads="1"/>
              </p:cNvSpPr>
              <p:nvPr/>
            </p:nvSpPr>
            <p:spPr bwMode="auto">
              <a:xfrm>
                <a:off x="2211" y="1133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Rectangle 95"/>
              <p:cNvSpPr>
                <a:spLocks noChangeArrowheads="1"/>
              </p:cNvSpPr>
              <p:nvPr/>
            </p:nvSpPr>
            <p:spPr bwMode="auto">
              <a:xfrm>
                <a:off x="2377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Rectangle 96"/>
              <p:cNvSpPr>
                <a:spLocks noChangeArrowheads="1"/>
              </p:cNvSpPr>
              <p:nvPr/>
            </p:nvSpPr>
            <p:spPr bwMode="auto">
              <a:xfrm>
                <a:off x="2544" y="1133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Rectangle 97"/>
              <p:cNvSpPr>
                <a:spLocks noChangeArrowheads="1"/>
              </p:cNvSpPr>
              <p:nvPr/>
            </p:nvSpPr>
            <p:spPr bwMode="auto">
              <a:xfrm>
                <a:off x="2711" y="1133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Rectangle 98"/>
              <p:cNvSpPr>
                <a:spLocks noChangeArrowheads="1"/>
              </p:cNvSpPr>
              <p:nvPr/>
            </p:nvSpPr>
            <p:spPr bwMode="auto">
              <a:xfrm>
                <a:off x="710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Rectangle 99"/>
              <p:cNvSpPr>
                <a:spLocks noChangeArrowheads="1"/>
              </p:cNvSpPr>
              <p:nvPr/>
            </p:nvSpPr>
            <p:spPr bwMode="auto">
              <a:xfrm>
                <a:off x="877" y="1315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Rectangle 100"/>
              <p:cNvSpPr>
                <a:spLocks noChangeArrowheads="1"/>
              </p:cNvSpPr>
              <p:nvPr/>
            </p:nvSpPr>
            <p:spPr bwMode="auto">
              <a:xfrm>
                <a:off x="1043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Rectangle 101"/>
              <p:cNvSpPr>
                <a:spLocks noChangeArrowheads="1"/>
              </p:cNvSpPr>
              <p:nvPr/>
            </p:nvSpPr>
            <p:spPr bwMode="auto">
              <a:xfrm>
                <a:off x="1210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Rectangle 102"/>
              <p:cNvSpPr>
                <a:spLocks noChangeArrowheads="1"/>
              </p:cNvSpPr>
              <p:nvPr/>
            </p:nvSpPr>
            <p:spPr bwMode="auto">
              <a:xfrm>
                <a:off x="1377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Rectangle 103"/>
              <p:cNvSpPr>
                <a:spLocks noChangeArrowheads="1"/>
              </p:cNvSpPr>
              <p:nvPr/>
            </p:nvSpPr>
            <p:spPr bwMode="auto">
              <a:xfrm>
                <a:off x="1544" y="1315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Rectangle 104"/>
              <p:cNvSpPr>
                <a:spLocks noChangeArrowheads="1"/>
              </p:cNvSpPr>
              <p:nvPr/>
            </p:nvSpPr>
            <p:spPr bwMode="auto">
              <a:xfrm>
                <a:off x="1710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Rectangle 105"/>
              <p:cNvSpPr>
                <a:spLocks noChangeArrowheads="1"/>
              </p:cNvSpPr>
              <p:nvPr/>
            </p:nvSpPr>
            <p:spPr bwMode="auto">
              <a:xfrm>
                <a:off x="1877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Rectangle 106"/>
              <p:cNvSpPr>
                <a:spLocks noChangeArrowheads="1"/>
              </p:cNvSpPr>
              <p:nvPr/>
            </p:nvSpPr>
            <p:spPr bwMode="auto">
              <a:xfrm>
                <a:off x="2044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Rectangle 107"/>
              <p:cNvSpPr>
                <a:spLocks noChangeArrowheads="1"/>
              </p:cNvSpPr>
              <p:nvPr/>
            </p:nvSpPr>
            <p:spPr bwMode="auto">
              <a:xfrm>
                <a:off x="2211" y="1315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9" name="Rectangle 108"/>
              <p:cNvSpPr>
                <a:spLocks noChangeArrowheads="1"/>
              </p:cNvSpPr>
              <p:nvPr/>
            </p:nvSpPr>
            <p:spPr bwMode="auto">
              <a:xfrm>
                <a:off x="2377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0" name="Rectangle 109"/>
              <p:cNvSpPr>
                <a:spLocks noChangeArrowheads="1"/>
              </p:cNvSpPr>
              <p:nvPr/>
            </p:nvSpPr>
            <p:spPr bwMode="auto">
              <a:xfrm>
                <a:off x="2544" y="1315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1" name="Rectangle 110"/>
              <p:cNvSpPr>
                <a:spLocks noChangeArrowheads="1"/>
              </p:cNvSpPr>
              <p:nvPr/>
            </p:nvSpPr>
            <p:spPr bwMode="auto">
              <a:xfrm>
                <a:off x="2711" y="1315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2" name="Rectangle 111"/>
              <p:cNvSpPr>
                <a:spLocks noChangeArrowheads="1"/>
              </p:cNvSpPr>
              <p:nvPr/>
            </p:nvSpPr>
            <p:spPr bwMode="auto">
              <a:xfrm>
                <a:off x="710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3" name="Rectangle 112"/>
              <p:cNvSpPr>
                <a:spLocks noChangeArrowheads="1"/>
              </p:cNvSpPr>
              <p:nvPr/>
            </p:nvSpPr>
            <p:spPr bwMode="auto">
              <a:xfrm>
                <a:off x="877" y="1496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Rectangle 113"/>
              <p:cNvSpPr>
                <a:spLocks noChangeArrowheads="1"/>
              </p:cNvSpPr>
              <p:nvPr/>
            </p:nvSpPr>
            <p:spPr bwMode="auto">
              <a:xfrm>
                <a:off x="1043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Rectangle 114"/>
              <p:cNvSpPr>
                <a:spLocks noChangeArrowheads="1"/>
              </p:cNvSpPr>
              <p:nvPr/>
            </p:nvSpPr>
            <p:spPr bwMode="auto">
              <a:xfrm>
                <a:off x="1210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6" name="Rectangle 115"/>
              <p:cNvSpPr>
                <a:spLocks noChangeArrowheads="1"/>
              </p:cNvSpPr>
              <p:nvPr/>
            </p:nvSpPr>
            <p:spPr bwMode="auto">
              <a:xfrm>
                <a:off x="1377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7" name="Rectangle 116"/>
              <p:cNvSpPr>
                <a:spLocks noChangeArrowheads="1"/>
              </p:cNvSpPr>
              <p:nvPr/>
            </p:nvSpPr>
            <p:spPr bwMode="auto">
              <a:xfrm>
                <a:off x="1544" y="1496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8" name="Rectangle 117"/>
              <p:cNvSpPr>
                <a:spLocks noChangeArrowheads="1"/>
              </p:cNvSpPr>
              <p:nvPr/>
            </p:nvSpPr>
            <p:spPr bwMode="auto">
              <a:xfrm>
                <a:off x="1710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9" name="Rectangle 118"/>
              <p:cNvSpPr>
                <a:spLocks noChangeArrowheads="1"/>
              </p:cNvSpPr>
              <p:nvPr/>
            </p:nvSpPr>
            <p:spPr bwMode="auto">
              <a:xfrm>
                <a:off x="1877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0" name="Rectangle 119"/>
              <p:cNvSpPr>
                <a:spLocks noChangeArrowheads="1"/>
              </p:cNvSpPr>
              <p:nvPr/>
            </p:nvSpPr>
            <p:spPr bwMode="auto">
              <a:xfrm>
                <a:off x="2044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1" name="Rectangle 120"/>
              <p:cNvSpPr>
                <a:spLocks noChangeArrowheads="1"/>
              </p:cNvSpPr>
              <p:nvPr/>
            </p:nvSpPr>
            <p:spPr bwMode="auto">
              <a:xfrm>
                <a:off x="2211" y="1496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2" name="Rectangle 121"/>
              <p:cNvSpPr>
                <a:spLocks noChangeArrowheads="1"/>
              </p:cNvSpPr>
              <p:nvPr/>
            </p:nvSpPr>
            <p:spPr bwMode="auto">
              <a:xfrm>
                <a:off x="2377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3" name="Rectangle 122"/>
              <p:cNvSpPr>
                <a:spLocks noChangeArrowheads="1"/>
              </p:cNvSpPr>
              <p:nvPr/>
            </p:nvSpPr>
            <p:spPr bwMode="auto">
              <a:xfrm>
                <a:off x="2544" y="1496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4" name="Rectangle 123"/>
              <p:cNvSpPr>
                <a:spLocks noChangeArrowheads="1"/>
              </p:cNvSpPr>
              <p:nvPr/>
            </p:nvSpPr>
            <p:spPr bwMode="auto">
              <a:xfrm>
                <a:off x="2711" y="1496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5" name="Rectangle 124"/>
              <p:cNvSpPr>
                <a:spLocks noChangeArrowheads="1"/>
              </p:cNvSpPr>
              <p:nvPr/>
            </p:nvSpPr>
            <p:spPr bwMode="auto">
              <a:xfrm>
                <a:off x="710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6" name="Rectangle 125"/>
              <p:cNvSpPr>
                <a:spLocks noChangeArrowheads="1"/>
              </p:cNvSpPr>
              <p:nvPr/>
            </p:nvSpPr>
            <p:spPr bwMode="auto">
              <a:xfrm>
                <a:off x="877" y="1678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7" name="Rectangle 126"/>
              <p:cNvSpPr>
                <a:spLocks noChangeArrowheads="1"/>
              </p:cNvSpPr>
              <p:nvPr/>
            </p:nvSpPr>
            <p:spPr bwMode="auto">
              <a:xfrm>
                <a:off x="1043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Rectangle 127"/>
              <p:cNvSpPr>
                <a:spLocks noChangeArrowheads="1"/>
              </p:cNvSpPr>
              <p:nvPr/>
            </p:nvSpPr>
            <p:spPr bwMode="auto">
              <a:xfrm>
                <a:off x="1210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Rectangle 128"/>
              <p:cNvSpPr>
                <a:spLocks noChangeArrowheads="1"/>
              </p:cNvSpPr>
              <p:nvPr/>
            </p:nvSpPr>
            <p:spPr bwMode="auto">
              <a:xfrm>
                <a:off x="1377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Rectangle 129"/>
              <p:cNvSpPr>
                <a:spLocks noChangeArrowheads="1"/>
              </p:cNvSpPr>
              <p:nvPr/>
            </p:nvSpPr>
            <p:spPr bwMode="auto">
              <a:xfrm>
                <a:off x="1544" y="1678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1" name="Rectangle 130"/>
              <p:cNvSpPr>
                <a:spLocks noChangeArrowheads="1"/>
              </p:cNvSpPr>
              <p:nvPr/>
            </p:nvSpPr>
            <p:spPr bwMode="auto">
              <a:xfrm>
                <a:off x="1710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2" name="Rectangle 131"/>
              <p:cNvSpPr>
                <a:spLocks noChangeArrowheads="1"/>
              </p:cNvSpPr>
              <p:nvPr/>
            </p:nvSpPr>
            <p:spPr bwMode="auto">
              <a:xfrm>
                <a:off x="1877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3" name="Rectangle 132"/>
              <p:cNvSpPr>
                <a:spLocks noChangeArrowheads="1"/>
              </p:cNvSpPr>
              <p:nvPr/>
            </p:nvSpPr>
            <p:spPr bwMode="auto">
              <a:xfrm>
                <a:off x="2044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Rectangle 133"/>
              <p:cNvSpPr>
                <a:spLocks noChangeArrowheads="1"/>
              </p:cNvSpPr>
              <p:nvPr/>
            </p:nvSpPr>
            <p:spPr bwMode="auto">
              <a:xfrm>
                <a:off x="2211" y="1678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5" name="Rectangle 134"/>
              <p:cNvSpPr>
                <a:spLocks noChangeArrowheads="1"/>
              </p:cNvSpPr>
              <p:nvPr/>
            </p:nvSpPr>
            <p:spPr bwMode="auto">
              <a:xfrm>
                <a:off x="2377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Rectangle 135"/>
              <p:cNvSpPr>
                <a:spLocks noChangeArrowheads="1"/>
              </p:cNvSpPr>
              <p:nvPr/>
            </p:nvSpPr>
            <p:spPr bwMode="auto">
              <a:xfrm>
                <a:off x="2544" y="1678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7" name="Rectangle 136"/>
              <p:cNvSpPr>
                <a:spLocks noChangeArrowheads="1"/>
              </p:cNvSpPr>
              <p:nvPr/>
            </p:nvSpPr>
            <p:spPr bwMode="auto">
              <a:xfrm>
                <a:off x="2711" y="1678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8" name="Rectangle 137"/>
              <p:cNvSpPr>
                <a:spLocks noChangeArrowheads="1"/>
              </p:cNvSpPr>
              <p:nvPr/>
            </p:nvSpPr>
            <p:spPr bwMode="auto">
              <a:xfrm>
                <a:off x="710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9" name="Rectangle 138"/>
              <p:cNvSpPr>
                <a:spLocks noChangeArrowheads="1"/>
              </p:cNvSpPr>
              <p:nvPr/>
            </p:nvSpPr>
            <p:spPr bwMode="auto">
              <a:xfrm>
                <a:off x="877" y="1859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0" name="Rectangle 139"/>
              <p:cNvSpPr>
                <a:spLocks noChangeArrowheads="1"/>
              </p:cNvSpPr>
              <p:nvPr/>
            </p:nvSpPr>
            <p:spPr bwMode="auto">
              <a:xfrm>
                <a:off x="1043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Rectangle 140"/>
              <p:cNvSpPr>
                <a:spLocks noChangeArrowheads="1"/>
              </p:cNvSpPr>
              <p:nvPr/>
            </p:nvSpPr>
            <p:spPr bwMode="auto">
              <a:xfrm>
                <a:off x="1210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Rectangle 141"/>
              <p:cNvSpPr>
                <a:spLocks noChangeArrowheads="1"/>
              </p:cNvSpPr>
              <p:nvPr/>
            </p:nvSpPr>
            <p:spPr bwMode="auto">
              <a:xfrm>
                <a:off x="1377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3" name="Rectangle 142"/>
              <p:cNvSpPr>
                <a:spLocks noChangeArrowheads="1"/>
              </p:cNvSpPr>
              <p:nvPr/>
            </p:nvSpPr>
            <p:spPr bwMode="auto">
              <a:xfrm>
                <a:off x="1544" y="1859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4" name="Rectangle 143"/>
              <p:cNvSpPr>
                <a:spLocks noChangeArrowheads="1"/>
              </p:cNvSpPr>
              <p:nvPr/>
            </p:nvSpPr>
            <p:spPr bwMode="auto">
              <a:xfrm>
                <a:off x="1710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5" name="Rectangle 144"/>
              <p:cNvSpPr>
                <a:spLocks noChangeArrowheads="1"/>
              </p:cNvSpPr>
              <p:nvPr/>
            </p:nvSpPr>
            <p:spPr bwMode="auto">
              <a:xfrm>
                <a:off x="1877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6" name="Rectangle 145"/>
              <p:cNvSpPr>
                <a:spLocks noChangeArrowheads="1"/>
              </p:cNvSpPr>
              <p:nvPr/>
            </p:nvSpPr>
            <p:spPr bwMode="auto">
              <a:xfrm>
                <a:off x="2044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7" name="Rectangle 146"/>
              <p:cNvSpPr>
                <a:spLocks noChangeArrowheads="1"/>
              </p:cNvSpPr>
              <p:nvPr/>
            </p:nvSpPr>
            <p:spPr bwMode="auto">
              <a:xfrm>
                <a:off x="2211" y="1859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8" name="Rectangle 147"/>
              <p:cNvSpPr>
                <a:spLocks noChangeArrowheads="1"/>
              </p:cNvSpPr>
              <p:nvPr/>
            </p:nvSpPr>
            <p:spPr bwMode="auto">
              <a:xfrm>
                <a:off x="2377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9" name="Rectangle 148"/>
              <p:cNvSpPr>
                <a:spLocks noChangeArrowheads="1"/>
              </p:cNvSpPr>
              <p:nvPr/>
            </p:nvSpPr>
            <p:spPr bwMode="auto">
              <a:xfrm>
                <a:off x="2544" y="1859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0" name="Rectangle 149"/>
              <p:cNvSpPr>
                <a:spLocks noChangeArrowheads="1"/>
              </p:cNvSpPr>
              <p:nvPr/>
            </p:nvSpPr>
            <p:spPr bwMode="auto">
              <a:xfrm>
                <a:off x="2711" y="1859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1" name="Rectangle 150"/>
              <p:cNvSpPr>
                <a:spLocks noChangeArrowheads="1"/>
              </p:cNvSpPr>
              <p:nvPr/>
            </p:nvSpPr>
            <p:spPr bwMode="auto">
              <a:xfrm>
                <a:off x="710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2" name="Rectangle 151"/>
              <p:cNvSpPr>
                <a:spLocks noChangeArrowheads="1"/>
              </p:cNvSpPr>
              <p:nvPr/>
            </p:nvSpPr>
            <p:spPr bwMode="auto">
              <a:xfrm>
                <a:off x="877" y="204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3" name="Rectangle 152"/>
              <p:cNvSpPr>
                <a:spLocks noChangeArrowheads="1"/>
              </p:cNvSpPr>
              <p:nvPr/>
            </p:nvSpPr>
            <p:spPr bwMode="auto">
              <a:xfrm>
                <a:off x="1043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4" name="Rectangle 153"/>
              <p:cNvSpPr>
                <a:spLocks noChangeArrowheads="1"/>
              </p:cNvSpPr>
              <p:nvPr/>
            </p:nvSpPr>
            <p:spPr bwMode="auto">
              <a:xfrm>
                <a:off x="1210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5" name="Rectangle 154"/>
              <p:cNvSpPr>
                <a:spLocks noChangeArrowheads="1"/>
              </p:cNvSpPr>
              <p:nvPr/>
            </p:nvSpPr>
            <p:spPr bwMode="auto">
              <a:xfrm>
                <a:off x="1377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6" name="Rectangle 155"/>
              <p:cNvSpPr>
                <a:spLocks noChangeArrowheads="1"/>
              </p:cNvSpPr>
              <p:nvPr/>
            </p:nvSpPr>
            <p:spPr bwMode="auto">
              <a:xfrm>
                <a:off x="1544" y="204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7" name="Rectangle 156"/>
              <p:cNvSpPr>
                <a:spLocks noChangeArrowheads="1"/>
              </p:cNvSpPr>
              <p:nvPr/>
            </p:nvSpPr>
            <p:spPr bwMode="auto">
              <a:xfrm>
                <a:off x="1710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8" name="Rectangle 157"/>
              <p:cNvSpPr>
                <a:spLocks noChangeArrowheads="1"/>
              </p:cNvSpPr>
              <p:nvPr/>
            </p:nvSpPr>
            <p:spPr bwMode="auto">
              <a:xfrm>
                <a:off x="1877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9" name="Rectangle 158"/>
              <p:cNvSpPr>
                <a:spLocks noChangeArrowheads="1"/>
              </p:cNvSpPr>
              <p:nvPr/>
            </p:nvSpPr>
            <p:spPr bwMode="auto">
              <a:xfrm>
                <a:off x="2044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0" name="Rectangle 159"/>
              <p:cNvSpPr>
                <a:spLocks noChangeArrowheads="1"/>
              </p:cNvSpPr>
              <p:nvPr/>
            </p:nvSpPr>
            <p:spPr bwMode="auto">
              <a:xfrm>
                <a:off x="2211" y="204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1" name="Rectangle 160"/>
              <p:cNvSpPr>
                <a:spLocks noChangeArrowheads="1"/>
              </p:cNvSpPr>
              <p:nvPr/>
            </p:nvSpPr>
            <p:spPr bwMode="auto">
              <a:xfrm>
                <a:off x="2377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2" name="Rectangle 161"/>
              <p:cNvSpPr>
                <a:spLocks noChangeArrowheads="1"/>
              </p:cNvSpPr>
              <p:nvPr/>
            </p:nvSpPr>
            <p:spPr bwMode="auto">
              <a:xfrm>
                <a:off x="2544" y="204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3" name="Rectangle 162"/>
              <p:cNvSpPr>
                <a:spLocks noChangeArrowheads="1"/>
              </p:cNvSpPr>
              <p:nvPr/>
            </p:nvSpPr>
            <p:spPr bwMode="auto">
              <a:xfrm>
                <a:off x="2711" y="204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4" name="Rectangle 163"/>
              <p:cNvSpPr>
                <a:spLocks noChangeArrowheads="1"/>
              </p:cNvSpPr>
              <p:nvPr/>
            </p:nvSpPr>
            <p:spPr bwMode="auto">
              <a:xfrm>
                <a:off x="710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5" name="Rectangle 164"/>
              <p:cNvSpPr>
                <a:spLocks noChangeArrowheads="1"/>
              </p:cNvSpPr>
              <p:nvPr/>
            </p:nvSpPr>
            <p:spPr bwMode="auto">
              <a:xfrm>
                <a:off x="877" y="222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6" name="Rectangle 165"/>
              <p:cNvSpPr>
                <a:spLocks noChangeArrowheads="1"/>
              </p:cNvSpPr>
              <p:nvPr/>
            </p:nvSpPr>
            <p:spPr bwMode="auto">
              <a:xfrm>
                <a:off x="1043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7" name="Rectangle 166"/>
              <p:cNvSpPr>
                <a:spLocks noChangeArrowheads="1"/>
              </p:cNvSpPr>
              <p:nvPr/>
            </p:nvSpPr>
            <p:spPr bwMode="auto">
              <a:xfrm>
                <a:off x="1210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8" name="Rectangle 167"/>
              <p:cNvSpPr>
                <a:spLocks noChangeArrowheads="1"/>
              </p:cNvSpPr>
              <p:nvPr/>
            </p:nvSpPr>
            <p:spPr bwMode="auto">
              <a:xfrm>
                <a:off x="1377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9" name="Rectangle 168"/>
              <p:cNvSpPr>
                <a:spLocks noChangeArrowheads="1"/>
              </p:cNvSpPr>
              <p:nvPr/>
            </p:nvSpPr>
            <p:spPr bwMode="auto">
              <a:xfrm>
                <a:off x="1544" y="222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0" name="Rectangle 169"/>
              <p:cNvSpPr>
                <a:spLocks noChangeArrowheads="1"/>
              </p:cNvSpPr>
              <p:nvPr/>
            </p:nvSpPr>
            <p:spPr bwMode="auto">
              <a:xfrm>
                <a:off x="1710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1" name="Rectangle 170"/>
              <p:cNvSpPr>
                <a:spLocks noChangeArrowheads="1"/>
              </p:cNvSpPr>
              <p:nvPr/>
            </p:nvSpPr>
            <p:spPr bwMode="auto">
              <a:xfrm>
                <a:off x="1877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2" name="Rectangle 171"/>
              <p:cNvSpPr>
                <a:spLocks noChangeArrowheads="1"/>
              </p:cNvSpPr>
              <p:nvPr/>
            </p:nvSpPr>
            <p:spPr bwMode="auto">
              <a:xfrm>
                <a:off x="2044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3" name="Rectangle 172"/>
              <p:cNvSpPr>
                <a:spLocks noChangeArrowheads="1"/>
              </p:cNvSpPr>
              <p:nvPr/>
            </p:nvSpPr>
            <p:spPr bwMode="auto">
              <a:xfrm>
                <a:off x="2211" y="222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4" name="Rectangle 173"/>
              <p:cNvSpPr>
                <a:spLocks noChangeArrowheads="1"/>
              </p:cNvSpPr>
              <p:nvPr/>
            </p:nvSpPr>
            <p:spPr bwMode="auto">
              <a:xfrm>
                <a:off x="2377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5" name="Rectangle 174"/>
              <p:cNvSpPr>
                <a:spLocks noChangeArrowheads="1"/>
              </p:cNvSpPr>
              <p:nvPr/>
            </p:nvSpPr>
            <p:spPr bwMode="auto">
              <a:xfrm>
                <a:off x="2544" y="222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Rectangle 175"/>
              <p:cNvSpPr>
                <a:spLocks noChangeArrowheads="1"/>
              </p:cNvSpPr>
              <p:nvPr/>
            </p:nvSpPr>
            <p:spPr bwMode="auto">
              <a:xfrm>
                <a:off x="2711" y="222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7" name="Rectangle 176"/>
              <p:cNvSpPr>
                <a:spLocks noChangeArrowheads="1"/>
              </p:cNvSpPr>
              <p:nvPr/>
            </p:nvSpPr>
            <p:spPr bwMode="auto">
              <a:xfrm>
                <a:off x="710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8" name="Rectangle 177"/>
              <p:cNvSpPr>
                <a:spLocks noChangeArrowheads="1"/>
              </p:cNvSpPr>
              <p:nvPr/>
            </p:nvSpPr>
            <p:spPr bwMode="auto">
              <a:xfrm>
                <a:off x="877" y="240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9" name="Rectangle 178"/>
              <p:cNvSpPr>
                <a:spLocks noChangeArrowheads="1"/>
              </p:cNvSpPr>
              <p:nvPr/>
            </p:nvSpPr>
            <p:spPr bwMode="auto">
              <a:xfrm>
                <a:off x="1043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0" name="Rectangle 179"/>
              <p:cNvSpPr>
                <a:spLocks noChangeArrowheads="1"/>
              </p:cNvSpPr>
              <p:nvPr/>
            </p:nvSpPr>
            <p:spPr bwMode="auto">
              <a:xfrm>
                <a:off x="1210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1" name="Rectangle 180"/>
              <p:cNvSpPr>
                <a:spLocks noChangeArrowheads="1"/>
              </p:cNvSpPr>
              <p:nvPr/>
            </p:nvSpPr>
            <p:spPr bwMode="auto">
              <a:xfrm>
                <a:off x="1377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2" name="Rectangle 181"/>
              <p:cNvSpPr>
                <a:spLocks noChangeArrowheads="1"/>
              </p:cNvSpPr>
              <p:nvPr/>
            </p:nvSpPr>
            <p:spPr bwMode="auto">
              <a:xfrm>
                <a:off x="1544" y="240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3" name="Rectangle 182"/>
              <p:cNvSpPr>
                <a:spLocks noChangeArrowheads="1"/>
              </p:cNvSpPr>
              <p:nvPr/>
            </p:nvSpPr>
            <p:spPr bwMode="auto">
              <a:xfrm>
                <a:off x="1710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4" name="Rectangle 183"/>
              <p:cNvSpPr>
                <a:spLocks noChangeArrowheads="1"/>
              </p:cNvSpPr>
              <p:nvPr/>
            </p:nvSpPr>
            <p:spPr bwMode="auto">
              <a:xfrm>
                <a:off x="1877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5" name="Rectangle 184"/>
              <p:cNvSpPr>
                <a:spLocks noChangeArrowheads="1"/>
              </p:cNvSpPr>
              <p:nvPr/>
            </p:nvSpPr>
            <p:spPr bwMode="auto">
              <a:xfrm>
                <a:off x="2044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6" name="Rectangle 185"/>
              <p:cNvSpPr>
                <a:spLocks noChangeArrowheads="1"/>
              </p:cNvSpPr>
              <p:nvPr/>
            </p:nvSpPr>
            <p:spPr bwMode="auto">
              <a:xfrm>
                <a:off x="2211" y="240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7" name="Rectangle 186"/>
              <p:cNvSpPr>
                <a:spLocks noChangeArrowheads="1"/>
              </p:cNvSpPr>
              <p:nvPr/>
            </p:nvSpPr>
            <p:spPr bwMode="auto">
              <a:xfrm>
                <a:off x="2377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8" name="Rectangle 187"/>
              <p:cNvSpPr>
                <a:spLocks noChangeArrowheads="1"/>
              </p:cNvSpPr>
              <p:nvPr/>
            </p:nvSpPr>
            <p:spPr bwMode="auto">
              <a:xfrm>
                <a:off x="2544" y="240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9" name="Rectangle 188"/>
              <p:cNvSpPr>
                <a:spLocks noChangeArrowheads="1"/>
              </p:cNvSpPr>
              <p:nvPr/>
            </p:nvSpPr>
            <p:spPr bwMode="auto">
              <a:xfrm>
                <a:off x="2711" y="240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0" name="Rectangle 189"/>
              <p:cNvSpPr>
                <a:spLocks noChangeArrowheads="1"/>
              </p:cNvSpPr>
              <p:nvPr/>
            </p:nvSpPr>
            <p:spPr bwMode="auto">
              <a:xfrm>
                <a:off x="710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1" name="Rectangle 190"/>
              <p:cNvSpPr>
                <a:spLocks noChangeArrowheads="1"/>
              </p:cNvSpPr>
              <p:nvPr/>
            </p:nvSpPr>
            <p:spPr bwMode="auto">
              <a:xfrm>
                <a:off x="877" y="258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2" name="Rectangle 191"/>
              <p:cNvSpPr>
                <a:spLocks noChangeArrowheads="1"/>
              </p:cNvSpPr>
              <p:nvPr/>
            </p:nvSpPr>
            <p:spPr bwMode="auto">
              <a:xfrm>
                <a:off x="1043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3" name="Rectangle 192"/>
              <p:cNvSpPr>
                <a:spLocks noChangeArrowheads="1"/>
              </p:cNvSpPr>
              <p:nvPr/>
            </p:nvSpPr>
            <p:spPr bwMode="auto">
              <a:xfrm>
                <a:off x="1210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4" name="Rectangle 193"/>
              <p:cNvSpPr>
                <a:spLocks noChangeArrowheads="1"/>
              </p:cNvSpPr>
              <p:nvPr/>
            </p:nvSpPr>
            <p:spPr bwMode="auto">
              <a:xfrm>
                <a:off x="1377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5" name="Rectangle 194"/>
              <p:cNvSpPr>
                <a:spLocks noChangeArrowheads="1"/>
              </p:cNvSpPr>
              <p:nvPr/>
            </p:nvSpPr>
            <p:spPr bwMode="auto">
              <a:xfrm>
                <a:off x="1544" y="258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6" name="Rectangle 195"/>
              <p:cNvSpPr>
                <a:spLocks noChangeArrowheads="1"/>
              </p:cNvSpPr>
              <p:nvPr/>
            </p:nvSpPr>
            <p:spPr bwMode="auto">
              <a:xfrm>
                <a:off x="1710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7" name="Rectangle 196"/>
              <p:cNvSpPr>
                <a:spLocks noChangeArrowheads="1"/>
              </p:cNvSpPr>
              <p:nvPr/>
            </p:nvSpPr>
            <p:spPr bwMode="auto">
              <a:xfrm>
                <a:off x="1877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8" name="Rectangle 197"/>
              <p:cNvSpPr>
                <a:spLocks noChangeArrowheads="1"/>
              </p:cNvSpPr>
              <p:nvPr/>
            </p:nvSpPr>
            <p:spPr bwMode="auto">
              <a:xfrm>
                <a:off x="2044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9" name="Rectangle 198"/>
              <p:cNvSpPr>
                <a:spLocks noChangeArrowheads="1"/>
              </p:cNvSpPr>
              <p:nvPr/>
            </p:nvSpPr>
            <p:spPr bwMode="auto">
              <a:xfrm>
                <a:off x="2211" y="258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0" name="Rectangle 199"/>
              <p:cNvSpPr>
                <a:spLocks noChangeArrowheads="1"/>
              </p:cNvSpPr>
              <p:nvPr/>
            </p:nvSpPr>
            <p:spPr bwMode="auto">
              <a:xfrm>
                <a:off x="2377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1" name="Rectangle 200"/>
              <p:cNvSpPr>
                <a:spLocks noChangeArrowheads="1"/>
              </p:cNvSpPr>
              <p:nvPr/>
            </p:nvSpPr>
            <p:spPr bwMode="auto">
              <a:xfrm>
                <a:off x="2544" y="258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2" name="Rectangle 201"/>
              <p:cNvSpPr>
                <a:spLocks noChangeArrowheads="1"/>
              </p:cNvSpPr>
              <p:nvPr/>
            </p:nvSpPr>
            <p:spPr bwMode="auto">
              <a:xfrm>
                <a:off x="2711" y="258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3" name="Rectangle 202"/>
              <p:cNvSpPr>
                <a:spLocks noChangeArrowheads="1"/>
              </p:cNvSpPr>
              <p:nvPr/>
            </p:nvSpPr>
            <p:spPr bwMode="auto">
              <a:xfrm>
                <a:off x="710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4" name="Rectangle 203"/>
              <p:cNvSpPr>
                <a:spLocks noChangeArrowheads="1"/>
              </p:cNvSpPr>
              <p:nvPr/>
            </p:nvSpPr>
            <p:spPr bwMode="auto">
              <a:xfrm>
                <a:off x="877" y="276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5" name="Rectangle 204"/>
              <p:cNvSpPr>
                <a:spLocks noChangeArrowheads="1"/>
              </p:cNvSpPr>
              <p:nvPr/>
            </p:nvSpPr>
            <p:spPr bwMode="auto">
              <a:xfrm>
                <a:off x="1043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6" name="Rectangle 205"/>
              <p:cNvSpPr>
                <a:spLocks noChangeArrowheads="1"/>
              </p:cNvSpPr>
              <p:nvPr/>
            </p:nvSpPr>
            <p:spPr bwMode="auto">
              <a:xfrm>
                <a:off x="1210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7" name="Rectangle 206"/>
              <p:cNvSpPr>
                <a:spLocks noChangeArrowheads="1"/>
              </p:cNvSpPr>
              <p:nvPr/>
            </p:nvSpPr>
            <p:spPr bwMode="auto">
              <a:xfrm>
                <a:off x="1377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8" name="Rectangle 207"/>
              <p:cNvSpPr>
                <a:spLocks noChangeArrowheads="1"/>
              </p:cNvSpPr>
              <p:nvPr/>
            </p:nvSpPr>
            <p:spPr bwMode="auto">
              <a:xfrm>
                <a:off x="1544" y="276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9" name="Rectangle 208"/>
              <p:cNvSpPr>
                <a:spLocks noChangeArrowheads="1"/>
              </p:cNvSpPr>
              <p:nvPr/>
            </p:nvSpPr>
            <p:spPr bwMode="auto">
              <a:xfrm>
                <a:off x="1710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0" name="Rectangle 209"/>
              <p:cNvSpPr>
                <a:spLocks noChangeArrowheads="1"/>
              </p:cNvSpPr>
              <p:nvPr/>
            </p:nvSpPr>
            <p:spPr bwMode="auto">
              <a:xfrm>
                <a:off x="1877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1" name="Rectangle 210"/>
              <p:cNvSpPr>
                <a:spLocks noChangeArrowheads="1"/>
              </p:cNvSpPr>
              <p:nvPr/>
            </p:nvSpPr>
            <p:spPr bwMode="auto">
              <a:xfrm>
                <a:off x="2044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2" name="Rectangle 211"/>
              <p:cNvSpPr>
                <a:spLocks noChangeArrowheads="1"/>
              </p:cNvSpPr>
              <p:nvPr/>
            </p:nvSpPr>
            <p:spPr bwMode="auto">
              <a:xfrm>
                <a:off x="2211" y="276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3" name="Rectangle 212"/>
              <p:cNvSpPr>
                <a:spLocks noChangeArrowheads="1"/>
              </p:cNvSpPr>
              <p:nvPr/>
            </p:nvSpPr>
            <p:spPr bwMode="auto">
              <a:xfrm>
                <a:off x="2377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4" name="Rectangle 213"/>
              <p:cNvSpPr>
                <a:spLocks noChangeArrowheads="1"/>
              </p:cNvSpPr>
              <p:nvPr/>
            </p:nvSpPr>
            <p:spPr bwMode="auto">
              <a:xfrm>
                <a:off x="2544" y="276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5" name="Rectangle 214"/>
              <p:cNvSpPr>
                <a:spLocks noChangeArrowheads="1"/>
              </p:cNvSpPr>
              <p:nvPr/>
            </p:nvSpPr>
            <p:spPr bwMode="auto">
              <a:xfrm>
                <a:off x="2711" y="276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6" name="Rectangle 215"/>
              <p:cNvSpPr>
                <a:spLocks noChangeArrowheads="1"/>
              </p:cNvSpPr>
              <p:nvPr/>
            </p:nvSpPr>
            <p:spPr bwMode="auto">
              <a:xfrm>
                <a:off x="710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7" name="Rectangle 216"/>
              <p:cNvSpPr>
                <a:spLocks noChangeArrowheads="1"/>
              </p:cNvSpPr>
              <p:nvPr/>
            </p:nvSpPr>
            <p:spPr bwMode="auto">
              <a:xfrm>
                <a:off x="877" y="294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8" name="Rectangle 217"/>
              <p:cNvSpPr>
                <a:spLocks noChangeArrowheads="1"/>
              </p:cNvSpPr>
              <p:nvPr/>
            </p:nvSpPr>
            <p:spPr bwMode="auto">
              <a:xfrm>
                <a:off x="1043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9" name="Rectangle 218"/>
              <p:cNvSpPr>
                <a:spLocks noChangeArrowheads="1"/>
              </p:cNvSpPr>
              <p:nvPr/>
            </p:nvSpPr>
            <p:spPr bwMode="auto">
              <a:xfrm>
                <a:off x="1210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0" name="Rectangle 219"/>
              <p:cNvSpPr>
                <a:spLocks noChangeArrowheads="1"/>
              </p:cNvSpPr>
              <p:nvPr/>
            </p:nvSpPr>
            <p:spPr bwMode="auto">
              <a:xfrm>
                <a:off x="1377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1" name="Rectangle 220"/>
              <p:cNvSpPr>
                <a:spLocks noChangeArrowheads="1"/>
              </p:cNvSpPr>
              <p:nvPr/>
            </p:nvSpPr>
            <p:spPr bwMode="auto">
              <a:xfrm>
                <a:off x="1544" y="294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2" name="Rectangle 221"/>
              <p:cNvSpPr>
                <a:spLocks noChangeArrowheads="1"/>
              </p:cNvSpPr>
              <p:nvPr/>
            </p:nvSpPr>
            <p:spPr bwMode="auto">
              <a:xfrm>
                <a:off x="1710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3" name="Rectangle 222"/>
              <p:cNvSpPr>
                <a:spLocks noChangeArrowheads="1"/>
              </p:cNvSpPr>
              <p:nvPr/>
            </p:nvSpPr>
            <p:spPr bwMode="auto">
              <a:xfrm>
                <a:off x="1877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4" name="Rectangle 223"/>
              <p:cNvSpPr>
                <a:spLocks noChangeArrowheads="1"/>
              </p:cNvSpPr>
              <p:nvPr/>
            </p:nvSpPr>
            <p:spPr bwMode="auto">
              <a:xfrm>
                <a:off x="2044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5" name="Rectangle 224"/>
              <p:cNvSpPr>
                <a:spLocks noChangeArrowheads="1"/>
              </p:cNvSpPr>
              <p:nvPr/>
            </p:nvSpPr>
            <p:spPr bwMode="auto">
              <a:xfrm>
                <a:off x="2211" y="294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6" name="Rectangle 225"/>
              <p:cNvSpPr>
                <a:spLocks noChangeArrowheads="1"/>
              </p:cNvSpPr>
              <p:nvPr/>
            </p:nvSpPr>
            <p:spPr bwMode="auto">
              <a:xfrm>
                <a:off x="2377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7" name="Rectangle 226"/>
              <p:cNvSpPr>
                <a:spLocks noChangeArrowheads="1"/>
              </p:cNvSpPr>
              <p:nvPr/>
            </p:nvSpPr>
            <p:spPr bwMode="auto">
              <a:xfrm>
                <a:off x="2544" y="294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8" name="Rectangle 227"/>
              <p:cNvSpPr>
                <a:spLocks noChangeArrowheads="1"/>
              </p:cNvSpPr>
              <p:nvPr/>
            </p:nvSpPr>
            <p:spPr bwMode="auto">
              <a:xfrm>
                <a:off x="2711" y="294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9" name="Text Box 187"/>
              <p:cNvSpPr txBox="1">
                <a:spLocks noChangeArrowheads="1"/>
              </p:cNvSpPr>
              <p:nvPr/>
            </p:nvSpPr>
            <p:spPr bwMode="auto">
              <a:xfrm>
                <a:off x="432" y="2646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10</a:t>
                </a:r>
              </a:p>
            </p:txBody>
          </p:sp>
          <p:sp>
            <p:nvSpPr>
              <p:cNvPr id="230" name="Text Box 188"/>
              <p:cNvSpPr txBox="1">
                <a:spLocks noChangeArrowheads="1"/>
              </p:cNvSpPr>
              <p:nvPr/>
            </p:nvSpPr>
            <p:spPr bwMode="auto">
              <a:xfrm>
                <a:off x="432" y="2283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20</a:t>
                </a:r>
              </a:p>
            </p:txBody>
          </p:sp>
          <p:sp>
            <p:nvSpPr>
              <p:cNvPr id="231" name="Text Box 189"/>
              <p:cNvSpPr txBox="1">
                <a:spLocks noChangeArrowheads="1"/>
              </p:cNvSpPr>
              <p:nvPr/>
            </p:nvSpPr>
            <p:spPr bwMode="auto">
              <a:xfrm>
                <a:off x="432" y="1920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30</a:t>
                </a:r>
              </a:p>
            </p:txBody>
          </p:sp>
          <p:sp>
            <p:nvSpPr>
              <p:cNvPr id="232" name="Text Box 190"/>
              <p:cNvSpPr txBox="1">
                <a:spLocks noChangeArrowheads="1"/>
              </p:cNvSpPr>
              <p:nvPr/>
            </p:nvSpPr>
            <p:spPr bwMode="auto">
              <a:xfrm>
                <a:off x="432" y="1557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40</a:t>
                </a:r>
              </a:p>
            </p:txBody>
          </p:sp>
          <p:sp>
            <p:nvSpPr>
              <p:cNvPr id="233" name="Text Box 191"/>
              <p:cNvSpPr txBox="1">
                <a:spLocks noChangeArrowheads="1"/>
              </p:cNvSpPr>
              <p:nvPr/>
            </p:nvSpPr>
            <p:spPr bwMode="auto">
              <a:xfrm>
                <a:off x="432" y="1194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50</a:t>
                </a:r>
              </a:p>
            </p:txBody>
          </p:sp>
          <p:sp>
            <p:nvSpPr>
              <p:cNvPr id="234" name="Text Box 192"/>
              <p:cNvSpPr txBox="1">
                <a:spLocks noChangeArrowheads="1"/>
              </p:cNvSpPr>
              <p:nvPr/>
            </p:nvSpPr>
            <p:spPr bwMode="auto">
              <a:xfrm>
                <a:off x="432" y="831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60</a:t>
                </a:r>
              </a:p>
            </p:txBody>
          </p:sp>
          <p:sp>
            <p:nvSpPr>
              <p:cNvPr id="235" name="Text Box 193"/>
              <p:cNvSpPr txBox="1">
                <a:spLocks noChangeArrowheads="1"/>
              </p:cNvSpPr>
              <p:nvPr/>
            </p:nvSpPr>
            <p:spPr bwMode="auto">
              <a:xfrm>
                <a:off x="432" y="495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70</a:t>
                </a:r>
              </a:p>
            </p:txBody>
          </p:sp>
          <p:sp>
            <p:nvSpPr>
              <p:cNvPr id="236" name="Text Box 194"/>
              <p:cNvSpPr txBox="1">
                <a:spLocks noChangeArrowheads="1"/>
              </p:cNvSpPr>
              <p:nvPr/>
            </p:nvSpPr>
            <p:spPr bwMode="auto">
              <a:xfrm>
                <a:off x="432" y="3009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0</a:t>
                </a:r>
              </a:p>
            </p:txBody>
          </p:sp>
          <p:sp>
            <p:nvSpPr>
              <p:cNvPr id="237" name="Text Box 195"/>
              <p:cNvSpPr txBox="1">
                <a:spLocks noChangeArrowheads="1"/>
              </p:cNvSpPr>
              <p:nvPr/>
            </p:nvSpPr>
            <p:spPr bwMode="auto">
              <a:xfrm rot="16200000">
                <a:off x="-691" y="1733"/>
                <a:ext cx="204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z="2000" smtClean="0">
                    <a:solidFill>
                      <a:prstClr val="black"/>
                    </a:solidFill>
                  </a:rPr>
                  <a:t>Cumulative Frequency</a:t>
                </a:r>
              </a:p>
            </p:txBody>
          </p:sp>
          <p:sp>
            <p:nvSpPr>
              <p:cNvPr id="238" name="Text Box 196"/>
              <p:cNvSpPr txBox="1">
                <a:spLocks noChangeArrowheads="1"/>
              </p:cNvSpPr>
              <p:nvPr/>
            </p:nvSpPr>
            <p:spPr bwMode="auto">
              <a:xfrm>
                <a:off x="895" y="3162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10</a:t>
                </a:r>
              </a:p>
            </p:txBody>
          </p:sp>
          <p:sp>
            <p:nvSpPr>
              <p:cNvPr id="239" name="Text Box 197"/>
              <p:cNvSpPr txBox="1">
                <a:spLocks noChangeArrowheads="1"/>
              </p:cNvSpPr>
              <p:nvPr/>
            </p:nvSpPr>
            <p:spPr bwMode="auto">
              <a:xfrm>
                <a:off x="1220" y="3158"/>
                <a:ext cx="33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20</a:t>
                </a:r>
              </a:p>
            </p:txBody>
          </p:sp>
          <p:sp>
            <p:nvSpPr>
              <p:cNvPr id="240" name="Text Box 198"/>
              <p:cNvSpPr txBox="1">
                <a:spLocks noChangeArrowheads="1"/>
              </p:cNvSpPr>
              <p:nvPr/>
            </p:nvSpPr>
            <p:spPr bwMode="auto">
              <a:xfrm>
                <a:off x="1562" y="3158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30</a:t>
                </a:r>
              </a:p>
            </p:txBody>
          </p:sp>
          <p:sp>
            <p:nvSpPr>
              <p:cNvPr id="241" name="Text Box 199"/>
              <p:cNvSpPr txBox="1">
                <a:spLocks noChangeArrowheads="1"/>
              </p:cNvSpPr>
              <p:nvPr/>
            </p:nvSpPr>
            <p:spPr bwMode="auto">
              <a:xfrm>
                <a:off x="1883" y="3146"/>
                <a:ext cx="33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40</a:t>
                </a:r>
              </a:p>
            </p:txBody>
          </p:sp>
          <p:sp>
            <p:nvSpPr>
              <p:cNvPr id="242" name="Text Box 200"/>
              <p:cNvSpPr txBox="1">
                <a:spLocks noChangeArrowheads="1"/>
              </p:cNvSpPr>
              <p:nvPr/>
            </p:nvSpPr>
            <p:spPr bwMode="auto">
              <a:xfrm>
                <a:off x="2225" y="3150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50</a:t>
                </a:r>
              </a:p>
            </p:txBody>
          </p:sp>
          <p:sp>
            <p:nvSpPr>
              <p:cNvPr id="243" name="Text Box 201"/>
              <p:cNvSpPr txBox="1">
                <a:spLocks noChangeArrowheads="1"/>
              </p:cNvSpPr>
              <p:nvPr/>
            </p:nvSpPr>
            <p:spPr bwMode="auto">
              <a:xfrm>
                <a:off x="2546" y="3158"/>
                <a:ext cx="33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60</a:t>
                </a:r>
              </a:p>
            </p:txBody>
          </p:sp>
          <p:sp>
            <p:nvSpPr>
              <p:cNvPr id="244" name="Text Box 202"/>
              <p:cNvSpPr txBox="1">
                <a:spLocks noChangeArrowheads="1"/>
              </p:cNvSpPr>
              <p:nvPr/>
            </p:nvSpPr>
            <p:spPr bwMode="auto">
              <a:xfrm>
                <a:off x="2880" y="3158"/>
                <a:ext cx="33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70</a:t>
                </a:r>
              </a:p>
            </p:txBody>
          </p:sp>
          <p:sp>
            <p:nvSpPr>
              <p:cNvPr id="245" name="Text Box 203"/>
              <p:cNvSpPr txBox="1">
                <a:spLocks noChangeArrowheads="1"/>
              </p:cNvSpPr>
              <p:nvPr/>
            </p:nvSpPr>
            <p:spPr bwMode="auto">
              <a:xfrm>
                <a:off x="1262" y="3377"/>
                <a:ext cx="121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z="2000" smtClean="0">
                    <a:solidFill>
                      <a:prstClr val="black"/>
                    </a:solidFill>
                  </a:rPr>
                  <a:t>Minutes Late</a:t>
                </a:r>
              </a:p>
            </p:txBody>
          </p:sp>
          <p:sp>
            <p:nvSpPr>
              <p:cNvPr id="246" name="Rectangle 245"/>
              <p:cNvSpPr>
                <a:spLocks noChangeArrowheads="1"/>
              </p:cNvSpPr>
              <p:nvPr/>
            </p:nvSpPr>
            <p:spPr bwMode="auto">
              <a:xfrm>
                <a:off x="2877" y="58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7" name="Rectangle 246"/>
              <p:cNvSpPr>
                <a:spLocks noChangeArrowheads="1"/>
              </p:cNvSpPr>
              <p:nvPr/>
            </p:nvSpPr>
            <p:spPr bwMode="auto">
              <a:xfrm>
                <a:off x="2877" y="77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8" name="Rectangle 247"/>
              <p:cNvSpPr>
                <a:spLocks noChangeArrowheads="1"/>
              </p:cNvSpPr>
              <p:nvPr/>
            </p:nvSpPr>
            <p:spPr bwMode="auto">
              <a:xfrm>
                <a:off x="2877" y="952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9" name="Rectangle 248"/>
              <p:cNvSpPr>
                <a:spLocks noChangeArrowheads="1"/>
              </p:cNvSpPr>
              <p:nvPr/>
            </p:nvSpPr>
            <p:spPr bwMode="auto">
              <a:xfrm>
                <a:off x="2877" y="1133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0" name="Rectangle 249"/>
              <p:cNvSpPr>
                <a:spLocks noChangeArrowheads="1"/>
              </p:cNvSpPr>
              <p:nvPr/>
            </p:nvSpPr>
            <p:spPr bwMode="auto">
              <a:xfrm>
                <a:off x="2877" y="1315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1" name="Rectangle 250"/>
              <p:cNvSpPr>
                <a:spLocks noChangeArrowheads="1"/>
              </p:cNvSpPr>
              <p:nvPr/>
            </p:nvSpPr>
            <p:spPr bwMode="auto">
              <a:xfrm>
                <a:off x="2877" y="1496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2" name="Rectangle 251"/>
              <p:cNvSpPr>
                <a:spLocks noChangeArrowheads="1"/>
              </p:cNvSpPr>
              <p:nvPr/>
            </p:nvSpPr>
            <p:spPr bwMode="auto">
              <a:xfrm>
                <a:off x="2877" y="1678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3" name="Rectangle 252"/>
              <p:cNvSpPr>
                <a:spLocks noChangeArrowheads="1"/>
              </p:cNvSpPr>
              <p:nvPr/>
            </p:nvSpPr>
            <p:spPr bwMode="auto">
              <a:xfrm>
                <a:off x="2877" y="1859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4" name="Rectangle 253"/>
              <p:cNvSpPr>
                <a:spLocks noChangeArrowheads="1"/>
              </p:cNvSpPr>
              <p:nvPr/>
            </p:nvSpPr>
            <p:spPr bwMode="auto">
              <a:xfrm>
                <a:off x="2877" y="204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5" name="Rectangle 254"/>
              <p:cNvSpPr>
                <a:spLocks noChangeArrowheads="1"/>
              </p:cNvSpPr>
              <p:nvPr/>
            </p:nvSpPr>
            <p:spPr bwMode="auto">
              <a:xfrm>
                <a:off x="2877" y="222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6" name="Rectangle 255"/>
              <p:cNvSpPr>
                <a:spLocks noChangeArrowheads="1"/>
              </p:cNvSpPr>
              <p:nvPr/>
            </p:nvSpPr>
            <p:spPr bwMode="auto">
              <a:xfrm>
                <a:off x="2877" y="240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7" name="Rectangle 256"/>
              <p:cNvSpPr>
                <a:spLocks noChangeArrowheads="1"/>
              </p:cNvSpPr>
              <p:nvPr/>
            </p:nvSpPr>
            <p:spPr bwMode="auto">
              <a:xfrm>
                <a:off x="2877" y="258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8" name="Rectangle 257"/>
              <p:cNvSpPr>
                <a:spLocks noChangeArrowheads="1"/>
              </p:cNvSpPr>
              <p:nvPr/>
            </p:nvSpPr>
            <p:spPr bwMode="auto">
              <a:xfrm>
                <a:off x="2877" y="276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9" name="Rectangle 258"/>
              <p:cNvSpPr>
                <a:spLocks noChangeArrowheads="1"/>
              </p:cNvSpPr>
              <p:nvPr/>
            </p:nvSpPr>
            <p:spPr bwMode="auto">
              <a:xfrm>
                <a:off x="2877" y="294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6" name="Text Box 219"/>
            <p:cNvSpPr txBox="1">
              <a:spLocks noChangeArrowheads="1"/>
            </p:cNvSpPr>
            <p:nvPr/>
          </p:nvSpPr>
          <p:spPr bwMode="auto">
            <a:xfrm>
              <a:off x="3276" y="780"/>
              <a:ext cx="2340" cy="23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000" smtClean="0">
                  <a:solidFill>
                    <a:prstClr val="black"/>
                  </a:solidFill>
                </a:rPr>
                <a:t>The cumulative frequency curve gives information on aircraft arriving late at an airport. Use the curve to find estimates to 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000" smtClean="0">
                  <a:solidFill>
                    <a:prstClr val="black"/>
                  </a:solidFill>
                </a:rPr>
                <a:t>(a) The median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000" smtClean="0">
                  <a:solidFill>
                    <a:prstClr val="black"/>
                  </a:solidFill>
                </a:rPr>
                <a:t>(b) The inter-quartile range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000" smtClean="0">
                  <a:solidFill>
                    <a:prstClr val="black"/>
                  </a:solidFill>
                </a:rPr>
                <a:t>(c) The number of aircraft arriving less than 45 minutes late.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z="2000" smtClean="0">
                  <a:solidFill>
                    <a:prstClr val="black"/>
                  </a:solidFill>
                </a:rPr>
                <a:t>(d) The number of aircraft arriving more than 25 minutes late.</a:t>
              </a:r>
            </a:p>
          </p:txBody>
        </p:sp>
      </p:grpSp>
      <p:sp>
        <p:nvSpPr>
          <p:cNvPr id="261" name="TextBox 260"/>
          <p:cNvSpPr txBox="1"/>
          <p:nvPr/>
        </p:nvSpPr>
        <p:spPr>
          <a:xfrm>
            <a:off x="8268494" y="3121675"/>
            <a:ext cx="5966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27.5</a:t>
            </a:r>
            <a:endParaRPr lang="en-GB" b="1" dirty="0"/>
          </a:p>
        </p:txBody>
      </p:sp>
      <p:sp>
        <p:nvSpPr>
          <p:cNvPr id="262" name="TextBox 261"/>
          <p:cNvSpPr txBox="1"/>
          <p:nvPr/>
        </p:nvSpPr>
        <p:spPr>
          <a:xfrm>
            <a:off x="9125399" y="4418663"/>
            <a:ext cx="4187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52</a:t>
            </a:r>
            <a:endParaRPr lang="en-GB" b="1" dirty="0"/>
          </a:p>
        </p:txBody>
      </p:sp>
      <p:sp>
        <p:nvSpPr>
          <p:cNvPr id="263" name="TextBox 262"/>
          <p:cNvSpPr txBox="1"/>
          <p:nvPr/>
        </p:nvSpPr>
        <p:spPr>
          <a:xfrm>
            <a:off x="8259036" y="3738141"/>
            <a:ext cx="13292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38 – 21 = </a:t>
            </a:r>
            <a:r>
              <a:rPr lang="en-GB" b="1" dirty="0" smtClean="0"/>
              <a:t>17</a:t>
            </a:r>
            <a:endParaRPr lang="en-GB" b="1" dirty="0"/>
          </a:p>
        </p:txBody>
      </p:sp>
      <p:sp>
        <p:nvSpPr>
          <p:cNvPr id="264" name="TextBox 263"/>
          <p:cNvSpPr txBox="1"/>
          <p:nvPr/>
        </p:nvSpPr>
        <p:spPr>
          <a:xfrm>
            <a:off x="8259036" y="5406491"/>
            <a:ext cx="13292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60 – 25 = </a:t>
            </a:r>
            <a:r>
              <a:rPr lang="en-GB" b="1" dirty="0" smtClean="0"/>
              <a:t>35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 animBg="1"/>
      <p:bldP spid="262" grpId="0" animBg="1"/>
      <p:bldP spid="263" grpId="0" animBg="1"/>
      <p:bldP spid="26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133856" y="1408176"/>
            <a:ext cx="8997282" cy="515967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grpSp>
        <p:nvGrpSpPr>
          <p:cNvPr id="43" name="Group 469"/>
          <p:cNvGrpSpPr>
            <a:grpSpLocks/>
          </p:cNvGrpSpPr>
          <p:nvPr/>
        </p:nvGrpSpPr>
        <p:grpSpPr bwMode="auto">
          <a:xfrm>
            <a:off x="1286793" y="1479352"/>
            <a:ext cx="8616950" cy="4984750"/>
            <a:chOff x="188" y="687"/>
            <a:chExt cx="5428" cy="3140"/>
          </a:xfrm>
        </p:grpSpPr>
        <p:sp>
          <p:nvSpPr>
            <p:cNvPr id="44" name="Text Box 235"/>
            <p:cNvSpPr txBox="1">
              <a:spLocks noChangeArrowheads="1"/>
            </p:cNvSpPr>
            <p:nvPr/>
          </p:nvSpPr>
          <p:spPr bwMode="auto">
            <a:xfrm>
              <a:off x="3276" y="780"/>
              <a:ext cx="2340" cy="2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prstClr val="black"/>
                  </a:solidFill>
                </a:rPr>
                <a:t>The lifetime of 120 projector bulbs was measured in a laboratory. The graph shows the cumulative frequency curve for the results. Use the graph to find: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prstClr val="black"/>
                  </a:solidFill>
                </a:rPr>
                <a:t>(a) The median lifetime of a bulb.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prstClr val="black"/>
                  </a:solidFill>
                </a:rPr>
                <a:t>(b) The number of bulbs that had a lifetime of between 200 and 400 hours?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prstClr val="black"/>
                  </a:solidFill>
                </a:rPr>
                <a:t>(c) After how many hours were 80% of the bulbs dead?.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prstClr val="black"/>
                  </a:solidFill>
                </a:rPr>
                <a:t>(d) What was the shortest lifetime of a bulb?</a:t>
              </a:r>
              <a:endParaRPr lang="en-GB" altLang="en-US" sz="2000" smtClean="0">
                <a:solidFill>
                  <a:prstClr val="black"/>
                </a:solidFill>
              </a:endParaRPr>
            </a:p>
          </p:txBody>
        </p:sp>
        <p:grpSp>
          <p:nvGrpSpPr>
            <p:cNvPr id="45" name="Group 236"/>
            <p:cNvGrpSpPr>
              <a:grpSpLocks/>
            </p:cNvGrpSpPr>
            <p:nvPr/>
          </p:nvGrpSpPr>
          <p:grpSpPr bwMode="auto">
            <a:xfrm>
              <a:off x="188" y="687"/>
              <a:ext cx="3117" cy="3140"/>
              <a:chOff x="188" y="687"/>
              <a:chExt cx="3117" cy="3140"/>
            </a:xfrm>
          </p:grpSpPr>
          <p:sp>
            <p:nvSpPr>
              <p:cNvPr id="46" name="Text Box 237"/>
              <p:cNvSpPr txBox="1">
                <a:spLocks noChangeArrowheads="1"/>
              </p:cNvSpPr>
              <p:nvPr/>
            </p:nvSpPr>
            <p:spPr bwMode="auto">
              <a:xfrm>
                <a:off x="2972" y="3350"/>
                <a:ext cx="33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lang="en-GB" altLang="en-US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238"/>
              <p:cNvSpPr>
                <a:spLocks/>
              </p:cNvSpPr>
              <p:nvPr/>
            </p:nvSpPr>
            <p:spPr bwMode="auto">
              <a:xfrm>
                <a:off x="1143" y="1146"/>
                <a:ext cx="1662" cy="2175"/>
              </a:xfrm>
              <a:custGeom>
                <a:avLst/>
                <a:gdLst>
                  <a:gd name="T0" fmla="*/ 0 w 1662"/>
                  <a:gd name="T1" fmla="*/ 2175 h 2175"/>
                  <a:gd name="T2" fmla="*/ 277 w 1662"/>
                  <a:gd name="T3" fmla="*/ 1996 h 2175"/>
                  <a:gd name="T4" fmla="*/ 549 w 1662"/>
                  <a:gd name="T5" fmla="*/ 1691 h 2175"/>
                  <a:gd name="T6" fmla="*/ 826 w 1662"/>
                  <a:gd name="T7" fmla="*/ 914 h 2175"/>
                  <a:gd name="T8" fmla="*/ 1098 w 1662"/>
                  <a:gd name="T9" fmla="*/ 466 h 2175"/>
                  <a:gd name="T10" fmla="*/ 1375 w 1662"/>
                  <a:gd name="T11" fmla="*/ 173 h 2175"/>
                  <a:gd name="T12" fmla="*/ 1662 w 1662"/>
                  <a:gd name="T13" fmla="*/ 0 h 2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62" h="2175">
                    <a:moveTo>
                      <a:pt x="0" y="2175"/>
                    </a:moveTo>
                    <a:cubicBezTo>
                      <a:pt x="92" y="2125"/>
                      <a:pt x="185" y="2076"/>
                      <a:pt x="277" y="1996"/>
                    </a:cubicBezTo>
                    <a:cubicBezTo>
                      <a:pt x="368" y="1915"/>
                      <a:pt x="458" y="1871"/>
                      <a:pt x="549" y="1691"/>
                    </a:cubicBezTo>
                    <a:cubicBezTo>
                      <a:pt x="641" y="1511"/>
                      <a:pt x="734" y="1118"/>
                      <a:pt x="826" y="914"/>
                    </a:cubicBezTo>
                    <a:cubicBezTo>
                      <a:pt x="917" y="710"/>
                      <a:pt x="1007" y="590"/>
                      <a:pt x="1098" y="466"/>
                    </a:cubicBezTo>
                    <a:cubicBezTo>
                      <a:pt x="1190" y="343"/>
                      <a:pt x="1281" y="251"/>
                      <a:pt x="1375" y="173"/>
                    </a:cubicBezTo>
                    <a:cubicBezTo>
                      <a:pt x="1469" y="95"/>
                      <a:pt x="1602" y="36"/>
                      <a:pt x="1662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Rectangle 239"/>
              <p:cNvSpPr>
                <a:spLocks noChangeArrowheads="1"/>
              </p:cNvSpPr>
              <p:nvPr/>
            </p:nvSpPr>
            <p:spPr bwMode="auto">
              <a:xfrm>
                <a:off x="802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Rectangle 240"/>
              <p:cNvSpPr>
                <a:spLocks noChangeArrowheads="1"/>
              </p:cNvSpPr>
              <p:nvPr/>
            </p:nvSpPr>
            <p:spPr bwMode="auto">
              <a:xfrm>
                <a:off x="969" y="78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Rectangle 241"/>
              <p:cNvSpPr>
                <a:spLocks noChangeArrowheads="1"/>
              </p:cNvSpPr>
              <p:nvPr/>
            </p:nvSpPr>
            <p:spPr bwMode="auto">
              <a:xfrm>
                <a:off x="1135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Rectangle 242"/>
              <p:cNvSpPr>
                <a:spLocks noChangeArrowheads="1"/>
              </p:cNvSpPr>
              <p:nvPr/>
            </p:nvSpPr>
            <p:spPr bwMode="auto">
              <a:xfrm>
                <a:off x="1302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Rectangle 243"/>
              <p:cNvSpPr>
                <a:spLocks noChangeArrowheads="1"/>
              </p:cNvSpPr>
              <p:nvPr/>
            </p:nvSpPr>
            <p:spPr bwMode="auto">
              <a:xfrm>
                <a:off x="1469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Rectangle 244"/>
              <p:cNvSpPr>
                <a:spLocks noChangeArrowheads="1"/>
              </p:cNvSpPr>
              <p:nvPr/>
            </p:nvSpPr>
            <p:spPr bwMode="auto">
              <a:xfrm>
                <a:off x="1636" y="78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Rectangle 245"/>
              <p:cNvSpPr>
                <a:spLocks noChangeArrowheads="1"/>
              </p:cNvSpPr>
              <p:nvPr/>
            </p:nvSpPr>
            <p:spPr bwMode="auto">
              <a:xfrm>
                <a:off x="1802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Rectangle 246"/>
              <p:cNvSpPr>
                <a:spLocks noChangeArrowheads="1"/>
              </p:cNvSpPr>
              <p:nvPr/>
            </p:nvSpPr>
            <p:spPr bwMode="auto">
              <a:xfrm>
                <a:off x="1969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Rectangle 247"/>
              <p:cNvSpPr>
                <a:spLocks noChangeArrowheads="1"/>
              </p:cNvSpPr>
              <p:nvPr/>
            </p:nvSpPr>
            <p:spPr bwMode="auto">
              <a:xfrm>
                <a:off x="2136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Rectangle 248"/>
              <p:cNvSpPr>
                <a:spLocks noChangeArrowheads="1"/>
              </p:cNvSpPr>
              <p:nvPr/>
            </p:nvSpPr>
            <p:spPr bwMode="auto">
              <a:xfrm>
                <a:off x="2303" y="78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Rectangle 249"/>
              <p:cNvSpPr>
                <a:spLocks noChangeArrowheads="1"/>
              </p:cNvSpPr>
              <p:nvPr/>
            </p:nvSpPr>
            <p:spPr bwMode="auto">
              <a:xfrm>
                <a:off x="2469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Rectangle 250"/>
              <p:cNvSpPr>
                <a:spLocks noChangeArrowheads="1"/>
              </p:cNvSpPr>
              <p:nvPr/>
            </p:nvSpPr>
            <p:spPr bwMode="auto">
              <a:xfrm>
                <a:off x="2636" y="781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Rectangle 251"/>
              <p:cNvSpPr>
                <a:spLocks noChangeArrowheads="1"/>
              </p:cNvSpPr>
              <p:nvPr/>
            </p:nvSpPr>
            <p:spPr bwMode="auto">
              <a:xfrm>
                <a:off x="2803" y="78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Rectangle 252"/>
              <p:cNvSpPr>
                <a:spLocks noChangeArrowheads="1"/>
              </p:cNvSpPr>
              <p:nvPr/>
            </p:nvSpPr>
            <p:spPr bwMode="auto">
              <a:xfrm>
                <a:off x="802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Rectangle 253"/>
              <p:cNvSpPr>
                <a:spLocks noChangeArrowheads="1"/>
              </p:cNvSpPr>
              <p:nvPr/>
            </p:nvSpPr>
            <p:spPr bwMode="auto">
              <a:xfrm>
                <a:off x="969" y="96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Rectangle 254"/>
              <p:cNvSpPr>
                <a:spLocks noChangeArrowheads="1"/>
              </p:cNvSpPr>
              <p:nvPr/>
            </p:nvSpPr>
            <p:spPr bwMode="auto">
              <a:xfrm>
                <a:off x="1135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Rectangle 255"/>
              <p:cNvSpPr>
                <a:spLocks noChangeArrowheads="1"/>
              </p:cNvSpPr>
              <p:nvPr/>
            </p:nvSpPr>
            <p:spPr bwMode="auto">
              <a:xfrm>
                <a:off x="1302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Rectangle 256"/>
              <p:cNvSpPr>
                <a:spLocks noChangeArrowheads="1"/>
              </p:cNvSpPr>
              <p:nvPr/>
            </p:nvSpPr>
            <p:spPr bwMode="auto">
              <a:xfrm>
                <a:off x="1469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Rectangle 257"/>
              <p:cNvSpPr>
                <a:spLocks noChangeArrowheads="1"/>
              </p:cNvSpPr>
              <p:nvPr/>
            </p:nvSpPr>
            <p:spPr bwMode="auto">
              <a:xfrm>
                <a:off x="1636" y="96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Rectangle 258"/>
              <p:cNvSpPr>
                <a:spLocks noChangeArrowheads="1"/>
              </p:cNvSpPr>
              <p:nvPr/>
            </p:nvSpPr>
            <p:spPr bwMode="auto">
              <a:xfrm>
                <a:off x="1802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Rectangle 259"/>
              <p:cNvSpPr>
                <a:spLocks noChangeArrowheads="1"/>
              </p:cNvSpPr>
              <p:nvPr/>
            </p:nvSpPr>
            <p:spPr bwMode="auto">
              <a:xfrm>
                <a:off x="1969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Rectangle 260"/>
              <p:cNvSpPr>
                <a:spLocks noChangeArrowheads="1"/>
              </p:cNvSpPr>
              <p:nvPr/>
            </p:nvSpPr>
            <p:spPr bwMode="auto">
              <a:xfrm>
                <a:off x="2136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Rectangle 261"/>
              <p:cNvSpPr>
                <a:spLocks noChangeArrowheads="1"/>
              </p:cNvSpPr>
              <p:nvPr/>
            </p:nvSpPr>
            <p:spPr bwMode="auto">
              <a:xfrm>
                <a:off x="2303" y="96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Rectangle 262"/>
              <p:cNvSpPr>
                <a:spLocks noChangeArrowheads="1"/>
              </p:cNvSpPr>
              <p:nvPr/>
            </p:nvSpPr>
            <p:spPr bwMode="auto">
              <a:xfrm>
                <a:off x="2469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Rectangle 263"/>
              <p:cNvSpPr>
                <a:spLocks noChangeArrowheads="1"/>
              </p:cNvSpPr>
              <p:nvPr/>
            </p:nvSpPr>
            <p:spPr bwMode="auto">
              <a:xfrm>
                <a:off x="2636" y="962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Rectangle 264"/>
              <p:cNvSpPr>
                <a:spLocks noChangeArrowheads="1"/>
              </p:cNvSpPr>
              <p:nvPr/>
            </p:nvSpPr>
            <p:spPr bwMode="auto">
              <a:xfrm>
                <a:off x="2803" y="96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Rectangle 265"/>
              <p:cNvSpPr>
                <a:spLocks noChangeArrowheads="1"/>
              </p:cNvSpPr>
              <p:nvPr/>
            </p:nvSpPr>
            <p:spPr bwMode="auto">
              <a:xfrm>
                <a:off x="802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Rectangle 266"/>
              <p:cNvSpPr>
                <a:spLocks noChangeArrowheads="1"/>
              </p:cNvSpPr>
              <p:nvPr/>
            </p:nvSpPr>
            <p:spPr bwMode="auto">
              <a:xfrm>
                <a:off x="969" y="114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Rectangle 267"/>
              <p:cNvSpPr>
                <a:spLocks noChangeArrowheads="1"/>
              </p:cNvSpPr>
              <p:nvPr/>
            </p:nvSpPr>
            <p:spPr bwMode="auto">
              <a:xfrm>
                <a:off x="1135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Rectangle 268"/>
              <p:cNvSpPr>
                <a:spLocks noChangeArrowheads="1"/>
              </p:cNvSpPr>
              <p:nvPr/>
            </p:nvSpPr>
            <p:spPr bwMode="auto">
              <a:xfrm>
                <a:off x="1302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Rectangle 269"/>
              <p:cNvSpPr>
                <a:spLocks noChangeArrowheads="1"/>
              </p:cNvSpPr>
              <p:nvPr/>
            </p:nvSpPr>
            <p:spPr bwMode="auto">
              <a:xfrm>
                <a:off x="1469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Rectangle 270"/>
              <p:cNvSpPr>
                <a:spLocks noChangeArrowheads="1"/>
              </p:cNvSpPr>
              <p:nvPr/>
            </p:nvSpPr>
            <p:spPr bwMode="auto">
              <a:xfrm>
                <a:off x="1636" y="114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Rectangle 271"/>
              <p:cNvSpPr>
                <a:spLocks noChangeArrowheads="1"/>
              </p:cNvSpPr>
              <p:nvPr/>
            </p:nvSpPr>
            <p:spPr bwMode="auto">
              <a:xfrm>
                <a:off x="1802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Rectangle 272"/>
              <p:cNvSpPr>
                <a:spLocks noChangeArrowheads="1"/>
              </p:cNvSpPr>
              <p:nvPr/>
            </p:nvSpPr>
            <p:spPr bwMode="auto">
              <a:xfrm>
                <a:off x="1969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Rectangle 273"/>
              <p:cNvSpPr>
                <a:spLocks noChangeArrowheads="1"/>
              </p:cNvSpPr>
              <p:nvPr/>
            </p:nvSpPr>
            <p:spPr bwMode="auto">
              <a:xfrm>
                <a:off x="2136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Rectangle 274"/>
              <p:cNvSpPr>
                <a:spLocks noChangeArrowheads="1"/>
              </p:cNvSpPr>
              <p:nvPr/>
            </p:nvSpPr>
            <p:spPr bwMode="auto">
              <a:xfrm>
                <a:off x="2303" y="114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Rectangle 275"/>
              <p:cNvSpPr>
                <a:spLocks noChangeArrowheads="1"/>
              </p:cNvSpPr>
              <p:nvPr/>
            </p:nvSpPr>
            <p:spPr bwMode="auto">
              <a:xfrm>
                <a:off x="2469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Rectangle 276"/>
              <p:cNvSpPr>
                <a:spLocks noChangeArrowheads="1"/>
              </p:cNvSpPr>
              <p:nvPr/>
            </p:nvSpPr>
            <p:spPr bwMode="auto">
              <a:xfrm>
                <a:off x="2636" y="1144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Rectangle 277"/>
              <p:cNvSpPr>
                <a:spLocks noChangeArrowheads="1"/>
              </p:cNvSpPr>
              <p:nvPr/>
            </p:nvSpPr>
            <p:spPr bwMode="auto">
              <a:xfrm>
                <a:off x="2803" y="114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Rectangle 278"/>
              <p:cNvSpPr>
                <a:spLocks noChangeArrowheads="1"/>
              </p:cNvSpPr>
              <p:nvPr/>
            </p:nvSpPr>
            <p:spPr bwMode="auto">
              <a:xfrm>
                <a:off x="802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Rectangle 279"/>
              <p:cNvSpPr>
                <a:spLocks noChangeArrowheads="1"/>
              </p:cNvSpPr>
              <p:nvPr/>
            </p:nvSpPr>
            <p:spPr bwMode="auto">
              <a:xfrm>
                <a:off x="969" y="132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Rectangle 280"/>
              <p:cNvSpPr>
                <a:spLocks noChangeArrowheads="1"/>
              </p:cNvSpPr>
              <p:nvPr/>
            </p:nvSpPr>
            <p:spPr bwMode="auto">
              <a:xfrm>
                <a:off x="1135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Rectangle 281"/>
              <p:cNvSpPr>
                <a:spLocks noChangeArrowheads="1"/>
              </p:cNvSpPr>
              <p:nvPr/>
            </p:nvSpPr>
            <p:spPr bwMode="auto">
              <a:xfrm>
                <a:off x="1302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Rectangle 282"/>
              <p:cNvSpPr>
                <a:spLocks noChangeArrowheads="1"/>
              </p:cNvSpPr>
              <p:nvPr/>
            </p:nvSpPr>
            <p:spPr bwMode="auto">
              <a:xfrm>
                <a:off x="1469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Rectangle 283"/>
              <p:cNvSpPr>
                <a:spLocks noChangeArrowheads="1"/>
              </p:cNvSpPr>
              <p:nvPr/>
            </p:nvSpPr>
            <p:spPr bwMode="auto">
              <a:xfrm>
                <a:off x="1636" y="132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Rectangle 284"/>
              <p:cNvSpPr>
                <a:spLocks noChangeArrowheads="1"/>
              </p:cNvSpPr>
              <p:nvPr/>
            </p:nvSpPr>
            <p:spPr bwMode="auto">
              <a:xfrm>
                <a:off x="1802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Rectangle 285"/>
              <p:cNvSpPr>
                <a:spLocks noChangeArrowheads="1"/>
              </p:cNvSpPr>
              <p:nvPr/>
            </p:nvSpPr>
            <p:spPr bwMode="auto">
              <a:xfrm>
                <a:off x="1969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Rectangle 286"/>
              <p:cNvSpPr>
                <a:spLocks noChangeArrowheads="1"/>
              </p:cNvSpPr>
              <p:nvPr/>
            </p:nvSpPr>
            <p:spPr bwMode="auto">
              <a:xfrm>
                <a:off x="2136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Rectangle 287"/>
              <p:cNvSpPr>
                <a:spLocks noChangeArrowheads="1"/>
              </p:cNvSpPr>
              <p:nvPr/>
            </p:nvSpPr>
            <p:spPr bwMode="auto">
              <a:xfrm>
                <a:off x="2303" y="132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Rectangle 288"/>
              <p:cNvSpPr>
                <a:spLocks noChangeArrowheads="1"/>
              </p:cNvSpPr>
              <p:nvPr/>
            </p:nvSpPr>
            <p:spPr bwMode="auto">
              <a:xfrm>
                <a:off x="2469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Rectangle 289"/>
              <p:cNvSpPr>
                <a:spLocks noChangeArrowheads="1"/>
              </p:cNvSpPr>
              <p:nvPr/>
            </p:nvSpPr>
            <p:spPr bwMode="auto">
              <a:xfrm>
                <a:off x="2636" y="1325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Rectangle 290"/>
              <p:cNvSpPr>
                <a:spLocks noChangeArrowheads="1"/>
              </p:cNvSpPr>
              <p:nvPr/>
            </p:nvSpPr>
            <p:spPr bwMode="auto">
              <a:xfrm>
                <a:off x="2803" y="132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Rectangle 291"/>
              <p:cNvSpPr>
                <a:spLocks noChangeArrowheads="1"/>
              </p:cNvSpPr>
              <p:nvPr/>
            </p:nvSpPr>
            <p:spPr bwMode="auto">
              <a:xfrm>
                <a:off x="802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Rectangle 292"/>
              <p:cNvSpPr>
                <a:spLocks noChangeArrowheads="1"/>
              </p:cNvSpPr>
              <p:nvPr/>
            </p:nvSpPr>
            <p:spPr bwMode="auto">
              <a:xfrm>
                <a:off x="969" y="150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Rectangle 293"/>
              <p:cNvSpPr>
                <a:spLocks noChangeArrowheads="1"/>
              </p:cNvSpPr>
              <p:nvPr/>
            </p:nvSpPr>
            <p:spPr bwMode="auto">
              <a:xfrm>
                <a:off x="1135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Rectangle 294"/>
              <p:cNvSpPr>
                <a:spLocks noChangeArrowheads="1"/>
              </p:cNvSpPr>
              <p:nvPr/>
            </p:nvSpPr>
            <p:spPr bwMode="auto">
              <a:xfrm>
                <a:off x="1302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Rectangle 295"/>
              <p:cNvSpPr>
                <a:spLocks noChangeArrowheads="1"/>
              </p:cNvSpPr>
              <p:nvPr/>
            </p:nvSpPr>
            <p:spPr bwMode="auto">
              <a:xfrm>
                <a:off x="1469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Rectangle 296"/>
              <p:cNvSpPr>
                <a:spLocks noChangeArrowheads="1"/>
              </p:cNvSpPr>
              <p:nvPr/>
            </p:nvSpPr>
            <p:spPr bwMode="auto">
              <a:xfrm>
                <a:off x="1636" y="150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Rectangle 297"/>
              <p:cNvSpPr>
                <a:spLocks noChangeArrowheads="1"/>
              </p:cNvSpPr>
              <p:nvPr/>
            </p:nvSpPr>
            <p:spPr bwMode="auto">
              <a:xfrm>
                <a:off x="1802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Rectangle 298"/>
              <p:cNvSpPr>
                <a:spLocks noChangeArrowheads="1"/>
              </p:cNvSpPr>
              <p:nvPr/>
            </p:nvSpPr>
            <p:spPr bwMode="auto">
              <a:xfrm>
                <a:off x="1969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Rectangle 299"/>
              <p:cNvSpPr>
                <a:spLocks noChangeArrowheads="1"/>
              </p:cNvSpPr>
              <p:nvPr/>
            </p:nvSpPr>
            <p:spPr bwMode="auto">
              <a:xfrm>
                <a:off x="2136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9" name="Rectangle 300"/>
              <p:cNvSpPr>
                <a:spLocks noChangeArrowheads="1"/>
              </p:cNvSpPr>
              <p:nvPr/>
            </p:nvSpPr>
            <p:spPr bwMode="auto">
              <a:xfrm>
                <a:off x="2303" y="150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0" name="Rectangle 301"/>
              <p:cNvSpPr>
                <a:spLocks noChangeArrowheads="1"/>
              </p:cNvSpPr>
              <p:nvPr/>
            </p:nvSpPr>
            <p:spPr bwMode="auto">
              <a:xfrm>
                <a:off x="2469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1" name="Rectangle 302"/>
              <p:cNvSpPr>
                <a:spLocks noChangeArrowheads="1"/>
              </p:cNvSpPr>
              <p:nvPr/>
            </p:nvSpPr>
            <p:spPr bwMode="auto">
              <a:xfrm>
                <a:off x="2636" y="1507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2" name="Rectangle 303"/>
              <p:cNvSpPr>
                <a:spLocks noChangeArrowheads="1"/>
              </p:cNvSpPr>
              <p:nvPr/>
            </p:nvSpPr>
            <p:spPr bwMode="auto">
              <a:xfrm>
                <a:off x="2803" y="150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3" name="Rectangle 304"/>
              <p:cNvSpPr>
                <a:spLocks noChangeArrowheads="1"/>
              </p:cNvSpPr>
              <p:nvPr/>
            </p:nvSpPr>
            <p:spPr bwMode="auto">
              <a:xfrm>
                <a:off x="802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Rectangle 305"/>
              <p:cNvSpPr>
                <a:spLocks noChangeArrowheads="1"/>
              </p:cNvSpPr>
              <p:nvPr/>
            </p:nvSpPr>
            <p:spPr bwMode="auto">
              <a:xfrm>
                <a:off x="969" y="168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Rectangle 306"/>
              <p:cNvSpPr>
                <a:spLocks noChangeArrowheads="1"/>
              </p:cNvSpPr>
              <p:nvPr/>
            </p:nvSpPr>
            <p:spPr bwMode="auto">
              <a:xfrm>
                <a:off x="1135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6" name="Rectangle 307"/>
              <p:cNvSpPr>
                <a:spLocks noChangeArrowheads="1"/>
              </p:cNvSpPr>
              <p:nvPr/>
            </p:nvSpPr>
            <p:spPr bwMode="auto">
              <a:xfrm>
                <a:off x="1302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7" name="Rectangle 308"/>
              <p:cNvSpPr>
                <a:spLocks noChangeArrowheads="1"/>
              </p:cNvSpPr>
              <p:nvPr/>
            </p:nvSpPr>
            <p:spPr bwMode="auto">
              <a:xfrm>
                <a:off x="1469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8" name="Rectangle 309"/>
              <p:cNvSpPr>
                <a:spLocks noChangeArrowheads="1"/>
              </p:cNvSpPr>
              <p:nvPr/>
            </p:nvSpPr>
            <p:spPr bwMode="auto">
              <a:xfrm>
                <a:off x="1636" y="168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9" name="Rectangle 310"/>
              <p:cNvSpPr>
                <a:spLocks noChangeArrowheads="1"/>
              </p:cNvSpPr>
              <p:nvPr/>
            </p:nvSpPr>
            <p:spPr bwMode="auto">
              <a:xfrm>
                <a:off x="1802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0" name="Rectangle 311"/>
              <p:cNvSpPr>
                <a:spLocks noChangeArrowheads="1"/>
              </p:cNvSpPr>
              <p:nvPr/>
            </p:nvSpPr>
            <p:spPr bwMode="auto">
              <a:xfrm>
                <a:off x="1969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1" name="Rectangle 312"/>
              <p:cNvSpPr>
                <a:spLocks noChangeArrowheads="1"/>
              </p:cNvSpPr>
              <p:nvPr/>
            </p:nvSpPr>
            <p:spPr bwMode="auto">
              <a:xfrm>
                <a:off x="2136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2" name="Rectangle 313"/>
              <p:cNvSpPr>
                <a:spLocks noChangeArrowheads="1"/>
              </p:cNvSpPr>
              <p:nvPr/>
            </p:nvSpPr>
            <p:spPr bwMode="auto">
              <a:xfrm>
                <a:off x="2303" y="168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3" name="Rectangle 314"/>
              <p:cNvSpPr>
                <a:spLocks noChangeArrowheads="1"/>
              </p:cNvSpPr>
              <p:nvPr/>
            </p:nvSpPr>
            <p:spPr bwMode="auto">
              <a:xfrm>
                <a:off x="2469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4" name="Rectangle 315"/>
              <p:cNvSpPr>
                <a:spLocks noChangeArrowheads="1"/>
              </p:cNvSpPr>
              <p:nvPr/>
            </p:nvSpPr>
            <p:spPr bwMode="auto">
              <a:xfrm>
                <a:off x="2636" y="1688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5" name="Rectangle 316"/>
              <p:cNvSpPr>
                <a:spLocks noChangeArrowheads="1"/>
              </p:cNvSpPr>
              <p:nvPr/>
            </p:nvSpPr>
            <p:spPr bwMode="auto">
              <a:xfrm>
                <a:off x="2803" y="168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6" name="Rectangle 317"/>
              <p:cNvSpPr>
                <a:spLocks noChangeArrowheads="1"/>
              </p:cNvSpPr>
              <p:nvPr/>
            </p:nvSpPr>
            <p:spPr bwMode="auto">
              <a:xfrm>
                <a:off x="802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7" name="Rectangle 318"/>
              <p:cNvSpPr>
                <a:spLocks noChangeArrowheads="1"/>
              </p:cNvSpPr>
              <p:nvPr/>
            </p:nvSpPr>
            <p:spPr bwMode="auto">
              <a:xfrm>
                <a:off x="969" y="1870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Rectangle 319"/>
              <p:cNvSpPr>
                <a:spLocks noChangeArrowheads="1"/>
              </p:cNvSpPr>
              <p:nvPr/>
            </p:nvSpPr>
            <p:spPr bwMode="auto">
              <a:xfrm>
                <a:off x="1135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Rectangle 320"/>
              <p:cNvSpPr>
                <a:spLocks noChangeArrowheads="1"/>
              </p:cNvSpPr>
              <p:nvPr/>
            </p:nvSpPr>
            <p:spPr bwMode="auto">
              <a:xfrm>
                <a:off x="1302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Rectangle 321"/>
              <p:cNvSpPr>
                <a:spLocks noChangeArrowheads="1"/>
              </p:cNvSpPr>
              <p:nvPr/>
            </p:nvSpPr>
            <p:spPr bwMode="auto">
              <a:xfrm>
                <a:off x="1469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1" name="Rectangle 322"/>
              <p:cNvSpPr>
                <a:spLocks noChangeArrowheads="1"/>
              </p:cNvSpPr>
              <p:nvPr/>
            </p:nvSpPr>
            <p:spPr bwMode="auto">
              <a:xfrm>
                <a:off x="1636" y="1870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2" name="Rectangle 323"/>
              <p:cNvSpPr>
                <a:spLocks noChangeArrowheads="1"/>
              </p:cNvSpPr>
              <p:nvPr/>
            </p:nvSpPr>
            <p:spPr bwMode="auto">
              <a:xfrm>
                <a:off x="1802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3" name="Rectangle 324"/>
              <p:cNvSpPr>
                <a:spLocks noChangeArrowheads="1"/>
              </p:cNvSpPr>
              <p:nvPr/>
            </p:nvSpPr>
            <p:spPr bwMode="auto">
              <a:xfrm>
                <a:off x="1969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Rectangle 325"/>
              <p:cNvSpPr>
                <a:spLocks noChangeArrowheads="1"/>
              </p:cNvSpPr>
              <p:nvPr/>
            </p:nvSpPr>
            <p:spPr bwMode="auto">
              <a:xfrm>
                <a:off x="2136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5" name="Rectangle 326"/>
              <p:cNvSpPr>
                <a:spLocks noChangeArrowheads="1"/>
              </p:cNvSpPr>
              <p:nvPr/>
            </p:nvSpPr>
            <p:spPr bwMode="auto">
              <a:xfrm>
                <a:off x="2303" y="1870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Rectangle 327"/>
              <p:cNvSpPr>
                <a:spLocks noChangeArrowheads="1"/>
              </p:cNvSpPr>
              <p:nvPr/>
            </p:nvSpPr>
            <p:spPr bwMode="auto">
              <a:xfrm>
                <a:off x="2469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7" name="Rectangle 328"/>
              <p:cNvSpPr>
                <a:spLocks noChangeArrowheads="1"/>
              </p:cNvSpPr>
              <p:nvPr/>
            </p:nvSpPr>
            <p:spPr bwMode="auto">
              <a:xfrm>
                <a:off x="2636" y="1870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8" name="Rectangle 329"/>
              <p:cNvSpPr>
                <a:spLocks noChangeArrowheads="1"/>
              </p:cNvSpPr>
              <p:nvPr/>
            </p:nvSpPr>
            <p:spPr bwMode="auto">
              <a:xfrm>
                <a:off x="2803" y="1870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9" name="Rectangle 330"/>
              <p:cNvSpPr>
                <a:spLocks noChangeArrowheads="1"/>
              </p:cNvSpPr>
              <p:nvPr/>
            </p:nvSpPr>
            <p:spPr bwMode="auto">
              <a:xfrm>
                <a:off x="802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0" name="Rectangle 331"/>
              <p:cNvSpPr>
                <a:spLocks noChangeArrowheads="1"/>
              </p:cNvSpPr>
              <p:nvPr/>
            </p:nvSpPr>
            <p:spPr bwMode="auto">
              <a:xfrm>
                <a:off x="969" y="2051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Rectangle 332"/>
              <p:cNvSpPr>
                <a:spLocks noChangeArrowheads="1"/>
              </p:cNvSpPr>
              <p:nvPr/>
            </p:nvSpPr>
            <p:spPr bwMode="auto">
              <a:xfrm>
                <a:off x="1135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Rectangle 333"/>
              <p:cNvSpPr>
                <a:spLocks noChangeArrowheads="1"/>
              </p:cNvSpPr>
              <p:nvPr/>
            </p:nvSpPr>
            <p:spPr bwMode="auto">
              <a:xfrm>
                <a:off x="1302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3" name="Rectangle 334"/>
              <p:cNvSpPr>
                <a:spLocks noChangeArrowheads="1"/>
              </p:cNvSpPr>
              <p:nvPr/>
            </p:nvSpPr>
            <p:spPr bwMode="auto">
              <a:xfrm>
                <a:off x="1469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4" name="Rectangle 335"/>
              <p:cNvSpPr>
                <a:spLocks noChangeArrowheads="1"/>
              </p:cNvSpPr>
              <p:nvPr/>
            </p:nvSpPr>
            <p:spPr bwMode="auto">
              <a:xfrm>
                <a:off x="1636" y="2051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5" name="Rectangle 336"/>
              <p:cNvSpPr>
                <a:spLocks noChangeArrowheads="1"/>
              </p:cNvSpPr>
              <p:nvPr/>
            </p:nvSpPr>
            <p:spPr bwMode="auto">
              <a:xfrm>
                <a:off x="1802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6" name="Rectangle 337"/>
              <p:cNvSpPr>
                <a:spLocks noChangeArrowheads="1"/>
              </p:cNvSpPr>
              <p:nvPr/>
            </p:nvSpPr>
            <p:spPr bwMode="auto">
              <a:xfrm>
                <a:off x="1969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7" name="Rectangle 338"/>
              <p:cNvSpPr>
                <a:spLocks noChangeArrowheads="1"/>
              </p:cNvSpPr>
              <p:nvPr/>
            </p:nvSpPr>
            <p:spPr bwMode="auto">
              <a:xfrm>
                <a:off x="2136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8" name="Rectangle 339"/>
              <p:cNvSpPr>
                <a:spLocks noChangeArrowheads="1"/>
              </p:cNvSpPr>
              <p:nvPr/>
            </p:nvSpPr>
            <p:spPr bwMode="auto">
              <a:xfrm>
                <a:off x="2303" y="2051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9" name="Rectangle 340"/>
              <p:cNvSpPr>
                <a:spLocks noChangeArrowheads="1"/>
              </p:cNvSpPr>
              <p:nvPr/>
            </p:nvSpPr>
            <p:spPr bwMode="auto">
              <a:xfrm>
                <a:off x="2469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0" name="Rectangle 341"/>
              <p:cNvSpPr>
                <a:spLocks noChangeArrowheads="1"/>
              </p:cNvSpPr>
              <p:nvPr/>
            </p:nvSpPr>
            <p:spPr bwMode="auto">
              <a:xfrm>
                <a:off x="2636" y="2051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1" name="Rectangle 342"/>
              <p:cNvSpPr>
                <a:spLocks noChangeArrowheads="1"/>
              </p:cNvSpPr>
              <p:nvPr/>
            </p:nvSpPr>
            <p:spPr bwMode="auto">
              <a:xfrm>
                <a:off x="2803" y="2051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2" name="Rectangle 343"/>
              <p:cNvSpPr>
                <a:spLocks noChangeArrowheads="1"/>
              </p:cNvSpPr>
              <p:nvPr/>
            </p:nvSpPr>
            <p:spPr bwMode="auto">
              <a:xfrm>
                <a:off x="802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3" name="Rectangle 344"/>
              <p:cNvSpPr>
                <a:spLocks noChangeArrowheads="1"/>
              </p:cNvSpPr>
              <p:nvPr/>
            </p:nvSpPr>
            <p:spPr bwMode="auto">
              <a:xfrm>
                <a:off x="969" y="2233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4" name="Rectangle 345"/>
              <p:cNvSpPr>
                <a:spLocks noChangeArrowheads="1"/>
              </p:cNvSpPr>
              <p:nvPr/>
            </p:nvSpPr>
            <p:spPr bwMode="auto">
              <a:xfrm>
                <a:off x="1135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5" name="Rectangle 346"/>
              <p:cNvSpPr>
                <a:spLocks noChangeArrowheads="1"/>
              </p:cNvSpPr>
              <p:nvPr/>
            </p:nvSpPr>
            <p:spPr bwMode="auto">
              <a:xfrm>
                <a:off x="1302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6" name="Rectangle 347"/>
              <p:cNvSpPr>
                <a:spLocks noChangeArrowheads="1"/>
              </p:cNvSpPr>
              <p:nvPr/>
            </p:nvSpPr>
            <p:spPr bwMode="auto">
              <a:xfrm>
                <a:off x="1469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7" name="Rectangle 348"/>
              <p:cNvSpPr>
                <a:spLocks noChangeArrowheads="1"/>
              </p:cNvSpPr>
              <p:nvPr/>
            </p:nvSpPr>
            <p:spPr bwMode="auto">
              <a:xfrm>
                <a:off x="1636" y="2233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8" name="Rectangle 349"/>
              <p:cNvSpPr>
                <a:spLocks noChangeArrowheads="1"/>
              </p:cNvSpPr>
              <p:nvPr/>
            </p:nvSpPr>
            <p:spPr bwMode="auto">
              <a:xfrm>
                <a:off x="1802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9" name="Rectangle 350"/>
              <p:cNvSpPr>
                <a:spLocks noChangeArrowheads="1"/>
              </p:cNvSpPr>
              <p:nvPr/>
            </p:nvSpPr>
            <p:spPr bwMode="auto">
              <a:xfrm>
                <a:off x="1969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0" name="Rectangle 351"/>
              <p:cNvSpPr>
                <a:spLocks noChangeArrowheads="1"/>
              </p:cNvSpPr>
              <p:nvPr/>
            </p:nvSpPr>
            <p:spPr bwMode="auto">
              <a:xfrm>
                <a:off x="2136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1" name="Rectangle 352"/>
              <p:cNvSpPr>
                <a:spLocks noChangeArrowheads="1"/>
              </p:cNvSpPr>
              <p:nvPr/>
            </p:nvSpPr>
            <p:spPr bwMode="auto">
              <a:xfrm>
                <a:off x="2303" y="2233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2" name="Rectangle 353"/>
              <p:cNvSpPr>
                <a:spLocks noChangeArrowheads="1"/>
              </p:cNvSpPr>
              <p:nvPr/>
            </p:nvSpPr>
            <p:spPr bwMode="auto">
              <a:xfrm>
                <a:off x="2469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3" name="Rectangle 354"/>
              <p:cNvSpPr>
                <a:spLocks noChangeArrowheads="1"/>
              </p:cNvSpPr>
              <p:nvPr/>
            </p:nvSpPr>
            <p:spPr bwMode="auto">
              <a:xfrm>
                <a:off x="2636" y="2233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4" name="Rectangle 355"/>
              <p:cNvSpPr>
                <a:spLocks noChangeArrowheads="1"/>
              </p:cNvSpPr>
              <p:nvPr/>
            </p:nvSpPr>
            <p:spPr bwMode="auto">
              <a:xfrm>
                <a:off x="2803" y="2233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5" name="Rectangle 356"/>
              <p:cNvSpPr>
                <a:spLocks noChangeArrowheads="1"/>
              </p:cNvSpPr>
              <p:nvPr/>
            </p:nvSpPr>
            <p:spPr bwMode="auto">
              <a:xfrm>
                <a:off x="802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6" name="Rectangle 357"/>
              <p:cNvSpPr>
                <a:spLocks noChangeArrowheads="1"/>
              </p:cNvSpPr>
              <p:nvPr/>
            </p:nvSpPr>
            <p:spPr bwMode="auto">
              <a:xfrm>
                <a:off x="969" y="2414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7" name="Rectangle 358"/>
              <p:cNvSpPr>
                <a:spLocks noChangeArrowheads="1"/>
              </p:cNvSpPr>
              <p:nvPr/>
            </p:nvSpPr>
            <p:spPr bwMode="auto">
              <a:xfrm>
                <a:off x="1135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8" name="Rectangle 359"/>
              <p:cNvSpPr>
                <a:spLocks noChangeArrowheads="1"/>
              </p:cNvSpPr>
              <p:nvPr/>
            </p:nvSpPr>
            <p:spPr bwMode="auto">
              <a:xfrm>
                <a:off x="1302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9" name="Rectangle 360"/>
              <p:cNvSpPr>
                <a:spLocks noChangeArrowheads="1"/>
              </p:cNvSpPr>
              <p:nvPr/>
            </p:nvSpPr>
            <p:spPr bwMode="auto">
              <a:xfrm>
                <a:off x="1469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0" name="Rectangle 361"/>
              <p:cNvSpPr>
                <a:spLocks noChangeArrowheads="1"/>
              </p:cNvSpPr>
              <p:nvPr/>
            </p:nvSpPr>
            <p:spPr bwMode="auto">
              <a:xfrm>
                <a:off x="1636" y="2414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1" name="Rectangle 362"/>
              <p:cNvSpPr>
                <a:spLocks noChangeArrowheads="1"/>
              </p:cNvSpPr>
              <p:nvPr/>
            </p:nvSpPr>
            <p:spPr bwMode="auto">
              <a:xfrm>
                <a:off x="1802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2" name="Rectangle 363"/>
              <p:cNvSpPr>
                <a:spLocks noChangeArrowheads="1"/>
              </p:cNvSpPr>
              <p:nvPr/>
            </p:nvSpPr>
            <p:spPr bwMode="auto">
              <a:xfrm>
                <a:off x="1969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3" name="Rectangle 364"/>
              <p:cNvSpPr>
                <a:spLocks noChangeArrowheads="1"/>
              </p:cNvSpPr>
              <p:nvPr/>
            </p:nvSpPr>
            <p:spPr bwMode="auto">
              <a:xfrm>
                <a:off x="2136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4" name="Rectangle 365"/>
              <p:cNvSpPr>
                <a:spLocks noChangeArrowheads="1"/>
              </p:cNvSpPr>
              <p:nvPr/>
            </p:nvSpPr>
            <p:spPr bwMode="auto">
              <a:xfrm>
                <a:off x="2303" y="2414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5" name="Rectangle 366"/>
              <p:cNvSpPr>
                <a:spLocks noChangeArrowheads="1"/>
              </p:cNvSpPr>
              <p:nvPr/>
            </p:nvSpPr>
            <p:spPr bwMode="auto">
              <a:xfrm>
                <a:off x="2469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Rectangle 367"/>
              <p:cNvSpPr>
                <a:spLocks noChangeArrowheads="1"/>
              </p:cNvSpPr>
              <p:nvPr/>
            </p:nvSpPr>
            <p:spPr bwMode="auto">
              <a:xfrm>
                <a:off x="2636" y="2414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7" name="Rectangle 368"/>
              <p:cNvSpPr>
                <a:spLocks noChangeArrowheads="1"/>
              </p:cNvSpPr>
              <p:nvPr/>
            </p:nvSpPr>
            <p:spPr bwMode="auto">
              <a:xfrm>
                <a:off x="2803" y="2414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8" name="Rectangle 369"/>
              <p:cNvSpPr>
                <a:spLocks noChangeArrowheads="1"/>
              </p:cNvSpPr>
              <p:nvPr/>
            </p:nvSpPr>
            <p:spPr bwMode="auto">
              <a:xfrm>
                <a:off x="802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9" name="Rectangle 370"/>
              <p:cNvSpPr>
                <a:spLocks noChangeArrowheads="1"/>
              </p:cNvSpPr>
              <p:nvPr/>
            </p:nvSpPr>
            <p:spPr bwMode="auto">
              <a:xfrm>
                <a:off x="969" y="2596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0" name="Rectangle 371"/>
              <p:cNvSpPr>
                <a:spLocks noChangeArrowheads="1"/>
              </p:cNvSpPr>
              <p:nvPr/>
            </p:nvSpPr>
            <p:spPr bwMode="auto">
              <a:xfrm>
                <a:off x="1135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1" name="Rectangle 372"/>
              <p:cNvSpPr>
                <a:spLocks noChangeArrowheads="1"/>
              </p:cNvSpPr>
              <p:nvPr/>
            </p:nvSpPr>
            <p:spPr bwMode="auto">
              <a:xfrm>
                <a:off x="1302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2" name="Rectangle 373"/>
              <p:cNvSpPr>
                <a:spLocks noChangeArrowheads="1"/>
              </p:cNvSpPr>
              <p:nvPr/>
            </p:nvSpPr>
            <p:spPr bwMode="auto">
              <a:xfrm>
                <a:off x="1469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3" name="Rectangle 374"/>
              <p:cNvSpPr>
                <a:spLocks noChangeArrowheads="1"/>
              </p:cNvSpPr>
              <p:nvPr/>
            </p:nvSpPr>
            <p:spPr bwMode="auto">
              <a:xfrm>
                <a:off x="1636" y="2596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4" name="Rectangle 375"/>
              <p:cNvSpPr>
                <a:spLocks noChangeArrowheads="1"/>
              </p:cNvSpPr>
              <p:nvPr/>
            </p:nvSpPr>
            <p:spPr bwMode="auto">
              <a:xfrm>
                <a:off x="1802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5" name="Rectangle 376"/>
              <p:cNvSpPr>
                <a:spLocks noChangeArrowheads="1"/>
              </p:cNvSpPr>
              <p:nvPr/>
            </p:nvSpPr>
            <p:spPr bwMode="auto">
              <a:xfrm>
                <a:off x="1969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6" name="Rectangle 377"/>
              <p:cNvSpPr>
                <a:spLocks noChangeArrowheads="1"/>
              </p:cNvSpPr>
              <p:nvPr/>
            </p:nvSpPr>
            <p:spPr bwMode="auto">
              <a:xfrm>
                <a:off x="2136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7" name="Rectangle 378"/>
              <p:cNvSpPr>
                <a:spLocks noChangeArrowheads="1"/>
              </p:cNvSpPr>
              <p:nvPr/>
            </p:nvSpPr>
            <p:spPr bwMode="auto">
              <a:xfrm>
                <a:off x="2303" y="2596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8" name="Rectangle 379"/>
              <p:cNvSpPr>
                <a:spLocks noChangeArrowheads="1"/>
              </p:cNvSpPr>
              <p:nvPr/>
            </p:nvSpPr>
            <p:spPr bwMode="auto">
              <a:xfrm>
                <a:off x="2469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9" name="Rectangle 380"/>
              <p:cNvSpPr>
                <a:spLocks noChangeArrowheads="1"/>
              </p:cNvSpPr>
              <p:nvPr/>
            </p:nvSpPr>
            <p:spPr bwMode="auto">
              <a:xfrm>
                <a:off x="2636" y="2596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0" name="Rectangle 381"/>
              <p:cNvSpPr>
                <a:spLocks noChangeArrowheads="1"/>
              </p:cNvSpPr>
              <p:nvPr/>
            </p:nvSpPr>
            <p:spPr bwMode="auto">
              <a:xfrm>
                <a:off x="2803" y="2596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1" name="Rectangle 382"/>
              <p:cNvSpPr>
                <a:spLocks noChangeArrowheads="1"/>
              </p:cNvSpPr>
              <p:nvPr/>
            </p:nvSpPr>
            <p:spPr bwMode="auto">
              <a:xfrm>
                <a:off x="802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2" name="Rectangle 383"/>
              <p:cNvSpPr>
                <a:spLocks noChangeArrowheads="1"/>
              </p:cNvSpPr>
              <p:nvPr/>
            </p:nvSpPr>
            <p:spPr bwMode="auto">
              <a:xfrm>
                <a:off x="969" y="2777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3" name="Rectangle 384"/>
              <p:cNvSpPr>
                <a:spLocks noChangeArrowheads="1"/>
              </p:cNvSpPr>
              <p:nvPr/>
            </p:nvSpPr>
            <p:spPr bwMode="auto">
              <a:xfrm>
                <a:off x="1135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4" name="Rectangle 385"/>
              <p:cNvSpPr>
                <a:spLocks noChangeArrowheads="1"/>
              </p:cNvSpPr>
              <p:nvPr/>
            </p:nvSpPr>
            <p:spPr bwMode="auto">
              <a:xfrm>
                <a:off x="1302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5" name="Rectangle 386"/>
              <p:cNvSpPr>
                <a:spLocks noChangeArrowheads="1"/>
              </p:cNvSpPr>
              <p:nvPr/>
            </p:nvSpPr>
            <p:spPr bwMode="auto">
              <a:xfrm>
                <a:off x="1469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6" name="Rectangle 387"/>
              <p:cNvSpPr>
                <a:spLocks noChangeArrowheads="1"/>
              </p:cNvSpPr>
              <p:nvPr/>
            </p:nvSpPr>
            <p:spPr bwMode="auto">
              <a:xfrm>
                <a:off x="1636" y="2777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7" name="Rectangle 388"/>
              <p:cNvSpPr>
                <a:spLocks noChangeArrowheads="1"/>
              </p:cNvSpPr>
              <p:nvPr/>
            </p:nvSpPr>
            <p:spPr bwMode="auto">
              <a:xfrm>
                <a:off x="1802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8" name="Rectangle 389"/>
              <p:cNvSpPr>
                <a:spLocks noChangeArrowheads="1"/>
              </p:cNvSpPr>
              <p:nvPr/>
            </p:nvSpPr>
            <p:spPr bwMode="auto">
              <a:xfrm>
                <a:off x="1969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9" name="Rectangle 390"/>
              <p:cNvSpPr>
                <a:spLocks noChangeArrowheads="1"/>
              </p:cNvSpPr>
              <p:nvPr/>
            </p:nvSpPr>
            <p:spPr bwMode="auto">
              <a:xfrm>
                <a:off x="2136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0" name="Rectangle 391"/>
              <p:cNvSpPr>
                <a:spLocks noChangeArrowheads="1"/>
              </p:cNvSpPr>
              <p:nvPr/>
            </p:nvSpPr>
            <p:spPr bwMode="auto">
              <a:xfrm>
                <a:off x="2303" y="2777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1" name="Rectangle 392"/>
              <p:cNvSpPr>
                <a:spLocks noChangeArrowheads="1"/>
              </p:cNvSpPr>
              <p:nvPr/>
            </p:nvSpPr>
            <p:spPr bwMode="auto">
              <a:xfrm>
                <a:off x="2469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2" name="Rectangle 393"/>
              <p:cNvSpPr>
                <a:spLocks noChangeArrowheads="1"/>
              </p:cNvSpPr>
              <p:nvPr/>
            </p:nvSpPr>
            <p:spPr bwMode="auto">
              <a:xfrm>
                <a:off x="2636" y="2777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3" name="Rectangle 394"/>
              <p:cNvSpPr>
                <a:spLocks noChangeArrowheads="1"/>
              </p:cNvSpPr>
              <p:nvPr/>
            </p:nvSpPr>
            <p:spPr bwMode="auto">
              <a:xfrm>
                <a:off x="2803" y="2777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4" name="Rectangle 395"/>
              <p:cNvSpPr>
                <a:spLocks noChangeArrowheads="1"/>
              </p:cNvSpPr>
              <p:nvPr/>
            </p:nvSpPr>
            <p:spPr bwMode="auto">
              <a:xfrm>
                <a:off x="802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5" name="Rectangle 396"/>
              <p:cNvSpPr>
                <a:spLocks noChangeArrowheads="1"/>
              </p:cNvSpPr>
              <p:nvPr/>
            </p:nvSpPr>
            <p:spPr bwMode="auto">
              <a:xfrm>
                <a:off x="969" y="295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6" name="Rectangle 397"/>
              <p:cNvSpPr>
                <a:spLocks noChangeArrowheads="1"/>
              </p:cNvSpPr>
              <p:nvPr/>
            </p:nvSpPr>
            <p:spPr bwMode="auto">
              <a:xfrm>
                <a:off x="1135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7" name="Rectangle 398"/>
              <p:cNvSpPr>
                <a:spLocks noChangeArrowheads="1"/>
              </p:cNvSpPr>
              <p:nvPr/>
            </p:nvSpPr>
            <p:spPr bwMode="auto">
              <a:xfrm>
                <a:off x="1302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8" name="Rectangle 399"/>
              <p:cNvSpPr>
                <a:spLocks noChangeArrowheads="1"/>
              </p:cNvSpPr>
              <p:nvPr/>
            </p:nvSpPr>
            <p:spPr bwMode="auto">
              <a:xfrm>
                <a:off x="1469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9" name="Rectangle 400"/>
              <p:cNvSpPr>
                <a:spLocks noChangeArrowheads="1"/>
              </p:cNvSpPr>
              <p:nvPr/>
            </p:nvSpPr>
            <p:spPr bwMode="auto">
              <a:xfrm>
                <a:off x="1636" y="295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0" name="Rectangle 401"/>
              <p:cNvSpPr>
                <a:spLocks noChangeArrowheads="1"/>
              </p:cNvSpPr>
              <p:nvPr/>
            </p:nvSpPr>
            <p:spPr bwMode="auto">
              <a:xfrm>
                <a:off x="1802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1" name="Rectangle 402"/>
              <p:cNvSpPr>
                <a:spLocks noChangeArrowheads="1"/>
              </p:cNvSpPr>
              <p:nvPr/>
            </p:nvSpPr>
            <p:spPr bwMode="auto">
              <a:xfrm>
                <a:off x="1969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2" name="Rectangle 403"/>
              <p:cNvSpPr>
                <a:spLocks noChangeArrowheads="1"/>
              </p:cNvSpPr>
              <p:nvPr/>
            </p:nvSpPr>
            <p:spPr bwMode="auto">
              <a:xfrm>
                <a:off x="2136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3" name="Rectangle 404"/>
              <p:cNvSpPr>
                <a:spLocks noChangeArrowheads="1"/>
              </p:cNvSpPr>
              <p:nvPr/>
            </p:nvSpPr>
            <p:spPr bwMode="auto">
              <a:xfrm>
                <a:off x="2303" y="295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4" name="Rectangle 405"/>
              <p:cNvSpPr>
                <a:spLocks noChangeArrowheads="1"/>
              </p:cNvSpPr>
              <p:nvPr/>
            </p:nvSpPr>
            <p:spPr bwMode="auto">
              <a:xfrm>
                <a:off x="2469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5" name="Rectangle 406"/>
              <p:cNvSpPr>
                <a:spLocks noChangeArrowheads="1"/>
              </p:cNvSpPr>
              <p:nvPr/>
            </p:nvSpPr>
            <p:spPr bwMode="auto">
              <a:xfrm>
                <a:off x="2636" y="2959"/>
                <a:ext cx="167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6" name="Rectangle 407"/>
              <p:cNvSpPr>
                <a:spLocks noChangeArrowheads="1"/>
              </p:cNvSpPr>
              <p:nvPr/>
            </p:nvSpPr>
            <p:spPr bwMode="auto">
              <a:xfrm>
                <a:off x="2803" y="295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7" name="Rectangle 408"/>
              <p:cNvSpPr>
                <a:spLocks noChangeArrowheads="1"/>
              </p:cNvSpPr>
              <p:nvPr/>
            </p:nvSpPr>
            <p:spPr bwMode="auto">
              <a:xfrm>
                <a:off x="802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8" name="Rectangle 409"/>
              <p:cNvSpPr>
                <a:spLocks noChangeArrowheads="1"/>
              </p:cNvSpPr>
              <p:nvPr/>
            </p:nvSpPr>
            <p:spPr bwMode="auto">
              <a:xfrm>
                <a:off x="969" y="314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9" name="Rectangle 410"/>
              <p:cNvSpPr>
                <a:spLocks noChangeArrowheads="1"/>
              </p:cNvSpPr>
              <p:nvPr/>
            </p:nvSpPr>
            <p:spPr bwMode="auto">
              <a:xfrm>
                <a:off x="1135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0" name="Rectangle 411"/>
              <p:cNvSpPr>
                <a:spLocks noChangeArrowheads="1"/>
              </p:cNvSpPr>
              <p:nvPr/>
            </p:nvSpPr>
            <p:spPr bwMode="auto">
              <a:xfrm>
                <a:off x="1302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1" name="Rectangle 412"/>
              <p:cNvSpPr>
                <a:spLocks noChangeArrowheads="1"/>
              </p:cNvSpPr>
              <p:nvPr/>
            </p:nvSpPr>
            <p:spPr bwMode="auto">
              <a:xfrm>
                <a:off x="1469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2" name="Rectangle 413"/>
              <p:cNvSpPr>
                <a:spLocks noChangeArrowheads="1"/>
              </p:cNvSpPr>
              <p:nvPr/>
            </p:nvSpPr>
            <p:spPr bwMode="auto">
              <a:xfrm>
                <a:off x="1636" y="314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3" name="Rectangle 414"/>
              <p:cNvSpPr>
                <a:spLocks noChangeArrowheads="1"/>
              </p:cNvSpPr>
              <p:nvPr/>
            </p:nvSpPr>
            <p:spPr bwMode="auto">
              <a:xfrm>
                <a:off x="1802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4" name="Rectangle 415"/>
              <p:cNvSpPr>
                <a:spLocks noChangeArrowheads="1"/>
              </p:cNvSpPr>
              <p:nvPr/>
            </p:nvSpPr>
            <p:spPr bwMode="auto">
              <a:xfrm>
                <a:off x="1969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5" name="Rectangle 416"/>
              <p:cNvSpPr>
                <a:spLocks noChangeArrowheads="1"/>
              </p:cNvSpPr>
              <p:nvPr/>
            </p:nvSpPr>
            <p:spPr bwMode="auto">
              <a:xfrm>
                <a:off x="2136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6" name="Rectangle 417"/>
              <p:cNvSpPr>
                <a:spLocks noChangeArrowheads="1"/>
              </p:cNvSpPr>
              <p:nvPr/>
            </p:nvSpPr>
            <p:spPr bwMode="auto">
              <a:xfrm>
                <a:off x="2303" y="314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7" name="Rectangle 418"/>
              <p:cNvSpPr>
                <a:spLocks noChangeArrowheads="1"/>
              </p:cNvSpPr>
              <p:nvPr/>
            </p:nvSpPr>
            <p:spPr bwMode="auto">
              <a:xfrm>
                <a:off x="2469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8" name="Rectangle 419"/>
              <p:cNvSpPr>
                <a:spLocks noChangeArrowheads="1"/>
              </p:cNvSpPr>
              <p:nvPr/>
            </p:nvSpPr>
            <p:spPr bwMode="auto">
              <a:xfrm>
                <a:off x="2636" y="3140"/>
                <a:ext cx="167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9" name="Rectangle 420"/>
              <p:cNvSpPr>
                <a:spLocks noChangeArrowheads="1"/>
              </p:cNvSpPr>
              <p:nvPr/>
            </p:nvSpPr>
            <p:spPr bwMode="auto">
              <a:xfrm>
                <a:off x="2803" y="314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30" name="Text Box 421"/>
              <p:cNvSpPr txBox="1">
                <a:spLocks noChangeArrowheads="1"/>
              </p:cNvSpPr>
              <p:nvPr/>
            </p:nvSpPr>
            <p:spPr bwMode="auto">
              <a:xfrm>
                <a:off x="524" y="2838"/>
                <a:ext cx="33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20</a:t>
                </a:r>
              </a:p>
            </p:txBody>
          </p:sp>
          <p:sp>
            <p:nvSpPr>
              <p:cNvPr id="231" name="Text Box 422"/>
              <p:cNvSpPr txBox="1">
                <a:spLocks noChangeArrowheads="1"/>
              </p:cNvSpPr>
              <p:nvPr/>
            </p:nvSpPr>
            <p:spPr bwMode="auto">
              <a:xfrm>
                <a:off x="524" y="2475"/>
                <a:ext cx="33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40</a:t>
                </a:r>
              </a:p>
            </p:txBody>
          </p:sp>
          <p:sp>
            <p:nvSpPr>
              <p:cNvPr id="232" name="Text Box 423"/>
              <p:cNvSpPr txBox="1">
                <a:spLocks noChangeArrowheads="1"/>
              </p:cNvSpPr>
              <p:nvPr/>
            </p:nvSpPr>
            <p:spPr bwMode="auto">
              <a:xfrm>
                <a:off x="524" y="2112"/>
                <a:ext cx="33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60</a:t>
                </a:r>
              </a:p>
            </p:txBody>
          </p:sp>
          <p:sp>
            <p:nvSpPr>
              <p:cNvPr id="233" name="Text Box 424"/>
              <p:cNvSpPr txBox="1">
                <a:spLocks noChangeArrowheads="1"/>
              </p:cNvSpPr>
              <p:nvPr/>
            </p:nvSpPr>
            <p:spPr bwMode="auto">
              <a:xfrm>
                <a:off x="524" y="1749"/>
                <a:ext cx="33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80</a:t>
                </a:r>
              </a:p>
            </p:txBody>
          </p:sp>
          <p:sp>
            <p:nvSpPr>
              <p:cNvPr id="234" name="Text Box 425"/>
              <p:cNvSpPr txBox="1">
                <a:spLocks noChangeArrowheads="1"/>
              </p:cNvSpPr>
              <p:nvPr/>
            </p:nvSpPr>
            <p:spPr bwMode="auto">
              <a:xfrm>
                <a:off x="446" y="1377"/>
                <a:ext cx="56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100</a:t>
                </a:r>
              </a:p>
            </p:txBody>
          </p:sp>
          <p:sp>
            <p:nvSpPr>
              <p:cNvPr id="235" name="Text Box 426"/>
              <p:cNvSpPr txBox="1">
                <a:spLocks noChangeArrowheads="1"/>
              </p:cNvSpPr>
              <p:nvPr/>
            </p:nvSpPr>
            <p:spPr bwMode="auto">
              <a:xfrm>
                <a:off x="434" y="1032"/>
                <a:ext cx="47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120</a:t>
                </a:r>
              </a:p>
            </p:txBody>
          </p:sp>
          <p:sp>
            <p:nvSpPr>
              <p:cNvPr id="236" name="Text Box 427"/>
              <p:cNvSpPr txBox="1">
                <a:spLocks noChangeArrowheads="1"/>
              </p:cNvSpPr>
              <p:nvPr/>
            </p:nvSpPr>
            <p:spPr bwMode="auto">
              <a:xfrm>
                <a:off x="431" y="687"/>
                <a:ext cx="42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dirty="0" smtClean="0">
                    <a:solidFill>
                      <a:prstClr val="black"/>
                    </a:solidFill>
                  </a:rPr>
                  <a:t>140</a:t>
                </a:r>
              </a:p>
            </p:txBody>
          </p:sp>
          <p:sp>
            <p:nvSpPr>
              <p:cNvPr id="237" name="Text Box 428"/>
              <p:cNvSpPr txBox="1">
                <a:spLocks noChangeArrowheads="1"/>
              </p:cNvSpPr>
              <p:nvPr/>
            </p:nvSpPr>
            <p:spPr bwMode="auto">
              <a:xfrm>
                <a:off x="524" y="3201"/>
                <a:ext cx="33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0</a:t>
                </a:r>
              </a:p>
            </p:txBody>
          </p:sp>
          <p:sp>
            <p:nvSpPr>
              <p:cNvPr id="238" name="Text Box 429"/>
              <p:cNvSpPr txBox="1">
                <a:spLocks noChangeArrowheads="1"/>
              </p:cNvSpPr>
              <p:nvPr/>
            </p:nvSpPr>
            <p:spPr bwMode="auto">
              <a:xfrm rot="-5400000">
                <a:off x="-707" y="1908"/>
                <a:ext cx="204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z="2000" smtClean="0">
                    <a:solidFill>
                      <a:prstClr val="black"/>
                    </a:solidFill>
                  </a:rPr>
                  <a:t>Cumulative Frequency</a:t>
                </a:r>
              </a:p>
            </p:txBody>
          </p:sp>
          <p:sp>
            <p:nvSpPr>
              <p:cNvPr id="239" name="Text Box 430"/>
              <p:cNvSpPr txBox="1">
                <a:spLocks noChangeArrowheads="1"/>
              </p:cNvSpPr>
              <p:nvPr/>
            </p:nvSpPr>
            <p:spPr bwMode="auto">
              <a:xfrm>
                <a:off x="948" y="3345"/>
                <a:ext cx="477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100</a:t>
                </a:r>
              </a:p>
            </p:txBody>
          </p:sp>
          <p:sp>
            <p:nvSpPr>
              <p:cNvPr id="240" name="Text Box 431"/>
              <p:cNvSpPr txBox="1">
                <a:spLocks noChangeArrowheads="1"/>
              </p:cNvSpPr>
              <p:nvPr/>
            </p:nvSpPr>
            <p:spPr bwMode="auto">
              <a:xfrm>
                <a:off x="1285" y="3347"/>
                <a:ext cx="40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200</a:t>
                </a:r>
              </a:p>
            </p:txBody>
          </p:sp>
          <p:sp>
            <p:nvSpPr>
              <p:cNvPr id="241" name="Text Box 432"/>
              <p:cNvSpPr txBox="1">
                <a:spLocks noChangeArrowheads="1"/>
              </p:cNvSpPr>
              <p:nvPr/>
            </p:nvSpPr>
            <p:spPr bwMode="auto">
              <a:xfrm>
                <a:off x="1612" y="3350"/>
                <a:ext cx="44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300</a:t>
                </a:r>
              </a:p>
            </p:txBody>
          </p:sp>
          <p:sp>
            <p:nvSpPr>
              <p:cNvPr id="242" name="Text Box 433"/>
              <p:cNvSpPr txBox="1">
                <a:spLocks noChangeArrowheads="1"/>
              </p:cNvSpPr>
              <p:nvPr/>
            </p:nvSpPr>
            <p:spPr bwMode="auto">
              <a:xfrm>
                <a:off x="1942" y="3332"/>
                <a:ext cx="46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400</a:t>
                </a:r>
              </a:p>
            </p:txBody>
          </p:sp>
          <p:sp>
            <p:nvSpPr>
              <p:cNvPr id="243" name="Text Box 434"/>
              <p:cNvSpPr txBox="1">
                <a:spLocks noChangeArrowheads="1"/>
              </p:cNvSpPr>
              <p:nvPr/>
            </p:nvSpPr>
            <p:spPr bwMode="auto">
              <a:xfrm>
                <a:off x="2305" y="3342"/>
                <a:ext cx="447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500</a:t>
                </a:r>
              </a:p>
            </p:txBody>
          </p:sp>
          <p:sp>
            <p:nvSpPr>
              <p:cNvPr id="244" name="Text Box 435"/>
              <p:cNvSpPr txBox="1">
                <a:spLocks noChangeArrowheads="1"/>
              </p:cNvSpPr>
              <p:nvPr/>
            </p:nvSpPr>
            <p:spPr bwMode="auto">
              <a:xfrm>
                <a:off x="2626" y="3341"/>
                <a:ext cx="41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mtClean="0">
                    <a:solidFill>
                      <a:prstClr val="black"/>
                    </a:solidFill>
                  </a:rPr>
                  <a:t>600</a:t>
                </a:r>
              </a:p>
            </p:txBody>
          </p:sp>
          <p:sp>
            <p:nvSpPr>
              <p:cNvPr id="245" name="Text Box 436"/>
              <p:cNvSpPr txBox="1">
                <a:spLocks noChangeArrowheads="1"/>
              </p:cNvSpPr>
              <p:nvPr/>
            </p:nvSpPr>
            <p:spPr bwMode="auto">
              <a:xfrm>
                <a:off x="907" y="3577"/>
                <a:ext cx="236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en-US" sz="2000" smtClean="0">
                    <a:solidFill>
                      <a:prstClr val="black"/>
                    </a:solidFill>
                  </a:rPr>
                  <a:t>Lifetime of bulbs in hours</a:t>
                </a:r>
              </a:p>
            </p:txBody>
          </p:sp>
          <p:sp>
            <p:nvSpPr>
              <p:cNvPr id="246" name="Rectangle 437"/>
              <p:cNvSpPr>
                <a:spLocks noChangeArrowheads="1"/>
              </p:cNvSpPr>
              <p:nvPr/>
            </p:nvSpPr>
            <p:spPr bwMode="auto">
              <a:xfrm>
                <a:off x="2969" y="781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7" name="Rectangle 438"/>
              <p:cNvSpPr>
                <a:spLocks noChangeArrowheads="1"/>
              </p:cNvSpPr>
              <p:nvPr/>
            </p:nvSpPr>
            <p:spPr bwMode="auto">
              <a:xfrm>
                <a:off x="2969" y="962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8" name="Rectangle 439"/>
              <p:cNvSpPr>
                <a:spLocks noChangeArrowheads="1"/>
              </p:cNvSpPr>
              <p:nvPr/>
            </p:nvSpPr>
            <p:spPr bwMode="auto">
              <a:xfrm>
                <a:off x="2969" y="1144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9" name="Rectangle 440"/>
              <p:cNvSpPr>
                <a:spLocks noChangeArrowheads="1"/>
              </p:cNvSpPr>
              <p:nvPr/>
            </p:nvSpPr>
            <p:spPr bwMode="auto">
              <a:xfrm>
                <a:off x="2969" y="1325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0" name="Rectangle 441"/>
              <p:cNvSpPr>
                <a:spLocks noChangeArrowheads="1"/>
              </p:cNvSpPr>
              <p:nvPr/>
            </p:nvSpPr>
            <p:spPr bwMode="auto">
              <a:xfrm>
                <a:off x="2969" y="1507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1" name="Rectangle 442"/>
              <p:cNvSpPr>
                <a:spLocks noChangeArrowheads="1"/>
              </p:cNvSpPr>
              <p:nvPr/>
            </p:nvSpPr>
            <p:spPr bwMode="auto">
              <a:xfrm>
                <a:off x="2969" y="1688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2" name="Rectangle 443"/>
              <p:cNvSpPr>
                <a:spLocks noChangeArrowheads="1"/>
              </p:cNvSpPr>
              <p:nvPr/>
            </p:nvSpPr>
            <p:spPr bwMode="auto">
              <a:xfrm>
                <a:off x="2969" y="1870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3" name="Rectangle 444"/>
              <p:cNvSpPr>
                <a:spLocks noChangeArrowheads="1"/>
              </p:cNvSpPr>
              <p:nvPr/>
            </p:nvSpPr>
            <p:spPr bwMode="auto">
              <a:xfrm>
                <a:off x="2969" y="2051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4" name="Rectangle 445"/>
              <p:cNvSpPr>
                <a:spLocks noChangeArrowheads="1"/>
              </p:cNvSpPr>
              <p:nvPr/>
            </p:nvSpPr>
            <p:spPr bwMode="auto">
              <a:xfrm>
                <a:off x="2969" y="2233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5" name="Rectangle 446"/>
              <p:cNvSpPr>
                <a:spLocks noChangeArrowheads="1"/>
              </p:cNvSpPr>
              <p:nvPr/>
            </p:nvSpPr>
            <p:spPr bwMode="auto">
              <a:xfrm>
                <a:off x="2969" y="2414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6" name="Rectangle 447"/>
              <p:cNvSpPr>
                <a:spLocks noChangeArrowheads="1"/>
              </p:cNvSpPr>
              <p:nvPr/>
            </p:nvSpPr>
            <p:spPr bwMode="auto">
              <a:xfrm>
                <a:off x="2969" y="2596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7" name="Rectangle 448"/>
              <p:cNvSpPr>
                <a:spLocks noChangeArrowheads="1"/>
              </p:cNvSpPr>
              <p:nvPr/>
            </p:nvSpPr>
            <p:spPr bwMode="auto">
              <a:xfrm>
                <a:off x="2969" y="2777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8" name="Rectangle 449"/>
              <p:cNvSpPr>
                <a:spLocks noChangeArrowheads="1"/>
              </p:cNvSpPr>
              <p:nvPr/>
            </p:nvSpPr>
            <p:spPr bwMode="auto">
              <a:xfrm>
                <a:off x="2969" y="2959"/>
                <a:ext cx="166" cy="1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9" name="Rectangle 450"/>
              <p:cNvSpPr>
                <a:spLocks noChangeArrowheads="1"/>
              </p:cNvSpPr>
              <p:nvPr/>
            </p:nvSpPr>
            <p:spPr bwMode="auto">
              <a:xfrm>
                <a:off x="2969" y="3140"/>
                <a:ext cx="166" cy="18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0" name="Line 451"/>
              <p:cNvSpPr>
                <a:spLocks noChangeShapeType="1"/>
              </p:cNvSpPr>
              <p:nvPr/>
            </p:nvSpPr>
            <p:spPr bwMode="auto">
              <a:xfrm>
                <a:off x="1136" y="3297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1" name="Line 452"/>
              <p:cNvSpPr>
                <a:spLocks noChangeShapeType="1"/>
              </p:cNvSpPr>
              <p:nvPr/>
            </p:nvSpPr>
            <p:spPr bwMode="auto">
              <a:xfrm>
                <a:off x="1468" y="3298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2" name="Line 453"/>
              <p:cNvSpPr>
                <a:spLocks noChangeShapeType="1"/>
              </p:cNvSpPr>
              <p:nvPr/>
            </p:nvSpPr>
            <p:spPr bwMode="auto">
              <a:xfrm>
                <a:off x="1802" y="3296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3" name="Line 454"/>
              <p:cNvSpPr>
                <a:spLocks noChangeShapeType="1"/>
              </p:cNvSpPr>
              <p:nvPr/>
            </p:nvSpPr>
            <p:spPr bwMode="auto">
              <a:xfrm>
                <a:off x="2135" y="3296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4" name="Line 455"/>
              <p:cNvSpPr>
                <a:spLocks noChangeShapeType="1"/>
              </p:cNvSpPr>
              <p:nvPr/>
            </p:nvSpPr>
            <p:spPr bwMode="auto">
              <a:xfrm>
                <a:off x="2468" y="3297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5" name="Line 456"/>
              <p:cNvSpPr>
                <a:spLocks noChangeShapeType="1"/>
              </p:cNvSpPr>
              <p:nvPr/>
            </p:nvSpPr>
            <p:spPr bwMode="auto">
              <a:xfrm>
                <a:off x="2803" y="3298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2400" smtClean="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67" name="TextBox 266"/>
          <p:cNvSpPr txBox="1"/>
          <p:nvPr/>
        </p:nvSpPr>
        <p:spPr>
          <a:xfrm>
            <a:off x="9423697" y="3065049"/>
            <a:ext cx="5357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330</a:t>
            </a:r>
            <a:endParaRPr lang="en-GB" b="1" dirty="0"/>
          </a:p>
        </p:txBody>
      </p:sp>
      <p:sp>
        <p:nvSpPr>
          <p:cNvPr id="268" name="TextBox 267"/>
          <p:cNvSpPr txBox="1"/>
          <p:nvPr/>
        </p:nvSpPr>
        <p:spPr>
          <a:xfrm>
            <a:off x="7911529" y="4361898"/>
            <a:ext cx="226800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/>
              <a:t>80% of 120 = 96</a:t>
            </a:r>
          </a:p>
          <a:p>
            <a:r>
              <a:rPr lang="en-GB" dirty="0" smtClean="0"/>
              <a:t>Reading off from 96 gives about </a:t>
            </a:r>
            <a:r>
              <a:rPr lang="en-GB" b="1" dirty="0" smtClean="0"/>
              <a:t>440</a:t>
            </a:r>
            <a:endParaRPr lang="en-GB" b="1" dirty="0"/>
          </a:p>
        </p:txBody>
      </p:sp>
      <p:sp>
        <p:nvSpPr>
          <p:cNvPr id="269" name="TextBox 268"/>
          <p:cNvSpPr txBox="1"/>
          <p:nvPr/>
        </p:nvSpPr>
        <p:spPr>
          <a:xfrm>
            <a:off x="8386008" y="3846671"/>
            <a:ext cx="13292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smtClean="0"/>
              <a:t>87 – 12 = </a:t>
            </a:r>
            <a:r>
              <a:rPr lang="en-GB" b="1" dirty="0" smtClean="0"/>
              <a:t>75</a:t>
            </a:r>
            <a:endParaRPr lang="en-GB" b="1" dirty="0"/>
          </a:p>
        </p:txBody>
      </p:sp>
      <p:sp>
        <p:nvSpPr>
          <p:cNvPr id="270" name="TextBox 269"/>
          <p:cNvSpPr txBox="1"/>
          <p:nvPr/>
        </p:nvSpPr>
        <p:spPr>
          <a:xfrm>
            <a:off x="7970593" y="5530165"/>
            <a:ext cx="5357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b="1" dirty="0" smtClean="0"/>
              <a:t>100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 animBg="1"/>
      <p:bldP spid="268" grpId="0" animBg="1"/>
      <p:bldP spid="269" grpId="0" animBg="1"/>
      <p:bldP spid="27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520" y="851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118520" y="868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56066" y="648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7160" y="3391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37174" y="339140"/>
            <a:ext cx="9508288" cy="629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6" name="Slide Number Placeholder 3"/>
          <p:cNvSpPr txBox="1">
            <a:spLocks/>
          </p:cNvSpPr>
          <p:nvPr/>
        </p:nvSpPr>
        <p:spPr>
          <a:xfrm>
            <a:off x="9763858" y="6256705"/>
            <a:ext cx="2133600" cy="45720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A97356B-3406-4A4A-9B94-4F15DF585D3B}" type="slidenum">
              <a:rPr lang="en-US" sz="1400" smtClean="0">
                <a:latin typeface="Calibri" pitchFamily="34" charset="0"/>
              </a:rPr>
              <a:pPr/>
              <a:t>14</a:t>
            </a:fld>
            <a:endParaRPr lang="en-US" sz="1400">
              <a:latin typeface="Calibri" pitchFamily="34" charset="0"/>
            </a:endParaRPr>
          </a:p>
        </p:txBody>
      </p:sp>
      <p:sp>
        <p:nvSpPr>
          <p:cNvPr id="107" name="Line 3"/>
          <p:cNvSpPr>
            <a:spLocks noChangeShapeType="1"/>
          </p:cNvSpPr>
          <p:nvPr/>
        </p:nvSpPr>
        <p:spPr bwMode="auto">
          <a:xfrm flipV="1">
            <a:off x="4012346" y="633780"/>
            <a:ext cx="0" cy="5113337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08" name="Text Box 4"/>
          <p:cNvSpPr txBox="1">
            <a:spLocks noChangeArrowheads="1"/>
          </p:cNvSpPr>
          <p:nvPr/>
        </p:nvSpPr>
        <p:spPr bwMode="auto">
          <a:xfrm>
            <a:off x="4085371" y="6105892"/>
            <a:ext cx="81359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600" smtClean="0">
              <a:latin typeface="Calibri" pitchFamily="34" charset="0"/>
            </a:endParaRPr>
          </a:p>
        </p:txBody>
      </p:sp>
      <p:sp>
        <p:nvSpPr>
          <p:cNvPr id="109" name="Text Box 5"/>
          <p:cNvSpPr txBox="1">
            <a:spLocks noChangeArrowheads="1"/>
          </p:cNvSpPr>
          <p:nvPr/>
        </p:nvSpPr>
        <p:spPr bwMode="auto">
          <a:xfrm>
            <a:off x="3796446" y="6105892"/>
            <a:ext cx="50419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600" smtClean="0">
              <a:latin typeface="Calibri" pitchFamily="34" charset="0"/>
            </a:endParaRPr>
          </a:p>
        </p:txBody>
      </p:sp>
      <p:sp>
        <p:nvSpPr>
          <p:cNvPr id="110" name="Line 6"/>
          <p:cNvSpPr>
            <a:spLocks noChangeShapeType="1"/>
          </p:cNvSpPr>
          <p:nvPr/>
        </p:nvSpPr>
        <p:spPr bwMode="auto">
          <a:xfrm>
            <a:off x="4012346" y="5747117"/>
            <a:ext cx="6985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1" name="Text Box 7"/>
          <p:cNvSpPr txBox="1">
            <a:spLocks noChangeArrowheads="1"/>
          </p:cNvSpPr>
          <p:nvPr/>
        </p:nvSpPr>
        <p:spPr bwMode="auto">
          <a:xfrm>
            <a:off x="3869471" y="5889992"/>
            <a:ext cx="68405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0      5     10    15    20    25    30    35    40    45    50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12" name="Line 8"/>
          <p:cNvSpPr>
            <a:spLocks noChangeShapeType="1"/>
          </p:cNvSpPr>
          <p:nvPr/>
        </p:nvSpPr>
        <p:spPr bwMode="auto">
          <a:xfrm>
            <a:off x="4012346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3" name="Line 9"/>
          <p:cNvSpPr>
            <a:spLocks noChangeShapeType="1"/>
          </p:cNvSpPr>
          <p:nvPr/>
        </p:nvSpPr>
        <p:spPr bwMode="auto">
          <a:xfrm>
            <a:off x="466163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4" name="Line 10"/>
          <p:cNvSpPr>
            <a:spLocks noChangeShapeType="1"/>
          </p:cNvSpPr>
          <p:nvPr/>
        </p:nvSpPr>
        <p:spPr bwMode="auto">
          <a:xfrm>
            <a:off x="530933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5" name="Line 11"/>
          <p:cNvSpPr>
            <a:spLocks noChangeShapeType="1"/>
          </p:cNvSpPr>
          <p:nvPr/>
        </p:nvSpPr>
        <p:spPr bwMode="auto">
          <a:xfrm>
            <a:off x="595703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6" name="Line 12"/>
          <p:cNvSpPr>
            <a:spLocks noChangeShapeType="1"/>
          </p:cNvSpPr>
          <p:nvPr/>
        </p:nvSpPr>
        <p:spPr bwMode="auto">
          <a:xfrm>
            <a:off x="660473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7" name="Line 13"/>
          <p:cNvSpPr>
            <a:spLocks noChangeShapeType="1"/>
          </p:cNvSpPr>
          <p:nvPr/>
        </p:nvSpPr>
        <p:spPr bwMode="auto">
          <a:xfrm>
            <a:off x="7180996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8" name="Line 14"/>
          <p:cNvSpPr>
            <a:spLocks noChangeShapeType="1"/>
          </p:cNvSpPr>
          <p:nvPr/>
        </p:nvSpPr>
        <p:spPr bwMode="auto">
          <a:xfrm>
            <a:off x="783028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19" name="Line 15"/>
          <p:cNvSpPr>
            <a:spLocks noChangeShapeType="1"/>
          </p:cNvSpPr>
          <p:nvPr/>
        </p:nvSpPr>
        <p:spPr bwMode="auto">
          <a:xfrm>
            <a:off x="847798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0" name="Line 16"/>
          <p:cNvSpPr>
            <a:spLocks noChangeShapeType="1"/>
          </p:cNvSpPr>
          <p:nvPr/>
        </p:nvSpPr>
        <p:spPr bwMode="auto">
          <a:xfrm>
            <a:off x="912568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1" name="Line 17"/>
          <p:cNvSpPr>
            <a:spLocks noChangeShapeType="1"/>
          </p:cNvSpPr>
          <p:nvPr/>
        </p:nvSpPr>
        <p:spPr bwMode="auto">
          <a:xfrm>
            <a:off x="9773383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2" name="Line 18"/>
          <p:cNvSpPr>
            <a:spLocks noChangeShapeType="1"/>
          </p:cNvSpPr>
          <p:nvPr/>
        </p:nvSpPr>
        <p:spPr bwMode="auto">
          <a:xfrm>
            <a:off x="10349646" y="5747117"/>
            <a:ext cx="0" cy="142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3" name="Text Box 19"/>
          <p:cNvSpPr txBox="1">
            <a:spLocks noChangeArrowheads="1"/>
          </p:cNvSpPr>
          <p:nvPr/>
        </p:nvSpPr>
        <p:spPr bwMode="auto">
          <a:xfrm>
            <a:off x="8404958" y="6178917"/>
            <a:ext cx="37449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800" smtClean="0">
                <a:latin typeface="Calibri" pitchFamily="34" charset="0"/>
              </a:rPr>
              <a:t>Height of Tree (m)</a:t>
            </a:r>
            <a:endParaRPr lang="en-US" sz="2800" smtClean="0">
              <a:latin typeface="Calibri" pitchFamily="34" charset="0"/>
            </a:endParaRPr>
          </a:p>
        </p:txBody>
      </p:sp>
      <p:sp>
        <p:nvSpPr>
          <p:cNvPr id="124" name="Line 20"/>
          <p:cNvSpPr>
            <a:spLocks noChangeShapeType="1"/>
          </p:cNvSpPr>
          <p:nvPr/>
        </p:nvSpPr>
        <p:spPr bwMode="auto">
          <a:xfrm flipH="1">
            <a:off x="3869471" y="5747117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5" name="Line 21"/>
          <p:cNvSpPr>
            <a:spLocks noChangeShapeType="1"/>
          </p:cNvSpPr>
          <p:nvPr/>
        </p:nvSpPr>
        <p:spPr bwMode="auto">
          <a:xfrm flipH="1">
            <a:off x="3869471" y="5097830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6" name="Line 22"/>
          <p:cNvSpPr>
            <a:spLocks noChangeShapeType="1"/>
          </p:cNvSpPr>
          <p:nvPr/>
        </p:nvSpPr>
        <p:spPr bwMode="auto">
          <a:xfrm flipH="1">
            <a:off x="3869471" y="4450130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7" name="Line 23"/>
          <p:cNvSpPr>
            <a:spLocks noChangeShapeType="1"/>
          </p:cNvSpPr>
          <p:nvPr/>
        </p:nvSpPr>
        <p:spPr bwMode="auto">
          <a:xfrm flipH="1">
            <a:off x="3869471" y="3802430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8" name="Line 24"/>
          <p:cNvSpPr>
            <a:spLocks noChangeShapeType="1"/>
          </p:cNvSpPr>
          <p:nvPr/>
        </p:nvSpPr>
        <p:spPr bwMode="auto">
          <a:xfrm flipH="1">
            <a:off x="3869471" y="3154730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29" name="Line 25"/>
          <p:cNvSpPr>
            <a:spLocks noChangeShapeType="1"/>
          </p:cNvSpPr>
          <p:nvPr/>
        </p:nvSpPr>
        <p:spPr bwMode="auto">
          <a:xfrm flipH="1">
            <a:off x="3869471" y="2505442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30" name="Line 26"/>
          <p:cNvSpPr>
            <a:spLocks noChangeShapeType="1"/>
          </p:cNvSpPr>
          <p:nvPr/>
        </p:nvSpPr>
        <p:spPr bwMode="auto">
          <a:xfrm flipH="1">
            <a:off x="3869471" y="1929180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31" name="Line 27"/>
          <p:cNvSpPr>
            <a:spLocks noChangeShapeType="1"/>
          </p:cNvSpPr>
          <p:nvPr/>
        </p:nvSpPr>
        <p:spPr bwMode="auto">
          <a:xfrm flipH="1">
            <a:off x="3869471" y="1281480"/>
            <a:ext cx="1428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32" name="Text Box 28"/>
          <p:cNvSpPr txBox="1">
            <a:spLocks noChangeArrowheads="1"/>
          </p:cNvSpPr>
          <p:nvPr/>
        </p:nvSpPr>
        <p:spPr bwMode="auto">
          <a:xfrm>
            <a:off x="3509108" y="201980"/>
            <a:ext cx="1079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800" dirty="0" smtClean="0">
                <a:latin typeface="Calibri" pitchFamily="34" charset="0"/>
              </a:rPr>
              <a:t>C.F.</a:t>
            </a:r>
            <a:endParaRPr lang="en-US" sz="2800" dirty="0" smtClean="0">
              <a:latin typeface="Calibri" pitchFamily="34" charset="0"/>
            </a:endParaRPr>
          </a:p>
        </p:txBody>
      </p:sp>
      <p:sp>
        <p:nvSpPr>
          <p:cNvPr id="133" name="Text Box 29"/>
          <p:cNvSpPr txBox="1">
            <a:spLocks noChangeArrowheads="1"/>
          </p:cNvSpPr>
          <p:nvPr/>
        </p:nvSpPr>
        <p:spPr bwMode="auto">
          <a:xfrm>
            <a:off x="3221771" y="4881930"/>
            <a:ext cx="7921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10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34" name="Text Box 30"/>
          <p:cNvSpPr txBox="1">
            <a:spLocks noChangeArrowheads="1"/>
          </p:cNvSpPr>
          <p:nvPr/>
        </p:nvSpPr>
        <p:spPr bwMode="auto">
          <a:xfrm>
            <a:off x="3221771" y="4234230"/>
            <a:ext cx="720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20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35" name="Text Box 31"/>
          <p:cNvSpPr txBox="1">
            <a:spLocks noChangeArrowheads="1"/>
          </p:cNvSpPr>
          <p:nvPr/>
        </p:nvSpPr>
        <p:spPr bwMode="auto">
          <a:xfrm>
            <a:off x="3293208" y="3586530"/>
            <a:ext cx="647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30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36" name="Text Box 32"/>
          <p:cNvSpPr txBox="1">
            <a:spLocks noChangeArrowheads="1"/>
          </p:cNvSpPr>
          <p:nvPr/>
        </p:nvSpPr>
        <p:spPr bwMode="auto">
          <a:xfrm>
            <a:off x="3221771" y="3010267"/>
            <a:ext cx="7191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40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37" name="Text Box 33"/>
          <p:cNvSpPr txBox="1">
            <a:spLocks noChangeArrowheads="1"/>
          </p:cNvSpPr>
          <p:nvPr/>
        </p:nvSpPr>
        <p:spPr bwMode="auto">
          <a:xfrm>
            <a:off x="3293208" y="2362567"/>
            <a:ext cx="647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50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38" name="Text Box 34"/>
          <p:cNvSpPr txBox="1">
            <a:spLocks noChangeArrowheads="1"/>
          </p:cNvSpPr>
          <p:nvPr/>
        </p:nvSpPr>
        <p:spPr bwMode="auto">
          <a:xfrm>
            <a:off x="3148746" y="1713280"/>
            <a:ext cx="936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60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39" name="Text Box 35"/>
          <p:cNvSpPr txBox="1">
            <a:spLocks noChangeArrowheads="1"/>
          </p:cNvSpPr>
          <p:nvPr/>
        </p:nvSpPr>
        <p:spPr bwMode="auto">
          <a:xfrm>
            <a:off x="3221771" y="1065580"/>
            <a:ext cx="7905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70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40" name="Text Box 36"/>
          <p:cNvSpPr txBox="1">
            <a:spLocks noChangeArrowheads="1"/>
          </p:cNvSpPr>
          <p:nvPr/>
        </p:nvSpPr>
        <p:spPr bwMode="auto">
          <a:xfrm>
            <a:off x="5021996" y="4954955"/>
            <a:ext cx="5762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1" name="Text Box 37"/>
          <p:cNvSpPr txBox="1">
            <a:spLocks noChangeArrowheads="1"/>
          </p:cNvSpPr>
          <p:nvPr/>
        </p:nvSpPr>
        <p:spPr bwMode="auto">
          <a:xfrm>
            <a:off x="5596671" y="4329480"/>
            <a:ext cx="7191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2" name="Text Box 38"/>
          <p:cNvSpPr txBox="1">
            <a:spLocks noChangeArrowheads="1"/>
          </p:cNvSpPr>
          <p:nvPr/>
        </p:nvSpPr>
        <p:spPr bwMode="auto">
          <a:xfrm>
            <a:off x="6030058" y="3657967"/>
            <a:ext cx="1079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3" name="Text Box 39"/>
          <p:cNvSpPr txBox="1">
            <a:spLocks noChangeArrowheads="1"/>
          </p:cNvSpPr>
          <p:nvPr/>
        </p:nvSpPr>
        <p:spPr bwMode="auto">
          <a:xfrm>
            <a:off x="6604733" y="2362567"/>
            <a:ext cx="12239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4" name="Text Box 40"/>
          <p:cNvSpPr txBox="1">
            <a:spLocks noChangeArrowheads="1"/>
          </p:cNvSpPr>
          <p:nvPr/>
        </p:nvSpPr>
        <p:spPr bwMode="auto">
          <a:xfrm>
            <a:off x="7541358" y="1713280"/>
            <a:ext cx="647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5" name="Text Box 41"/>
          <p:cNvSpPr txBox="1">
            <a:spLocks noChangeArrowheads="1"/>
          </p:cNvSpPr>
          <p:nvPr/>
        </p:nvSpPr>
        <p:spPr bwMode="auto">
          <a:xfrm>
            <a:off x="8046183" y="1354505"/>
            <a:ext cx="792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6" name="Text Box 42"/>
          <p:cNvSpPr txBox="1">
            <a:spLocks noChangeArrowheads="1"/>
          </p:cNvSpPr>
          <p:nvPr/>
        </p:nvSpPr>
        <p:spPr bwMode="auto">
          <a:xfrm>
            <a:off x="8693883" y="1210042"/>
            <a:ext cx="863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7" name="Text Box 43"/>
          <p:cNvSpPr txBox="1">
            <a:spLocks noChangeArrowheads="1"/>
          </p:cNvSpPr>
          <p:nvPr/>
        </p:nvSpPr>
        <p:spPr bwMode="auto">
          <a:xfrm>
            <a:off x="9341583" y="1065580"/>
            <a:ext cx="792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8" name="Text Box 44"/>
          <p:cNvSpPr txBox="1">
            <a:spLocks noChangeArrowheads="1"/>
          </p:cNvSpPr>
          <p:nvPr/>
        </p:nvSpPr>
        <p:spPr bwMode="auto">
          <a:xfrm>
            <a:off x="10133746" y="944930"/>
            <a:ext cx="5746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mtClean="0">
                <a:latin typeface="Calibri" pitchFamily="34" charset="0"/>
              </a:rPr>
              <a:t>x</a:t>
            </a:r>
            <a:endParaRPr lang="en-US" smtClean="0">
              <a:latin typeface="Calibri" pitchFamily="34" charset="0"/>
            </a:endParaRPr>
          </a:p>
        </p:txBody>
      </p:sp>
      <p:sp>
        <p:nvSpPr>
          <p:cNvPr id="149" name="Freeform 45"/>
          <p:cNvSpPr>
            <a:spLocks/>
          </p:cNvSpPr>
          <p:nvPr/>
        </p:nvSpPr>
        <p:spPr bwMode="auto">
          <a:xfrm>
            <a:off x="5309333" y="1138605"/>
            <a:ext cx="5111750" cy="4032250"/>
          </a:xfrm>
          <a:custGeom>
            <a:avLst/>
            <a:gdLst>
              <a:gd name="T0" fmla="*/ 0 w 3220"/>
              <a:gd name="T1" fmla="*/ 2540 h 2540"/>
              <a:gd name="T2" fmla="*/ 408 w 3220"/>
              <a:gd name="T3" fmla="*/ 2131 h 2540"/>
              <a:gd name="T4" fmla="*/ 771 w 3220"/>
              <a:gd name="T5" fmla="*/ 1723 h 2540"/>
              <a:gd name="T6" fmla="*/ 1179 w 3220"/>
              <a:gd name="T7" fmla="*/ 907 h 2540"/>
              <a:gd name="T8" fmla="*/ 1588 w 3220"/>
              <a:gd name="T9" fmla="*/ 498 h 2540"/>
              <a:gd name="T10" fmla="*/ 1950 w 3220"/>
              <a:gd name="T11" fmla="*/ 272 h 2540"/>
              <a:gd name="T12" fmla="*/ 2404 w 3220"/>
              <a:gd name="T13" fmla="*/ 136 h 2540"/>
              <a:gd name="T14" fmla="*/ 2767 w 3220"/>
              <a:gd name="T15" fmla="*/ 90 h 2540"/>
              <a:gd name="T16" fmla="*/ 3220 w 3220"/>
              <a:gd name="T17" fmla="*/ 0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0" h="2540">
                <a:moveTo>
                  <a:pt x="0" y="2540"/>
                </a:moveTo>
                <a:cubicBezTo>
                  <a:pt x="139" y="2403"/>
                  <a:pt x="279" y="2267"/>
                  <a:pt x="408" y="2131"/>
                </a:cubicBezTo>
                <a:cubicBezTo>
                  <a:pt x="537" y="1995"/>
                  <a:pt x="643" y="1927"/>
                  <a:pt x="771" y="1723"/>
                </a:cubicBezTo>
                <a:cubicBezTo>
                  <a:pt x="899" y="1519"/>
                  <a:pt x="1043" y="1111"/>
                  <a:pt x="1179" y="907"/>
                </a:cubicBezTo>
                <a:cubicBezTo>
                  <a:pt x="1315" y="703"/>
                  <a:pt x="1460" y="604"/>
                  <a:pt x="1588" y="498"/>
                </a:cubicBezTo>
                <a:cubicBezTo>
                  <a:pt x="1716" y="392"/>
                  <a:pt x="1814" y="332"/>
                  <a:pt x="1950" y="272"/>
                </a:cubicBezTo>
                <a:cubicBezTo>
                  <a:pt x="2086" y="212"/>
                  <a:pt x="2268" y="166"/>
                  <a:pt x="2404" y="136"/>
                </a:cubicBezTo>
                <a:cubicBezTo>
                  <a:pt x="2540" y="106"/>
                  <a:pt x="2631" y="113"/>
                  <a:pt x="2767" y="90"/>
                </a:cubicBezTo>
                <a:cubicBezTo>
                  <a:pt x="2903" y="67"/>
                  <a:pt x="3145" y="15"/>
                  <a:pt x="3220" y="0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50" name="Line 46"/>
          <p:cNvSpPr>
            <a:spLocks noChangeShapeType="1"/>
          </p:cNvSpPr>
          <p:nvPr/>
        </p:nvSpPr>
        <p:spPr bwMode="auto">
          <a:xfrm>
            <a:off x="4012346" y="3442067"/>
            <a:ext cx="2736850" cy="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51" name="Line 47"/>
          <p:cNvSpPr>
            <a:spLocks noChangeShapeType="1"/>
          </p:cNvSpPr>
          <p:nvPr/>
        </p:nvSpPr>
        <p:spPr bwMode="auto">
          <a:xfrm>
            <a:off x="6749196" y="3442067"/>
            <a:ext cx="0" cy="2305050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52" name="Rectangle 48"/>
          <p:cNvSpPr>
            <a:spLocks noChangeArrowheads="1"/>
          </p:cNvSpPr>
          <p:nvPr/>
        </p:nvSpPr>
        <p:spPr bwMode="auto">
          <a:xfrm>
            <a:off x="5885596" y="6178917"/>
            <a:ext cx="2376487" cy="4762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Median = 21.5 m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53" name="Line 49"/>
          <p:cNvSpPr>
            <a:spLocks noChangeShapeType="1"/>
          </p:cNvSpPr>
          <p:nvPr/>
        </p:nvSpPr>
        <p:spPr bwMode="auto">
          <a:xfrm>
            <a:off x="4012346" y="4594592"/>
            <a:ext cx="18732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54" name="Line 50"/>
          <p:cNvSpPr>
            <a:spLocks noChangeShapeType="1"/>
          </p:cNvSpPr>
          <p:nvPr/>
        </p:nvSpPr>
        <p:spPr bwMode="auto">
          <a:xfrm>
            <a:off x="5885596" y="4594592"/>
            <a:ext cx="0" cy="1152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55" name="Text Box 51"/>
          <p:cNvSpPr txBox="1">
            <a:spLocks noChangeArrowheads="1"/>
          </p:cNvSpPr>
          <p:nvPr/>
        </p:nvSpPr>
        <p:spPr bwMode="auto">
          <a:xfrm>
            <a:off x="3940908" y="6178917"/>
            <a:ext cx="1800225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L.Q. = 14.5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56" name="Line 52"/>
          <p:cNvSpPr>
            <a:spLocks noChangeShapeType="1"/>
          </p:cNvSpPr>
          <p:nvPr/>
        </p:nvSpPr>
        <p:spPr bwMode="auto">
          <a:xfrm>
            <a:off x="4012346" y="2289542"/>
            <a:ext cx="3384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57" name="Line 53"/>
          <p:cNvSpPr>
            <a:spLocks noChangeShapeType="1"/>
          </p:cNvSpPr>
          <p:nvPr/>
        </p:nvSpPr>
        <p:spPr bwMode="auto">
          <a:xfrm>
            <a:off x="7396896" y="2289542"/>
            <a:ext cx="0" cy="3457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58" name="Text Box 54"/>
          <p:cNvSpPr txBox="1">
            <a:spLocks noChangeArrowheads="1"/>
          </p:cNvSpPr>
          <p:nvPr/>
        </p:nvSpPr>
        <p:spPr bwMode="auto">
          <a:xfrm>
            <a:off x="9125683" y="5026392"/>
            <a:ext cx="2303463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U.Q. = 26.5 m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59" name="Text Box 55"/>
          <p:cNvSpPr txBox="1">
            <a:spLocks noChangeArrowheads="1"/>
          </p:cNvSpPr>
          <p:nvPr/>
        </p:nvSpPr>
        <p:spPr bwMode="auto">
          <a:xfrm>
            <a:off x="9089171" y="3802430"/>
            <a:ext cx="2808287" cy="116955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Interquartile Range  26.5 – 14.5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= 12 m 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60" name="Line 56"/>
          <p:cNvSpPr>
            <a:spLocks noChangeShapeType="1"/>
          </p:cNvSpPr>
          <p:nvPr/>
        </p:nvSpPr>
        <p:spPr bwMode="auto">
          <a:xfrm flipV="1">
            <a:off x="8981221" y="1354505"/>
            <a:ext cx="0" cy="4392612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61" name="Line 57"/>
          <p:cNvSpPr>
            <a:spLocks noChangeShapeType="1"/>
          </p:cNvSpPr>
          <p:nvPr/>
        </p:nvSpPr>
        <p:spPr bwMode="auto">
          <a:xfrm flipH="1">
            <a:off x="4012346" y="1354505"/>
            <a:ext cx="4968875" cy="0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62" name="Text Box 58"/>
          <p:cNvSpPr txBox="1">
            <a:spLocks noChangeArrowheads="1"/>
          </p:cNvSpPr>
          <p:nvPr/>
        </p:nvSpPr>
        <p:spPr bwMode="auto">
          <a:xfrm>
            <a:off x="9054246" y="1786305"/>
            <a:ext cx="2843212" cy="40011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sz="2000" smtClean="0">
                <a:latin typeface="Calibri" pitchFamily="34" charset="0"/>
              </a:rPr>
              <a:t>69 trees under 38 m</a:t>
            </a:r>
            <a:endParaRPr lang="en-US" sz="2000" smtClean="0">
              <a:latin typeface="Calibri" pitchFamily="34" charset="0"/>
            </a:endParaRPr>
          </a:p>
        </p:txBody>
      </p:sp>
      <p:sp>
        <p:nvSpPr>
          <p:cNvPr id="163" name="Line 59"/>
          <p:cNvSpPr>
            <a:spLocks noChangeShapeType="1"/>
          </p:cNvSpPr>
          <p:nvPr/>
        </p:nvSpPr>
        <p:spPr bwMode="auto">
          <a:xfrm flipH="1">
            <a:off x="4012346" y="1138605"/>
            <a:ext cx="6408737" cy="0"/>
          </a:xfrm>
          <a:prstGeom prst="line">
            <a:avLst/>
          </a:prstGeom>
          <a:noFill/>
          <a:ln w="57150">
            <a:solidFill>
              <a:srgbClr val="660033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64" name="Line 60"/>
          <p:cNvSpPr>
            <a:spLocks noChangeShapeType="1"/>
          </p:cNvSpPr>
          <p:nvPr/>
        </p:nvSpPr>
        <p:spPr bwMode="auto">
          <a:xfrm flipV="1">
            <a:off x="7325458" y="2407017"/>
            <a:ext cx="0" cy="3330575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65" name="Line 61"/>
          <p:cNvSpPr>
            <a:spLocks noChangeShapeType="1"/>
          </p:cNvSpPr>
          <p:nvPr/>
        </p:nvSpPr>
        <p:spPr bwMode="auto">
          <a:xfrm flipH="1">
            <a:off x="3994883" y="2407017"/>
            <a:ext cx="3330575" cy="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66" name="Line 62"/>
          <p:cNvSpPr>
            <a:spLocks noChangeShapeType="1"/>
          </p:cNvSpPr>
          <p:nvPr/>
        </p:nvSpPr>
        <p:spPr bwMode="auto">
          <a:xfrm flipV="1">
            <a:off x="4220308" y="1138605"/>
            <a:ext cx="9525" cy="1268412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000" smtClean="0">
              <a:latin typeface="Calibri" pitchFamily="34" charset="0"/>
            </a:endParaRPr>
          </a:p>
        </p:txBody>
      </p:sp>
      <p:sp>
        <p:nvSpPr>
          <p:cNvPr id="167" name="Text Box 63"/>
          <p:cNvSpPr txBox="1">
            <a:spLocks noChangeArrowheads="1"/>
          </p:cNvSpPr>
          <p:nvPr/>
        </p:nvSpPr>
        <p:spPr bwMode="auto">
          <a:xfrm>
            <a:off x="4301271" y="1497380"/>
            <a:ext cx="2808287" cy="400110"/>
          </a:xfrm>
          <a:prstGeom prst="rect">
            <a:avLst/>
          </a:prstGeom>
          <a:solidFill>
            <a:schemeClr val="bg1"/>
          </a:solidFill>
          <a:ln>
            <a:solidFill>
              <a:srgbClr val="990033"/>
            </a:solidFill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sz="2000" dirty="0" smtClean="0">
                <a:latin typeface="Calibri" pitchFamily="34" charset="0"/>
              </a:rPr>
              <a:t>20 trees over 26 m</a:t>
            </a:r>
            <a:endParaRPr lang="en-US" sz="20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50" grpId="0" animBg="1"/>
      <p:bldP spid="151" grpId="0" animBg="1"/>
      <p:bldP spid="152" grpId="0" build="allAtOnce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frequency is a running total — keep adding the next frequency.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cumulative frequency equals the total number of items, n.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each cumulative frequency at the UPPER boundary of its class; join with a smooth curve.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graph: median at n÷2, lower quartile at n÷4, upper quartile at 3n÷4.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UQ − LQ — the spread of the middle half.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across from n÷2 (median), n÷4 (LQ) and 3n÷4 (UQ), then down to the value.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1252</Words>
  <Application>Microsoft Office PowerPoint</Application>
  <PresentationFormat>Custom</PresentationFormat>
  <Paragraphs>331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5</cp:revision>
  <dcterms:created xsi:type="dcterms:W3CDTF">2026-07-17T11:16:52Z</dcterms:created>
  <dcterms:modified xsi:type="dcterms:W3CDTF">2026-08-06T16:37:44Z</dcterms:modified>
</cp:coreProperties>
</file>