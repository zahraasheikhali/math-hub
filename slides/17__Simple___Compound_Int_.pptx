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914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1.05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113385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ⁿ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&amp; Compound Interest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Interest · Compound Growth · The Multiplier over n Years · Repeated % Change · Reverse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Grows by Multiplying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interest is the same each year; compound interest grows on the growing total.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on the multiplier — and repeated changes multiply, they do NOT add.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interest (PRT/100)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interest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over n years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% change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 then −30% ≠ −10%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pPr algn="ctr"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rate · per annum · multiplier · depreciate · compound · repeated change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SIMPLE INTEREST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on the Original Amount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(amount invested).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rate as a percentage;  T = time in years.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 is the SAME every year — it never grows.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→ years first (e.g. 30 months = 2.5 years) before using the formula.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interest is paid on the ORIGINAL amount only.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</a:t>
            </a:r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(P × R × T) ÷ 100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£600 for 2 years at 4%:  I = (600×4×2) ÷ 100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earned = £48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SIMPLE INTEREST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Simple Interest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 = PRT ÷ 100. Change months to years first. (nearest £)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£500, 3 yr, 6%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681728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£1500, 2½ yr, 4½%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681728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£169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£7500, 4½ yr, 5¼%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681728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£1772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£2400, 3½ yr, 4¾%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32720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£400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£2500, 42 mo, 3¼%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0332720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£284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£6500, 15 mo, 5¾%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332720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£470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answers first. Remember 42 months = 3.5 years, 15 months = 1.25 years.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Interest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is added to the total each year, so the next year earns interest too.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rate as an increase multiplier (×1.__)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it to the power of the number of years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 = P × (multiplier)ⁿ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= final amount − principal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on the Growing Total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the interest is added on, then the NEW total earns interest.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multiply by the same multiplier once for every year.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103120" y="2468880"/>
            <a:ext cx="7982712" cy="109728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03120" y="2468880"/>
            <a:ext cx="7982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  =  Principal  ×  (multiplier)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years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566928" y="38862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41239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per year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multiplier = 1.05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years → × 1.05 × 1.05 × 1.05 = ×1.05</a:t>
            </a:r>
            <a:pPr indent="0" marL="0">
              <a:buNone/>
            </a:pPr>
            <a:r>
              <a:rPr lang="en-US" sz="1500" i="1" baseline="30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90488" y="38862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56248" y="41239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vs Compound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53796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Simple: same interest each year.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Compound: each year earns a little more — it grows faster.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· WORKED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over Several Years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multiplier, raised to the number of years.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 = final amount − £500.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work year by year — the power does it.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£2000 at 12% for 3 years:  2000 × 1.12³ = £2809.86.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 at 5% per year for 2 years.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= 1.05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1.05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£551.25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 years:  500 × 1.05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£814.45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2 years = £551.25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COMPOUND INTEREST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Final Amount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= P × (multiplier)ⁿ. Give money to the nearest penny.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£240, 10%, 2 yr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681728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£290.40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£800, 4%, 2 yr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681728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£865.28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£15000, 8½%, 2 yr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681728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£17658.38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£7000, 15%, 3 yr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32720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£10646.13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£8000, 7%, 6 yr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0332720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£12006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earned in Q5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332720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£4006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interest = final amount − principal = 12006 − 8000.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Percentage Change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changes follow one another, MULTIPLY the multipliers — never add the percentages.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each change as a multiplier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them together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increase then a decrease is NOT their difference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combined multiplier to get the overall change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 then −30% is NOT −10%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−10%?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30% decrease acts on the LARGER amount, not the original.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‘+20% −30%’ ignores that — wrong.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multiply the multipliers: 1.2 × 0.7 = 0.84.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£500: 500 × 1.2 = 600, then 600 × 0.7 = £420 = 84% of £500.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20% → ×1.2;   decrease 30% → ×0.7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 1.2 × 0.7 =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×0.84 means 84% of the original left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overall change is a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DECREASE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 10%)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× 0.7 = 0.84  →  16% decrease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· SOURCE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Jacket: −20% then a Further −10%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30%!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discounts do not simply add.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× 0.9 = 0.72, so 28% off in total.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discount is taken off the already-reduced price.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 price is 72% of the original price.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jacket is reduced 20%, then a further 10%.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 → ×0.8;   10% off → ×0.9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 0.8 × 0.9 =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= 72% of the original →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discount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discount = 28%  (not 30%)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· FIND THE UNKNOWN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20%, Decrease 30%, then Decrease x%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known multipliers first (1.2 then 0.7).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final amount by the running total to get the last multiplier.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= a 40% decrease, so x = 40.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multiplier is new ÷ running total — then turn it back into a percentage.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  →  +20%  →  −30%  →  −x%  =  £252.  Find x.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1.2 × 0.7 = 420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× (1 − x/100) = 252  →  1 − x/100 = 252 ÷ 420 = 0.6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x/100 = 0.6  →  </a:t>
            </a:r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40%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REPEATED CHANGE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Multipliers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change as a multiplier, multiply, then read the result.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 then −10%. Overall?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681728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decrease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£800: +25% then −20%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681728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£800 (no change)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£12000 car, −15% for 2 yr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681728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£8670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3113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03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£300 → +20% → −x% = £288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32720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20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834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296265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834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 then −25%. Total discount?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0332720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discount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5661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694176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5661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 then −x% back to start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332720" y="3566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33.3%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1.5 × (1−x/100) = 1  →  1−x/100 = 0.667  →  x ≈ 33.3%.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past-paper questions on interest and repeated change — use the multiplier method.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or compound? Read carefully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multiplier(s)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to a power for several years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clear working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702550" y="1458468"/>
            <a:ext cx="47865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5702" y="1531620"/>
            <a:ext cx="46402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056528" y="1458468"/>
            <a:ext cx="807863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680" y="1531620"/>
            <a:ext cx="793233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37183" y="1458468"/>
            <a:ext cx="671733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335" y="1531620"/>
            <a:ext cx="65710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34383" y="1458468"/>
            <a:ext cx="752293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535" y="1531620"/>
            <a:ext cx="73766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44914" y="1458468"/>
            <a:ext cx="670186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066" y="1531620"/>
            <a:ext cx="655556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97301" y="1458468"/>
            <a:ext cx="819709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453" y="1531620"/>
            <a:ext cx="805078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933520" y="1458468"/>
            <a:ext cx="432465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iq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6672" y="1531620"/>
            <a:ext cx="417835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interest: I = PRT ÷ 100 — the same amount every year.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interest: Amount = P × (multiplier)ⁿ — it grows on the growing total.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 = final amount − principal.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changes MULTIPLY: +20% then −30% is ×1.2×0.7 = ×0.84 (16% down, not 10%).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an unknown change, divide the final amount by the running total.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pPr algn="ctr" indent="0" marL="0">
              <a:buNone/>
            </a:pP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add or subtract percentages across steps — multiply the multipliers.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 Sheikh Ali</cp:lastModifiedBy>
  <cp:revision>1</cp:revision>
  <dcterms:created xsi:type="dcterms:W3CDTF">2026-07-11T09:41:32Z</dcterms:created>
  <dcterms:modified xsi:type="dcterms:W3CDTF">2026-07-11T09:41:32Z</dcterms:modified>
</cp:coreProperties>
</file>