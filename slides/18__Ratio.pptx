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641B3-65C5-451A-9BD4-2A9B4F04A82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65EBE-011D-4A89-890C-380702834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7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960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: 5</a:t>
            </a:r>
            <a:endParaRPr lang="en-US" sz="60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48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Ratio · Simplifying · Finding a Quantity · Sharing · Difference &amp; Combining Ratios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Reading, Sharing &amp; Combining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 splits an amount into equal PARTS.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parts of a total, find the value of one part, then scale up — and know when to use the difference or combine two ratios.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ratio (3 out of 8)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Simplifying ratios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missing quantity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 total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&amp; sum ratios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two ratios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· share · simplify · total · difference · combine · one part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Ratio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girls to boys is 3 : 5. </a:t>
            </a: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parts: 3 + 5 = 8. So the group is split into 8 equal parts.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463040" y="2468880"/>
            <a:ext cx="1154430" cy="822960"/>
          </a:xfrm>
          <a:prstGeom prst="rect">
            <a:avLst/>
          </a:prstGeom>
          <a:solidFill>
            <a:srgbClr val="E0AC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304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2617470" y="2468880"/>
            <a:ext cx="1154430" cy="822960"/>
          </a:xfrm>
          <a:prstGeom prst="rect">
            <a:avLst/>
          </a:prstGeom>
          <a:solidFill>
            <a:srgbClr val="E0AC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1747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771900" y="2468880"/>
            <a:ext cx="1154430" cy="822960"/>
          </a:xfrm>
          <a:prstGeom prst="rect">
            <a:avLst/>
          </a:prstGeom>
          <a:solidFill>
            <a:srgbClr val="E0AC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7190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926330" y="2468880"/>
            <a:ext cx="1154430" cy="822960"/>
          </a:xfrm>
          <a:prstGeom prst="rect">
            <a:avLst/>
          </a:prstGeom>
          <a:solidFill>
            <a:srgbClr val="C84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633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080760" y="2468880"/>
            <a:ext cx="1154430" cy="822960"/>
          </a:xfrm>
          <a:prstGeom prst="rect">
            <a:avLst/>
          </a:prstGeom>
          <a:solidFill>
            <a:srgbClr val="C84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7235190" y="2468880"/>
            <a:ext cx="1154430" cy="822960"/>
          </a:xfrm>
          <a:prstGeom prst="rect">
            <a:avLst/>
          </a:prstGeom>
          <a:solidFill>
            <a:srgbClr val="C84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3519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8389620" y="2468880"/>
            <a:ext cx="1154430" cy="822960"/>
          </a:xfrm>
          <a:prstGeom prst="rect">
            <a:avLst/>
          </a:prstGeom>
          <a:solidFill>
            <a:srgbClr val="C84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962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9544050" y="2468880"/>
            <a:ext cx="1154430" cy="822960"/>
          </a:xfrm>
          <a:prstGeom prst="rect">
            <a:avLst/>
          </a:prstGeom>
          <a:solidFill>
            <a:srgbClr val="C84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4050" y="2468880"/>
            <a:ext cx="1154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463040" y="3337560"/>
            <a:ext cx="3463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girls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926330" y="3337560"/>
            <a:ext cx="577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boys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463040" y="379476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737360" y="37947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out of 8 are girls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3/8 of the group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6144768" y="379476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419088" y="37947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out of 8 are boys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5/8 of the group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566928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class of 32:  girls = 3/8 × 32 = 12,   boys = 5/8 × 32 = 20.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Like a Fraction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ALL parts by the SAME number.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both parts in the same units before simplifying.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 = 100p, 1 m = 100 cm, 1 kg = 1000 g.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 in its simplest form has no common factor left.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every part by the highest common factor.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: 35   (÷ 7)   = 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: 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: 12 : 9   (÷ 3)   = 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: 4 : 3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units first:  90p : £3 = 90 : 300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: 10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: 35 = 3 : 5     90p : £3 = 3 : 10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QUANTITY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the Ratio and One Amount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given amount to its number of parts.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value of ONE part (divide).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to get the part you want.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part first — it unlocks every other quantity.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 : girls = 6 : 7.  There are 72 boys.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part:  72 ÷ 6 = 12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 = 7 parts = 7 × 12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girls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84 girls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in a Given Ratio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parts to get the total, find one part, then scale each share.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parts to get the total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part = amount ÷ total parts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for each person’s share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shares add back to the amount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· WORKED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Simon &amp; Jenny Share £72 in 3 :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first, then the value of ONE part.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ratio number by one part.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£27 + £45 = £72.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shares must add back to the original amount — a quick check.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= 3 + 5 = 8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= £72 ÷ 8 = £9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= 3 × £9 = £27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= 5 × £9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Simon £27,  Jenny £45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· THREE-WAY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 : Karim : Aisha = 3 : 5 :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three parts for the total (17).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= $200 ÷ 17 ≈ $11.76.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has 5 of those parts.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= $35.29, Aisha = $105.88 — the three add back to $200.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$200 in the ratio 3 : 5 : 9.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= 3 + 5 + 9 = 17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= $200 ÷ 17 = $11.76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= 5 parts = 5 × $11.76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$58.82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receives $58.82  (to the nearest cent)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SHARING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in the Given Ratio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parts, find one part, then scale each share.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2240280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25296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discs in 5 : 2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681728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&amp; 16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285292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" y="2990088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25296" y="2852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£40 in 2 : 3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681728" y="28529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£16 &amp; £24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60273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" y="373989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25296" y="360273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ml juice 6 : 3 : 1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681728" y="36027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450:225:75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17920" y="21031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0" y="2240280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76288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£150 in 2 : 3 : 5 (largest)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3272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£75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17920" y="285292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2990088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76288" y="2852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£90 in 4 : 5 (smaller)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0332720" y="28529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£40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60273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373989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76288" y="360273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in 1 : 2 : 3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332720" y="36027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: 40 : 60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cocktail: orange : lemon : lime = 6 : 3 : 1 in 750 ml (10 parts, 75 ml each).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&amp; Combining Ratios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‘More than’ uses the DIFFERENCE in parts; two linked ratios can be joined into one.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‘difference’ / ‘more than’ → subtract the parts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part = amount ÷ (difference in parts)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ratios: make the shared letter match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read off the combined three-part ratio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/ MORE THAN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Question Says ‘More Than’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‘more than’ or ‘difference’ → use the DIFFERENCE in parts, not the total.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difference is 4 parts = $40.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‘sum’ or ‘total’ question, add the parts instead.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given amount to the right number of parts — difference, sum or a single share.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: Ben = 3 : 7.  Ben gets $40 MORE than Ann.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parts = 7 − 3 = 4 parts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parts = $40   →   one part = $10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= 3 × $10 = $30,   Ben = 7 × $10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$30,  Ben $70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TWO RATIOS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Shared Quantity Match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letter in BOTH ratios (women).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so its number is the same in each.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into one ratio, then share as usual.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past-paper question — combine, then share 250 in 8 : 10 : 7.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: women = 4 : 5,   women : children = 10 : 7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WOMEN match:  4 : 5 = 8 : 10  (×2)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men : women : children = 8 : 10 : 7   (25 parts)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÷ 25 = 10 per part  →  men = 8 × 10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80 men on the train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TWO RATIOS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Villas : Apartments : Shops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shared letter to a common value.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known amount (shops) is just one part.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= 40, so villas = 10 parts.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quantity equals a single part, one part is simply that amount.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: apartments = 5 : 3,   apartments : shops = 6 : 1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APARTMENTS match (LCM 3, 6 = 6):  5 : 3 = 10 : 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villas : apartments : shops = 10 : 6 : 1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= 1 part = 40  →  villas = 10 × 40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400 villas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DIFFERENCE &amp; COMBINE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Practice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total, difference, or combine two ratios?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2240280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25296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: blue = 5 : 2, 24 more red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681728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&amp; 16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285292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" y="2990088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25296" y="2852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: 7, one gets £40 more — total?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681728" y="28529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£100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60273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" y="373989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25296" y="360273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A:B = 2:3, B:C = 4:5. A:B:C?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681728" y="36027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: 12 : 15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17920" y="21031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0" y="2240280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76288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p:q = 3:4, q:r = 8:5. p:q:r?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3272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: 8 : 5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17920" y="285292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2990088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76288" y="2852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x:y = 2:1, y:z = 3:4. x:y:z?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0332720" y="28529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: 3 : 4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60273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373989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76288" y="360273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£200 in 3:5:9 (Karim)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332720" y="36027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£58.82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Q3–Q5: make the shared letter equal in both ratios, then combine into one.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past-paper questions — read carefully, then use the one-part method.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or share?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value of ONE part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/ total / combine?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clear working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(1 of 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&amp; Difference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Brendon, Asha and Julie share money in the ratio 3 : 2 : 6. The total that Asha and Julie receive is $36. Work out how much Brendon receives.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$13.50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3450 yen is divided in the ratio 2 : 6 : 7. Work out the difference between the largest share and the smallest share.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1150 yen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 and Lionel share $675 in the ratio 4 : 5. Lionel gives 1/3 of his share to his mother. How much money does Lionel give her?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(2 of 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&amp; ‘More Than’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years ago the ratio of Tom’s age to Clemmie’s age was 2 : 7. Tom is now 15 and Clemmie is now x years old. Find the value of x.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45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Andreas, Isla and Paulo share money in the ratio 3 : 2 : 5. Isla and Paulo together receive £76 more than Andreas. Andreas buys a game for £48.50. How much of his share is left?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£8.50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Penny, Amjit and James share money in the ratio 3 : 6 : 4. Amjit gets $28 more than James. Work out the amount of money that Penny gets.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(3 of 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Sharing, Difference &amp; Fractions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Aiko, Max and Pau share 5400 yen in the ratio 5 : 3 : 4. How much money does each of them get?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2250 : 1350 : 1800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Danil, Gabriel and Hadley share money in the ratio 3 : 5 : 9. The difference between Gabriel’s and Hadley’s amounts is 196 euros. Work out how much Danil receives.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 euros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children go on a holiday. girls : boys = 3 : 5. All go sailing or climbing. 2/5 of the boys go climbing. Twice as many girls go sailing as go climbing. How many children go sailing?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(4 of 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&amp; Combining Ratios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Behnaz makes 300 cards, birthday : anniversary : congratulations = 7 : 5 : 3. 5/7 of the birthday cards have numbers, 36% of the anniversary cards have numbers, none of the congratulations cards do. What fraction of the 300 cards have numbers? (simplest form)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34/75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company Team A : Team B = 3 : 4. 4/5 of Team A work full time and 24% of Team B work full time. What fraction of all the workers work full time? (simplest form)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12/25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box has only green, orange and yellow sweets, 280 in total. green : orange = 2 : 3 </a:t>
            </a:r>
            <a:r>
              <a:rPr lang="en-US" sz="130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</a:t>
            </a:r>
            <a:endParaRPr lang="en-US" sz="1300" smtClean="0">
              <a:solidFill>
                <a:srgbClr val="1C2A2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130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</a:t>
            </a: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yellow = 1 : 5. Work out how many green sweets there are.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ratio as parts of a total: 3 : 5 means 3 out of 8 and 5 out of 8.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by dividing every part by the HCF (same units first).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value of ONE part, then multiply for any share.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‘More than’ / ‘difference’ → use the DIFFERENCE in parts, not the total.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ratios by making the shared quantity match, then share as one.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value of ONE part — it unlocks the whole question.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2152</Words>
  <Application>Microsoft Office PowerPoint</Application>
  <PresentationFormat>Custom</PresentationFormat>
  <Paragraphs>336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2026-07-11T10:37:40Z</dcterms:created>
  <dcterms:modified xsi:type="dcterms:W3CDTF">2026-07-20T12:04:52Z</dcterms:modified>
</cp:coreProperties>
</file>