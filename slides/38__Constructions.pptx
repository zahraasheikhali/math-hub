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0.png" ContentType="image/png"/>
  <Override PartName="/ppt/media/image6.jpeg" ContentType="image/jpeg"/>
  <Override PartName="/ppt/media/image1.png" ContentType="image/png"/>
  <Override PartName="/ppt/media/image12.png" ContentType="image/png"/>
  <Override PartName="/ppt/media/image15.png" ContentType="image/png"/>
  <Override PartName="/ppt/media/image3.jpeg" ContentType="image/jpeg"/>
  <Override PartName="/ppt/media/image14.png" ContentType="image/png"/>
  <Override PartName="/ppt/media/image5.png" ContentType="image/png"/>
  <Override PartName="/ppt/media/image18.png" ContentType="image/png"/>
  <Override PartName="/ppt/media/image9.png" ContentType="image/png"/>
  <Override PartName="/ppt/media/image13.png" ContentType="image/png"/>
  <Override PartName="/ppt/media/image4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media/image8.png" ContentType="image/png"/>
  <Override PartName="/ppt/media/image17.png" ContentType="image/png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ECCCA29-56A1-447E-AE37-8A9C0E8CBA3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79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FB761B-3DD4-46A9-8F2C-EBFC9C4002A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0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5C44CB-C882-464D-9964-B36A67CB28F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0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B81C2B-B3CC-4B96-B5CD-A0CF3581D6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0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2C4BDF-62DC-4EED-A397-857B454D62C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0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C51ADB-6676-44A5-901F-FE0B265193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1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5EF387-EE7A-4E39-AD71-0DF108E41C4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1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8DDE8E-1A45-47C6-B7F8-36B9DFCB0B4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1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C9643B-8366-4A82-B4E5-3FBA27F9216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2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BCE529-7BAD-457C-8E9A-3DD3B7DF97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2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35EDD3-386F-4E21-9D7F-440AF95262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2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273524-45F9-4D06-9F70-B546CD40173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3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7AD2431-3BCA-4F33-A9D0-43A5DD796BF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3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84A6AD-3FFD-4BED-9232-8C6039C3C14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3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5DDF83-1E65-4851-8560-407A48ADA1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3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CB6C28-58A1-4FB9-8646-B42BC427BE9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4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3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47D46F-0C09-470C-A874-4EF9E191109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4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ECCAB4-CCE9-4141-B417-15B7CEB0E96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4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A04413-9C29-4B64-92BD-FA8D1AD00C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5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FE9483-1310-42A9-9581-E33AE01B616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5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39EFBB-553E-4DA9-81DB-4AFAD5C719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5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70FF96-CDCE-4349-87F7-250D14ECAA2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6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1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01C41D-8D4C-43C1-BFA3-E80C0777704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6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839F7F-0825-4B8A-BEE4-3E66E9A963E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6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PlaceHolder 3"/>
          <p:cNvSpPr>
            <a:spLocks noGrp="1"/>
          </p:cNvSpPr>
          <p:nvPr>
            <p:ph type="sldNum" idx="2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659EFD-69D0-46FB-B306-D5BCD50486E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6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PlaceHolder 3"/>
          <p:cNvSpPr>
            <a:spLocks noGrp="1"/>
          </p:cNvSpPr>
          <p:nvPr>
            <p:ph type="sldNum" idx="2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93B22E-C582-400D-8129-DAFEF3EE89C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7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3" name="PlaceHolder 3"/>
          <p:cNvSpPr>
            <a:spLocks noGrp="1"/>
          </p:cNvSpPr>
          <p:nvPr>
            <p:ph type="sldNum" idx="2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B24243-C24F-46CB-972C-AFAD7A0062A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7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PlaceHolder 3"/>
          <p:cNvSpPr>
            <a:spLocks noGrp="1"/>
          </p:cNvSpPr>
          <p:nvPr>
            <p:ph type="sldNum" idx="3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7DC53B-5CA1-428D-8178-5FA4C4072AB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87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PlaceHolder 3"/>
          <p:cNvSpPr>
            <a:spLocks noGrp="1"/>
          </p:cNvSpPr>
          <p:nvPr>
            <p:ph type="sldNum" idx="3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728455-E2AA-4C3D-9251-01E3F5076C4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image" Target="../media/image5.png"/><Relationship Id="rId6" Type="http://schemas.openxmlformats.org/officeDocument/2006/relationships/image" Target="../media/image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8869680" y="731520"/>
            <a:ext cx="2194200" cy="2194200"/>
          </a:xfrm>
          <a:prstGeom prst="ellipse">
            <a:avLst/>
          </a:prstGeom>
          <a:noFill/>
          <a:ln w="508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8686800" y="2103120"/>
            <a:ext cx="2560320" cy="360"/>
          </a:xfrm>
          <a:prstGeom prst="line">
            <a:avLst/>
          </a:prstGeom>
          <a:ln w="381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Constructions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Ruler &amp; Compasses · Triangles · Perpendicular &amp; Angle Bisectors · Perpendiculars · Special Angles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Drawing Accurately with Compasses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 construction is an ACCURATE drawing made with a ruler and a pair of compasses.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Never rub out your arcs — they show your method and earn the marks.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equipment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Constructing triangles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Can a triangle be made?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Perpendicular &amp; angle bisectors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Perpendiculars to a line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Special angles &amp; nets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construction · arc · bisector · perpendicular · equidistant · compasses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BEFORE YOU BEGIN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Equipment You Need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Constructions are marked on ACCURACY.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 right tools — and a sharp pencil — make all the difference.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41"/>
          <p:cNvSpPr/>
          <p:nvPr/>
        </p:nvSpPr>
        <p:spPr>
          <a:xfrm>
            <a:off x="567000" y="2286000"/>
            <a:ext cx="11063880" cy="840960"/>
          </a:xfrm>
          <a:prstGeom prst="roundRect">
            <a:avLst>
              <a:gd name="adj" fmla="val 6522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2"/>
          <p:cNvSpPr/>
          <p:nvPr/>
        </p:nvSpPr>
        <p:spPr>
          <a:xfrm>
            <a:off x="868680" y="247788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43"/>
          <p:cNvSpPr/>
          <p:nvPr/>
        </p:nvSpPr>
        <p:spPr>
          <a:xfrm>
            <a:off x="868680" y="24778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4"/>
          <p:cNvSpPr/>
          <p:nvPr/>
        </p:nvSpPr>
        <p:spPr>
          <a:xfrm>
            <a:off x="1508760" y="2286000"/>
            <a:ext cx="329148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ruler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5"/>
          <p:cNvSpPr/>
          <p:nvPr/>
        </p:nvSpPr>
        <p:spPr>
          <a:xfrm>
            <a:off x="4846320" y="2286000"/>
            <a:ext cx="65833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marked in cm and mm — for straight lines and measuring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6"/>
          <p:cNvSpPr/>
          <p:nvPr/>
        </p:nvSpPr>
        <p:spPr>
          <a:xfrm>
            <a:off x="567000" y="3246120"/>
            <a:ext cx="11063880" cy="840960"/>
          </a:xfrm>
          <a:prstGeom prst="roundRect">
            <a:avLst>
              <a:gd name="adj" fmla="val 652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47"/>
          <p:cNvSpPr/>
          <p:nvPr/>
        </p:nvSpPr>
        <p:spPr>
          <a:xfrm>
            <a:off x="868680" y="3438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48"/>
          <p:cNvSpPr/>
          <p:nvPr/>
        </p:nvSpPr>
        <p:spPr>
          <a:xfrm>
            <a:off x="868680" y="3438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49"/>
          <p:cNvSpPr/>
          <p:nvPr/>
        </p:nvSpPr>
        <p:spPr>
          <a:xfrm>
            <a:off x="1508760" y="3246120"/>
            <a:ext cx="329148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pair of compasses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50"/>
          <p:cNvSpPr/>
          <p:nvPr/>
        </p:nvSpPr>
        <p:spPr>
          <a:xfrm>
            <a:off x="4846320" y="3246120"/>
            <a:ext cx="65833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for drawing arcs and circles — the heart of every construction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51"/>
          <p:cNvSpPr/>
          <p:nvPr/>
        </p:nvSpPr>
        <p:spPr>
          <a:xfrm>
            <a:off x="567000" y="4206240"/>
            <a:ext cx="11063880" cy="840960"/>
          </a:xfrm>
          <a:prstGeom prst="roundRect">
            <a:avLst>
              <a:gd name="adj" fmla="val 6522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52"/>
          <p:cNvSpPr/>
          <p:nvPr/>
        </p:nvSpPr>
        <p:spPr>
          <a:xfrm>
            <a:off x="868680" y="4398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53"/>
          <p:cNvSpPr/>
          <p:nvPr/>
        </p:nvSpPr>
        <p:spPr>
          <a:xfrm>
            <a:off x="868680" y="4398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54"/>
          <p:cNvSpPr/>
          <p:nvPr/>
        </p:nvSpPr>
        <p:spPr>
          <a:xfrm>
            <a:off x="1508760" y="4206240"/>
            <a:ext cx="329148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protractor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5"/>
          <p:cNvSpPr/>
          <p:nvPr/>
        </p:nvSpPr>
        <p:spPr>
          <a:xfrm>
            <a:off x="4846320" y="4206240"/>
            <a:ext cx="65833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for measuring and drawing angles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56"/>
          <p:cNvSpPr/>
          <p:nvPr/>
        </p:nvSpPr>
        <p:spPr>
          <a:xfrm>
            <a:off x="567000" y="5166360"/>
            <a:ext cx="11063880" cy="840960"/>
          </a:xfrm>
          <a:prstGeom prst="roundRect">
            <a:avLst>
              <a:gd name="adj" fmla="val 652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57"/>
          <p:cNvSpPr/>
          <p:nvPr/>
        </p:nvSpPr>
        <p:spPr>
          <a:xfrm>
            <a:off x="868680" y="53582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58"/>
          <p:cNvSpPr/>
          <p:nvPr/>
        </p:nvSpPr>
        <p:spPr>
          <a:xfrm>
            <a:off x="868680" y="5358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59"/>
          <p:cNvSpPr/>
          <p:nvPr/>
        </p:nvSpPr>
        <p:spPr>
          <a:xfrm>
            <a:off x="1508760" y="5166360"/>
            <a:ext cx="329148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sharp pencil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60"/>
          <p:cNvSpPr/>
          <p:nvPr/>
        </p:nvSpPr>
        <p:spPr>
          <a:xfrm>
            <a:off x="4846320" y="5166360"/>
            <a:ext cx="65833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fine lines are accurate lines — keep it sharp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1"/>
          <p:cNvSpPr/>
          <p:nvPr/>
        </p:nvSpPr>
        <p:spPr>
          <a:xfrm>
            <a:off x="567000" y="61264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Golden rule of constructions: NEVER rub out your arcs — they are your working.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1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Constructing Triangles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Given some sides and angles, draw the triangle accurately.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1 side + 2 angles — use a protractor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2 sides + the angle between — protractor + compasses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3 sides (SSS) — compasses only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Label every point clearly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1700640" y="12780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37"/>
          <p:cNvSpPr/>
          <p:nvPr/>
        </p:nvSpPr>
        <p:spPr>
          <a:xfrm>
            <a:off x="1325880" y="12816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CONSTRUCTING A TRIANGLE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38"/>
          <p:cNvSpPr/>
          <p:nvPr/>
        </p:nvSpPr>
        <p:spPr>
          <a:xfrm>
            <a:off x="1325880" y="5670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Given 1 Side and 2 Angles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39"/>
          <p:cNvSpPr/>
          <p:nvPr/>
        </p:nvSpPr>
        <p:spPr>
          <a:xfrm>
            <a:off x="2179080" y="1134000"/>
            <a:ext cx="8967240" cy="509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40"/>
          <p:cNvSpPr/>
          <p:nvPr/>
        </p:nvSpPr>
        <p:spPr>
          <a:xfrm>
            <a:off x="567000" y="629100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41"/>
          <p:cNvSpPr/>
          <p:nvPr/>
        </p:nvSpPr>
        <p:spPr>
          <a:xfrm>
            <a:off x="841320" y="623988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Draw the side first,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use a protractor for the two angles at each end — where the lines cross is the third vertex.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7" name="Group 420"/>
          <p:cNvGrpSpPr/>
          <p:nvPr/>
        </p:nvGrpSpPr>
        <p:grpSpPr>
          <a:xfrm>
            <a:off x="7081200" y="3857760"/>
            <a:ext cx="3990600" cy="2381040"/>
            <a:chOff x="7081200" y="3857760"/>
            <a:chExt cx="3990600" cy="2381040"/>
          </a:xfrm>
        </p:grpSpPr>
        <p:pic>
          <p:nvPicPr>
            <p:cNvPr id="278" name="Picture 421" descr=""/>
            <p:cNvPicPr/>
            <p:nvPr/>
          </p:nvPicPr>
          <p:blipFill>
            <a:blip r:embed="rId1"/>
            <a:stretch/>
          </p:blipFill>
          <p:spPr>
            <a:xfrm>
              <a:off x="7081200" y="3857760"/>
              <a:ext cx="3990600" cy="2381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79" name="Rectangle 422"/>
            <p:cNvSpPr/>
            <p:nvPr/>
          </p:nvSpPr>
          <p:spPr>
            <a:xfrm>
              <a:off x="9506880" y="5997600"/>
              <a:ext cx="901440" cy="88560"/>
            </a:xfrm>
            <a:prstGeom prst="rect">
              <a:avLst/>
            </a:pr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920" bIns="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grpSp>
        <p:nvGrpSpPr>
          <p:cNvPr id="280" name="Group 418"/>
          <p:cNvGrpSpPr/>
          <p:nvPr/>
        </p:nvGrpSpPr>
        <p:grpSpPr>
          <a:xfrm>
            <a:off x="2056680" y="3851280"/>
            <a:ext cx="3990600" cy="2381040"/>
            <a:chOff x="2056680" y="3851280"/>
            <a:chExt cx="3990600" cy="2381040"/>
          </a:xfrm>
        </p:grpSpPr>
        <p:pic>
          <p:nvPicPr>
            <p:cNvPr id="281" name="Picture 415" descr=""/>
            <p:cNvPicPr/>
            <p:nvPr/>
          </p:nvPicPr>
          <p:blipFill>
            <a:blip r:embed="rId2"/>
            <a:stretch/>
          </p:blipFill>
          <p:spPr>
            <a:xfrm>
              <a:off x="2056680" y="3851280"/>
              <a:ext cx="3990600" cy="2381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82" name="Rectangle 417"/>
            <p:cNvSpPr/>
            <p:nvPr/>
          </p:nvSpPr>
          <p:spPr>
            <a:xfrm>
              <a:off x="4482360" y="5991480"/>
              <a:ext cx="901440" cy="88560"/>
            </a:xfrm>
            <a:prstGeom prst="rect">
              <a:avLst/>
            </a:pr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920" bIns="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sp>
        <p:nvSpPr>
          <p:cNvPr id="283" name="Text Box 6"/>
          <p:cNvSpPr/>
          <p:nvPr/>
        </p:nvSpPr>
        <p:spPr>
          <a:xfrm>
            <a:off x="2179080" y="1559160"/>
            <a:ext cx="83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Construct a triangle of side, 9 cm with angles of 35</a:t>
            </a:r>
            <a:r>
              <a:rPr b="0" lang="en-GB" sz="1800" spc="-1" strike="noStrike" baseline="30000">
                <a:solidFill>
                  <a:schemeClr val="dk1"/>
                </a:solidFill>
                <a:latin typeface="Calibri"/>
              </a:rPr>
              <a:t>o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 and  65</a:t>
            </a:r>
            <a:r>
              <a:rPr b="0" lang="en-GB" sz="1800" spc="-1" strike="noStrike" baseline="30000">
                <a:solidFill>
                  <a:schemeClr val="dk1"/>
                </a:solidFill>
                <a:latin typeface="Calibri"/>
              </a:rPr>
              <a:t>o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Box 8"/>
          <p:cNvSpPr/>
          <p:nvPr/>
        </p:nvSpPr>
        <p:spPr>
          <a:xfrm>
            <a:off x="3192120" y="1134000"/>
            <a:ext cx="6802200" cy="363960"/>
          </a:xfrm>
          <a:prstGeom prst="rect">
            <a:avLst/>
          </a:prstGeom>
          <a:solidFill>
            <a:srgbClr val="ffffff"/>
          </a:solidFill>
          <a:ln>
            <a:solidFill>
              <a:srgbClr val="5b9bd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To construct a triangle, given </a:t>
            </a:r>
            <a:r>
              <a:rPr b="1" lang="en-GB" sz="18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1 side 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and </a:t>
            </a:r>
            <a:r>
              <a:rPr b="1" lang="en-GB" sz="18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2 angles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Box 10"/>
          <p:cNvSpPr/>
          <p:nvPr/>
        </p:nvSpPr>
        <p:spPr>
          <a:xfrm>
            <a:off x="2250360" y="1891080"/>
            <a:ext cx="8483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1.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Draw a straight line 9 cm long.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Rectangle 53"/>
          <p:cNvSpPr/>
          <p:nvPr/>
        </p:nvSpPr>
        <p:spPr>
          <a:xfrm>
            <a:off x="2021400" y="3713400"/>
            <a:ext cx="4139640" cy="25646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Rectangle 54"/>
          <p:cNvSpPr/>
          <p:nvPr/>
        </p:nvSpPr>
        <p:spPr>
          <a:xfrm>
            <a:off x="7006680" y="3697560"/>
            <a:ext cx="4139640" cy="25646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288" name="Group 11"/>
          <p:cNvGrpSpPr/>
          <p:nvPr/>
        </p:nvGrpSpPr>
        <p:grpSpPr>
          <a:xfrm>
            <a:off x="3672720" y="5704200"/>
            <a:ext cx="5702040" cy="600480"/>
            <a:chOff x="3672720" y="5704200"/>
            <a:chExt cx="5702040" cy="600480"/>
          </a:xfrm>
        </p:grpSpPr>
        <p:sp>
          <p:nvSpPr>
            <p:cNvPr id="289" name="Line 12"/>
            <p:cNvSpPr/>
            <p:nvPr/>
          </p:nvSpPr>
          <p:spPr>
            <a:xfrm>
              <a:off x="4037760" y="5972040"/>
              <a:ext cx="5006880" cy="360"/>
            </a:xfrm>
            <a:prstGeom prst="line">
              <a:avLst/>
            </a:prstGeom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290" name="Text Box 13"/>
            <p:cNvSpPr/>
            <p:nvPr/>
          </p:nvSpPr>
          <p:spPr>
            <a:xfrm>
              <a:off x="3672720" y="5776920"/>
              <a:ext cx="36000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A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1" name="Text Box 14"/>
            <p:cNvSpPr/>
            <p:nvPr/>
          </p:nvSpPr>
          <p:spPr>
            <a:xfrm>
              <a:off x="9014760" y="5704200"/>
              <a:ext cx="36000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B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2" name="Text Box 15"/>
            <p:cNvSpPr/>
            <p:nvPr/>
          </p:nvSpPr>
          <p:spPr>
            <a:xfrm>
              <a:off x="6251040" y="5940720"/>
              <a:ext cx="106632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9 cm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93" name="Text Box 404"/>
          <p:cNvSpPr/>
          <p:nvPr/>
        </p:nvSpPr>
        <p:spPr>
          <a:xfrm>
            <a:off x="2250360" y="2554560"/>
            <a:ext cx="8357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3.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Draw straight lines from A and B to point of intersection to form the triangle.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Box 414"/>
          <p:cNvSpPr/>
          <p:nvPr/>
        </p:nvSpPr>
        <p:spPr>
          <a:xfrm>
            <a:off x="2250360" y="2223000"/>
            <a:ext cx="8799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2.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Use a protractor to draw angles of 35</a:t>
            </a:r>
            <a:r>
              <a:rPr b="0" lang="en-GB" sz="1800" spc="-1" strike="noStrike" baseline="30000">
                <a:solidFill>
                  <a:srgbClr val="000000"/>
                </a:solidFill>
                <a:latin typeface="Calibri"/>
              </a:rPr>
              <a:t>o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 and 65</a:t>
            </a:r>
            <a:r>
              <a:rPr b="0" lang="en-GB" sz="1800" spc="-1" strike="noStrike" baseline="30000">
                <a:solidFill>
                  <a:srgbClr val="000000"/>
                </a:solidFill>
                <a:latin typeface="Calibri"/>
              </a:rPr>
              <a:t>o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 on either end of line.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Freeform 419"/>
          <p:cNvSpPr/>
          <p:nvPr/>
        </p:nvSpPr>
        <p:spPr>
          <a:xfrm>
            <a:off x="4039560" y="2400480"/>
            <a:ext cx="4911480" cy="3563640"/>
          </a:xfrm>
          <a:custGeom>
            <a:avLst/>
            <a:gdLst>
              <a:gd name="textAreaLeft" fmla="*/ 0 w 4911480"/>
              <a:gd name="textAreaRight" fmla="*/ 4911840 w 4911480"/>
              <a:gd name="textAreaTop" fmla="*/ 0 h 3563640"/>
              <a:gd name="textAreaBottom" fmla="*/ 3564000 h 3563640"/>
            </a:gdLst>
            <a:ahLst/>
            <a:rect l="textAreaLeft" t="textAreaTop" r="textAreaRight" b="textAreaBottom"/>
            <a:pathLst>
              <a:path w="3094" h="2245">
                <a:moveTo>
                  <a:pt x="0" y="2245"/>
                </a:moveTo>
                <a:lnTo>
                  <a:pt x="3094" y="0"/>
                </a:lnTo>
              </a:path>
            </a:pathLst>
          </a:custGeom>
          <a:noFill/>
          <a:ln w="9525">
            <a:solidFill>
              <a:srgbClr val="00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6" name="Line 423"/>
          <p:cNvSpPr/>
          <p:nvPr/>
        </p:nvSpPr>
        <p:spPr>
          <a:xfrm flipH="1" flipV="1">
            <a:off x="7599960" y="2922480"/>
            <a:ext cx="1438560" cy="3033720"/>
          </a:xfrm>
          <a:prstGeom prst="line">
            <a:avLst/>
          </a:prstGeom>
          <a:ln w="9525">
            <a:solidFill>
              <a:srgbClr val="00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297" name="Straight Connector 64"/>
          <p:cNvCxnSpPr>
            <a:endCxn id="289" idx="0"/>
          </p:cNvCxnSpPr>
          <p:nvPr/>
        </p:nvCxnSpPr>
        <p:spPr>
          <a:xfrm flipH="1">
            <a:off x="4037760" y="3281400"/>
            <a:ext cx="3707640" cy="2691000"/>
          </a:xfrm>
          <a:prstGeom prst="straightConnector1">
            <a:avLst/>
          </a:prstGeom>
          <a:ln w="28575">
            <a:solidFill>
              <a:srgbClr val="000000"/>
            </a:solidFill>
          </a:ln>
        </p:spPr>
      </p:cxnSp>
      <p:cxnSp>
        <p:nvCxnSpPr>
          <p:cNvPr id="298" name="Straight Connector 65"/>
          <p:cNvCxnSpPr/>
          <p:nvPr/>
        </p:nvCxnSpPr>
        <p:spPr>
          <a:xfrm>
            <a:off x="7745040" y="3281400"/>
            <a:ext cx="1299960" cy="2716560"/>
          </a:xfrm>
          <a:prstGeom prst="straightConnector1">
            <a:avLst/>
          </a:prstGeom>
          <a:ln w="28575">
            <a:solidFill>
              <a:srgbClr val="000000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7" dur="500"/>
                                        <p:tgtEl>
                                          <p:spTgt spid="2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2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7" dur="500"/>
                                        <p:tgtEl>
                                          <p:spTgt spid="2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clickEffect" fill="hold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2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3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28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nodeType="clickEffect" fill="hold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7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8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43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52" dur="500"/>
                                        <p:tgtEl>
                                          <p:spTgt spid="2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CONSTRUCTING A TRIANGLE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Given 1 Side and 2 Angles— Compasses and Ruler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39"/>
          <p:cNvSpPr/>
          <p:nvPr/>
        </p:nvSpPr>
        <p:spPr>
          <a:xfrm>
            <a:off x="1596960" y="1353240"/>
            <a:ext cx="8997480" cy="403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9" name="Image 0" descr="/tmp/work/clean5/cn-11.png"/>
          <p:cNvPicPr/>
          <p:nvPr/>
        </p:nvPicPr>
        <p:blipFill>
          <a:blip r:embed="rId1"/>
          <a:stretch/>
        </p:blipFill>
        <p:spPr>
          <a:xfrm>
            <a:off x="1661040" y="1417320"/>
            <a:ext cx="8869320" cy="3910680"/>
          </a:xfrm>
          <a:prstGeom prst="rect">
            <a:avLst/>
          </a:prstGeom>
          <a:ln w="0">
            <a:noFill/>
          </a:ln>
        </p:spPr>
      </p:pic>
      <p:sp>
        <p:nvSpPr>
          <p:cNvPr id="34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Draw the base,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set the compasses to each other side and draw arcs from each end. They cross at the third corner.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3"/>
          <p:cNvSpPr/>
          <p:nvPr/>
        </p:nvSpPr>
        <p:spPr>
          <a:xfrm>
            <a:off x="1700640" y="12780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37"/>
          <p:cNvSpPr/>
          <p:nvPr/>
        </p:nvSpPr>
        <p:spPr>
          <a:xfrm>
            <a:off x="1325880" y="12816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CONSTRUCTING A TRIANGLE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38"/>
          <p:cNvSpPr/>
          <p:nvPr/>
        </p:nvSpPr>
        <p:spPr>
          <a:xfrm>
            <a:off x="1325880" y="5670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Given 2 Sides and 1 Angle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39"/>
          <p:cNvSpPr/>
          <p:nvPr/>
        </p:nvSpPr>
        <p:spPr>
          <a:xfrm>
            <a:off x="1612080" y="1134000"/>
            <a:ext cx="8967240" cy="509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82" name="Group 4"/>
          <p:cNvGrpSpPr/>
          <p:nvPr/>
        </p:nvGrpSpPr>
        <p:grpSpPr>
          <a:xfrm>
            <a:off x="6185520" y="3867120"/>
            <a:ext cx="3990600" cy="2381040"/>
            <a:chOff x="6185520" y="3867120"/>
            <a:chExt cx="3990600" cy="2381040"/>
          </a:xfrm>
        </p:grpSpPr>
        <p:pic>
          <p:nvPicPr>
            <p:cNvPr id="383" name="Picture 5" descr=""/>
            <p:cNvPicPr/>
            <p:nvPr/>
          </p:nvPicPr>
          <p:blipFill>
            <a:blip r:embed="rId1"/>
            <a:stretch/>
          </p:blipFill>
          <p:spPr>
            <a:xfrm>
              <a:off x="6185520" y="3867120"/>
              <a:ext cx="3990600" cy="2381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84" name="Rectangle 6"/>
            <p:cNvSpPr/>
            <p:nvPr/>
          </p:nvSpPr>
          <p:spPr>
            <a:xfrm>
              <a:off x="8611200" y="6007320"/>
              <a:ext cx="901440" cy="88560"/>
            </a:xfrm>
            <a:prstGeom prst="rect">
              <a:avLst/>
            </a:pr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3920" bIns="4392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sp>
        <p:nvSpPr>
          <p:cNvPr id="385" name="Text Box 9"/>
          <p:cNvSpPr/>
          <p:nvPr/>
        </p:nvSpPr>
        <p:spPr>
          <a:xfrm>
            <a:off x="1612080" y="1570320"/>
            <a:ext cx="8700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Construct a triangle of sides, 10 cm and 7cm with an angle of 115</a:t>
            </a:r>
            <a:r>
              <a:rPr b="0" lang="en-GB" sz="1800" spc="-1" strike="noStrike" baseline="30000">
                <a:solidFill>
                  <a:schemeClr val="dk1"/>
                </a:solidFill>
                <a:latin typeface="Calibri"/>
              </a:rPr>
              <a:t>o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 Box 10"/>
          <p:cNvSpPr/>
          <p:nvPr/>
        </p:nvSpPr>
        <p:spPr>
          <a:xfrm>
            <a:off x="2603160" y="1144800"/>
            <a:ext cx="6802200" cy="363960"/>
          </a:xfrm>
          <a:prstGeom prst="rect">
            <a:avLst/>
          </a:prstGeom>
          <a:solidFill>
            <a:srgbClr val="ffffff"/>
          </a:solidFill>
          <a:ln>
            <a:solidFill>
              <a:srgbClr val="5b9bd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To construct a triangle, given </a:t>
            </a:r>
            <a:r>
              <a:rPr b="1" lang="en-GB" sz="18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2 sides 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and </a:t>
            </a:r>
            <a:r>
              <a:rPr b="1" lang="en-GB" sz="18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1 angle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Box 11"/>
          <p:cNvSpPr/>
          <p:nvPr/>
        </p:nvSpPr>
        <p:spPr>
          <a:xfrm>
            <a:off x="1612080" y="1895040"/>
            <a:ext cx="8483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1.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 Draw a straight line 10 cm long.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Box 17"/>
          <p:cNvSpPr/>
          <p:nvPr/>
        </p:nvSpPr>
        <p:spPr>
          <a:xfrm>
            <a:off x="1612080" y="2219760"/>
            <a:ext cx="8799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2.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Use a protractor to draw an angle of 115</a:t>
            </a:r>
            <a:r>
              <a:rPr b="0" lang="en-GB" sz="1800" spc="-1" strike="noStrike" baseline="30000">
                <a:solidFill>
                  <a:srgbClr val="000000"/>
                </a:solidFill>
                <a:latin typeface="Calibri"/>
              </a:rPr>
              <a:t>o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 on either end of line.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Box 23"/>
          <p:cNvSpPr/>
          <p:nvPr/>
        </p:nvSpPr>
        <p:spPr>
          <a:xfrm>
            <a:off x="1612080" y="2544480"/>
            <a:ext cx="8799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3.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Mark off a length of 7 cm.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Rectangle 97"/>
          <p:cNvSpPr/>
          <p:nvPr/>
        </p:nvSpPr>
        <p:spPr>
          <a:xfrm>
            <a:off x="6117480" y="3683520"/>
            <a:ext cx="4139640" cy="25646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391" name="Group 24"/>
          <p:cNvGrpSpPr/>
          <p:nvPr/>
        </p:nvGrpSpPr>
        <p:grpSpPr>
          <a:xfrm>
            <a:off x="2197800" y="5759640"/>
            <a:ext cx="6349680" cy="581400"/>
            <a:chOff x="2197800" y="5759640"/>
            <a:chExt cx="6349680" cy="581400"/>
          </a:xfrm>
        </p:grpSpPr>
        <p:sp>
          <p:nvSpPr>
            <p:cNvPr id="392" name="Line 25"/>
            <p:cNvSpPr/>
            <p:nvPr/>
          </p:nvSpPr>
          <p:spPr>
            <a:xfrm>
              <a:off x="2553120" y="5989680"/>
              <a:ext cx="5588280" cy="360"/>
            </a:xfrm>
            <a:prstGeom prst="line">
              <a:avLst/>
            </a:prstGeom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93" name="Text Box 26"/>
            <p:cNvSpPr/>
            <p:nvPr/>
          </p:nvSpPr>
          <p:spPr>
            <a:xfrm>
              <a:off x="2197800" y="5813640"/>
              <a:ext cx="36000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A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4" name="Text Box 27"/>
            <p:cNvSpPr/>
            <p:nvPr/>
          </p:nvSpPr>
          <p:spPr>
            <a:xfrm>
              <a:off x="8187480" y="5759640"/>
              <a:ext cx="36000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B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5" name="Text Box 28"/>
            <p:cNvSpPr/>
            <p:nvPr/>
          </p:nvSpPr>
          <p:spPr>
            <a:xfrm>
              <a:off x="4775760" y="5977080"/>
              <a:ext cx="106632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10 cm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96" name="Freeform 42"/>
          <p:cNvSpPr/>
          <p:nvPr/>
        </p:nvSpPr>
        <p:spPr>
          <a:xfrm>
            <a:off x="8150760" y="1963800"/>
            <a:ext cx="1806120" cy="4025520"/>
          </a:xfrm>
          <a:custGeom>
            <a:avLst/>
            <a:gdLst>
              <a:gd name="textAreaLeft" fmla="*/ 0 w 1806120"/>
              <a:gd name="textAreaRight" fmla="*/ 1806480 w 1806120"/>
              <a:gd name="textAreaTop" fmla="*/ 0 h 4025520"/>
              <a:gd name="textAreaBottom" fmla="*/ 4025880 h 4025520"/>
            </a:gdLst>
            <a:ahLst/>
            <a:rect l="textAreaLeft" t="textAreaTop" r="textAreaRight" b="textAreaBottom"/>
            <a:pathLst>
              <a:path w="1138" h="2536">
                <a:moveTo>
                  <a:pt x="1138" y="0"/>
                </a:moveTo>
                <a:lnTo>
                  <a:pt x="0" y="2536"/>
                </a:lnTo>
              </a:path>
            </a:pathLst>
          </a:custGeom>
          <a:noFill/>
          <a:ln w="9525">
            <a:solidFill>
              <a:srgbClr val="00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7" name="Text Box 29"/>
          <p:cNvSpPr/>
          <p:nvPr/>
        </p:nvSpPr>
        <p:spPr>
          <a:xfrm>
            <a:off x="1612080" y="2869200"/>
            <a:ext cx="8357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4.</a:t>
            </a:r>
            <a:r>
              <a:rPr b="0" lang="en-GB" sz="1800" spc="-1" strike="noStrike">
                <a:solidFill>
                  <a:srgbClr val="0000ff"/>
                </a:solidFill>
                <a:latin typeface="Calibri"/>
              </a:rPr>
              <a:t>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Join end points to form the required triangle.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98" name="Group 31"/>
          <p:cNvGrpSpPr/>
          <p:nvPr/>
        </p:nvGrpSpPr>
        <p:grpSpPr>
          <a:xfrm>
            <a:off x="8116560" y="2466360"/>
            <a:ext cx="1603080" cy="3561120"/>
            <a:chOff x="8116560" y="2466360"/>
            <a:chExt cx="1603080" cy="3561120"/>
          </a:xfrm>
        </p:grpSpPr>
        <p:sp>
          <p:nvSpPr>
            <p:cNvPr id="399" name="Line 25"/>
            <p:cNvSpPr/>
            <p:nvPr/>
          </p:nvSpPr>
          <p:spPr>
            <a:xfrm flipH="1">
              <a:off x="8116560" y="2466360"/>
              <a:ext cx="1603080" cy="3561120"/>
            </a:xfrm>
            <a:prstGeom prst="line">
              <a:avLst/>
            </a:prstGeom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00" name="Text Box 30"/>
            <p:cNvSpPr/>
            <p:nvPr/>
          </p:nvSpPr>
          <p:spPr>
            <a:xfrm>
              <a:off x="8911800" y="4447080"/>
              <a:ext cx="76176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7 cm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01" name="Text Box 32"/>
          <p:cNvSpPr/>
          <p:nvPr/>
        </p:nvSpPr>
        <p:spPr>
          <a:xfrm>
            <a:off x="7502040" y="5590080"/>
            <a:ext cx="894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115</a:t>
            </a:r>
            <a:r>
              <a:rPr b="0" lang="en-GB" sz="1800" spc="-1" strike="noStrike" baseline="30000">
                <a:solidFill>
                  <a:srgbClr val="000000"/>
                </a:solidFill>
                <a:latin typeface="Calibri"/>
              </a:rPr>
              <a:t>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Freeform 28"/>
          <p:cNvSpPr/>
          <p:nvPr/>
        </p:nvSpPr>
        <p:spPr>
          <a:xfrm>
            <a:off x="2562480" y="2432520"/>
            <a:ext cx="7186320" cy="3551040"/>
          </a:xfrm>
          <a:custGeom>
            <a:avLst/>
            <a:gdLst>
              <a:gd name="textAreaLeft" fmla="*/ 0 w 7186320"/>
              <a:gd name="textAreaRight" fmla="*/ 7186680 w 7186320"/>
              <a:gd name="textAreaTop" fmla="*/ 0 h 3551040"/>
              <a:gd name="textAreaBottom" fmla="*/ 3551400 h 3551040"/>
            </a:gdLst>
            <a:ahLst/>
            <a:rect l="textAreaLeft" t="textAreaTop" r="textAreaRight" b="textAreaBottom"/>
            <a:pathLst>
              <a:path w="4527" h="2237">
                <a:moveTo>
                  <a:pt x="0" y="2237"/>
                </a:moveTo>
                <a:lnTo>
                  <a:pt x="4527" y="0"/>
                </a:lnTo>
              </a:path>
            </a:pathLst>
          </a:custGeom>
          <a:noFill/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1" dur="indefinite" restart="never" nodeType="tmRoot">
          <p:childTnLst>
            <p:seq>
              <p:cTn id="62" dur="indefinite" nodeType="mainSeq">
                <p:childTnLst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67" dur="80"/>
                                        <p:tgtEl>
                                          <p:spTgt spid="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72" dur="5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77" dur="80"/>
                                        <p:tgtEl>
                                          <p:spTgt spid="3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nodeType="clickEffect" fill="hold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82" dur="500" fill="hold"/>
                                        <p:tgtEl>
                                          <p:spTgt spid="3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3" dur="500" fill="hold"/>
                                        <p:tgtEl>
                                          <p:spTgt spid="3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88" dur="5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01" dur="80"/>
                                        <p:tgtEl>
                                          <p:spTgt spid="3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06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11" dur="80"/>
                                        <p:tgtEl>
                                          <p:spTgt spid="3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16" dur="50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3"/>
          <p:cNvSpPr/>
          <p:nvPr/>
        </p:nvSpPr>
        <p:spPr>
          <a:xfrm>
            <a:off x="1700640" y="12780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37"/>
          <p:cNvSpPr/>
          <p:nvPr/>
        </p:nvSpPr>
        <p:spPr>
          <a:xfrm>
            <a:off x="1325880" y="12816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CONSTRUCTING A TRIANGLE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38"/>
          <p:cNvSpPr/>
          <p:nvPr/>
        </p:nvSpPr>
        <p:spPr>
          <a:xfrm>
            <a:off x="1325880" y="5670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Given 3 Sides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39"/>
          <p:cNvSpPr/>
          <p:nvPr/>
        </p:nvSpPr>
        <p:spPr>
          <a:xfrm>
            <a:off x="1612080" y="1134000"/>
            <a:ext cx="8967240" cy="509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Box 19"/>
          <p:cNvSpPr/>
          <p:nvPr/>
        </p:nvSpPr>
        <p:spPr>
          <a:xfrm>
            <a:off x="2855880" y="1164600"/>
            <a:ext cx="6357600" cy="363960"/>
          </a:xfrm>
          <a:prstGeom prst="rect">
            <a:avLst/>
          </a:prstGeom>
          <a:solidFill>
            <a:srgbClr val="ffffff"/>
          </a:solidFill>
          <a:ln>
            <a:solidFill>
              <a:srgbClr val="5b9bd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To </a:t>
            </a: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construct a triangle, given </a:t>
            </a:r>
            <a:r>
              <a:rPr b="1" lang="en-GB" sz="18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3 sides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 Box 22"/>
          <p:cNvSpPr/>
          <p:nvPr/>
        </p:nvSpPr>
        <p:spPr>
          <a:xfrm>
            <a:off x="1713600" y="1596240"/>
            <a:ext cx="7157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Construct a triangle of sides 7 cm, 3½  cm and 10 cm.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 Box 23"/>
          <p:cNvSpPr/>
          <p:nvPr/>
        </p:nvSpPr>
        <p:spPr>
          <a:xfrm>
            <a:off x="1713600" y="1911600"/>
            <a:ext cx="8483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1. Using the longest side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as the base, draw a straight line 10 cm long.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46" name="Group 455"/>
          <p:cNvGrpSpPr/>
          <p:nvPr/>
        </p:nvGrpSpPr>
        <p:grpSpPr>
          <a:xfrm>
            <a:off x="2936520" y="5520960"/>
            <a:ext cx="6349320" cy="581760"/>
            <a:chOff x="2936520" y="5520960"/>
            <a:chExt cx="6349320" cy="581760"/>
          </a:xfrm>
        </p:grpSpPr>
        <p:sp>
          <p:nvSpPr>
            <p:cNvPr id="447" name="Line 25"/>
            <p:cNvSpPr/>
            <p:nvPr/>
          </p:nvSpPr>
          <p:spPr>
            <a:xfrm>
              <a:off x="3291840" y="5751000"/>
              <a:ext cx="5587920" cy="360"/>
            </a:xfrm>
            <a:prstGeom prst="line">
              <a:avLst/>
            </a:prstGeom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48" name="Text Box 26"/>
            <p:cNvSpPr/>
            <p:nvPr/>
          </p:nvSpPr>
          <p:spPr>
            <a:xfrm>
              <a:off x="2936520" y="5574960"/>
              <a:ext cx="36000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A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9" name="Text Box 27"/>
            <p:cNvSpPr/>
            <p:nvPr/>
          </p:nvSpPr>
          <p:spPr>
            <a:xfrm>
              <a:off x="8925840" y="5520960"/>
              <a:ext cx="36000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B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0" name="Text Box 28"/>
            <p:cNvSpPr/>
            <p:nvPr/>
          </p:nvSpPr>
          <p:spPr>
            <a:xfrm>
              <a:off x="5514480" y="5738760"/>
              <a:ext cx="106632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10 cm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51" name="Text Box 29"/>
          <p:cNvSpPr/>
          <p:nvPr/>
        </p:nvSpPr>
        <p:spPr>
          <a:xfrm>
            <a:off x="1713600" y="2227320"/>
            <a:ext cx="5957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2.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Set compass to 7 cm, place at A and draw an arc.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52" name="Group 38"/>
          <p:cNvGrpSpPr/>
          <p:nvPr/>
        </p:nvGrpSpPr>
        <p:grpSpPr>
          <a:xfrm>
            <a:off x="2794320" y="4612320"/>
            <a:ext cx="921600" cy="1214280"/>
            <a:chOff x="2794320" y="4612320"/>
            <a:chExt cx="921600" cy="1214280"/>
          </a:xfrm>
        </p:grpSpPr>
        <p:sp>
          <p:nvSpPr>
            <p:cNvPr id="453" name="AutoShape 39"/>
            <p:cNvSpPr/>
            <p:nvPr/>
          </p:nvSpPr>
          <p:spPr>
            <a:xfrm rot="20705400">
              <a:off x="2921760" y="4679640"/>
              <a:ext cx="666360" cy="1079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54" name="Freeform 40"/>
            <p:cNvSpPr/>
            <p:nvPr/>
          </p:nvSpPr>
          <p:spPr>
            <a:xfrm rot="20705400">
              <a:off x="3332520" y="4961520"/>
              <a:ext cx="228240" cy="39960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0 h 399600"/>
                <a:gd name="textAreaBottom" fmla="*/ 399960 h 399600"/>
              </a:gdLst>
              <a:ahLst/>
              <a:rect l="textAreaLeft" t="textAreaTop" r="textAreaRight" b="textAreaBottom"/>
              <a:pathLst>
                <a:path w="24" h="42">
                  <a:moveTo>
                    <a:pt x="24" y="38"/>
                  </a:moveTo>
                  <a:lnTo>
                    <a:pt x="24" y="39"/>
                  </a:lnTo>
                  <a:lnTo>
                    <a:pt x="23" y="39"/>
                  </a:lnTo>
                  <a:lnTo>
                    <a:pt x="23" y="40"/>
                  </a:lnTo>
                  <a:lnTo>
                    <a:pt x="22" y="40"/>
                  </a:lnTo>
                  <a:lnTo>
                    <a:pt x="22" y="40"/>
                  </a:lnTo>
                  <a:lnTo>
                    <a:pt x="21" y="41"/>
                  </a:lnTo>
                  <a:lnTo>
                    <a:pt x="21" y="41"/>
                  </a:lnTo>
                  <a:lnTo>
                    <a:pt x="20" y="41"/>
                  </a:lnTo>
                  <a:lnTo>
                    <a:pt x="20" y="41"/>
                  </a:lnTo>
                  <a:lnTo>
                    <a:pt x="19" y="41"/>
                  </a:lnTo>
                  <a:lnTo>
                    <a:pt x="18" y="42"/>
                  </a:lnTo>
                  <a:lnTo>
                    <a:pt x="18" y="42"/>
                  </a:lnTo>
                  <a:lnTo>
                    <a:pt x="17" y="42"/>
                  </a:lnTo>
                  <a:lnTo>
                    <a:pt x="16" y="42"/>
                  </a:lnTo>
                  <a:lnTo>
                    <a:pt x="15" y="42"/>
                  </a:lnTo>
                  <a:lnTo>
                    <a:pt x="15" y="41"/>
                  </a:lnTo>
                  <a:lnTo>
                    <a:pt x="13" y="38"/>
                  </a:lnTo>
                  <a:lnTo>
                    <a:pt x="12" y="35"/>
                  </a:lnTo>
                  <a:lnTo>
                    <a:pt x="10" y="31"/>
                  </a:lnTo>
                  <a:lnTo>
                    <a:pt x="9" y="27"/>
                  </a:lnTo>
                  <a:lnTo>
                    <a:pt x="7" y="23"/>
                  </a:lnTo>
                  <a:lnTo>
                    <a:pt x="5" y="19"/>
                  </a:lnTo>
                  <a:lnTo>
                    <a:pt x="4" y="16"/>
                  </a:lnTo>
                  <a:lnTo>
                    <a:pt x="2" y="12"/>
                  </a:lnTo>
                  <a:lnTo>
                    <a:pt x="2" y="11"/>
                  </a:lnTo>
                  <a:lnTo>
                    <a:pt x="2" y="10"/>
                  </a:lnTo>
                  <a:lnTo>
                    <a:pt x="1" y="9"/>
                  </a:lnTo>
                  <a:lnTo>
                    <a:pt x="1" y="8"/>
                  </a:lnTo>
                  <a:lnTo>
                    <a:pt x="0" y="6"/>
                  </a:lnTo>
                  <a:lnTo>
                    <a:pt x="0" y="6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9" y="0"/>
                  </a:lnTo>
                  <a:lnTo>
                    <a:pt x="9" y="1"/>
                  </a:lnTo>
                  <a:lnTo>
                    <a:pt x="9" y="1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11" y="2"/>
                  </a:lnTo>
                  <a:lnTo>
                    <a:pt x="11" y="3"/>
                  </a:lnTo>
                  <a:lnTo>
                    <a:pt x="11" y="3"/>
                  </a:lnTo>
                  <a:lnTo>
                    <a:pt x="11" y="4"/>
                  </a:lnTo>
                  <a:lnTo>
                    <a:pt x="12" y="6"/>
                  </a:lnTo>
                  <a:lnTo>
                    <a:pt x="13" y="8"/>
                  </a:lnTo>
                  <a:lnTo>
                    <a:pt x="14" y="10"/>
                  </a:lnTo>
                  <a:lnTo>
                    <a:pt x="14" y="12"/>
                  </a:lnTo>
                  <a:lnTo>
                    <a:pt x="16" y="16"/>
                  </a:lnTo>
                  <a:lnTo>
                    <a:pt x="18" y="20"/>
                  </a:lnTo>
                  <a:lnTo>
                    <a:pt x="19" y="24"/>
                  </a:lnTo>
                  <a:lnTo>
                    <a:pt x="20" y="27"/>
                  </a:lnTo>
                  <a:lnTo>
                    <a:pt x="22" y="30"/>
                  </a:lnTo>
                  <a:lnTo>
                    <a:pt x="23" y="33"/>
                  </a:lnTo>
                  <a:lnTo>
                    <a:pt x="24" y="36"/>
                  </a:lnTo>
                  <a:lnTo>
                    <a:pt x="24" y="38"/>
                  </a:lnTo>
                </a:path>
              </a:pathLst>
            </a:custGeom>
            <a:solidFill>
              <a:srgbClr val="e6481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55" name="Freeform 41"/>
            <p:cNvSpPr/>
            <p:nvPr/>
          </p:nvSpPr>
          <p:spPr>
            <a:xfrm rot="20705400">
              <a:off x="3510000" y="5299200"/>
              <a:ext cx="104400" cy="3780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11" h="4">
                  <a:moveTo>
                    <a:pt x="1" y="3"/>
                  </a:moveTo>
                  <a:lnTo>
                    <a:pt x="1" y="3"/>
                  </a:lnTo>
                  <a:lnTo>
                    <a:pt x="1" y="3"/>
                  </a:lnTo>
                  <a:lnTo>
                    <a:pt x="2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4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6" y="3"/>
                  </a:lnTo>
                  <a:lnTo>
                    <a:pt x="7" y="3"/>
                  </a:lnTo>
                  <a:lnTo>
                    <a:pt x="7" y="2"/>
                  </a:lnTo>
                  <a:lnTo>
                    <a:pt x="8" y="2"/>
                  </a:lnTo>
                  <a:lnTo>
                    <a:pt x="8" y="2"/>
                  </a:lnTo>
                  <a:lnTo>
                    <a:pt x="9" y="1"/>
                  </a:lnTo>
                  <a:lnTo>
                    <a:pt x="9" y="1"/>
                  </a:lnTo>
                  <a:lnTo>
                    <a:pt x="10" y="0"/>
                  </a:lnTo>
                  <a:lnTo>
                    <a:pt x="10" y="0"/>
                  </a:lnTo>
                  <a:lnTo>
                    <a:pt x="11" y="0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9" y="2"/>
                  </a:lnTo>
                  <a:lnTo>
                    <a:pt x="9" y="2"/>
                  </a:lnTo>
                  <a:lnTo>
                    <a:pt x="8" y="3"/>
                  </a:lnTo>
                  <a:lnTo>
                    <a:pt x="8" y="3"/>
                  </a:lnTo>
                  <a:lnTo>
                    <a:pt x="7" y="3"/>
                  </a:lnTo>
                  <a:lnTo>
                    <a:pt x="6" y="3"/>
                  </a:lnTo>
                  <a:lnTo>
                    <a:pt x="6" y="4"/>
                  </a:lnTo>
                  <a:lnTo>
                    <a:pt x="5" y="4"/>
                  </a:lnTo>
                  <a:lnTo>
                    <a:pt x="4" y="4"/>
                  </a:lnTo>
                  <a:lnTo>
                    <a:pt x="4" y="4"/>
                  </a:lnTo>
                  <a:lnTo>
                    <a:pt x="3" y="4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4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56" name="Freeform 42"/>
            <p:cNvSpPr/>
            <p:nvPr/>
          </p:nvSpPr>
          <p:spPr>
            <a:xfrm rot="20705400">
              <a:off x="3367440" y="5082840"/>
              <a:ext cx="123480" cy="285480"/>
            </a:xfrm>
            <a:custGeom>
              <a:avLst/>
              <a:gdLst>
                <a:gd name="textAreaLeft" fmla="*/ 0 w 123480"/>
                <a:gd name="textAreaRight" fmla="*/ 123840 w 123480"/>
                <a:gd name="textAreaTop" fmla="*/ 0 h 285480"/>
                <a:gd name="textAreaBottom" fmla="*/ 285840 h 285480"/>
              </a:gdLst>
              <a:ahLst/>
              <a:rect l="textAreaLeft" t="textAreaTop" r="textAreaRight" b="textAreaBottom"/>
              <a:pathLst>
                <a:path w="13" h="30">
                  <a:moveTo>
                    <a:pt x="1" y="0"/>
                  </a:moveTo>
                  <a:lnTo>
                    <a:pt x="1" y="0"/>
                  </a:lnTo>
                  <a:lnTo>
                    <a:pt x="2" y="3"/>
                  </a:lnTo>
                  <a:lnTo>
                    <a:pt x="4" y="7"/>
                  </a:lnTo>
                  <a:lnTo>
                    <a:pt x="5" y="11"/>
                  </a:lnTo>
                  <a:lnTo>
                    <a:pt x="7" y="15"/>
                  </a:lnTo>
                  <a:lnTo>
                    <a:pt x="8" y="19"/>
                  </a:lnTo>
                  <a:lnTo>
                    <a:pt x="10" y="23"/>
                  </a:lnTo>
                  <a:lnTo>
                    <a:pt x="12" y="26"/>
                  </a:lnTo>
                  <a:lnTo>
                    <a:pt x="13" y="29"/>
                  </a:lnTo>
                  <a:lnTo>
                    <a:pt x="12" y="30"/>
                  </a:lnTo>
                  <a:lnTo>
                    <a:pt x="11" y="27"/>
                  </a:lnTo>
                  <a:lnTo>
                    <a:pt x="9" y="23"/>
                  </a:lnTo>
                  <a:lnTo>
                    <a:pt x="8" y="19"/>
                  </a:lnTo>
                  <a:lnTo>
                    <a:pt x="6" y="15"/>
                  </a:lnTo>
                  <a:lnTo>
                    <a:pt x="5" y="11"/>
                  </a:lnTo>
                  <a:lnTo>
                    <a:pt x="3" y="7"/>
                  </a:lnTo>
                  <a:lnTo>
                    <a:pt x="1" y="4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57" name="Freeform 43"/>
            <p:cNvSpPr/>
            <p:nvPr/>
          </p:nvSpPr>
          <p:spPr>
            <a:xfrm rot="20705400">
              <a:off x="3307680" y="505764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3" h="5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2" y="3"/>
                  </a:lnTo>
                  <a:lnTo>
                    <a:pt x="2" y="4"/>
                  </a:lnTo>
                  <a:lnTo>
                    <a:pt x="3" y="5"/>
                  </a:lnTo>
                  <a:lnTo>
                    <a:pt x="2" y="5"/>
                  </a:lnTo>
                  <a:lnTo>
                    <a:pt x="2" y="4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58" name="Freeform 44"/>
            <p:cNvSpPr/>
            <p:nvPr/>
          </p:nvSpPr>
          <p:spPr>
            <a:xfrm rot="20705400">
              <a:off x="3299760" y="5033160"/>
              <a:ext cx="9000" cy="37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1" h="4">
                  <a:moveTo>
                    <a:pt x="0" y="0"/>
                  </a:moveTo>
                  <a:lnTo>
                    <a:pt x="0" y="0"/>
                  </a:lnTo>
                  <a:lnTo>
                    <a:pt x="0" y="1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59" name="Freeform 45"/>
            <p:cNvSpPr/>
            <p:nvPr/>
          </p:nvSpPr>
          <p:spPr>
            <a:xfrm rot="20705400">
              <a:off x="3288960" y="4992120"/>
              <a:ext cx="37800" cy="3780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4" h="4">
                  <a:moveTo>
                    <a:pt x="4" y="0"/>
                  </a:moveTo>
                  <a:lnTo>
                    <a:pt x="4" y="0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0" name="Freeform 46"/>
            <p:cNvSpPr/>
            <p:nvPr/>
          </p:nvSpPr>
          <p:spPr>
            <a:xfrm rot="20705400">
              <a:off x="3321000" y="4971240"/>
              <a:ext cx="56880" cy="1872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6" h="2">
                  <a:moveTo>
                    <a:pt x="5" y="2"/>
                  </a:moveTo>
                  <a:lnTo>
                    <a:pt x="5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1" name="Freeform 47"/>
            <p:cNvSpPr/>
            <p:nvPr/>
          </p:nvSpPr>
          <p:spPr>
            <a:xfrm rot="20705400">
              <a:off x="3373200" y="498096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3" h="3">
                  <a:moveTo>
                    <a:pt x="2" y="3"/>
                  </a:moveTo>
                  <a:lnTo>
                    <a:pt x="2" y="3"/>
                  </a:lnTo>
                  <a:lnTo>
                    <a:pt x="2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2" name="Freeform 48"/>
            <p:cNvSpPr/>
            <p:nvPr/>
          </p:nvSpPr>
          <p:spPr>
            <a:xfrm rot="20705400">
              <a:off x="3405240" y="5001480"/>
              <a:ext cx="37800" cy="75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75960"/>
                <a:gd name="textAreaBottom" fmla="*/ 76320 h 75960"/>
              </a:gdLst>
              <a:ahLst/>
              <a:rect l="textAreaLeft" t="textAreaTop" r="textAreaRight" b="textAreaBottom"/>
              <a:pathLst>
                <a:path w="4" h="8">
                  <a:moveTo>
                    <a:pt x="3" y="8"/>
                  </a:moveTo>
                  <a:lnTo>
                    <a:pt x="3" y="8"/>
                  </a:lnTo>
                  <a:lnTo>
                    <a:pt x="2" y="6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2"/>
                  </a:lnTo>
                  <a:lnTo>
                    <a:pt x="2" y="4"/>
                  </a:lnTo>
                  <a:lnTo>
                    <a:pt x="3" y="6"/>
                  </a:lnTo>
                  <a:lnTo>
                    <a:pt x="4" y="8"/>
                  </a:lnTo>
                  <a:lnTo>
                    <a:pt x="4" y="8"/>
                  </a:lnTo>
                  <a:lnTo>
                    <a:pt x="3" y="8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1320" bIns="313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3" name="Freeform 49"/>
            <p:cNvSpPr/>
            <p:nvPr/>
          </p:nvSpPr>
          <p:spPr>
            <a:xfrm rot="20705400">
              <a:off x="3473280" y="5056560"/>
              <a:ext cx="104400" cy="24732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247320"/>
                <a:gd name="textAreaBottom" fmla="*/ 247680 h 247320"/>
              </a:gdLst>
              <a:ahLst/>
              <a:rect l="textAreaLeft" t="textAreaTop" r="textAreaRight" b="textAreaBottom"/>
              <a:pathLst>
                <a:path w="11" h="26">
                  <a:moveTo>
                    <a:pt x="10" y="26"/>
                  </a:moveTo>
                  <a:lnTo>
                    <a:pt x="10" y="26"/>
                  </a:lnTo>
                  <a:lnTo>
                    <a:pt x="9" y="24"/>
                  </a:lnTo>
                  <a:lnTo>
                    <a:pt x="8" y="21"/>
                  </a:lnTo>
                  <a:lnTo>
                    <a:pt x="7" y="18"/>
                  </a:lnTo>
                  <a:lnTo>
                    <a:pt x="6" y="15"/>
                  </a:lnTo>
                  <a:lnTo>
                    <a:pt x="5" y="12"/>
                  </a:lnTo>
                  <a:lnTo>
                    <a:pt x="3" y="8"/>
                  </a:lnTo>
                  <a:lnTo>
                    <a:pt x="2" y="4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4"/>
                  </a:lnTo>
                  <a:lnTo>
                    <a:pt x="4" y="8"/>
                  </a:lnTo>
                  <a:lnTo>
                    <a:pt x="5" y="11"/>
                  </a:lnTo>
                  <a:lnTo>
                    <a:pt x="7" y="15"/>
                  </a:lnTo>
                  <a:lnTo>
                    <a:pt x="8" y="18"/>
                  </a:lnTo>
                  <a:lnTo>
                    <a:pt x="9" y="21"/>
                  </a:lnTo>
                  <a:lnTo>
                    <a:pt x="10" y="24"/>
                  </a:lnTo>
                  <a:lnTo>
                    <a:pt x="10" y="26"/>
                  </a:lnTo>
                  <a:lnTo>
                    <a:pt x="11" y="26"/>
                  </a:lnTo>
                  <a:lnTo>
                    <a:pt x="10" y="2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4" name="Freeform 50"/>
            <p:cNvSpPr/>
            <p:nvPr/>
          </p:nvSpPr>
          <p:spPr>
            <a:xfrm rot="20705400">
              <a:off x="3292920" y="4983120"/>
              <a:ext cx="104400" cy="759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0 h 75960"/>
                <a:gd name="textAreaBottom" fmla="*/ 76320 h 75960"/>
              </a:gdLst>
              <a:ahLst/>
              <a:rect l="textAreaLeft" t="textAreaTop" r="textAreaRight" b="textAreaBottom"/>
              <a:pathLst>
                <a:path w="11" h="8">
                  <a:moveTo>
                    <a:pt x="1" y="8"/>
                  </a:moveTo>
                  <a:lnTo>
                    <a:pt x="0" y="6"/>
                  </a:lnTo>
                  <a:lnTo>
                    <a:pt x="0" y="6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9" y="0"/>
                  </a:lnTo>
                  <a:lnTo>
                    <a:pt x="9" y="1"/>
                  </a:lnTo>
                  <a:lnTo>
                    <a:pt x="9" y="1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11" y="2"/>
                  </a:lnTo>
                  <a:lnTo>
                    <a:pt x="11" y="3"/>
                  </a:lnTo>
                  <a:lnTo>
                    <a:pt x="11" y="3"/>
                  </a:lnTo>
                  <a:lnTo>
                    <a:pt x="11" y="4"/>
                  </a:lnTo>
                  <a:lnTo>
                    <a:pt x="11" y="4"/>
                  </a:lnTo>
                  <a:lnTo>
                    <a:pt x="10" y="3"/>
                  </a:lnTo>
                  <a:lnTo>
                    <a:pt x="10" y="3"/>
                  </a:lnTo>
                  <a:lnTo>
                    <a:pt x="9" y="3"/>
                  </a:lnTo>
                  <a:lnTo>
                    <a:pt x="9" y="4"/>
                  </a:lnTo>
                  <a:lnTo>
                    <a:pt x="8" y="4"/>
                  </a:lnTo>
                  <a:lnTo>
                    <a:pt x="8" y="5"/>
                  </a:lnTo>
                  <a:lnTo>
                    <a:pt x="8" y="5"/>
                  </a:lnTo>
                  <a:lnTo>
                    <a:pt x="8" y="5"/>
                  </a:lnTo>
                  <a:lnTo>
                    <a:pt x="8" y="5"/>
                  </a:lnTo>
                  <a:lnTo>
                    <a:pt x="7" y="5"/>
                  </a:lnTo>
                  <a:lnTo>
                    <a:pt x="7" y="5"/>
                  </a:lnTo>
                  <a:lnTo>
                    <a:pt x="7" y="5"/>
                  </a:lnTo>
                  <a:lnTo>
                    <a:pt x="6" y="4"/>
                  </a:lnTo>
                  <a:lnTo>
                    <a:pt x="6" y="5"/>
                  </a:lnTo>
                  <a:lnTo>
                    <a:pt x="6" y="4"/>
                  </a:lnTo>
                  <a:lnTo>
                    <a:pt x="5" y="5"/>
                  </a:lnTo>
                  <a:lnTo>
                    <a:pt x="5" y="5"/>
                  </a:lnTo>
                  <a:lnTo>
                    <a:pt x="5" y="5"/>
                  </a:lnTo>
                  <a:lnTo>
                    <a:pt x="5" y="5"/>
                  </a:lnTo>
                  <a:lnTo>
                    <a:pt x="4" y="5"/>
                  </a:lnTo>
                  <a:lnTo>
                    <a:pt x="4" y="6"/>
                  </a:lnTo>
                  <a:lnTo>
                    <a:pt x="4" y="6"/>
                  </a:lnTo>
                  <a:lnTo>
                    <a:pt x="4" y="6"/>
                  </a:lnTo>
                  <a:lnTo>
                    <a:pt x="3" y="6"/>
                  </a:lnTo>
                  <a:lnTo>
                    <a:pt x="3" y="6"/>
                  </a:lnTo>
                  <a:lnTo>
                    <a:pt x="2" y="6"/>
                  </a:lnTo>
                  <a:lnTo>
                    <a:pt x="2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7"/>
                  </a:lnTo>
                  <a:lnTo>
                    <a:pt x="1" y="8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1320" bIns="313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5" name="Freeform 51"/>
            <p:cNvSpPr/>
            <p:nvPr/>
          </p:nvSpPr>
          <p:spPr>
            <a:xfrm rot="20705400">
              <a:off x="3299760" y="5033160"/>
              <a:ext cx="9000" cy="37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1" h="4">
                  <a:moveTo>
                    <a:pt x="0" y="0"/>
                  </a:moveTo>
                  <a:lnTo>
                    <a:pt x="0" y="0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2"/>
                  </a:lnTo>
                  <a:lnTo>
                    <a:pt x="1" y="3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6" name="Freeform 52"/>
            <p:cNvSpPr/>
            <p:nvPr/>
          </p:nvSpPr>
          <p:spPr>
            <a:xfrm rot="20705400">
              <a:off x="3288960" y="4992120"/>
              <a:ext cx="37800" cy="3780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4" h="4">
                  <a:moveTo>
                    <a:pt x="4" y="0"/>
                  </a:moveTo>
                  <a:lnTo>
                    <a:pt x="4" y="0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7" name="Freeform 53"/>
            <p:cNvSpPr/>
            <p:nvPr/>
          </p:nvSpPr>
          <p:spPr>
            <a:xfrm rot="20705400">
              <a:off x="3321000" y="4971240"/>
              <a:ext cx="56880" cy="1872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6" h="2">
                  <a:moveTo>
                    <a:pt x="5" y="2"/>
                  </a:moveTo>
                  <a:lnTo>
                    <a:pt x="5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8" name="Freeform 54"/>
            <p:cNvSpPr/>
            <p:nvPr/>
          </p:nvSpPr>
          <p:spPr>
            <a:xfrm rot="20705400">
              <a:off x="3373200" y="498096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3" h="3">
                  <a:moveTo>
                    <a:pt x="3" y="3"/>
                  </a:moveTo>
                  <a:lnTo>
                    <a:pt x="2" y="3"/>
                  </a:lnTo>
                  <a:lnTo>
                    <a:pt x="2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2" y="3"/>
                  </a:lnTo>
                  <a:lnTo>
                    <a:pt x="3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69" name="Freeform 55"/>
            <p:cNvSpPr/>
            <p:nvPr/>
          </p:nvSpPr>
          <p:spPr>
            <a:xfrm rot="20705400">
              <a:off x="3367440" y="500076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4" h="2">
                  <a:moveTo>
                    <a:pt x="0" y="2"/>
                  </a:move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0" name="Freeform 56"/>
            <p:cNvSpPr/>
            <p:nvPr/>
          </p:nvSpPr>
          <p:spPr>
            <a:xfrm rot="20705400">
              <a:off x="3324960" y="5020560"/>
              <a:ext cx="47160" cy="2808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5" h="3">
                  <a:moveTo>
                    <a:pt x="1" y="2"/>
                  </a:move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1" name="Freeform 57"/>
            <p:cNvSpPr/>
            <p:nvPr/>
          </p:nvSpPr>
          <p:spPr>
            <a:xfrm rot="20705400">
              <a:off x="3300120" y="5038560"/>
              <a:ext cx="37800" cy="280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4" h="3">
                  <a:moveTo>
                    <a:pt x="1" y="2"/>
                  </a:moveTo>
                  <a:lnTo>
                    <a:pt x="0" y="2"/>
                  </a:lnTo>
                  <a:lnTo>
                    <a:pt x="0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2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0" y="3"/>
                  </a:lnTo>
                  <a:lnTo>
                    <a:pt x="1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2" name="Freeform 58"/>
            <p:cNvSpPr/>
            <p:nvPr/>
          </p:nvSpPr>
          <p:spPr>
            <a:xfrm rot="20705400">
              <a:off x="3299040" y="4994280"/>
              <a:ext cx="75960" cy="2808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8" h="3">
                  <a:moveTo>
                    <a:pt x="0" y="3"/>
                  </a:moveTo>
                  <a:lnTo>
                    <a:pt x="0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8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3" name="Freeform 59"/>
            <p:cNvSpPr/>
            <p:nvPr/>
          </p:nvSpPr>
          <p:spPr>
            <a:xfrm rot="20705400">
              <a:off x="3410280" y="5001840"/>
              <a:ext cx="132840" cy="32364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323640"/>
                <a:gd name="textAreaBottom" fmla="*/ 324000 h 323640"/>
              </a:gdLst>
              <a:ahLst/>
              <a:rect l="textAreaLeft" t="textAreaTop" r="textAreaRight" b="textAreaBottom"/>
              <a:pathLst>
                <a:path w="14" h="34">
                  <a:moveTo>
                    <a:pt x="14" y="34"/>
                  </a:moveTo>
                  <a:lnTo>
                    <a:pt x="13" y="34"/>
                  </a:lnTo>
                  <a:lnTo>
                    <a:pt x="0" y="0"/>
                  </a:lnTo>
                  <a:lnTo>
                    <a:pt x="1" y="0"/>
                  </a:lnTo>
                  <a:lnTo>
                    <a:pt x="14" y="34"/>
                  </a:lnTo>
                  <a:lnTo>
                    <a:pt x="14" y="34"/>
                  </a:lnTo>
                  <a:lnTo>
                    <a:pt x="14" y="3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4" name="Freeform 60"/>
            <p:cNvSpPr/>
            <p:nvPr/>
          </p:nvSpPr>
          <p:spPr>
            <a:xfrm rot="20705400">
              <a:off x="3574800" y="53042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5" name="Freeform 61"/>
            <p:cNvSpPr/>
            <p:nvPr/>
          </p:nvSpPr>
          <p:spPr>
            <a:xfrm rot="20705400">
              <a:off x="3328200" y="50443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1"/>
                  </a:move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6" name="Freeform 62"/>
            <p:cNvSpPr/>
            <p:nvPr/>
          </p:nvSpPr>
          <p:spPr>
            <a:xfrm rot="20705400">
              <a:off x="3367800" y="5022720"/>
              <a:ext cx="132840" cy="33300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333000"/>
                <a:gd name="textAreaBottom" fmla="*/ 333360 h 333000"/>
              </a:gdLst>
              <a:ahLst/>
              <a:rect l="textAreaLeft" t="textAreaTop" r="textAreaRight" b="textAreaBottom"/>
              <a:pathLst>
                <a:path w="14" h="35">
                  <a:moveTo>
                    <a:pt x="14" y="34"/>
                  </a:moveTo>
                  <a:lnTo>
                    <a:pt x="14" y="35"/>
                  </a:lnTo>
                  <a:lnTo>
                    <a:pt x="0" y="1"/>
                  </a:lnTo>
                  <a:lnTo>
                    <a:pt x="1" y="0"/>
                  </a:lnTo>
                  <a:lnTo>
                    <a:pt x="14" y="34"/>
                  </a:lnTo>
                  <a:lnTo>
                    <a:pt x="14" y="34"/>
                  </a:lnTo>
                  <a:lnTo>
                    <a:pt x="14" y="3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7" name="Freeform 63"/>
            <p:cNvSpPr/>
            <p:nvPr/>
          </p:nvSpPr>
          <p:spPr>
            <a:xfrm rot="20705400">
              <a:off x="3526920" y="5288760"/>
              <a:ext cx="85320" cy="11412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114120"/>
                <a:gd name="textAreaBottom" fmla="*/ 114480 h 114120"/>
              </a:gdLst>
              <a:ahLst/>
              <a:rect l="textAreaLeft" t="textAreaTop" r="textAreaRight" b="textAreaBottom"/>
              <a:pathLst>
                <a:path w="9" h="12">
                  <a:moveTo>
                    <a:pt x="9" y="1"/>
                  </a:moveTo>
                  <a:lnTo>
                    <a:pt x="9" y="2"/>
                  </a:lnTo>
                  <a:lnTo>
                    <a:pt x="9" y="3"/>
                  </a:lnTo>
                  <a:lnTo>
                    <a:pt x="9" y="3"/>
                  </a:lnTo>
                  <a:lnTo>
                    <a:pt x="8" y="4"/>
                  </a:lnTo>
                  <a:lnTo>
                    <a:pt x="8" y="5"/>
                  </a:lnTo>
                  <a:lnTo>
                    <a:pt x="8" y="6"/>
                  </a:lnTo>
                  <a:lnTo>
                    <a:pt x="8" y="7"/>
                  </a:lnTo>
                  <a:lnTo>
                    <a:pt x="8" y="8"/>
                  </a:lnTo>
                  <a:lnTo>
                    <a:pt x="8" y="8"/>
                  </a:lnTo>
                  <a:lnTo>
                    <a:pt x="8" y="9"/>
                  </a:lnTo>
                  <a:lnTo>
                    <a:pt x="8" y="9"/>
                  </a:lnTo>
                  <a:lnTo>
                    <a:pt x="8" y="10"/>
                  </a:lnTo>
                  <a:lnTo>
                    <a:pt x="8" y="10"/>
                  </a:lnTo>
                  <a:lnTo>
                    <a:pt x="8" y="11"/>
                  </a:lnTo>
                  <a:lnTo>
                    <a:pt x="8" y="11"/>
                  </a:lnTo>
                  <a:lnTo>
                    <a:pt x="8" y="12"/>
                  </a:lnTo>
                  <a:lnTo>
                    <a:pt x="8" y="11"/>
                  </a:lnTo>
                  <a:lnTo>
                    <a:pt x="7" y="11"/>
                  </a:lnTo>
                  <a:lnTo>
                    <a:pt x="7" y="11"/>
                  </a:lnTo>
                  <a:lnTo>
                    <a:pt x="7" y="10"/>
                  </a:lnTo>
                  <a:lnTo>
                    <a:pt x="6" y="10"/>
                  </a:lnTo>
                  <a:lnTo>
                    <a:pt x="6" y="10"/>
                  </a:lnTo>
                  <a:lnTo>
                    <a:pt x="6" y="9"/>
                  </a:lnTo>
                  <a:lnTo>
                    <a:pt x="5" y="9"/>
                  </a:lnTo>
                  <a:lnTo>
                    <a:pt x="5" y="9"/>
                  </a:lnTo>
                  <a:lnTo>
                    <a:pt x="5" y="8"/>
                  </a:lnTo>
                  <a:lnTo>
                    <a:pt x="4" y="8"/>
                  </a:lnTo>
                  <a:lnTo>
                    <a:pt x="4" y="8"/>
                  </a:lnTo>
                  <a:lnTo>
                    <a:pt x="4" y="7"/>
                  </a:lnTo>
                  <a:lnTo>
                    <a:pt x="3" y="7"/>
                  </a:lnTo>
                  <a:lnTo>
                    <a:pt x="3" y="7"/>
                  </a:lnTo>
                  <a:lnTo>
                    <a:pt x="3" y="6"/>
                  </a:lnTo>
                  <a:lnTo>
                    <a:pt x="2" y="6"/>
                  </a:lnTo>
                  <a:lnTo>
                    <a:pt x="2" y="6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4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2"/>
                  </a:lnTo>
                  <a:lnTo>
                    <a:pt x="7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8" y="1"/>
                  </a:lnTo>
                  <a:lnTo>
                    <a:pt x="8" y="0"/>
                  </a:lnTo>
                  <a:lnTo>
                    <a:pt x="8" y="0"/>
                  </a:lnTo>
                  <a:lnTo>
                    <a:pt x="9" y="1"/>
                  </a:lnTo>
                  <a:lnTo>
                    <a:pt x="9" y="1"/>
                  </a:lnTo>
                </a:path>
              </a:pathLst>
            </a:custGeom>
            <a:solidFill>
              <a:srgbClr val="ebc1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8" name="Freeform 64"/>
            <p:cNvSpPr/>
            <p:nvPr/>
          </p:nvSpPr>
          <p:spPr>
            <a:xfrm rot="20705400">
              <a:off x="3598200" y="5288760"/>
              <a:ext cx="9000" cy="662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66240"/>
                <a:gd name="textAreaBottom" fmla="*/ 66600 h 66240"/>
              </a:gdLst>
              <a:ahLst/>
              <a:rect l="textAreaLeft" t="textAreaTop" r="textAreaRight" b="textAreaBottom"/>
              <a:pathLst>
                <a:path w="1" h="7">
                  <a:moveTo>
                    <a:pt x="0" y="7"/>
                  </a:moveTo>
                  <a:lnTo>
                    <a:pt x="0" y="7"/>
                  </a:lnTo>
                  <a:lnTo>
                    <a:pt x="0" y="6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6"/>
                  </a:lnTo>
                  <a:lnTo>
                    <a:pt x="0" y="7"/>
                  </a:lnTo>
                  <a:lnTo>
                    <a:pt x="0" y="7"/>
                  </a:lnTo>
                  <a:lnTo>
                    <a:pt x="0" y="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79" name="Freeform 65"/>
            <p:cNvSpPr/>
            <p:nvPr/>
          </p:nvSpPr>
          <p:spPr>
            <a:xfrm rot="20705400">
              <a:off x="3602520" y="5356440"/>
              <a:ext cx="9000" cy="37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1" h="4">
                  <a:moveTo>
                    <a:pt x="1" y="3"/>
                  </a:move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0" name="Freeform 66"/>
            <p:cNvSpPr/>
            <p:nvPr/>
          </p:nvSpPr>
          <p:spPr>
            <a:xfrm rot="20705400">
              <a:off x="3584880" y="536796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3" h="3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1" name="Freeform 67"/>
            <p:cNvSpPr/>
            <p:nvPr/>
          </p:nvSpPr>
          <p:spPr>
            <a:xfrm rot="20705400">
              <a:off x="3519720" y="5332680"/>
              <a:ext cx="56880" cy="4716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6" h="5">
                  <a:moveTo>
                    <a:pt x="1" y="1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5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6" y="4"/>
                  </a:lnTo>
                  <a:lnTo>
                    <a:pt x="6" y="4"/>
                  </a:lnTo>
                  <a:lnTo>
                    <a:pt x="6" y="4"/>
                  </a:lnTo>
                  <a:lnTo>
                    <a:pt x="6" y="5"/>
                  </a:lnTo>
                  <a:lnTo>
                    <a:pt x="6" y="5"/>
                  </a:lnTo>
                  <a:lnTo>
                    <a:pt x="6" y="5"/>
                  </a:lnTo>
                  <a:lnTo>
                    <a:pt x="5" y="5"/>
                  </a:lnTo>
                  <a:lnTo>
                    <a:pt x="5" y="4"/>
                  </a:lnTo>
                  <a:lnTo>
                    <a:pt x="5" y="4"/>
                  </a:lnTo>
                  <a:lnTo>
                    <a:pt x="4" y="4"/>
                  </a:lnTo>
                  <a:lnTo>
                    <a:pt x="4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2" name="Freeform 68"/>
            <p:cNvSpPr/>
            <p:nvPr/>
          </p:nvSpPr>
          <p:spPr>
            <a:xfrm rot="20705400">
              <a:off x="3513960" y="532800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3" y="1"/>
                  </a:move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2" y="1"/>
                  </a:lnTo>
                  <a:lnTo>
                    <a:pt x="3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3" name="Freeform 69"/>
            <p:cNvSpPr/>
            <p:nvPr/>
          </p:nvSpPr>
          <p:spPr>
            <a:xfrm rot="20705400">
              <a:off x="3528000" y="5300640"/>
              <a:ext cx="56880" cy="2808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6" h="3">
                  <a:moveTo>
                    <a:pt x="6" y="1"/>
                  </a:move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6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4" name="Freeform 70"/>
            <p:cNvSpPr/>
            <p:nvPr/>
          </p:nvSpPr>
          <p:spPr>
            <a:xfrm rot="20705400">
              <a:off x="3570840" y="528300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3" y="1"/>
                  </a:move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5" name="Freeform 71"/>
            <p:cNvSpPr/>
            <p:nvPr/>
          </p:nvSpPr>
          <p:spPr>
            <a:xfrm rot="20705400">
              <a:off x="3583800" y="5358960"/>
              <a:ext cx="28080" cy="378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3" h="4">
                  <a:moveTo>
                    <a:pt x="3" y="0"/>
                  </a:move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6" name="Freeform 72"/>
            <p:cNvSpPr/>
            <p:nvPr/>
          </p:nvSpPr>
          <p:spPr>
            <a:xfrm rot="20705400">
              <a:off x="3602520" y="5356440"/>
              <a:ext cx="9000" cy="37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1" h="4">
                  <a:moveTo>
                    <a:pt x="1" y="3"/>
                  </a:move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7" name="Freeform 73"/>
            <p:cNvSpPr/>
            <p:nvPr/>
          </p:nvSpPr>
          <p:spPr>
            <a:xfrm rot="20705400">
              <a:off x="3583800" y="5358960"/>
              <a:ext cx="28080" cy="378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3" h="4">
                  <a:moveTo>
                    <a:pt x="0" y="1"/>
                  </a:move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4"/>
                  </a:lnTo>
                  <a:lnTo>
                    <a:pt x="2" y="4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8" name="Freeform 74"/>
            <p:cNvSpPr/>
            <p:nvPr/>
          </p:nvSpPr>
          <p:spPr>
            <a:xfrm rot="20705400">
              <a:off x="3579840" y="5359320"/>
              <a:ext cx="28080" cy="90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3" h="1">
                  <a:moveTo>
                    <a:pt x="3" y="0"/>
                  </a:move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89" name="Freeform 75"/>
            <p:cNvSpPr/>
            <p:nvPr/>
          </p:nvSpPr>
          <p:spPr>
            <a:xfrm rot="20705400">
              <a:off x="3578400" y="53917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0" name="Freeform 76"/>
            <p:cNvSpPr/>
            <p:nvPr/>
          </p:nvSpPr>
          <p:spPr>
            <a:xfrm rot="20705400">
              <a:off x="3330360" y="5395680"/>
              <a:ext cx="256680" cy="280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27" h="3">
                  <a:moveTo>
                    <a:pt x="0" y="0"/>
                  </a:moveTo>
                  <a:lnTo>
                    <a:pt x="1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9" y="0"/>
                  </a:lnTo>
                  <a:lnTo>
                    <a:pt x="10" y="0"/>
                  </a:lnTo>
                  <a:lnTo>
                    <a:pt x="10" y="0"/>
                  </a:lnTo>
                  <a:lnTo>
                    <a:pt x="11" y="0"/>
                  </a:lnTo>
                  <a:lnTo>
                    <a:pt x="12" y="0"/>
                  </a:lnTo>
                  <a:lnTo>
                    <a:pt x="13" y="0"/>
                  </a:lnTo>
                  <a:lnTo>
                    <a:pt x="14" y="0"/>
                  </a:lnTo>
                  <a:lnTo>
                    <a:pt x="15" y="0"/>
                  </a:lnTo>
                  <a:lnTo>
                    <a:pt x="15" y="0"/>
                  </a:lnTo>
                  <a:lnTo>
                    <a:pt x="16" y="0"/>
                  </a:lnTo>
                  <a:lnTo>
                    <a:pt x="17" y="0"/>
                  </a:lnTo>
                  <a:lnTo>
                    <a:pt x="18" y="1"/>
                  </a:lnTo>
                  <a:lnTo>
                    <a:pt x="19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21" y="1"/>
                  </a:lnTo>
                  <a:lnTo>
                    <a:pt x="22" y="1"/>
                  </a:lnTo>
                  <a:lnTo>
                    <a:pt x="23" y="2"/>
                  </a:lnTo>
                  <a:lnTo>
                    <a:pt x="24" y="2"/>
                  </a:lnTo>
                  <a:lnTo>
                    <a:pt x="24" y="2"/>
                  </a:lnTo>
                  <a:lnTo>
                    <a:pt x="25" y="2"/>
                  </a:lnTo>
                  <a:lnTo>
                    <a:pt x="26" y="2"/>
                  </a:lnTo>
                  <a:lnTo>
                    <a:pt x="27" y="3"/>
                  </a:lnTo>
                  <a:lnTo>
                    <a:pt x="26" y="3"/>
                  </a:lnTo>
                  <a:lnTo>
                    <a:pt x="26" y="3"/>
                  </a:lnTo>
                  <a:lnTo>
                    <a:pt x="25" y="3"/>
                  </a:lnTo>
                  <a:lnTo>
                    <a:pt x="24" y="3"/>
                  </a:lnTo>
                  <a:lnTo>
                    <a:pt x="23" y="2"/>
                  </a:lnTo>
                  <a:lnTo>
                    <a:pt x="23" y="2"/>
                  </a:lnTo>
                  <a:lnTo>
                    <a:pt x="22" y="2"/>
                  </a:lnTo>
                  <a:lnTo>
                    <a:pt x="21" y="2"/>
                  </a:lnTo>
                  <a:lnTo>
                    <a:pt x="20" y="2"/>
                  </a:lnTo>
                  <a:lnTo>
                    <a:pt x="20" y="2"/>
                  </a:lnTo>
                  <a:lnTo>
                    <a:pt x="19" y="1"/>
                  </a:lnTo>
                  <a:lnTo>
                    <a:pt x="18" y="1"/>
                  </a:lnTo>
                  <a:lnTo>
                    <a:pt x="17" y="1"/>
                  </a:lnTo>
                  <a:lnTo>
                    <a:pt x="16" y="1"/>
                  </a:lnTo>
                  <a:lnTo>
                    <a:pt x="15" y="1"/>
                  </a:lnTo>
                  <a:lnTo>
                    <a:pt x="15" y="1"/>
                  </a:lnTo>
                  <a:lnTo>
                    <a:pt x="14" y="1"/>
                  </a:lnTo>
                  <a:lnTo>
                    <a:pt x="13" y="1"/>
                  </a:lnTo>
                  <a:lnTo>
                    <a:pt x="12" y="1"/>
                  </a:lnTo>
                  <a:lnTo>
                    <a:pt x="11" y="1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9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1" name="Freeform 77"/>
            <p:cNvSpPr/>
            <p:nvPr/>
          </p:nvSpPr>
          <p:spPr>
            <a:xfrm rot="20705400">
              <a:off x="3578400" y="53917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0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2" name="Freeform 78"/>
            <p:cNvSpPr/>
            <p:nvPr/>
          </p:nvSpPr>
          <p:spPr>
            <a:xfrm rot="20705400">
              <a:off x="3429720" y="5188320"/>
              <a:ext cx="142560" cy="9504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95040"/>
                <a:gd name="textAreaBottom" fmla="*/ 95400 h 95040"/>
              </a:gdLst>
              <a:ahLst/>
              <a:rect l="textAreaLeft" t="textAreaTop" r="textAreaRight" b="textAreaBottom"/>
              <a:pathLst>
                <a:path w="15" h="10">
                  <a:moveTo>
                    <a:pt x="13" y="0"/>
                  </a:moveTo>
                  <a:lnTo>
                    <a:pt x="12" y="0"/>
                  </a:lnTo>
                  <a:lnTo>
                    <a:pt x="11" y="1"/>
                  </a:lnTo>
                  <a:lnTo>
                    <a:pt x="11" y="1"/>
                  </a:lnTo>
                  <a:lnTo>
                    <a:pt x="10" y="1"/>
                  </a:lnTo>
                  <a:lnTo>
                    <a:pt x="9" y="2"/>
                  </a:lnTo>
                  <a:lnTo>
                    <a:pt x="8" y="2"/>
                  </a:lnTo>
                  <a:lnTo>
                    <a:pt x="7" y="2"/>
                  </a:lnTo>
                  <a:lnTo>
                    <a:pt x="6" y="3"/>
                  </a:lnTo>
                  <a:lnTo>
                    <a:pt x="6" y="3"/>
                  </a:lnTo>
                  <a:lnTo>
                    <a:pt x="5" y="3"/>
                  </a:lnTo>
                  <a:lnTo>
                    <a:pt x="4" y="4"/>
                  </a:lnTo>
                  <a:lnTo>
                    <a:pt x="3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6"/>
                  </a:lnTo>
                  <a:lnTo>
                    <a:pt x="1" y="7"/>
                  </a:lnTo>
                  <a:lnTo>
                    <a:pt x="1" y="8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3" y="10"/>
                  </a:lnTo>
                  <a:lnTo>
                    <a:pt x="4" y="10"/>
                  </a:lnTo>
                  <a:lnTo>
                    <a:pt x="5" y="9"/>
                  </a:lnTo>
                  <a:lnTo>
                    <a:pt x="6" y="9"/>
                  </a:lnTo>
                  <a:lnTo>
                    <a:pt x="7" y="9"/>
                  </a:lnTo>
                  <a:lnTo>
                    <a:pt x="8" y="9"/>
                  </a:lnTo>
                  <a:lnTo>
                    <a:pt x="9" y="8"/>
                  </a:lnTo>
                  <a:lnTo>
                    <a:pt x="10" y="8"/>
                  </a:lnTo>
                  <a:lnTo>
                    <a:pt x="11" y="8"/>
                  </a:lnTo>
                  <a:lnTo>
                    <a:pt x="12" y="7"/>
                  </a:lnTo>
                  <a:lnTo>
                    <a:pt x="13" y="7"/>
                  </a:lnTo>
                  <a:lnTo>
                    <a:pt x="13" y="6"/>
                  </a:lnTo>
                  <a:lnTo>
                    <a:pt x="14" y="6"/>
                  </a:lnTo>
                  <a:lnTo>
                    <a:pt x="14" y="5"/>
                  </a:lnTo>
                  <a:lnTo>
                    <a:pt x="15" y="5"/>
                  </a:lnTo>
                  <a:lnTo>
                    <a:pt x="14" y="3"/>
                  </a:lnTo>
                  <a:lnTo>
                    <a:pt x="14" y="2"/>
                  </a:lnTo>
                  <a:lnTo>
                    <a:pt x="13" y="1"/>
                  </a:lnTo>
                  <a:lnTo>
                    <a:pt x="13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3" name="Freeform 79"/>
            <p:cNvSpPr/>
            <p:nvPr/>
          </p:nvSpPr>
          <p:spPr>
            <a:xfrm rot="20705400">
              <a:off x="3414600" y="5193000"/>
              <a:ext cx="132840" cy="4716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14" h="5">
                  <a:moveTo>
                    <a:pt x="0" y="5"/>
                  </a:moveTo>
                  <a:lnTo>
                    <a:pt x="1" y="5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4"/>
                  </a:lnTo>
                  <a:lnTo>
                    <a:pt x="4" y="4"/>
                  </a:lnTo>
                  <a:lnTo>
                    <a:pt x="5" y="3"/>
                  </a:lnTo>
                  <a:lnTo>
                    <a:pt x="6" y="3"/>
                  </a:lnTo>
                  <a:lnTo>
                    <a:pt x="7" y="3"/>
                  </a:lnTo>
                  <a:lnTo>
                    <a:pt x="7" y="2"/>
                  </a:lnTo>
                  <a:lnTo>
                    <a:pt x="8" y="2"/>
                  </a:lnTo>
                  <a:lnTo>
                    <a:pt x="9" y="2"/>
                  </a:lnTo>
                  <a:lnTo>
                    <a:pt x="10" y="1"/>
                  </a:lnTo>
                  <a:lnTo>
                    <a:pt x="11" y="1"/>
                  </a:lnTo>
                  <a:lnTo>
                    <a:pt x="12" y="1"/>
                  </a:lnTo>
                  <a:lnTo>
                    <a:pt x="12" y="0"/>
                  </a:lnTo>
                  <a:lnTo>
                    <a:pt x="13" y="0"/>
                  </a:lnTo>
                  <a:lnTo>
                    <a:pt x="14" y="0"/>
                  </a:lnTo>
                  <a:lnTo>
                    <a:pt x="14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2" y="1"/>
                  </a:lnTo>
                  <a:lnTo>
                    <a:pt x="11" y="2"/>
                  </a:lnTo>
                  <a:lnTo>
                    <a:pt x="10" y="2"/>
                  </a:lnTo>
                  <a:lnTo>
                    <a:pt x="9" y="2"/>
                  </a:lnTo>
                  <a:lnTo>
                    <a:pt x="8" y="3"/>
                  </a:lnTo>
                  <a:lnTo>
                    <a:pt x="8" y="3"/>
                  </a:lnTo>
                  <a:lnTo>
                    <a:pt x="7" y="3"/>
                  </a:lnTo>
                  <a:lnTo>
                    <a:pt x="6" y="4"/>
                  </a:lnTo>
                  <a:lnTo>
                    <a:pt x="5" y="4"/>
                  </a:lnTo>
                  <a:lnTo>
                    <a:pt x="4" y="4"/>
                  </a:lnTo>
                  <a:lnTo>
                    <a:pt x="3" y="5"/>
                  </a:lnTo>
                  <a:lnTo>
                    <a:pt x="3" y="5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4" name="Freeform 80"/>
            <p:cNvSpPr/>
            <p:nvPr/>
          </p:nvSpPr>
          <p:spPr>
            <a:xfrm rot="20705400">
              <a:off x="3428640" y="525240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3" h="5">
                  <a:moveTo>
                    <a:pt x="2" y="5"/>
                  </a:moveTo>
                  <a:lnTo>
                    <a:pt x="2" y="5"/>
                  </a:lnTo>
                  <a:lnTo>
                    <a:pt x="2" y="4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4"/>
                  </a:lnTo>
                  <a:lnTo>
                    <a:pt x="2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5" name="Freeform 81"/>
            <p:cNvSpPr/>
            <p:nvPr/>
          </p:nvSpPr>
          <p:spPr>
            <a:xfrm rot="20705400">
              <a:off x="3444120" y="5224680"/>
              <a:ext cx="132840" cy="5688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56880"/>
                <a:gd name="textAreaBottom" fmla="*/ 57240 h 56880"/>
              </a:gdLst>
              <a:ahLst/>
              <a:rect l="textAreaLeft" t="textAreaTop" r="textAreaRight" b="textAreaBottom"/>
              <a:pathLst>
                <a:path w="14" h="6">
                  <a:moveTo>
                    <a:pt x="14" y="1"/>
                  </a:moveTo>
                  <a:lnTo>
                    <a:pt x="14" y="1"/>
                  </a:lnTo>
                  <a:lnTo>
                    <a:pt x="14" y="1"/>
                  </a:lnTo>
                  <a:lnTo>
                    <a:pt x="13" y="2"/>
                  </a:lnTo>
                  <a:lnTo>
                    <a:pt x="13" y="2"/>
                  </a:lnTo>
                  <a:lnTo>
                    <a:pt x="12" y="3"/>
                  </a:lnTo>
                  <a:lnTo>
                    <a:pt x="11" y="4"/>
                  </a:lnTo>
                  <a:lnTo>
                    <a:pt x="10" y="4"/>
                  </a:lnTo>
                  <a:lnTo>
                    <a:pt x="9" y="4"/>
                  </a:lnTo>
                  <a:lnTo>
                    <a:pt x="8" y="5"/>
                  </a:lnTo>
                  <a:lnTo>
                    <a:pt x="7" y="5"/>
                  </a:lnTo>
                  <a:lnTo>
                    <a:pt x="6" y="5"/>
                  </a:lnTo>
                  <a:lnTo>
                    <a:pt x="5" y="6"/>
                  </a:lnTo>
                  <a:lnTo>
                    <a:pt x="4" y="6"/>
                  </a:lnTo>
                  <a:lnTo>
                    <a:pt x="3" y="6"/>
                  </a:lnTo>
                  <a:lnTo>
                    <a:pt x="2" y="6"/>
                  </a:lnTo>
                  <a:lnTo>
                    <a:pt x="1" y="6"/>
                  </a:lnTo>
                  <a:lnTo>
                    <a:pt x="0" y="6"/>
                  </a:lnTo>
                  <a:lnTo>
                    <a:pt x="1" y="5"/>
                  </a:lnTo>
                  <a:lnTo>
                    <a:pt x="1" y="5"/>
                  </a:lnTo>
                  <a:lnTo>
                    <a:pt x="2" y="5"/>
                  </a:lnTo>
                  <a:lnTo>
                    <a:pt x="3" y="5"/>
                  </a:lnTo>
                  <a:lnTo>
                    <a:pt x="4" y="5"/>
                  </a:lnTo>
                  <a:lnTo>
                    <a:pt x="5" y="5"/>
                  </a:lnTo>
                  <a:lnTo>
                    <a:pt x="6" y="5"/>
                  </a:lnTo>
                  <a:lnTo>
                    <a:pt x="7" y="4"/>
                  </a:lnTo>
                  <a:lnTo>
                    <a:pt x="8" y="4"/>
                  </a:lnTo>
                  <a:lnTo>
                    <a:pt x="9" y="4"/>
                  </a:lnTo>
                  <a:lnTo>
                    <a:pt x="10" y="3"/>
                  </a:lnTo>
                  <a:lnTo>
                    <a:pt x="11" y="3"/>
                  </a:lnTo>
                  <a:lnTo>
                    <a:pt x="12" y="2"/>
                  </a:lnTo>
                  <a:lnTo>
                    <a:pt x="12" y="2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3" y="0"/>
                  </a:lnTo>
                  <a:lnTo>
                    <a:pt x="13" y="1"/>
                  </a:lnTo>
                  <a:lnTo>
                    <a:pt x="1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6" name="Freeform 82"/>
            <p:cNvSpPr/>
            <p:nvPr/>
          </p:nvSpPr>
          <p:spPr>
            <a:xfrm rot="20705400">
              <a:off x="3545280" y="5173560"/>
              <a:ext cx="18720" cy="47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2" h="5">
                  <a:moveTo>
                    <a:pt x="0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4"/>
                  </a:lnTo>
                  <a:lnTo>
                    <a:pt x="1" y="3"/>
                  </a:lnTo>
                  <a:lnTo>
                    <a:pt x="0" y="2"/>
                  </a:lnTo>
                  <a:lnTo>
                    <a:pt x="0" y="0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7" name="Freeform 83"/>
            <p:cNvSpPr/>
            <p:nvPr/>
          </p:nvSpPr>
          <p:spPr>
            <a:xfrm rot="20705400">
              <a:off x="3403440" y="5172840"/>
              <a:ext cx="161640" cy="75960"/>
            </a:xfrm>
            <a:custGeom>
              <a:avLst/>
              <a:gdLst>
                <a:gd name="textAreaLeft" fmla="*/ 0 w 161640"/>
                <a:gd name="textAreaRight" fmla="*/ 162000 w 161640"/>
                <a:gd name="textAreaTop" fmla="*/ 0 h 75960"/>
                <a:gd name="textAreaBottom" fmla="*/ 76320 h 75960"/>
              </a:gdLst>
              <a:ahLst/>
              <a:rect l="textAreaLeft" t="textAreaTop" r="textAreaRight" b="textAreaBottom"/>
              <a:pathLst>
                <a:path w="17" h="8">
                  <a:moveTo>
                    <a:pt x="8" y="4"/>
                  </a:moveTo>
                  <a:lnTo>
                    <a:pt x="8" y="4"/>
                  </a:lnTo>
                  <a:lnTo>
                    <a:pt x="8" y="4"/>
                  </a:lnTo>
                  <a:lnTo>
                    <a:pt x="7" y="4"/>
                  </a:lnTo>
                  <a:lnTo>
                    <a:pt x="7" y="5"/>
                  </a:lnTo>
                  <a:lnTo>
                    <a:pt x="6" y="5"/>
                  </a:lnTo>
                  <a:lnTo>
                    <a:pt x="5" y="5"/>
                  </a:lnTo>
                  <a:lnTo>
                    <a:pt x="5" y="5"/>
                  </a:lnTo>
                  <a:lnTo>
                    <a:pt x="5" y="5"/>
                  </a:lnTo>
                  <a:lnTo>
                    <a:pt x="4" y="5"/>
                  </a:lnTo>
                  <a:lnTo>
                    <a:pt x="4" y="5"/>
                  </a:lnTo>
                  <a:lnTo>
                    <a:pt x="3" y="5"/>
                  </a:lnTo>
                  <a:lnTo>
                    <a:pt x="3" y="5"/>
                  </a:lnTo>
                  <a:lnTo>
                    <a:pt x="3" y="5"/>
                  </a:lnTo>
                  <a:lnTo>
                    <a:pt x="2" y="5"/>
                  </a:lnTo>
                  <a:lnTo>
                    <a:pt x="3" y="4"/>
                  </a:lnTo>
                  <a:lnTo>
                    <a:pt x="3" y="4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6"/>
                  </a:lnTo>
                  <a:lnTo>
                    <a:pt x="0" y="6"/>
                  </a:lnTo>
                  <a:lnTo>
                    <a:pt x="0" y="6"/>
                  </a:lnTo>
                  <a:lnTo>
                    <a:pt x="0" y="7"/>
                  </a:lnTo>
                  <a:lnTo>
                    <a:pt x="0" y="7"/>
                  </a:lnTo>
                  <a:lnTo>
                    <a:pt x="0" y="7"/>
                  </a:lnTo>
                  <a:lnTo>
                    <a:pt x="1" y="7"/>
                  </a:lnTo>
                  <a:lnTo>
                    <a:pt x="1" y="8"/>
                  </a:lnTo>
                  <a:lnTo>
                    <a:pt x="1" y="8"/>
                  </a:lnTo>
                  <a:lnTo>
                    <a:pt x="1" y="8"/>
                  </a:lnTo>
                  <a:lnTo>
                    <a:pt x="2" y="8"/>
                  </a:lnTo>
                  <a:lnTo>
                    <a:pt x="3" y="8"/>
                  </a:lnTo>
                  <a:lnTo>
                    <a:pt x="3" y="8"/>
                  </a:lnTo>
                  <a:lnTo>
                    <a:pt x="4" y="8"/>
                  </a:lnTo>
                  <a:lnTo>
                    <a:pt x="4" y="8"/>
                  </a:lnTo>
                  <a:lnTo>
                    <a:pt x="5" y="7"/>
                  </a:lnTo>
                  <a:lnTo>
                    <a:pt x="6" y="7"/>
                  </a:lnTo>
                  <a:lnTo>
                    <a:pt x="7" y="7"/>
                  </a:lnTo>
                  <a:lnTo>
                    <a:pt x="7" y="7"/>
                  </a:lnTo>
                  <a:lnTo>
                    <a:pt x="8" y="6"/>
                  </a:lnTo>
                  <a:lnTo>
                    <a:pt x="9" y="6"/>
                  </a:lnTo>
                  <a:lnTo>
                    <a:pt x="10" y="6"/>
                  </a:lnTo>
                  <a:lnTo>
                    <a:pt x="11" y="5"/>
                  </a:lnTo>
                  <a:lnTo>
                    <a:pt x="11" y="5"/>
                  </a:lnTo>
                  <a:lnTo>
                    <a:pt x="12" y="5"/>
                  </a:lnTo>
                  <a:lnTo>
                    <a:pt x="13" y="5"/>
                  </a:lnTo>
                  <a:lnTo>
                    <a:pt x="14" y="4"/>
                  </a:lnTo>
                  <a:lnTo>
                    <a:pt x="14" y="4"/>
                  </a:lnTo>
                  <a:lnTo>
                    <a:pt x="15" y="4"/>
                  </a:lnTo>
                  <a:lnTo>
                    <a:pt x="15" y="3"/>
                  </a:lnTo>
                  <a:lnTo>
                    <a:pt x="16" y="3"/>
                  </a:lnTo>
                  <a:lnTo>
                    <a:pt x="16" y="3"/>
                  </a:lnTo>
                  <a:lnTo>
                    <a:pt x="16" y="2"/>
                  </a:lnTo>
                  <a:lnTo>
                    <a:pt x="16" y="2"/>
                  </a:lnTo>
                  <a:lnTo>
                    <a:pt x="17" y="2"/>
                  </a:lnTo>
                  <a:lnTo>
                    <a:pt x="16" y="1"/>
                  </a:lnTo>
                  <a:lnTo>
                    <a:pt x="17" y="1"/>
                  </a:lnTo>
                  <a:lnTo>
                    <a:pt x="16" y="1"/>
                  </a:lnTo>
                  <a:lnTo>
                    <a:pt x="16" y="0"/>
                  </a:lnTo>
                  <a:lnTo>
                    <a:pt x="16" y="0"/>
                  </a:lnTo>
                  <a:lnTo>
                    <a:pt x="15" y="0"/>
                  </a:lnTo>
                  <a:lnTo>
                    <a:pt x="15" y="0"/>
                  </a:lnTo>
                  <a:lnTo>
                    <a:pt x="14" y="0"/>
                  </a:lnTo>
                  <a:lnTo>
                    <a:pt x="14" y="0"/>
                  </a:lnTo>
                  <a:lnTo>
                    <a:pt x="13" y="0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3" y="2"/>
                  </a:lnTo>
                  <a:lnTo>
                    <a:pt x="13" y="2"/>
                  </a:lnTo>
                  <a:lnTo>
                    <a:pt x="12" y="2"/>
                  </a:lnTo>
                  <a:lnTo>
                    <a:pt x="12" y="2"/>
                  </a:lnTo>
                  <a:lnTo>
                    <a:pt x="12" y="3"/>
                  </a:lnTo>
                  <a:lnTo>
                    <a:pt x="11" y="3"/>
                  </a:lnTo>
                  <a:lnTo>
                    <a:pt x="11" y="3"/>
                  </a:lnTo>
                  <a:lnTo>
                    <a:pt x="10" y="3"/>
                  </a:lnTo>
                  <a:lnTo>
                    <a:pt x="10" y="3"/>
                  </a:lnTo>
                  <a:lnTo>
                    <a:pt x="9" y="4"/>
                  </a:lnTo>
                  <a:lnTo>
                    <a:pt x="9" y="4"/>
                  </a:lnTo>
                  <a:lnTo>
                    <a:pt x="8" y="4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1320" bIns="313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8" name="Freeform 84"/>
            <p:cNvSpPr/>
            <p:nvPr/>
          </p:nvSpPr>
          <p:spPr>
            <a:xfrm rot="20705400">
              <a:off x="3426120" y="5217840"/>
              <a:ext cx="66240" cy="1872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7" h="2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6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2" y="1"/>
                  </a:lnTo>
                  <a:lnTo>
                    <a:pt x="2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499" name="Freeform 85"/>
            <p:cNvSpPr/>
            <p:nvPr/>
          </p:nvSpPr>
          <p:spPr>
            <a:xfrm rot="20705400">
              <a:off x="3409560" y="522756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3" h="3">
                  <a:moveTo>
                    <a:pt x="0" y="3"/>
                  </a:move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0" name="Freeform 86"/>
            <p:cNvSpPr/>
            <p:nvPr/>
          </p:nvSpPr>
          <p:spPr>
            <a:xfrm flipH="1" flipV="1" rot="20705400">
              <a:off x="3412080" y="5238000"/>
              <a:ext cx="85320" cy="18720"/>
            </a:xfrm>
            <a:custGeom>
              <a:avLst/>
              <a:gdLst>
                <a:gd name="textAreaLeft" fmla="*/ -360 w 85320"/>
                <a:gd name="textAreaRight" fmla="*/ 85320 w 853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9" h="2">
                  <a:moveTo>
                    <a:pt x="9" y="0"/>
                  </a:moveTo>
                  <a:lnTo>
                    <a:pt x="9" y="0"/>
                  </a:lnTo>
                  <a:lnTo>
                    <a:pt x="9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9" y="0"/>
                  </a:lnTo>
                  <a:lnTo>
                    <a:pt x="9" y="0"/>
                  </a:lnTo>
                  <a:lnTo>
                    <a:pt x="9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1" name="Freeform 87"/>
            <p:cNvSpPr/>
            <p:nvPr/>
          </p:nvSpPr>
          <p:spPr>
            <a:xfrm rot="20705400">
              <a:off x="3486600" y="5171400"/>
              <a:ext cx="75960" cy="4716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8" h="5">
                  <a:moveTo>
                    <a:pt x="8" y="0"/>
                  </a:moveTo>
                  <a:lnTo>
                    <a:pt x="8" y="0"/>
                  </a:lnTo>
                  <a:lnTo>
                    <a:pt x="8" y="0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6" y="3"/>
                  </a:lnTo>
                  <a:lnTo>
                    <a:pt x="6" y="3"/>
                  </a:lnTo>
                  <a:lnTo>
                    <a:pt x="5" y="3"/>
                  </a:lnTo>
                  <a:lnTo>
                    <a:pt x="5" y="4"/>
                  </a:lnTo>
                  <a:lnTo>
                    <a:pt x="4" y="4"/>
                  </a:lnTo>
                  <a:lnTo>
                    <a:pt x="3" y="4"/>
                  </a:lnTo>
                  <a:lnTo>
                    <a:pt x="3" y="4"/>
                  </a:lnTo>
                  <a:lnTo>
                    <a:pt x="2" y="5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1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3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2" name="Freeform 88"/>
            <p:cNvSpPr/>
            <p:nvPr/>
          </p:nvSpPr>
          <p:spPr>
            <a:xfrm rot="20705400">
              <a:off x="3507480" y="5159160"/>
              <a:ext cx="47160" cy="900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5" h="1">
                  <a:moveTo>
                    <a:pt x="0" y="1"/>
                  </a:move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3" name="Freeform 89"/>
            <p:cNvSpPr/>
            <p:nvPr/>
          </p:nvSpPr>
          <p:spPr>
            <a:xfrm rot="20705400">
              <a:off x="3474000" y="5167080"/>
              <a:ext cx="56880" cy="3780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6" h="4">
                  <a:moveTo>
                    <a:pt x="0" y="4"/>
                  </a:move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1"/>
                  </a:lnTo>
                  <a:lnTo>
                    <a:pt x="6" y="1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5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4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4" name="Freeform 90"/>
            <p:cNvSpPr/>
            <p:nvPr/>
          </p:nvSpPr>
          <p:spPr>
            <a:xfrm rot="20705400">
              <a:off x="3173400" y="4932360"/>
              <a:ext cx="247320" cy="371160"/>
            </a:xfrm>
            <a:custGeom>
              <a:avLst/>
              <a:gdLst>
                <a:gd name="textAreaLeft" fmla="*/ 0 w 247320"/>
                <a:gd name="textAreaRight" fmla="*/ 247680 w 24732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26" h="39">
                  <a:moveTo>
                    <a:pt x="0" y="2"/>
                  </a:moveTo>
                  <a:lnTo>
                    <a:pt x="2" y="0"/>
                  </a:lnTo>
                  <a:lnTo>
                    <a:pt x="26" y="37"/>
                  </a:lnTo>
                  <a:lnTo>
                    <a:pt x="24" y="39"/>
                  </a:lnTo>
                  <a:lnTo>
                    <a:pt x="0" y="2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5" name="Freeform 91"/>
            <p:cNvSpPr/>
            <p:nvPr/>
          </p:nvSpPr>
          <p:spPr>
            <a:xfrm rot="20705400">
              <a:off x="3131640" y="496656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2" y="0"/>
                  </a:moveTo>
                  <a:lnTo>
                    <a:pt x="3" y="0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3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6" name="Freeform 92"/>
            <p:cNvSpPr/>
            <p:nvPr/>
          </p:nvSpPr>
          <p:spPr>
            <a:xfrm rot="20705400">
              <a:off x="3189600" y="4929840"/>
              <a:ext cx="228240" cy="35208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0 h 352080"/>
                <a:gd name="textAreaBottom" fmla="*/ 352440 h 352080"/>
              </a:gdLst>
              <a:ahLst/>
              <a:rect l="textAreaLeft" t="textAreaTop" r="textAreaRight" b="textAreaBottom"/>
              <a:pathLst>
                <a:path w="24" h="37">
                  <a:moveTo>
                    <a:pt x="24" y="37"/>
                  </a:moveTo>
                  <a:lnTo>
                    <a:pt x="24" y="37"/>
                  </a:lnTo>
                  <a:lnTo>
                    <a:pt x="0" y="0"/>
                  </a:lnTo>
                  <a:lnTo>
                    <a:pt x="1" y="0"/>
                  </a:lnTo>
                  <a:lnTo>
                    <a:pt x="24" y="37"/>
                  </a:lnTo>
                  <a:lnTo>
                    <a:pt x="24" y="37"/>
                  </a:lnTo>
                  <a:lnTo>
                    <a:pt x="24" y="3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7" name="Freeform 93"/>
            <p:cNvSpPr/>
            <p:nvPr/>
          </p:nvSpPr>
          <p:spPr>
            <a:xfrm rot="20705400">
              <a:off x="3444840" y="524880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2" h="3">
                  <a:moveTo>
                    <a:pt x="0" y="2"/>
                  </a:moveTo>
                  <a:lnTo>
                    <a:pt x="0" y="2"/>
                  </a:lnTo>
                  <a:lnTo>
                    <a:pt x="2" y="0"/>
                  </a:lnTo>
                  <a:lnTo>
                    <a:pt x="2" y="0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8" name="Freeform 94"/>
            <p:cNvSpPr/>
            <p:nvPr/>
          </p:nvSpPr>
          <p:spPr>
            <a:xfrm rot="20705400">
              <a:off x="3165480" y="4945320"/>
              <a:ext cx="237600" cy="361440"/>
            </a:xfrm>
            <a:custGeom>
              <a:avLst/>
              <a:gdLst>
                <a:gd name="textAreaLeft" fmla="*/ 0 w 237600"/>
                <a:gd name="textAreaRight" fmla="*/ 237960 w 237600"/>
                <a:gd name="textAreaTop" fmla="*/ 0 h 361440"/>
                <a:gd name="textAreaBottom" fmla="*/ 361800 h 361440"/>
              </a:gdLst>
              <a:ahLst/>
              <a:rect l="textAreaLeft" t="textAreaTop" r="textAreaRight" b="textAreaBottom"/>
              <a:pathLst>
                <a:path w="25" h="38">
                  <a:moveTo>
                    <a:pt x="1" y="1"/>
                  </a:moveTo>
                  <a:lnTo>
                    <a:pt x="1" y="0"/>
                  </a:lnTo>
                  <a:lnTo>
                    <a:pt x="25" y="38"/>
                  </a:lnTo>
                  <a:lnTo>
                    <a:pt x="25" y="38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09" name="Freeform 95"/>
            <p:cNvSpPr/>
            <p:nvPr/>
          </p:nvSpPr>
          <p:spPr>
            <a:xfrm rot="20705400">
              <a:off x="3138840" y="4958280"/>
              <a:ext cx="266400" cy="352080"/>
            </a:xfrm>
            <a:custGeom>
              <a:avLst/>
              <a:gdLst>
                <a:gd name="textAreaLeft" fmla="*/ 0 w 266400"/>
                <a:gd name="textAreaRight" fmla="*/ 266760 w 266400"/>
                <a:gd name="textAreaTop" fmla="*/ 0 h 352080"/>
                <a:gd name="textAreaBottom" fmla="*/ 352440 h 352080"/>
              </a:gdLst>
              <a:ahLst/>
              <a:rect l="textAreaLeft" t="textAreaTop" r="textAreaRight" b="textAreaBottom"/>
              <a:pathLst>
                <a:path w="28" h="37">
                  <a:moveTo>
                    <a:pt x="4" y="0"/>
                  </a:moveTo>
                  <a:lnTo>
                    <a:pt x="0" y="0"/>
                  </a:lnTo>
                  <a:lnTo>
                    <a:pt x="24" y="37"/>
                  </a:lnTo>
                  <a:lnTo>
                    <a:pt x="28" y="37"/>
                  </a:lnTo>
                  <a:lnTo>
                    <a:pt x="4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0" name="Freeform 96"/>
            <p:cNvSpPr/>
            <p:nvPr/>
          </p:nvSpPr>
          <p:spPr>
            <a:xfrm rot="20705400">
              <a:off x="3097080" y="498384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4" h="2">
                  <a:moveTo>
                    <a:pt x="0" y="1"/>
                  </a:moveTo>
                  <a:lnTo>
                    <a:pt x="0" y="1"/>
                  </a:lnTo>
                  <a:lnTo>
                    <a:pt x="4" y="0"/>
                  </a:lnTo>
                  <a:lnTo>
                    <a:pt x="4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1" name="Freeform 97"/>
            <p:cNvSpPr/>
            <p:nvPr/>
          </p:nvSpPr>
          <p:spPr>
            <a:xfrm rot="20705400">
              <a:off x="3139560" y="4962960"/>
              <a:ext cx="228240" cy="35208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0 h 352080"/>
                <a:gd name="textAreaBottom" fmla="*/ 352440 h 352080"/>
              </a:gdLst>
              <a:ahLst/>
              <a:rect l="textAreaLeft" t="textAreaTop" r="textAreaRight" b="textAreaBottom"/>
              <a:pathLst>
                <a:path w="24" h="37">
                  <a:moveTo>
                    <a:pt x="24" y="37"/>
                  </a:moveTo>
                  <a:lnTo>
                    <a:pt x="24" y="37"/>
                  </a:lnTo>
                  <a:lnTo>
                    <a:pt x="0" y="0"/>
                  </a:lnTo>
                  <a:lnTo>
                    <a:pt x="0" y="0"/>
                  </a:lnTo>
                  <a:lnTo>
                    <a:pt x="24" y="36"/>
                  </a:lnTo>
                  <a:lnTo>
                    <a:pt x="24" y="36"/>
                  </a:lnTo>
                  <a:lnTo>
                    <a:pt x="24" y="3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2" name="Freeform 98"/>
            <p:cNvSpPr/>
            <p:nvPr/>
          </p:nvSpPr>
          <p:spPr>
            <a:xfrm rot="20705400">
              <a:off x="3408480" y="526572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4" h="2">
                  <a:moveTo>
                    <a:pt x="4" y="1"/>
                  </a:moveTo>
                  <a:lnTo>
                    <a:pt x="4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3" name="Freeform 99"/>
            <p:cNvSpPr/>
            <p:nvPr/>
          </p:nvSpPr>
          <p:spPr>
            <a:xfrm rot="20705400">
              <a:off x="3165480" y="4945320"/>
              <a:ext cx="237600" cy="361440"/>
            </a:xfrm>
            <a:custGeom>
              <a:avLst/>
              <a:gdLst>
                <a:gd name="textAreaLeft" fmla="*/ 0 w 237600"/>
                <a:gd name="textAreaRight" fmla="*/ 237960 w 237600"/>
                <a:gd name="textAreaTop" fmla="*/ 0 h 361440"/>
                <a:gd name="textAreaBottom" fmla="*/ 361800 h 361440"/>
              </a:gdLst>
              <a:ahLst/>
              <a:rect l="textAreaLeft" t="textAreaTop" r="textAreaRight" b="textAreaBottom"/>
              <a:pathLst>
                <a:path w="25" h="38">
                  <a:moveTo>
                    <a:pt x="1" y="0"/>
                  </a:moveTo>
                  <a:lnTo>
                    <a:pt x="1" y="0"/>
                  </a:lnTo>
                  <a:lnTo>
                    <a:pt x="25" y="38"/>
                  </a:lnTo>
                  <a:lnTo>
                    <a:pt x="25" y="38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4" name="Freeform 100"/>
            <p:cNvSpPr/>
            <p:nvPr/>
          </p:nvSpPr>
          <p:spPr>
            <a:xfrm rot="20705400">
              <a:off x="3187800" y="5122800"/>
              <a:ext cx="75960" cy="4716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8" h="5">
                  <a:moveTo>
                    <a:pt x="6" y="0"/>
                  </a:moveTo>
                  <a:lnTo>
                    <a:pt x="6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5"/>
                  </a:lnTo>
                  <a:lnTo>
                    <a:pt x="1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4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8" y="2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6" y="0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5" name="Freeform 101"/>
            <p:cNvSpPr/>
            <p:nvPr/>
          </p:nvSpPr>
          <p:spPr>
            <a:xfrm rot="20705400">
              <a:off x="3176280" y="5127120"/>
              <a:ext cx="66240" cy="2808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7" h="3">
                  <a:moveTo>
                    <a:pt x="0" y="3"/>
                  </a:moveTo>
                  <a:lnTo>
                    <a:pt x="1" y="2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6" name="Freeform 102"/>
            <p:cNvSpPr/>
            <p:nvPr/>
          </p:nvSpPr>
          <p:spPr>
            <a:xfrm rot="20705400">
              <a:off x="3182040" y="515124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2" h="3">
                  <a:moveTo>
                    <a:pt x="2" y="3"/>
                  </a:move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2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7" name="Freeform 103"/>
            <p:cNvSpPr/>
            <p:nvPr/>
          </p:nvSpPr>
          <p:spPr>
            <a:xfrm rot="20705400">
              <a:off x="3188880" y="5132520"/>
              <a:ext cx="75960" cy="378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8" h="4">
                  <a:moveTo>
                    <a:pt x="8" y="1"/>
                  </a:moveTo>
                  <a:lnTo>
                    <a:pt x="8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3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4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8" name="Freeform 104"/>
            <p:cNvSpPr/>
            <p:nvPr/>
          </p:nvSpPr>
          <p:spPr>
            <a:xfrm rot="20705400">
              <a:off x="3239280" y="510660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2" h="3">
                  <a:moveTo>
                    <a:pt x="0" y="1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19" name="Freeform 105"/>
            <p:cNvSpPr/>
            <p:nvPr/>
          </p:nvSpPr>
          <p:spPr>
            <a:xfrm rot="20705400">
              <a:off x="3156480" y="5114160"/>
              <a:ext cx="66240" cy="12348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0 h 123480"/>
                <a:gd name="textAreaBottom" fmla="*/ 123840 h 123480"/>
              </a:gdLst>
              <a:ahLst/>
              <a:rect l="textAreaLeft" t="textAreaTop" r="textAreaRight" b="textAreaBottom"/>
              <a:pathLst>
                <a:path w="7" h="13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3" y="2"/>
                  </a:lnTo>
                  <a:lnTo>
                    <a:pt x="4" y="3"/>
                  </a:lnTo>
                  <a:lnTo>
                    <a:pt x="5" y="4"/>
                  </a:lnTo>
                  <a:lnTo>
                    <a:pt x="5" y="6"/>
                  </a:lnTo>
                  <a:lnTo>
                    <a:pt x="6" y="7"/>
                  </a:lnTo>
                  <a:lnTo>
                    <a:pt x="7" y="8"/>
                  </a:lnTo>
                  <a:lnTo>
                    <a:pt x="7" y="10"/>
                  </a:lnTo>
                  <a:lnTo>
                    <a:pt x="7" y="11"/>
                  </a:lnTo>
                  <a:lnTo>
                    <a:pt x="7" y="12"/>
                  </a:lnTo>
                  <a:lnTo>
                    <a:pt x="7" y="12"/>
                  </a:lnTo>
                  <a:lnTo>
                    <a:pt x="7" y="13"/>
                  </a:lnTo>
                  <a:lnTo>
                    <a:pt x="7" y="13"/>
                  </a:lnTo>
                  <a:lnTo>
                    <a:pt x="6" y="13"/>
                  </a:lnTo>
                  <a:lnTo>
                    <a:pt x="6" y="13"/>
                  </a:lnTo>
                  <a:lnTo>
                    <a:pt x="5" y="13"/>
                  </a:lnTo>
                  <a:lnTo>
                    <a:pt x="5" y="12"/>
                  </a:lnTo>
                  <a:lnTo>
                    <a:pt x="4" y="11"/>
                  </a:lnTo>
                  <a:lnTo>
                    <a:pt x="3" y="10"/>
                  </a:lnTo>
                  <a:lnTo>
                    <a:pt x="2" y="9"/>
                  </a:lnTo>
                  <a:lnTo>
                    <a:pt x="2" y="7"/>
                  </a:lnTo>
                  <a:lnTo>
                    <a:pt x="1" y="6"/>
                  </a:lnTo>
                  <a:lnTo>
                    <a:pt x="0" y="5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0" name="Freeform 106"/>
            <p:cNvSpPr/>
            <p:nvPr/>
          </p:nvSpPr>
          <p:spPr>
            <a:xfrm rot="20705400">
              <a:off x="3146760" y="5106960"/>
              <a:ext cx="56880" cy="6624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66240"/>
                <a:gd name="textAreaBottom" fmla="*/ 66600 h 66240"/>
              </a:gdLst>
              <a:ahLst/>
              <a:rect l="textAreaLeft" t="textAreaTop" r="textAreaRight" b="textAreaBottom"/>
              <a:pathLst>
                <a:path w="6" h="7">
                  <a:moveTo>
                    <a:pt x="5" y="7"/>
                  </a:moveTo>
                  <a:lnTo>
                    <a:pt x="5" y="7"/>
                  </a:lnTo>
                  <a:lnTo>
                    <a:pt x="4" y="5"/>
                  </a:lnTo>
                  <a:lnTo>
                    <a:pt x="4" y="4"/>
                  </a:lnTo>
                  <a:lnTo>
                    <a:pt x="3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3" y="2"/>
                  </a:lnTo>
                  <a:lnTo>
                    <a:pt x="4" y="3"/>
                  </a:lnTo>
                  <a:lnTo>
                    <a:pt x="4" y="4"/>
                  </a:lnTo>
                  <a:lnTo>
                    <a:pt x="5" y="5"/>
                  </a:lnTo>
                  <a:lnTo>
                    <a:pt x="6" y="6"/>
                  </a:lnTo>
                  <a:lnTo>
                    <a:pt x="6" y="6"/>
                  </a:lnTo>
                  <a:lnTo>
                    <a:pt x="5" y="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1" name="Freeform 107"/>
            <p:cNvSpPr/>
            <p:nvPr/>
          </p:nvSpPr>
          <p:spPr>
            <a:xfrm rot="20705400">
              <a:off x="3210120" y="5153400"/>
              <a:ext cx="28080" cy="853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85320"/>
                <a:gd name="textAreaBottom" fmla="*/ 85680 h 85320"/>
              </a:gdLst>
              <a:ahLst/>
              <a:rect l="textAreaLeft" t="textAreaTop" r="textAreaRight" b="textAreaBottom"/>
              <a:pathLst>
                <a:path w="3" h="9">
                  <a:moveTo>
                    <a:pt x="2" y="8"/>
                  </a:moveTo>
                  <a:lnTo>
                    <a:pt x="2" y="8"/>
                  </a:lnTo>
                  <a:lnTo>
                    <a:pt x="2" y="8"/>
                  </a:lnTo>
                  <a:lnTo>
                    <a:pt x="2" y="7"/>
                  </a:lnTo>
                  <a:lnTo>
                    <a:pt x="2" y="7"/>
                  </a:lnTo>
                  <a:lnTo>
                    <a:pt x="2" y="6"/>
                  </a:lnTo>
                  <a:lnTo>
                    <a:pt x="1" y="5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3" y="5"/>
                  </a:lnTo>
                  <a:lnTo>
                    <a:pt x="3" y="7"/>
                  </a:lnTo>
                  <a:lnTo>
                    <a:pt x="3" y="7"/>
                  </a:lnTo>
                  <a:lnTo>
                    <a:pt x="3" y="8"/>
                  </a:lnTo>
                  <a:lnTo>
                    <a:pt x="2" y="9"/>
                  </a:lnTo>
                  <a:lnTo>
                    <a:pt x="2" y="9"/>
                  </a:lnTo>
                  <a:lnTo>
                    <a:pt x="2" y="8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0680" bIns="406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2" name="Freeform 108"/>
            <p:cNvSpPr/>
            <p:nvPr/>
          </p:nvSpPr>
          <p:spPr>
            <a:xfrm rot="20705400">
              <a:off x="3175560" y="5178240"/>
              <a:ext cx="56880" cy="6624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66240"/>
                <a:gd name="textAreaBottom" fmla="*/ 66600 h 66240"/>
              </a:gdLst>
              <a:ahLst/>
              <a:rect l="textAreaLeft" t="textAreaTop" r="textAreaRight" b="textAreaBottom"/>
              <a:pathLst>
                <a:path w="6" h="7">
                  <a:moveTo>
                    <a:pt x="1" y="0"/>
                  </a:moveTo>
                  <a:lnTo>
                    <a:pt x="1" y="0"/>
                  </a:lnTo>
                  <a:lnTo>
                    <a:pt x="2" y="2"/>
                  </a:lnTo>
                  <a:lnTo>
                    <a:pt x="3" y="3"/>
                  </a:lnTo>
                  <a:lnTo>
                    <a:pt x="3" y="4"/>
                  </a:lnTo>
                  <a:lnTo>
                    <a:pt x="4" y="5"/>
                  </a:lnTo>
                  <a:lnTo>
                    <a:pt x="5" y="5"/>
                  </a:lnTo>
                  <a:lnTo>
                    <a:pt x="5" y="6"/>
                  </a:lnTo>
                  <a:lnTo>
                    <a:pt x="6" y="6"/>
                  </a:lnTo>
                  <a:lnTo>
                    <a:pt x="6" y="6"/>
                  </a:lnTo>
                  <a:lnTo>
                    <a:pt x="6" y="7"/>
                  </a:lnTo>
                  <a:lnTo>
                    <a:pt x="5" y="7"/>
                  </a:lnTo>
                  <a:lnTo>
                    <a:pt x="5" y="7"/>
                  </a:lnTo>
                  <a:lnTo>
                    <a:pt x="4" y="6"/>
                  </a:lnTo>
                  <a:lnTo>
                    <a:pt x="3" y="5"/>
                  </a:lnTo>
                  <a:lnTo>
                    <a:pt x="2" y="4"/>
                  </a:lnTo>
                  <a:lnTo>
                    <a:pt x="2" y="3"/>
                  </a:lnTo>
                  <a:lnTo>
                    <a:pt x="1" y="2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3" name="Freeform 109"/>
            <p:cNvSpPr/>
            <p:nvPr/>
          </p:nvSpPr>
          <p:spPr>
            <a:xfrm rot="20705400">
              <a:off x="3138840" y="5113080"/>
              <a:ext cx="28080" cy="759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75960"/>
                <a:gd name="textAreaBottom" fmla="*/ 76320 h 75960"/>
              </a:gdLst>
              <a:ahLst/>
              <a:rect l="textAreaLeft" t="textAreaTop" r="textAreaRight" b="textAreaBottom"/>
              <a:pathLst>
                <a:path w="3" h="8">
                  <a:moveTo>
                    <a:pt x="2" y="1"/>
                  </a:moveTo>
                  <a:lnTo>
                    <a:pt x="2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7"/>
                  </a:lnTo>
                  <a:lnTo>
                    <a:pt x="3" y="8"/>
                  </a:lnTo>
                  <a:lnTo>
                    <a:pt x="2" y="8"/>
                  </a:lnTo>
                  <a:lnTo>
                    <a:pt x="2" y="7"/>
                  </a:lnTo>
                  <a:lnTo>
                    <a:pt x="1" y="6"/>
                  </a:lnTo>
                  <a:lnTo>
                    <a:pt x="1" y="4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1320" bIns="313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4" name="Freeform 110"/>
            <p:cNvSpPr/>
            <p:nvPr/>
          </p:nvSpPr>
          <p:spPr>
            <a:xfrm rot="20705400">
              <a:off x="3154680" y="5102280"/>
              <a:ext cx="85320" cy="13284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132840"/>
                <a:gd name="textAreaBottom" fmla="*/ 133200 h 132840"/>
              </a:gdLst>
              <a:ahLst/>
              <a:rect l="textAreaLeft" t="textAreaTop" r="textAreaRight" b="textAreaBottom"/>
              <a:pathLst>
                <a:path w="9" h="14">
                  <a:moveTo>
                    <a:pt x="0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3"/>
                  </a:lnTo>
                  <a:lnTo>
                    <a:pt x="4" y="4"/>
                  </a:lnTo>
                  <a:lnTo>
                    <a:pt x="5" y="5"/>
                  </a:lnTo>
                  <a:lnTo>
                    <a:pt x="5" y="7"/>
                  </a:lnTo>
                  <a:lnTo>
                    <a:pt x="6" y="8"/>
                  </a:lnTo>
                  <a:lnTo>
                    <a:pt x="7" y="9"/>
                  </a:lnTo>
                  <a:lnTo>
                    <a:pt x="7" y="11"/>
                  </a:lnTo>
                  <a:lnTo>
                    <a:pt x="7" y="12"/>
                  </a:lnTo>
                  <a:lnTo>
                    <a:pt x="7" y="13"/>
                  </a:lnTo>
                  <a:lnTo>
                    <a:pt x="7" y="13"/>
                  </a:lnTo>
                  <a:lnTo>
                    <a:pt x="7" y="14"/>
                  </a:lnTo>
                  <a:lnTo>
                    <a:pt x="7" y="14"/>
                  </a:lnTo>
                  <a:lnTo>
                    <a:pt x="7" y="14"/>
                  </a:lnTo>
                  <a:lnTo>
                    <a:pt x="8" y="14"/>
                  </a:lnTo>
                  <a:lnTo>
                    <a:pt x="8" y="14"/>
                  </a:lnTo>
                  <a:lnTo>
                    <a:pt x="9" y="14"/>
                  </a:lnTo>
                  <a:lnTo>
                    <a:pt x="9" y="13"/>
                  </a:lnTo>
                  <a:lnTo>
                    <a:pt x="9" y="13"/>
                  </a:lnTo>
                  <a:lnTo>
                    <a:pt x="9" y="12"/>
                  </a:lnTo>
                  <a:lnTo>
                    <a:pt x="9" y="11"/>
                  </a:lnTo>
                  <a:lnTo>
                    <a:pt x="9" y="11"/>
                  </a:lnTo>
                  <a:lnTo>
                    <a:pt x="9" y="10"/>
                  </a:lnTo>
                  <a:lnTo>
                    <a:pt x="9" y="9"/>
                  </a:lnTo>
                  <a:lnTo>
                    <a:pt x="9" y="8"/>
                  </a:lnTo>
                  <a:lnTo>
                    <a:pt x="8" y="8"/>
                  </a:lnTo>
                  <a:lnTo>
                    <a:pt x="8" y="7"/>
                  </a:lnTo>
                  <a:lnTo>
                    <a:pt x="8" y="6"/>
                  </a:lnTo>
                  <a:lnTo>
                    <a:pt x="7" y="5"/>
                  </a:lnTo>
                  <a:lnTo>
                    <a:pt x="7" y="5"/>
                  </a:lnTo>
                  <a:lnTo>
                    <a:pt x="7" y="4"/>
                  </a:lnTo>
                  <a:lnTo>
                    <a:pt x="6" y="3"/>
                  </a:lnTo>
                  <a:lnTo>
                    <a:pt x="6" y="3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0" y="1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5" name="Freeform 111"/>
            <p:cNvSpPr/>
            <p:nvPr/>
          </p:nvSpPr>
          <p:spPr>
            <a:xfrm rot="20705400">
              <a:off x="3146760" y="5106960"/>
              <a:ext cx="56880" cy="6624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66240"/>
                <a:gd name="textAreaBottom" fmla="*/ 66600 h 66240"/>
              </a:gdLst>
              <a:ahLst/>
              <a:rect l="textAreaLeft" t="textAreaTop" r="textAreaRight" b="textAreaBottom"/>
              <a:pathLst>
                <a:path w="6" h="7">
                  <a:moveTo>
                    <a:pt x="5" y="7"/>
                  </a:moveTo>
                  <a:lnTo>
                    <a:pt x="5" y="7"/>
                  </a:lnTo>
                  <a:lnTo>
                    <a:pt x="4" y="5"/>
                  </a:lnTo>
                  <a:lnTo>
                    <a:pt x="4" y="4"/>
                  </a:lnTo>
                  <a:lnTo>
                    <a:pt x="3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3" y="2"/>
                  </a:lnTo>
                  <a:lnTo>
                    <a:pt x="4" y="3"/>
                  </a:lnTo>
                  <a:lnTo>
                    <a:pt x="4" y="4"/>
                  </a:lnTo>
                  <a:lnTo>
                    <a:pt x="5" y="5"/>
                  </a:lnTo>
                  <a:lnTo>
                    <a:pt x="6" y="6"/>
                  </a:lnTo>
                  <a:lnTo>
                    <a:pt x="6" y="6"/>
                  </a:lnTo>
                  <a:lnTo>
                    <a:pt x="5" y="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6" name="Freeform 112"/>
            <p:cNvSpPr/>
            <p:nvPr/>
          </p:nvSpPr>
          <p:spPr>
            <a:xfrm rot="20705400">
              <a:off x="3210120" y="5153400"/>
              <a:ext cx="28080" cy="853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85320"/>
                <a:gd name="textAreaBottom" fmla="*/ 85680 h 85320"/>
              </a:gdLst>
              <a:ahLst/>
              <a:rect l="textAreaLeft" t="textAreaTop" r="textAreaRight" b="textAreaBottom"/>
              <a:pathLst>
                <a:path w="3" h="9">
                  <a:moveTo>
                    <a:pt x="2" y="9"/>
                  </a:moveTo>
                  <a:lnTo>
                    <a:pt x="2" y="8"/>
                  </a:lnTo>
                  <a:lnTo>
                    <a:pt x="2" y="8"/>
                  </a:lnTo>
                  <a:lnTo>
                    <a:pt x="2" y="7"/>
                  </a:lnTo>
                  <a:lnTo>
                    <a:pt x="2" y="7"/>
                  </a:lnTo>
                  <a:lnTo>
                    <a:pt x="2" y="6"/>
                  </a:lnTo>
                  <a:lnTo>
                    <a:pt x="1" y="5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3" y="5"/>
                  </a:lnTo>
                  <a:lnTo>
                    <a:pt x="3" y="7"/>
                  </a:lnTo>
                  <a:lnTo>
                    <a:pt x="3" y="7"/>
                  </a:lnTo>
                  <a:lnTo>
                    <a:pt x="3" y="8"/>
                  </a:lnTo>
                  <a:lnTo>
                    <a:pt x="2" y="9"/>
                  </a:lnTo>
                  <a:lnTo>
                    <a:pt x="2" y="8"/>
                  </a:lnTo>
                  <a:lnTo>
                    <a:pt x="2" y="9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0680" bIns="406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7" name="Freeform 113"/>
            <p:cNvSpPr/>
            <p:nvPr/>
          </p:nvSpPr>
          <p:spPr>
            <a:xfrm rot="20705400">
              <a:off x="3227760" y="5140440"/>
              <a:ext cx="18720" cy="9504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5040"/>
                <a:gd name="textAreaBottom" fmla="*/ 95400 h 95040"/>
              </a:gdLst>
              <a:ahLst/>
              <a:rect l="textAreaLeft" t="textAreaTop" r="textAreaRight" b="textAreaBottom"/>
              <a:pathLst>
                <a:path w="2" h="10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6"/>
                  </a:lnTo>
                  <a:lnTo>
                    <a:pt x="2" y="6"/>
                  </a:lnTo>
                  <a:lnTo>
                    <a:pt x="2" y="7"/>
                  </a:lnTo>
                  <a:lnTo>
                    <a:pt x="2" y="8"/>
                  </a:lnTo>
                  <a:lnTo>
                    <a:pt x="2" y="8"/>
                  </a:lnTo>
                  <a:lnTo>
                    <a:pt x="2" y="9"/>
                  </a:lnTo>
                  <a:lnTo>
                    <a:pt x="1" y="9"/>
                  </a:lnTo>
                  <a:lnTo>
                    <a:pt x="1" y="10"/>
                  </a:lnTo>
                  <a:lnTo>
                    <a:pt x="0" y="10"/>
                  </a:lnTo>
                  <a:lnTo>
                    <a:pt x="0" y="10"/>
                  </a:lnTo>
                  <a:lnTo>
                    <a:pt x="0" y="9"/>
                  </a:lnTo>
                  <a:lnTo>
                    <a:pt x="0" y="9"/>
                  </a:lnTo>
                  <a:lnTo>
                    <a:pt x="1" y="9"/>
                  </a:lnTo>
                  <a:lnTo>
                    <a:pt x="1" y="9"/>
                  </a:lnTo>
                  <a:lnTo>
                    <a:pt x="1" y="8"/>
                  </a:lnTo>
                  <a:lnTo>
                    <a:pt x="1" y="8"/>
                  </a:lnTo>
                  <a:lnTo>
                    <a:pt x="2" y="8"/>
                  </a:lnTo>
                  <a:lnTo>
                    <a:pt x="2" y="7"/>
                  </a:lnTo>
                  <a:lnTo>
                    <a:pt x="2" y="7"/>
                  </a:lnTo>
                  <a:lnTo>
                    <a:pt x="1" y="6"/>
                  </a:lnTo>
                  <a:lnTo>
                    <a:pt x="1" y="5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8" name="Freeform 114"/>
            <p:cNvSpPr/>
            <p:nvPr/>
          </p:nvSpPr>
          <p:spPr>
            <a:xfrm rot="20705400">
              <a:off x="3143880" y="5095440"/>
              <a:ext cx="75960" cy="6624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66240"/>
                <a:gd name="textAreaBottom" fmla="*/ 66600 h 66240"/>
              </a:gdLst>
              <a:ahLst/>
              <a:rect l="textAreaLeft" t="textAreaTop" r="textAreaRight" b="textAreaBottom"/>
              <a:pathLst>
                <a:path w="8" h="7">
                  <a:moveTo>
                    <a:pt x="1" y="2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5" y="2"/>
                  </a:lnTo>
                  <a:lnTo>
                    <a:pt x="5" y="2"/>
                  </a:lnTo>
                  <a:lnTo>
                    <a:pt x="6" y="3"/>
                  </a:lnTo>
                  <a:lnTo>
                    <a:pt x="6" y="3"/>
                  </a:lnTo>
                  <a:lnTo>
                    <a:pt x="7" y="4"/>
                  </a:lnTo>
                  <a:lnTo>
                    <a:pt x="7" y="5"/>
                  </a:lnTo>
                  <a:lnTo>
                    <a:pt x="7" y="6"/>
                  </a:lnTo>
                  <a:lnTo>
                    <a:pt x="8" y="6"/>
                  </a:lnTo>
                  <a:lnTo>
                    <a:pt x="7" y="7"/>
                  </a:lnTo>
                  <a:lnTo>
                    <a:pt x="7" y="6"/>
                  </a:lnTo>
                  <a:lnTo>
                    <a:pt x="6" y="5"/>
                  </a:lnTo>
                  <a:lnTo>
                    <a:pt x="6" y="5"/>
                  </a:lnTo>
                  <a:lnTo>
                    <a:pt x="5" y="4"/>
                  </a:lnTo>
                  <a:lnTo>
                    <a:pt x="5" y="3"/>
                  </a:lnTo>
                  <a:lnTo>
                    <a:pt x="4" y="3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29" name="Freeform 115"/>
            <p:cNvSpPr/>
            <p:nvPr/>
          </p:nvSpPr>
          <p:spPr>
            <a:xfrm rot="20705400">
              <a:off x="3151440" y="51210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0" name="Freeform 116"/>
            <p:cNvSpPr/>
            <p:nvPr/>
          </p:nvSpPr>
          <p:spPr>
            <a:xfrm rot="20705400">
              <a:off x="3159360" y="510804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1" name="Freeform 117"/>
            <p:cNvSpPr/>
            <p:nvPr/>
          </p:nvSpPr>
          <p:spPr>
            <a:xfrm rot="20705400">
              <a:off x="3167280" y="51069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2" name="Freeform 118"/>
            <p:cNvSpPr/>
            <p:nvPr/>
          </p:nvSpPr>
          <p:spPr>
            <a:xfrm rot="20705400">
              <a:off x="3162960" y="51278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3" name="Freeform 119"/>
            <p:cNvSpPr/>
            <p:nvPr/>
          </p:nvSpPr>
          <p:spPr>
            <a:xfrm rot="20705400">
              <a:off x="3170880" y="511488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4" name="Freeform 120"/>
            <p:cNvSpPr/>
            <p:nvPr/>
          </p:nvSpPr>
          <p:spPr>
            <a:xfrm rot="20705400">
              <a:off x="3174840" y="51346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5" name="Freeform 121"/>
            <p:cNvSpPr/>
            <p:nvPr/>
          </p:nvSpPr>
          <p:spPr>
            <a:xfrm rot="20705400">
              <a:off x="3182760" y="512136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6" name="Freeform 122"/>
            <p:cNvSpPr/>
            <p:nvPr/>
          </p:nvSpPr>
          <p:spPr>
            <a:xfrm rot="20705400">
              <a:off x="3188880" y="51505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7" name="Freeform 123"/>
            <p:cNvSpPr/>
            <p:nvPr/>
          </p:nvSpPr>
          <p:spPr>
            <a:xfrm rot="20705400">
              <a:off x="3196800" y="513756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8" name="Freeform 124"/>
            <p:cNvSpPr/>
            <p:nvPr/>
          </p:nvSpPr>
          <p:spPr>
            <a:xfrm rot="20705400">
              <a:off x="3200400" y="51573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39" name="Freeform 125"/>
            <p:cNvSpPr/>
            <p:nvPr/>
          </p:nvSpPr>
          <p:spPr>
            <a:xfrm rot="20705400">
              <a:off x="3200040" y="5154840"/>
              <a:ext cx="28080" cy="90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3" h="1">
                  <a:moveTo>
                    <a:pt x="2" y="0"/>
                  </a:moveTo>
                  <a:lnTo>
                    <a:pt x="3" y="0"/>
                  </a:lnTo>
                  <a:lnTo>
                    <a:pt x="1" y="1"/>
                  </a:lnTo>
                  <a:lnTo>
                    <a:pt x="0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0" name="Freeform 126"/>
            <p:cNvSpPr/>
            <p:nvPr/>
          </p:nvSpPr>
          <p:spPr>
            <a:xfrm rot="20705400">
              <a:off x="3216600" y="51433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1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1" name="Freeform 127"/>
            <p:cNvSpPr/>
            <p:nvPr/>
          </p:nvSpPr>
          <p:spPr>
            <a:xfrm rot="20705400">
              <a:off x="3212280" y="516276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2" name="Freeform 128"/>
            <p:cNvSpPr/>
            <p:nvPr/>
          </p:nvSpPr>
          <p:spPr>
            <a:xfrm rot="20705400">
              <a:off x="3216960" y="51825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3" name="Freeform 129"/>
            <p:cNvSpPr/>
            <p:nvPr/>
          </p:nvSpPr>
          <p:spPr>
            <a:xfrm rot="20705400">
              <a:off x="3226320" y="517860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4" name="Freeform 130"/>
            <p:cNvSpPr/>
            <p:nvPr/>
          </p:nvSpPr>
          <p:spPr>
            <a:xfrm rot="20705400">
              <a:off x="3235680" y="51775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5" name="Freeform 131"/>
            <p:cNvSpPr/>
            <p:nvPr/>
          </p:nvSpPr>
          <p:spPr>
            <a:xfrm rot="20705400">
              <a:off x="3229920" y="518760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6" name="Freeform 132"/>
            <p:cNvSpPr/>
            <p:nvPr/>
          </p:nvSpPr>
          <p:spPr>
            <a:xfrm rot="20705400">
              <a:off x="3233520" y="520632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7" name="Freeform 133"/>
            <p:cNvSpPr/>
            <p:nvPr/>
          </p:nvSpPr>
          <p:spPr>
            <a:xfrm rot="20705400">
              <a:off x="3148920" y="511056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0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8" name="Freeform 134"/>
            <p:cNvSpPr/>
            <p:nvPr/>
          </p:nvSpPr>
          <p:spPr>
            <a:xfrm rot="20705400">
              <a:off x="3236040" y="521532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49" name="Freeform 135"/>
            <p:cNvSpPr/>
            <p:nvPr/>
          </p:nvSpPr>
          <p:spPr>
            <a:xfrm rot="20705400">
              <a:off x="3113640" y="5182200"/>
              <a:ext cx="75960" cy="378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8" h="4">
                  <a:moveTo>
                    <a:pt x="7" y="0"/>
                  </a:moveTo>
                  <a:lnTo>
                    <a:pt x="7" y="0"/>
                  </a:lnTo>
                  <a:lnTo>
                    <a:pt x="6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2" y="4"/>
                  </a:lnTo>
                  <a:lnTo>
                    <a:pt x="2" y="3"/>
                  </a:lnTo>
                  <a:lnTo>
                    <a:pt x="2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2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7" y="0"/>
                  </a:lnTo>
                  <a:lnTo>
                    <a:pt x="7" y="0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0" name="Freeform 136"/>
            <p:cNvSpPr/>
            <p:nvPr/>
          </p:nvSpPr>
          <p:spPr>
            <a:xfrm rot="20705400">
              <a:off x="3101760" y="5175360"/>
              <a:ext cx="75960" cy="378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8" h="4">
                  <a:moveTo>
                    <a:pt x="0" y="4"/>
                  </a:moveTo>
                  <a:lnTo>
                    <a:pt x="0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8" y="0"/>
                  </a:lnTo>
                  <a:lnTo>
                    <a:pt x="8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7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3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1" name="Freeform 137"/>
            <p:cNvSpPr/>
            <p:nvPr/>
          </p:nvSpPr>
          <p:spPr>
            <a:xfrm rot="20705400">
              <a:off x="3110040" y="521964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2" h="2">
                  <a:moveTo>
                    <a:pt x="1" y="2"/>
                  </a:move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2" name="Freeform 138"/>
            <p:cNvSpPr/>
            <p:nvPr/>
          </p:nvSpPr>
          <p:spPr>
            <a:xfrm rot="20705400">
              <a:off x="3115800" y="5191200"/>
              <a:ext cx="75960" cy="378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8" h="4">
                  <a:moveTo>
                    <a:pt x="8" y="0"/>
                  </a:moveTo>
                  <a:lnTo>
                    <a:pt x="8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7" y="0"/>
                  </a:lnTo>
                  <a:lnTo>
                    <a:pt x="8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3" name="Freeform 139"/>
            <p:cNvSpPr/>
            <p:nvPr/>
          </p:nvSpPr>
          <p:spPr>
            <a:xfrm rot="20705400">
              <a:off x="3174480" y="5164200"/>
              <a:ext cx="9000" cy="187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1" h="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4" name="Freeform 140"/>
            <p:cNvSpPr/>
            <p:nvPr/>
          </p:nvSpPr>
          <p:spPr>
            <a:xfrm rot="20705400">
              <a:off x="3242520" y="5626080"/>
              <a:ext cx="47160" cy="12348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123480"/>
                <a:gd name="textAreaBottom" fmla="*/ 123840 h 123480"/>
              </a:gdLst>
              <a:ahLst/>
              <a:rect l="textAreaLeft" t="textAreaTop" r="textAreaRight" b="textAreaBottom"/>
              <a:pathLst>
                <a:path w="5" h="13">
                  <a:moveTo>
                    <a:pt x="5" y="0"/>
                  </a:moveTo>
                  <a:lnTo>
                    <a:pt x="3" y="13"/>
                  </a:lnTo>
                  <a:lnTo>
                    <a:pt x="0" y="1"/>
                  </a:lnTo>
                  <a:lnTo>
                    <a:pt x="5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5" name="Freeform 141"/>
            <p:cNvSpPr/>
            <p:nvPr/>
          </p:nvSpPr>
          <p:spPr>
            <a:xfrm rot="20705400">
              <a:off x="3272040" y="5620680"/>
              <a:ext cx="28080" cy="13284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2840"/>
                <a:gd name="textAreaBottom" fmla="*/ 133200 h 132840"/>
              </a:gdLst>
              <a:ahLst/>
              <a:rect l="textAreaLeft" t="textAreaTop" r="textAreaRight" b="textAreaBottom"/>
              <a:pathLst>
                <a:path w="3" h="14">
                  <a:moveTo>
                    <a:pt x="0" y="13"/>
                  </a:moveTo>
                  <a:lnTo>
                    <a:pt x="0" y="13"/>
                  </a:lnTo>
                  <a:lnTo>
                    <a:pt x="2" y="0"/>
                  </a:lnTo>
                  <a:lnTo>
                    <a:pt x="3" y="0"/>
                  </a:lnTo>
                  <a:lnTo>
                    <a:pt x="0" y="13"/>
                  </a:lnTo>
                  <a:lnTo>
                    <a:pt x="0" y="14"/>
                  </a:lnTo>
                  <a:lnTo>
                    <a:pt x="0" y="1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6" name="Freeform 142"/>
            <p:cNvSpPr/>
            <p:nvPr/>
          </p:nvSpPr>
          <p:spPr>
            <a:xfrm rot="20705400">
              <a:off x="3234960" y="5629680"/>
              <a:ext cx="37800" cy="1328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32840"/>
                <a:gd name="textAreaBottom" fmla="*/ 133200 h 132840"/>
              </a:gdLst>
              <a:ahLst/>
              <a:rect l="textAreaLeft" t="textAreaTop" r="textAreaRight" b="textAreaBottom"/>
              <a:pathLst>
                <a:path w="4" h="14">
                  <a:moveTo>
                    <a:pt x="1" y="1"/>
                  </a:moveTo>
                  <a:lnTo>
                    <a:pt x="1" y="0"/>
                  </a:lnTo>
                  <a:lnTo>
                    <a:pt x="4" y="13"/>
                  </a:lnTo>
                  <a:lnTo>
                    <a:pt x="4" y="14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7" name="Freeform 143"/>
            <p:cNvSpPr/>
            <p:nvPr/>
          </p:nvSpPr>
          <p:spPr>
            <a:xfrm rot="20705400">
              <a:off x="3227760" y="5626800"/>
              <a:ext cx="56880" cy="900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6" h="1">
                  <a:moveTo>
                    <a:pt x="5" y="0"/>
                  </a:moveTo>
                  <a:lnTo>
                    <a:pt x="5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5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8" name="Freeform 144"/>
            <p:cNvSpPr/>
            <p:nvPr/>
          </p:nvSpPr>
          <p:spPr>
            <a:xfrm rot="20705400">
              <a:off x="3102480" y="5022720"/>
              <a:ext cx="114120" cy="63792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0 h 637920"/>
                <a:gd name="textAreaBottom" fmla="*/ 638280 h 637920"/>
              </a:gdLst>
              <a:ahLst/>
              <a:rect l="textAreaLeft" t="textAreaTop" r="textAreaRight" b="textAreaBottom"/>
              <a:pathLst>
                <a:path w="12" h="67">
                  <a:moveTo>
                    <a:pt x="3" y="0"/>
                  </a:moveTo>
                  <a:lnTo>
                    <a:pt x="0" y="2"/>
                  </a:lnTo>
                  <a:lnTo>
                    <a:pt x="9" y="67"/>
                  </a:lnTo>
                  <a:lnTo>
                    <a:pt x="12" y="66"/>
                  </a:lnTo>
                  <a:lnTo>
                    <a:pt x="3" y="0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59" name="Freeform 145"/>
            <p:cNvSpPr/>
            <p:nvPr/>
          </p:nvSpPr>
          <p:spPr>
            <a:xfrm rot="20705400">
              <a:off x="3024360" y="504432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0" y="2"/>
                  </a:moveTo>
                  <a:lnTo>
                    <a:pt x="0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0" name="Freeform 146"/>
            <p:cNvSpPr/>
            <p:nvPr/>
          </p:nvSpPr>
          <p:spPr>
            <a:xfrm rot="20705400">
              <a:off x="3104280" y="5035680"/>
              <a:ext cx="85320" cy="62820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628200"/>
                <a:gd name="textAreaBottom" fmla="*/ 628560 h 628200"/>
              </a:gdLst>
              <a:ahLst/>
              <a:rect l="textAreaLeft" t="textAreaTop" r="textAreaRight" b="textAreaBottom"/>
              <a:pathLst>
                <a:path w="9" h="66">
                  <a:moveTo>
                    <a:pt x="9" y="66"/>
                  </a:moveTo>
                  <a:lnTo>
                    <a:pt x="8" y="66"/>
                  </a:lnTo>
                  <a:lnTo>
                    <a:pt x="0" y="1"/>
                  </a:lnTo>
                  <a:lnTo>
                    <a:pt x="0" y="0"/>
                  </a:lnTo>
                  <a:lnTo>
                    <a:pt x="9" y="66"/>
                  </a:lnTo>
                  <a:lnTo>
                    <a:pt x="9" y="66"/>
                  </a:lnTo>
                  <a:lnTo>
                    <a:pt x="9" y="6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1" name="Freeform 147"/>
            <p:cNvSpPr/>
            <p:nvPr/>
          </p:nvSpPr>
          <p:spPr>
            <a:xfrm rot="20705400">
              <a:off x="3266280" y="561888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4" h="2">
                  <a:moveTo>
                    <a:pt x="4" y="1"/>
                  </a:moveTo>
                  <a:lnTo>
                    <a:pt x="4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3" y="0"/>
                  </a:lnTo>
                  <a:lnTo>
                    <a:pt x="3" y="1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2" name="Freeform 148"/>
            <p:cNvSpPr/>
            <p:nvPr/>
          </p:nvSpPr>
          <p:spPr>
            <a:xfrm rot="20705400">
              <a:off x="3129480" y="5017680"/>
              <a:ext cx="95040" cy="628200"/>
            </a:xfrm>
            <a:custGeom>
              <a:avLst/>
              <a:gdLst>
                <a:gd name="textAreaLeft" fmla="*/ 0 w 95040"/>
                <a:gd name="textAreaRight" fmla="*/ 95400 w 95040"/>
                <a:gd name="textAreaTop" fmla="*/ 0 h 628200"/>
                <a:gd name="textAreaBottom" fmla="*/ 628560 h 628200"/>
              </a:gdLst>
              <a:ahLst/>
              <a:rect l="textAreaLeft" t="textAreaTop" r="textAreaRight" b="textAreaBottom"/>
              <a:pathLst>
                <a:path w="10" h="66">
                  <a:moveTo>
                    <a:pt x="0" y="0"/>
                  </a:moveTo>
                  <a:lnTo>
                    <a:pt x="1" y="0"/>
                  </a:lnTo>
                  <a:lnTo>
                    <a:pt x="10" y="66"/>
                  </a:lnTo>
                  <a:lnTo>
                    <a:pt x="9" y="6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3" name="Freeform 149"/>
            <p:cNvSpPr/>
            <p:nvPr/>
          </p:nvSpPr>
          <p:spPr>
            <a:xfrm rot="20705400">
              <a:off x="3067920" y="5049720"/>
              <a:ext cx="123480" cy="618840"/>
            </a:xfrm>
            <a:custGeom>
              <a:avLst/>
              <a:gdLst>
                <a:gd name="textAreaLeft" fmla="*/ 0 w 123480"/>
                <a:gd name="textAreaRight" fmla="*/ 123840 w 123480"/>
                <a:gd name="textAreaTop" fmla="*/ 0 h 618840"/>
                <a:gd name="textAreaBottom" fmla="*/ 619200 h 618840"/>
              </a:gdLst>
              <a:ahLst/>
              <a:rect l="textAreaLeft" t="textAreaTop" r="textAreaRight" b="textAreaBottom"/>
              <a:pathLst>
                <a:path w="13" h="65">
                  <a:moveTo>
                    <a:pt x="0" y="1"/>
                  </a:moveTo>
                  <a:lnTo>
                    <a:pt x="4" y="0"/>
                  </a:lnTo>
                  <a:lnTo>
                    <a:pt x="13" y="65"/>
                  </a:lnTo>
                  <a:lnTo>
                    <a:pt x="7" y="65"/>
                  </a:lnTo>
                  <a:lnTo>
                    <a:pt x="0" y="1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4" name="Freeform 150"/>
            <p:cNvSpPr/>
            <p:nvPr/>
          </p:nvSpPr>
          <p:spPr>
            <a:xfrm rot="20705400">
              <a:off x="2990880" y="5061960"/>
              <a:ext cx="37800" cy="280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4" h="3">
                  <a:moveTo>
                    <a:pt x="4" y="1"/>
                  </a:moveTo>
                  <a:lnTo>
                    <a:pt x="4" y="1"/>
                  </a:lnTo>
                  <a:lnTo>
                    <a:pt x="0" y="3"/>
                  </a:lnTo>
                  <a:lnTo>
                    <a:pt x="0" y="2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5" name="Freeform 151"/>
            <p:cNvSpPr/>
            <p:nvPr/>
          </p:nvSpPr>
          <p:spPr>
            <a:xfrm rot="20705400">
              <a:off x="3104280" y="5035680"/>
              <a:ext cx="85320" cy="62820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628200"/>
                <a:gd name="textAreaBottom" fmla="*/ 628560 h 628200"/>
              </a:gdLst>
              <a:ahLst/>
              <a:rect l="textAreaLeft" t="textAreaTop" r="textAreaRight" b="textAreaBottom"/>
              <a:pathLst>
                <a:path w="9" h="66">
                  <a:moveTo>
                    <a:pt x="9" y="66"/>
                  </a:moveTo>
                  <a:lnTo>
                    <a:pt x="8" y="66"/>
                  </a:lnTo>
                  <a:lnTo>
                    <a:pt x="0" y="1"/>
                  </a:lnTo>
                  <a:lnTo>
                    <a:pt x="0" y="0"/>
                  </a:lnTo>
                  <a:lnTo>
                    <a:pt x="9" y="66"/>
                  </a:lnTo>
                  <a:lnTo>
                    <a:pt x="9" y="66"/>
                  </a:lnTo>
                  <a:lnTo>
                    <a:pt x="9" y="6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6" name="Freeform 152"/>
            <p:cNvSpPr/>
            <p:nvPr/>
          </p:nvSpPr>
          <p:spPr>
            <a:xfrm rot="20705400">
              <a:off x="3202560" y="5641920"/>
              <a:ext cx="66240" cy="900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7" h="1">
                  <a:moveTo>
                    <a:pt x="1" y="1"/>
                  </a:moveTo>
                  <a:lnTo>
                    <a:pt x="1" y="0"/>
                  </a:lnTo>
                  <a:lnTo>
                    <a:pt x="7" y="1"/>
                  </a:lnTo>
                  <a:lnTo>
                    <a:pt x="7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7" name="Freeform 153"/>
            <p:cNvSpPr/>
            <p:nvPr/>
          </p:nvSpPr>
          <p:spPr>
            <a:xfrm rot="20705400">
              <a:off x="3061080" y="5068080"/>
              <a:ext cx="75960" cy="60912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609120"/>
                <a:gd name="textAreaBottom" fmla="*/ 609480 h 609120"/>
              </a:gdLst>
              <a:ahLst/>
              <a:rect l="textAreaLeft" t="textAreaTop" r="textAreaRight" b="textAreaBottom"/>
              <a:pathLst>
                <a:path w="8" h="64">
                  <a:moveTo>
                    <a:pt x="1" y="1"/>
                  </a:moveTo>
                  <a:lnTo>
                    <a:pt x="1" y="0"/>
                  </a:lnTo>
                  <a:lnTo>
                    <a:pt x="8" y="64"/>
                  </a:lnTo>
                  <a:lnTo>
                    <a:pt x="7" y="64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8" name="Freeform 154"/>
            <p:cNvSpPr/>
            <p:nvPr/>
          </p:nvSpPr>
          <p:spPr>
            <a:xfrm rot="20705400">
              <a:off x="2869920" y="4875480"/>
              <a:ext cx="294840" cy="199800"/>
            </a:xfrm>
            <a:custGeom>
              <a:avLst/>
              <a:gdLst>
                <a:gd name="textAreaLeft" fmla="*/ 0 w 294840"/>
                <a:gd name="textAreaRight" fmla="*/ 295200 w 294840"/>
                <a:gd name="textAreaTop" fmla="*/ 0 h 199800"/>
                <a:gd name="textAreaBottom" fmla="*/ 200160 h 199800"/>
              </a:gdLst>
              <a:ahLst/>
              <a:rect l="textAreaLeft" t="textAreaTop" r="textAreaRight" b="textAreaBottom"/>
              <a:pathLst>
                <a:path w="31" h="21">
                  <a:moveTo>
                    <a:pt x="23" y="15"/>
                  </a:moveTo>
                  <a:lnTo>
                    <a:pt x="23" y="15"/>
                  </a:lnTo>
                  <a:lnTo>
                    <a:pt x="23" y="15"/>
                  </a:lnTo>
                  <a:lnTo>
                    <a:pt x="24" y="15"/>
                  </a:lnTo>
                  <a:lnTo>
                    <a:pt x="24" y="15"/>
                  </a:lnTo>
                  <a:lnTo>
                    <a:pt x="24" y="15"/>
                  </a:lnTo>
                  <a:lnTo>
                    <a:pt x="24" y="15"/>
                  </a:lnTo>
                  <a:lnTo>
                    <a:pt x="25" y="15"/>
                  </a:lnTo>
                  <a:lnTo>
                    <a:pt x="25" y="15"/>
                  </a:lnTo>
                  <a:lnTo>
                    <a:pt x="25" y="15"/>
                  </a:lnTo>
                  <a:lnTo>
                    <a:pt x="25" y="15"/>
                  </a:lnTo>
                  <a:lnTo>
                    <a:pt x="26" y="15"/>
                  </a:lnTo>
                  <a:lnTo>
                    <a:pt x="26" y="15"/>
                  </a:lnTo>
                  <a:lnTo>
                    <a:pt x="26" y="15"/>
                  </a:lnTo>
                  <a:lnTo>
                    <a:pt x="26" y="15"/>
                  </a:lnTo>
                  <a:lnTo>
                    <a:pt x="27" y="15"/>
                  </a:lnTo>
                  <a:lnTo>
                    <a:pt x="27" y="15"/>
                  </a:lnTo>
                  <a:lnTo>
                    <a:pt x="27" y="14"/>
                  </a:lnTo>
                  <a:lnTo>
                    <a:pt x="27" y="14"/>
                  </a:lnTo>
                  <a:lnTo>
                    <a:pt x="28" y="14"/>
                  </a:lnTo>
                  <a:lnTo>
                    <a:pt x="28" y="14"/>
                  </a:lnTo>
                  <a:lnTo>
                    <a:pt x="28" y="14"/>
                  </a:lnTo>
                  <a:lnTo>
                    <a:pt x="29" y="14"/>
                  </a:lnTo>
                  <a:lnTo>
                    <a:pt x="29" y="13"/>
                  </a:lnTo>
                  <a:lnTo>
                    <a:pt x="29" y="13"/>
                  </a:lnTo>
                  <a:lnTo>
                    <a:pt x="29" y="13"/>
                  </a:lnTo>
                  <a:lnTo>
                    <a:pt x="30" y="13"/>
                  </a:lnTo>
                  <a:lnTo>
                    <a:pt x="30" y="12"/>
                  </a:lnTo>
                  <a:lnTo>
                    <a:pt x="30" y="12"/>
                  </a:lnTo>
                  <a:lnTo>
                    <a:pt x="30" y="12"/>
                  </a:lnTo>
                  <a:lnTo>
                    <a:pt x="30" y="12"/>
                  </a:lnTo>
                  <a:lnTo>
                    <a:pt x="30" y="11"/>
                  </a:lnTo>
                  <a:lnTo>
                    <a:pt x="31" y="11"/>
                  </a:lnTo>
                  <a:lnTo>
                    <a:pt x="31" y="11"/>
                  </a:lnTo>
                  <a:lnTo>
                    <a:pt x="31" y="10"/>
                  </a:lnTo>
                  <a:lnTo>
                    <a:pt x="31" y="10"/>
                  </a:lnTo>
                  <a:lnTo>
                    <a:pt x="31" y="10"/>
                  </a:lnTo>
                  <a:lnTo>
                    <a:pt x="31" y="9"/>
                  </a:lnTo>
                  <a:lnTo>
                    <a:pt x="31" y="9"/>
                  </a:lnTo>
                  <a:lnTo>
                    <a:pt x="31" y="9"/>
                  </a:lnTo>
                  <a:lnTo>
                    <a:pt x="31" y="8"/>
                  </a:lnTo>
                  <a:lnTo>
                    <a:pt x="31" y="8"/>
                  </a:lnTo>
                  <a:lnTo>
                    <a:pt x="31" y="7"/>
                  </a:lnTo>
                  <a:lnTo>
                    <a:pt x="31" y="6"/>
                  </a:lnTo>
                  <a:lnTo>
                    <a:pt x="31" y="5"/>
                  </a:lnTo>
                  <a:lnTo>
                    <a:pt x="30" y="4"/>
                  </a:lnTo>
                  <a:lnTo>
                    <a:pt x="30" y="4"/>
                  </a:lnTo>
                  <a:lnTo>
                    <a:pt x="30" y="3"/>
                  </a:lnTo>
                  <a:lnTo>
                    <a:pt x="29" y="3"/>
                  </a:lnTo>
                  <a:lnTo>
                    <a:pt x="29" y="3"/>
                  </a:lnTo>
                  <a:lnTo>
                    <a:pt x="28" y="2"/>
                  </a:lnTo>
                  <a:lnTo>
                    <a:pt x="28" y="2"/>
                  </a:lnTo>
                  <a:lnTo>
                    <a:pt x="27" y="2"/>
                  </a:lnTo>
                  <a:lnTo>
                    <a:pt x="27" y="2"/>
                  </a:lnTo>
                  <a:lnTo>
                    <a:pt x="26" y="1"/>
                  </a:lnTo>
                  <a:lnTo>
                    <a:pt x="26" y="1"/>
                  </a:lnTo>
                  <a:lnTo>
                    <a:pt x="25" y="1"/>
                  </a:lnTo>
                  <a:lnTo>
                    <a:pt x="25" y="1"/>
                  </a:lnTo>
                  <a:lnTo>
                    <a:pt x="25" y="1"/>
                  </a:lnTo>
                  <a:lnTo>
                    <a:pt x="24" y="0"/>
                  </a:lnTo>
                  <a:lnTo>
                    <a:pt x="23" y="0"/>
                  </a:lnTo>
                  <a:lnTo>
                    <a:pt x="23" y="0"/>
                  </a:lnTo>
                  <a:lnTo>
                    <a:pt x="22" y="0"/>
                  </a:lnTo>
                  <a:lnTo>
                    <a:pt x="22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8" y="0"/>
                  </a:lnTo>
                  <a:lnTo>
                    <a:pt x="18" y="0"/>
                  </a:lnTo>
                  <a:lnTo>
                    <a:pt x="17" y="0"/>
                  </a:lnTo>
                  <a:lnTo>
                    <a:pt x="16" y="0"/>
                  </a:lnTo>
                  <a:lnTo>
                    <a:pt x="16" y="0"/>
                  </a:lnTo>
                  <a:lnTo>
                    <a:pt x="15" y="0"/>
                  </a:lnTo>
                  <a:lnTo>
                    <a:pt x="15" y="1"/>
                  </a:lnTo>
                  <a:lnTo>
                    <a:pt x="14" y="1"/>
                  </a:lnTo>
                  <a:lnTo>
                    <a:pt x="14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11" y="2"/>
                  </a:lnTo>
                  <a:lnTo>
                    <a:pt x="11" y="2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9" y="2"/>
                  </a:lnTo>
                  <a:lnTo>
                    <a:pt x="9" y="3"/>
                  </a:lnTo>
                  <a:lnTo>
                    <a:pt x="9" y="3"/>
                  </a:lnTo>
                  <a:lnTo>
                    <a:pt x="8" y="3"/>
                  </a:lnTo>
                  <a:lnTo>
                    <a:pt x="8" y="3"/>
                  </a:lnTo>
                  <a:lnTo>
                    <a:pt x="7" y="4"/>
                  </a:lnTo>
                  <a:lnTo>
                    <a:pt x="7" y="4"/>
                  </a:lnTo>
                  <a:lnTo>
                    <a:pt x="7" y="4"/>
                  </a:lnTo>
                  <a:lnTo>
                    <a:pt x="6" y="4"/>
                  </a:lnTo>
                  <a:lnTo>
                    <a:pt x="6" y="5"/>
                  </a:lnTo>
                  <a:lnTo>
                    <a:pt x="5" y="5"/>
                  </a:lnTo>
                  <a:lnTo>
                    <a:pt x="5" y="6"/>
                  </a:lnTo>
                  <a:lnTo>
                    <a:pt x="4" y="7"/>
                  </a:lnTo>
                  <a:lnTo>
                    <a:pt x="3" y="8"/>
                  </a:lnTo>
                  <a:lnTo>
                    <a:pt x="2" y="8"/>
                  </a:lnTo>
                  <a:lnTo>
                    <a:pt x="2" y="9"/>
                  </a:lnTo>
                  <a:lnTo>
                    <a:pt x="1" y="10"/>
                  </a:lnTo>
                  <a:lnTo>
                    <a:pt x="1" y="11"/>
                  </a:lnTo>
                  <a:lnTo>
                    <a:pt x="0" y="12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0" y="14"/>
                  </a:lnTo>
                  <a:lnTo>
                    <a:pt x="0" y="15"/>
                  </a:lnTo>
                  <a:lnTo>
                    <a:pt x="0" y="16"/>
                  </a:lnTo>
                  <a:lnTo>
                    <a:pt x="1" y="16"/>
                  </a:lnTo>
                  <a:lnTo>
                    <a:pt x="1" y="17"/>
                  </a:lnTo>
                  <a:lnTo>
                    <a:pt x="2" y="17"/>
                  </a:lnTo>
                  <a:lnTo>
                    <a:pt x="2" y="17"/>
                  </a:lnTo>
                  <a:lnTo>
                    <a:pt x="3" y="18"/>
                  </a:lnTo>
                  <a:lnTo>
                    <a:pt x="4" y="18"/>
                  </a:lnTo>
                  <a:lnTo>
                    <a:pt x="4" y="19"/>
                  </a:lnTo>
                  <a:lnTo>
                    <a:pt x="5" y="19"/>
                  </a:lnTo>
                  <a:lnTo>
                    <a:pt x="5" y="19"/>
                  </a:lnTo>
                  <a:lnTo>
                    <a:pt x="6" y="20"/>
                  </a:lnTo>
                  <a:lnTo>
                    <a:pt x="6" y="20"/>
                  </a:lnTo>
                  <a:lnTo>
                    <a:pt x="7" y="20"/>
                  </a:lnTo>
                  <a:lnTo>
                    <a:pt x="7" y="20"/>
                  </a:lnTo>
                  <a:lnTo>
                    <a:pt x="8" y="21"/>
                  </a:lnTo>
                  <a:lnTo>
                    <a:pt x="9" y="21"/>
                  </a:lnTo>
                  <a:lnTo>
                    <a:pt x="9" y="21"/>
                  </a:lnTo>
                  <a:lnTo>
                    <a:pt x="10" y="21"/>
                  </a:lnTo>
                  <a:lnTo>
                    <a:pt x="10" y="21"/>
                  </a:lnTo>
                  <a:lnTo>
                    <a:pt x="10" y="21"/>
                  </a:lnTo>
                  <a:lnTo>
                    <a:pt x="11" y="21"/>
                  </a:lnTo>
                  <a:lnTo>
                    <a:pt x="11" y="21"/>
                  </a:lnTo>
                  <a:lnTo>
                    <a:pt x="11" y="21"/>
                  </a:lnTo>
                  <a:lnTo>
                    <a:pt x="11" y="21"/>
                  </a:lnTo>
                  <a:lnTo>
                    <a:pt x="12" y="20"/>
                  </a:lnTo>
                  <a:lnTo>
                    <a:pt x="12" y="20"/>
                  </a:lnTo>
                  <a:lnTo>
                    <a:pt x="12" y="20"/>
                  </a:lnTo>
                  <a:lnTo>
                    <a:pt x="12" y="20"/>
                  </a:lnTo>
                  <a:lnTo>
                    <a:pt x="13" y="20"/>
                  </a:lnTo>
                  <a:lnTo>
                    <a:pt x="13" y="20"/>
                  </a:lnTo>
                  <a:lnTo>
                    <a:pt x="13" y="20"/>
                  </a:lnTo>
                  <a:lnTo>
                    <a:pt x="13" y="20"/>
                  </a:lnTo>
                  <a:lnTo>
                    <a:pt x="14" y="20"/>
                  </a:lnTo>
                  <a:lnTo>
                    <a:pt x="14" y="20"/>
                  </a:lnTo>
                  <a:lnTo>
                    <a:pt x="14" y="20"/>
                  </a:lnTo>
                  <a:lnTo>
                    <a:pt x="14" y="19"/>
                  </a:lnTo>
                  <a:lnTo>
                    <a:pt x="15" y="19"/>
                  </a:lnTo>
                  <a:lnTo>
                    <a:pt x="15" y="19"/>
                  </a:lnTo>
                  <a:lnTo>
                    <a:pt x="15" y="19"/>
                  </a:lnTo>
                  <a:lnTo>
                    <a:pt x="15" y="19"/>
                  </a:lnTo>
                  <a:lnTo>
                    <a:pt x="15" y="19"/>
                  </a:lnTo>
                  <a:lnTo>
                    <a:pt x="16" y="19"/>
                  </a:lnTo>
                  <a:lnTo>
                    <a:pt x="16" y="19"/>
                  </a:lnTo>
                  <a:lnTo>
                    <a:pt x="16" y="18"/>
                  </a:lnTo>
                  <a:lnTo>
                    <a:pt x="16" y="18"/>
                  </a:lnTo>
                  <a:lnTo>
                    <a:pt x="16" y="18"/>
                  </a:lnTo>
                  <a:lnTo>
                    <a:pt x="17" y="18"/>
                  </a:lnTo>
                  <a:lnTo>
                    <a:pt x="17" y="18"/>
                  </a:lnTo>
                  <a:lnTo>
                    <a:pt x="17" y="18"/>
                  </a:lnTo>
                  <a:lnTo>
                    <a:pt x="17" y="18"/>
                  </a:lnTo>
                  <a:lnTo>
                    <a:pt x="17" y="18"/>
                  </a:lnTo>
                  <a:lnTo>
                    <a:pt x="16" y="18"/>
                  </a:lnTo>
                  <a:lnTo>
                    <a:pt x="16" y="18"/>
                  </a:lnTo>
                  <a:lnTo>
                    <a:pt x="15" y="18"/>
                  </a:lnTo>
                  <a:lnTo>
                    <a:pt x="15" y="18"/>
                  </a:lnTo>
                  <a:lnTo>
                    <a:pt x="14" y="18"/>
                  </a:lnTo>
                  <a:lnTo>
                    <a:pt x="14" y="18"/>
                  </a:lnTo>
                  <a:lnTo>
                    <a:pt x="13" y="18"/>
                  </a:lnTo>
                  <a:lnTo>
                    <a:pt x="13" y="17"/>
                  </a:lnTo>
                  <a:lnTo>
                    <a:pt x="12" y="17"/>
                  </a:lnTo>
                  <a:lnTo>
                    <a:pt x="12" y="17"/>
                  </a:lnTo>
                  <a:lnTo>
                    <a:pt x="11" y="17"/>
                  </a:lnTo>
                  <a:lnTo>
                    <a:pt x="11" y="17"/>
                  </a:lnTo>
                  <a:lnTo>
                    <a:pt x="11" y="17"/>
                  </a:lnTo>
                  <a:lnTo>
                    <a:pt x="10" y="17"/>
                  </a:lnTo>
                  <a:lnTo>
                    <a:pt x="10" y="16"/>
                  </a:lnTo>
                  <a:lnTo>
                    <a:pt x="9" y="16"/>
                  </a:lnTo>
                  <a:lnTo>
                    <a:pt x="8" y="16"/>
                  </a:lnTo>
                  <a:lnTo>
                    <a:pt x="8" y="15"/>
                  </a:lnTo>
                  <a:lnTo>
                    <a:pt x="7" y="14"/>
                  </a:lnTo>
                  <a:lnTo>
                    <a:pt x="7" y="14"/>
                  </a:lnTo>
                  <a:lnTo>
                    <a:pt x="6" y="13"/>
                  </a:lnTo>
                  <a:lnTo>
                    <a:pt x="6" y="13"/>
                  </a:lnTo>
                  <a:lnTo>
                    <a:pt x="6" y="12"/>
                  </a:lnTo>
                  <a:lnTo>
                    <a:pt x="6" y="12"/>
                  </a:lnTo>
                  <a:lnTo>
                    <a:pt x="5" y="11"/>
                  </a:lnTo>
                  <a:lnTo>
                    <a:pt x="5" y="11"/>
                  </a:lnTo>
                  <a:lnTo>
                    <a:pt x="6" y="11"/>
                  </a:lnTo>
                  <a:lnTo>
                    <a:pt x="6" y="10"/>
                  </a:lnTo>
                  <a:lnTo>
                    <a:pt x="6" y="10"/>
                  </a:lnTo>
                  <a:lnTo>
                    <a:pt x="6" y="9"/>
                  </a:lnTo>
                  <a:lnTo>
                    <a:pt x="6" y="9"/>
                  </a:lnTo>
                  <a:lnTo>
                    <a:pt x="6" y="9"/>
                  </a:lnTo>
                  <a:lnTo>
                    <a:pt x="6" y="8"/>
                  </a:lnTo>
                  <a:lnTo>
                    <a:pt x="6" y="8"/>
                  </a:lnTo>
                  <a:lnTo>
                    <a:pt x="7" y="7"/>
                  </a:lnTo>
                  <a:lnTo>
                    <a:pt x="7" y="7"/>
                  </a:lnTo>
                  <a:lnTo>
                    <a:pt x="7" y="7"/>
                  </a:lnTo>
                  <a:lnTo>
                    <a:pt x="7" y="7"/>
                  </a:lnTo>
                  <a:lnTo>
                    <a:pt x="7" y="6"/>
                  </a:lnTo>
                  <a:lnTo>
                    <a:pt x="8" y="6"/>
                  </a:lnTo>
                  <a:lnTo>
                    <a:pt x="8" y="6"/>
                  </a:lnTo>
                  <a:lnTo>
                    <a:pt x="8" y="5"/>
                  </a:lnTo>
                  <a:lnTo>
                    <a:pt x="9" y="5"/>
                  </a:lnTo>
                  <a:lnTo>
                    <a:pt x="9" y="5"/>
                  </a:lnTo>
                  <a:lnTo>
                    <a:pt x="9" y="4"/>
                  </a:lnTo>
                  <a:lnTo>
                    <a:pt x="9" y="4"/>
                  </a:lnTo>
                  <a:lnTo>
                    <a:pt x="10" y="4"/>
                  </a:lnTo>
                  <a:lnTo>
                    <a:pt x="10" y="4"/>
                  </a:lnTo>
                  <a:lnTo>
                    <a:pt x="10" y="3"/>
                  </a:lnTo>
                  <a:lnTo>
                    <a:pt x="11" y="3"/>
                  </a:lnTo>
                  <a:lnTo>
                    <a:pt x="11" y="3"/>
                  </a:lnTo>
                  <a:lnTo>
                    <a:pt x="12" y="3"/>
                  </a:lnTo>
                  <a:lnTo>
                    <a:pt x="12" y="3"/>
                  </a:lnTo>
                  <a:lnTo>
                    <a:pt x="12" y="2"/>
                  </a:lnTo>
                  <a:lnTo>
                    <a:pt x="13" y="2"/>
                  </a:lnTo>
                  <a:lnTo>
                    <a:pt x="14" y="2"/>
                  </a:lnTo>
                  <a:lnTo>
                    <a:pt x="14" y="2"/>
                  </a:lnTo>
                  <a:lnTo>
                    <a:pt x="15" y="2"/>
                  </a:lnTo>
                  <a:lnTo>
                    <a:pt x="15" y="2"/>
                  </a:lnTo>
                  <a:lnTo>
                    <a:pt x="16" y="2"/>
                  </a:lnTo>
                  <a:lnTo>
                    <a:pt x="17" y="2"/>
                  </a:lnTo>
                  <a:lnTo>
                    <a:pt x="17" y="2"/>
                  </a:lnTo>
                  <a:lnTo>
                    <a:pt x="18" y="2"/>
                  </a:lnTo>
                  <a:lnTo>
                    <a:pt x="18" y="2"/>
                  </a:lnTo>
                  <a:lnTo>
                    <a:pt x="19" y="2"/>
                  </a:lnTo>
                  <a:lnTo>
                    <a:pt x="19" y="2"/>
                  </a:lnTo>
                  <a:lnTo>
                    <a:pt x="20" y="2"/>
                  </a:lnTo>
                  <a:lnTo>
                    <a:pt x="21" y="3"/>
                  </a:lnTo>
                  <a:lnTo>
                    <a:pt x="21" y="3"/>
                  </a:lnTo>
                  <a:lnTo>
                    <a:pt x="22" y="3"/>
                  </a:lnTo>
                  <a:lnTo>
                    <a:pt x="22" y="3"/>
                  </a:lnTo>
                  <a:lnTo>
                    <a:pt x="23" y="4"/>
                  </a:lnTo>
                  <a:lnTo>
                    <a:pt x="23" y="5"/>
                  </a:lnTo>
                  <a:lnTo>
                    <a:pt x="24" y="5"/>
                  </a:lnTo>
                  <a:lnTo>
                    <a:pt x="24" y="6"/>
                  </a:lnTo>
                  <a:lnTo>
                    <a:pt x="24" y="7"/>
                  </a:lnTo>
                  <a:lnTo>
                    <a:pt x="25" y="8"/>
                  </a:lnTo>
                  <a:lnTo>
                    <a:pt x="25" y="9"/>
                  </a:lnTo>
                  <a:lnTo>
                    <a:pt x="25" y="10"/>
                  </a:lnTo>
                  <a:lnTo>
                    <a:pt x="25" y="10"/>
                  </a:lnTo>
                  <a:lnTo>
                    <a:pt x="25" y="10"/>
                  </a:lnTo>
                  <a:lnTo>
                    <a:pt x="25" y="11"/>
                  </a:lnTo>
                  <a:lnTo>
                    <a:pt x="25" y="11"/>
                  </a:lnTo>
                  <a:lnTo>
                    <a:pt x="25" y="12"/>
                  </a:lnTo>
                  <a:lnTo>
                    <a:pt x="24" y="12"/>
                  </a:lnTo>
                  <a:lnTo>
                    <a:pt x="24" y="12"/>
                  </a:lnTo>
                  <a:lnTo>
                    <a:pt x="24" y="13"/>
                  </a:lnTo>
                  <a:lnTo>
                    <a:pt x="24" y="13"/>
                  </a:lnTo>
                  <a:lnTo>
                    <a:pt x="24" y="13"/>
                  </a:lnTo>
                  <a:lnTo>
                    <a:pt x="24" y="14"/>
                  </a:lnTo>
                  <a:lnTo>
                    <a:pt x="24" y="14"/>
                  </a:lnTo>
                  <a:lnTo>
                    <a:pt x="24" y="14"/>
                  </a:lnTo>
                  <a:lnTo>
                    <a:pt x="23" y="15"/>
                  </a:lnTo>
                  <a:lnTo>
                    <a:pt x="23" y="15"/>
                  </a:lnTo>
                  <a:lnTo>
                    <a:pt x="23" y="15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69" name="Freeform 155"/>
            <p:cNvSpPr/>
            <p:nvPr/>
          </p:nvSpPr>
          <p:spPr>
            <a:xfrm rot="20705400">
              <a:off x="3097080" y="498384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4" h="2">
                  <a:moveTo>
                    <a:pt x="4" y="1"/>
                  </a:move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0" name="Freeform 156"/>
            <p:cNvSpPr/>
            <p:nvPr/>
          </p:nvSpPr>
          <p:spPr>
            <a:xfrm rot="20705400">
              <a:off x="3131640" y="496656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3" y="0"/>
                  </a:moveTo>
                  <a:lnTo>
                    <a:pt x="3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1" name="Freeform 157"/>
            <p:cNvSpPr/>
            <p:nvPr/>
          </p:nvSpPr>
          <p:spPr>
            <a:xfrm rot="20705400">
              <a:off x="3141360" y="491472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3" h="5">
                  <a:moveTo>
                    <a:pt x="3" y="0"/>
                  </a:move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2" name="Freeform 158"/>
            <p:cNvSpPr/>
            <p:nvPr/>
          </p:nvSpPr>
          <p:spPr>
            <a:xfrm rot="20705400">
              <a:off x="3129120" y="486864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3" h="5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3" y="5"/>
                  </a:lnTo>
                  <a:lnTo>
                    <a:pt x="3" y="5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4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3" name="Freeform 159"/>
            <p:cNvSpPr/>
            <p:nvPr/>
          </p:nvSpPr>
          <p:spPr>
            <a:xfrm rot="20705400">
              <a:off x="3044880" y="4854960"/>
              <a:ext cx="75960" cy="2808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8" h="3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2"/>
                  </a:lnTo>
                  <a:lnTo>
                    <a:pt x="7" y="2"/>
                  </a:lnTo>
                  <a:lnTo>
                    <a:pt x="8" y="2"/>
                  </a:lnTo>
                  <a:lnTo>
                    <a:pt x="8" y="3"/>
                  </a:lnTo>
                  <a:lnTo>
                    <a:pt x="8" y="3"/>
                  </a:lnTo>
                  <a:lnTo>
                    <a:pt x="7" y="3"/>
                  </a:lnTo>
                  <a:lnTo>
                    <a:pt x="7" y="3"/>
                  </a:lnTo>
                  <a:lnTo>
                    <a:pt x="7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4" name="Freeform 160"/>
            <p:cNvSpPr/>
            <p:nvPr/>
          </p:nvSpPr>
          <p:spPr>
            <a:xfrm rot="20705400">
              <a:off x="2907000" y="4872600"/>
              <a:ext cx="151920" cy="5688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56880"/>
                <a:gd name="textAreaBottom" fmla="*/ 57240 h 56880"/>
              </a:gdLst>
              <a:ahLst/>
              <a:rect l="textAreaLeft" t="textAreaTop" r="textAreaRight" b="textAreaBottom"/>
              <a:pathLst>
                <a:path w="16" h="6">
                  <a:moveTo>
                    <a:pt x="0" y="5"/>
                  </a:moveTo>
                  <a:lnTo>
                    <a:pt x="0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4"/>
                  </a:lnTo>
                  <a:lnTo>
                    <a:pt x="1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3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2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8" y="1"/>
                  </a:lnTo>
                  <a:lnTo>
                    <a:pt x="8" y="1"/>
                  </a:lnTo>
                  <a:lnTo>
                    <a:pt x="9" y="1"/>
                  </a:lnTo>
                  <a:lnTo>
                    <a:pt x="9" y="1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11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13" y="1"/>
                  </a:lnTo>
                  <a:lnTo>
                    <a:pt x="14" y="0"/>
                  </a:lnTo>
                  <a:lnTo>
                    <a:pt x="14" y="1"/>
                  </a:lnTo>
                  <a:lnTo>
                    <a:pt x="15" y="1"/>
                  </a:lnTo>
                  <a:lnTo>
                    <a:pt x="15" y="1"/>
                  </a:lnTo>
                  <a:lnTo>
                    <a:pt x="16" y="1"/>
                  </a:lnTo>
                  <a:lnTo>
                    <a:pt x="15" y="1"/>
                  </a:lnTo>
                  <a:lnTo>
                    <a:pt x="15" y="1"/>
                  </a:lnTo>
                  <a:lnTo>
                    <a:pt x="15" y="1"/>
                  </a:lnTo>
                  <a:lnTo>
                    <a:pt x="14" y="1"/>
                  </a:lnTo>
                  <a:lnTo>
                    <a:pt x="14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11" y="2"/>
                  </a:lnTo>
                  <a:lnTo>
                    <a:pt x="11" y="2"/>
                  </a:lnTo>
                  <a:lnTo>
                    <a:pt x="10" y="2"/>
                  </a:lnTo>
                  <a:lnTo>
                    <a:pt x="9" y="2"/>
                  </a:lnTo>
                  <a:lnTo>
                    <a:pt x="9" y="2"/>
                  </a:lnTo>
                  <a:lnTo>
                    <a:pt x="9" y="2"/>
                  </a:lnTo>
                  <a:lnTo>
                    <a:pt x="8" y="2"/>
                  </a:lnTo>
                  <a:lnTo>
                    <a:pt x="7" y="2"/>
                  </a:lnTo>
                  <a:lnTo>
                    <a:pt x="7" y="3"/>
                  </a:lnTo>
                  <a:lnTo>
                    <a:pt x="6" y="3"/>
                  </a:lnTo>
                  <a:lnTo>
                    <a:pt x="6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4" y="4"/>
                  </a:lnTo>
                  <a:lnTo>
                    <a:pt x="4" y="4"/>
                  </a:lnTo>
                  <a:lnTo>
                    <a:pt x="3" y="4"/>
                  </a:lnTo>
                  <a:lnTo>
                    <a:pt x="3" y="4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0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5" name="Freeform 161"/>
            <p:cNvSpPr/>
            <p:nvPr/>
          </p:nvSpPr>
          <p:spPr>
            <a:xfrm rot="20705400">
              <a:off x="2864520" y="4944240"/>
              <a:ext cx="75960" cy="12348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123480"/>
                <a:gd name="textAreaBottom" fmla="*/ 123840 h 123480"/>
              </a:gdLst>
              <a:ahLst/>
              <a:rect l="textAreaLeft" t="textAreaTop" r="textAreaRight" b="textAreaBottom"/>
              <a:pathLst>
                <a:path w="8" h="13">
                  <a:moveTo>
                    <a:pt x="2" y="13"/>
                  </a:moveTo>
                  <a:lnTo>
                    <a:pt x="2" y="13"/>
                  </a:lnTo>
                  <a:lnTo>
                    <a:pt x="1" y="12"/>
                  </a:lnTo>
                  <a:lnTo>
                    <a:pt x="1" y="11"/>
                  </a:lnTo>
                  <a:lnTo>
                    <a:pt x="0" y="10"/>
                  </a:lnTo>
                  <a:lnTo>
                    <a:pt x="1" y="9"/>
                  </a:lnTo>
                  <a:lnTo>
                    <a:pt x="1" y="8"/>
                  </a:lnTo>
                  <a:lnTo>
                    <a:pt x="1" y="8"/>
                  </a:lnTo>
                  <a:lnTo>
                    <a:pt x="1" y="7"/>
                  </a:lnTo>
                  <a:lnTo>
                    <a:pt x="2" y="6"/>
                  </a:lnTo>
                  <a:lnTo>
                    <a:pt x="2" y="5"/>
                  </a:lnTo>
                  <a:lnTo>
                    <a:pt x="3" y="4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2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8" y="1"/>
                  </a:lnTo>
                  <a:lnTo>
                    <a:pt x="7" y="1"/>
                  </a:lnTo>
                  <a:lnTo>
                    <a:pt x="6" y="2"/>
                  </a:lnTo>
                  <a:lnTo>
                    <a:pt x="6" y="3"/>
                  </a:lnTo>
                  <a:lnTo>
                    <a:pt x="5" y="3"/>
                  </a:lnTo>
                  <a:lnTo>
                    <a:pt x="4" y="4"/>
                  </a:lnTo>
                  <a:lnTo>
                    <a:pt x="4" y="5"/>
                  </a:lnTo>
                  <a:lnTo>
                    <a:pt x="3" y="6"/>
                  </a:lnTo>
                  <a:lnTo>
                    <a:pt x="3" y="6"/>
                  </a:lnTo>
                  <a:lnTo>
                    <a:pt x="2" y="7"/>
                  </a:lnTo>
                  <a:lnTo>
                    <a:pt x="2" y="8"/>
                  </a:lnTo>
                  <a:lnTo>
                    <a:pt x="1" y="9"/>
                  </a:lnTo>
                  <a:lnTo>
                    <a:pt x="1" y="9"/>
                  </a:lnTo>
                  <a:lnTo>
                    <a:pt x="1" y="10"/>
                  </a:lnTo>
                  <a:lnTo>
                    <a:pt x="1" y="11"/>
                  </a:lnTo>
                  <a:lnTo>
                    <a:pt x="2" y="11"/>
                  </a:lnTo>
                  <a:lnTo>
                    <a:pt x="2" y="12"/>
                  </a:lnTo>
                  <a:lnTo>
                    <a:pt x="2" y="12"/>
                  </a:lnTo>
                  <a:lnTo>
                    <a:pt x="2" y="1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6" name="Freeform 162"/>
            <p:cNvSpPr/>
            <p:nvPr/>
          </p:nvSpPr>
          <p:spPr>
            <a:xfrm rot="20705400">
              <a:off x="2903760" y="5049360"/>
              <a:ext cx="85320" cy="5688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56880"/>
                <a:gd name="textAreaBottom" fmla="*/ 57240 h 56880"/>
              </a:gdLst>
              <a:ahLst/>
              <a:rect l="textAreaLeft" t="textAreaTop" r="textAreaRight" b="textAreaBottom"/>
              <a:pathLst>
                <a:path w="9" h="6">
                  <a:moveTo>
                    <a:pt x="9" y="6"/>
                  </a:moveTo>
                  <a:lnTo>
                    <a:pt x="9" y="6"/>
                  </a:lnTo>
                  <a:lnTo>
                    <a:pt x="8" y="5"/>
                  </a:lnTo>
                  <a:lnTo>
                    <a:pt x="8" y="5"/>
                  </a:lnTo>
                  <a:lnTo>
                    <a:pt x="7" y="5"/>
                  </a:lnTo>
                  <a:lnTo>
                    <a:pt x="6" y="5"/>
                  </a:lnTo>
                  <a:lnTo>
                    <a:pt x="6" y="5"/>
                  </a:lnTo>
                  <a:lnTo>
                    <a:pt x="5" y="4"/>
                  </a:lnTo>
                  <a:lnTo>
                    <a:pt x="5" y="4"/>
                  </a:lnTo>
                  <a:lnTo>
                    <a:pt x="4" y="4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3"/>
                  </a:lnTo>
                  <a:lnTo>
                    <a:pt x="6" y="4"/>
                  </a:lnTo>
                  <a:lnTo>
                    <a:pt x="6" y="4"/>
                  </a:lnTo>
                  <a:lnTo>
                    <a:pt x="7" y="4"/>
                  </a:lnTo>
                  <a:lnTo>
                    <a:pt x="7" y="4"/>
                  </a:lnTo>
                  <a:lnTo>
                    <a:pt x="8" y="5"/>
                  </a:lnTo>
                  <a:lnTo>
                    <a:pt x="8" y="5"/>
                  </a:lnTo>
                  <a:lnTo>
                    <a:pt x="9" y="5"/>
                  </a:lnTo>
                  <a:lnTo>
                    <a:pt x="9" y="5"/>
                  </a:lnTo>
                  <a:lnTo>
                    <a:pt x="9" y="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7" name="Freeform 163"/>
            <p:cNvSpPr/>
            <p:nvPr/>
          </p:nvSpPr>
          <p:spPr>
            <a:xfrm rot="20705400">
              <a:off x="2990880" y="5061960"/>
              <a:ext cx="37800" cy="280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4" h="3">
                  <a:moveTo>
                    <a:pt x="4" y="1"/>
                  </a:move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8" name="Freeform 164"/>
            <p:cNvSpPr/>
            <p:nvPr/>
          </p:nvSpPr>
          <p:spPr>
            <a:xfrm rot="20705400">
              <a:off x="3022920" y="503460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3" h="3">
                  <a:moveTo>
                    <a:pt x="3" y="0"/>
                  </a:move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79" name="Freeform 165"/>
            <p:cNvSpPr/>
            <p:nvPr/>
          </p:nvSpPr>
          <p:spPr>
            <a:xfrm rot="20705400">
              <a:off x="2972520" y="5031720"/>
              <a:ext cx="75960" cy="1872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8" h="2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2"/>
                  </a:lnTo>
                  <a:lnTo>
                    <a:pt x="8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0" name="Freeform 166"/>
            <p:cNvSpPr/>
            <p:nvPr/>
          </p:nvSpPr>
          <p:spPr>
            <a:xfrm rot="20705400">
              <a:off x="2930040" y="5007960"/>
              <a:ext cx="47160" cy="471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5" h="5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4"/>
                  </a:lnTo>
                  <a:lnTo>
                    <a:pt x="5" y="4"/>
                  </a:lnTo>
                  <a:lnTo>
                    <a:pt x="4" y="5"/>
                  </a:lnTo>
                  <a:lnTo>
                    <a:pt x="4" y="4"/>
                  </a:lnTo>
                  <a:lnTo>
                    <a:pt x="3" y="4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1" name="Freeform 167"/>
            <p:cNvSpPr/>
            <p:nvPr/>
          </p:nvSpPr>
          <p:spPr>
            <a:xfrm rot="20705400">
              <a:off x="2917080" y="4955040"/>
              <a:ext cx="28080" cy="56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56880"/>
                <a:gd name="textAreaBottom" fmla="*/ 57240 h 56880"/>
              </a:gdLst>
              <a:ahLst/>
              <a:rect l="textAreaLeft" t="textAreaTop" r="textAreaRight" b="textAreaBottom"/>
              <a:pathLst>
                <a:path w="3" h="6">
                  <a:moveTo>
                    <a:pt x="3" y="0"/>
                  </a:moveTo>
                  <a:lnTo>
                    <a:pt x="3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6"/>
                  </a:lnTo>
                  <a:lnTo>
                    <a:pt x="1" y="6"/>
                  </a:lnTo>
                  <a:lnTo>
                    <a:pt x="0" y="6"/>
                  </a:lnTo>
                  <a:lnTo>
                    <a:pt x="0" y="6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2" name="Freeform 168"/>
            <p:cNvSpPr/>
            <p:nvPr/>
          </p:nvSpPr>
          <p:spPr>
            <a:xfrm rot="20705400">
              <a:off x="2922480" y="4910040"/>
              <a:ext cx="56880" cy="3780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6" h="4">
                  <a:moveTo>
                    <a:pt x="6" y="1"/>
                  </a:moveTo>
                  <a:lnTo>
                    <a:pt x="6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6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3" name="Freeform 169"/>
            <p:cNvSpPr/>
            <p:nvPr/>
          </p:nvSpPr>
          <p:spPr>
            <a:xfrm rot="20705400">
              <a:off x="2973600" y="4881240"/>
              <a:ext cx="95040" cy="28080"/>
            </a:xfrm>
            <a:custGeom>
              <a:avLst/>
              <a:gdLst>
                <a:gd name="textAreaLeft" fmla="*/ 0 w 95040"/>
                <a:gd name="textAreaRight" fmla="*/ 95400 w 9504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10" h="3">
                  <a:moveTo>
                    <a:pt x="9" y="3"/>
                  </a:moveTo>
                  <a:lnTo>
                    <a:pt x="9" y="3"/>
                  </a:lnTo>
                  <a:lnTo>
                    <a:pt x="9" y="2"/>
                  </a:lnTo>
                  <a:lnTo>
                    <a:pt x="8" y="2"/>
                  </a:lnTo>
                  <a:lnTo>
                    <a:pt x="8" y="2"/>
                  </a:lnTo>
                  <a:lnTo>
                    <a:pt x="7" y="2"/>
                  </a:lnTo>
                  <a:lnTo>
                    <a:pt x="6" y="2"/>
                  </a:lnTo>
                  <a:lnTo>
                    <a:pt x="6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9" y="2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9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4" name="Freeform 170"/>
            <p:cNvSpPr/>
            <p:nvPr/>
          </p:nvSpPr>
          <p:spPr>
            <a:xfrm rot="20705400">
              <a:off x="3067200" y="4885560"/>
              <a:ext cx="28080" cy="6624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66240"/>
                <a:gd name="textAreaBottom" fmla="*/ 66600 h 66240"/>
              </a:gdLst>
              <a:ahLst/>
              <a:rect l="textAreaLeft" t="textAreaTop" r="textAreaRight" b="textAreaBottom"/>
              <a:pathLst>
                <a:path w="3" h="7">
                  <a:moveTo>
                    <a:pt x="2" y="7"/>
                  </a:moveTo>
                  <a:lnTo>
                    <a:pt x="2" y="7"/>
                  </a:lnTo>
                  <a:lnTo>
                    <a:pt x="2" y="6"/>
                  </a:lnTo>
                  <a:lnTo>
                    <a:pt x="2" y="5"/>
                  </a:lnTo>
                  <a:lnTo>
                    <a:pt x="2" y="4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5"/>
                  </a:lnTo>
                  <a:lnTo>
                    <a:pt x="3" y="6"/>
                  </a:lnTo>
                  <a:lnTo>
                    <a:pt x="3" y="7"/>
                  </a:lnTo>
                  <a:lnTo>
                    <a:pt x="3" y="7"/>
                  </a:lnTo>
                  <a:lnTo>
                    <a:pt x="2" y="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5" name="Freeform 171"/>
            <p:cNvSpPr/>
            <p:nvPr/>
          </p:nvSpPr>
          <p:spPr>
            <a:xfrm rot="20705400">
              <a:off x="3092760" y="4948920"/>
              <a:ext cx="18720" cy="568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56880"/>
                <a:gd name="textAreaBottom" fmla="*/ 57240 h 56880"/>
              </a:gdLst>
              <a:ahLst/>
              <a:rect l="textAreaLeft" t="textAreaTop" r="textAreaRight" b="textAreaBottom"/>
              <a:pathLst>
                <a:path w="2" h="6">
                  <a:moveTo>
                    <a:pt x="0" y="6"/>
                  </a:move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6" name="Freeform 172"/>
            <p:cNvSpPr/>
            <p:nvPr/>
          </p:nvSpPr>
          <p:spPr>
            <a:xfrm rot="20705400">
              <a:off x="2862720" y="4771080"/>
              <a:ext cx="123480" cy="151920"/>
            </a:xfrm>
            <a:custGeom>
              <a:avLst/>
              <a:gdLst>
                <a:gd name="textAreaLeft" fmla="*/ 0 w 123480"/>
                <a:gd name="textAreaRight" fmla="*/ 123840 w 123480"/>
                <a:gd name="textAreaTop" fmla="*/ 0 h 151920"/>
                <a:gd name="textAreaBottom" fmla="*/ 152280 h 151920"/>
              </a:gdLst>
              <a:ahLst/>
              <a:rect l="textAreaLeft" t="textAreaTop" r="textAreaRight" b="textAreaBottom"/>
              <a:pathLst>
                <a:path w="13" h="16">
                  <a:moveTo>
                    <a:pt x="9" y="0"/>
                  </a:moveTo>
                  <a:lnTo>
                    <a:pt x="9" y="0"/>
                  </a:lnTo>
                  <a:lnTo>
                    <a:pt x="8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5" y="0"/>
                  </a:lnTo>
                  <a:lnTo>
                    <a:pt x="4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  <a:lnTo>
                    <a:pt x="1" y="5"/>
                  </a:lnTo>
                  <a:lnTo>
                    <a:pt x="2" y="7"/>
                  </a:lnTo>
                  <a:lnTo>
                    <a:pt x="2" y="8"/>
                  </a:lnTo>
                  <a:lnTo>
                    <a:pt x="3" y="10"/>
                  </a:lnTo>
                  <a:lnTo>
                    <a:pt x="4" y="11"/>
                  </a:lnTo>
                  <a:lnTo>
                    <a:pt x="5" y="13"/>
                  </a:lnTo>
                  <a:lnTo>
                    <a:pt x="5" y="14"/>
                  </a:lnTo>
                  <a:lnTo>
                    <a:pt x="6" y="16"/>
                  </a:lnTo>
                  <a:lnTo>
                    <a:pt x="6" y="16"/>
                  </a:lnTo>
                  <a:lnTo>
                    <a:pt x="7" y="16"/>
                  </a:lnTo>
                  <a:lnTo>
                    <a:pt x="7" y="16"/>
                  </a:lnTo>
                  <a:lnTo>
                    <a:pt x="8" y="16"/>
                  </a:lnTo>
                  <a:lnTo>
                    <a:pt x="8" y="15"/>
                  </a:lnTo>
                  <a:lnTo>
                    <a:pt x="9" y="15"/>
                  </a:lnTo>
                  <a:lnTo>
                    <a:pt x="9" y="15"/>
                  </a:lnTo>
                  <a:lnTo>
                    <a:pt x="10" y="15"/>
                  </a:lnTo>
                  <a:lnTo>
                    <a:pt x="10" y="15"/>
                  </a:lnTo>
                  <a:lnTo>
                    <a:pt x="11" y="15"/>
                  </a:lnTo>
                  <a:lnTo>
                    <a:pt x="11" y="14"/>
                  </a:lnTo>
                  <a:lnTo>
                    <a:pt x="11" y="14"/>
                  </a:lnTo>
                  <a:lnTo>
                    <a:pt x="12" y="14"/>
                  </a:lnTo>
                  <a:lnTo>
                    <a:pt x="12" y="14"/>
                  </a:lnTo>
                  <a:lnTo>
                    <a:pt x="13" y="14"/>
                  </a:lnTo>
                  <a:lnTo>
                    <a:pt x="13" y="13"/>
                  </a:lnTo>
                  <a:lnTo>
                    <a:pt x="12" y="12"/>
                  </a:lnTo>
                  <a:lnTo>
                    <a:pt x="12" y="10"/>
                  </a:lnTo>
                  <a:lnTo>
                    <a:pt x="12" y="8"/>
                  </a:lnTo>
                  <a:lnTo>
                    <a:pt x="11" y="7"/>
                  </a:lnTo>
                  <a:lnTo>
                    <a:pt x="11" y="5"/>
                  </a:lnTo>
                  <a:lnTo>
                    <a:pt x="10" y="4"/>
                  </a:lnTo>
                  <a:lnTo>
                    <a:pt x="10" y="2"/>
                  </a:lnTo>
                  <a:lnTo>
                    <a:pt x="9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7" name="Freeform 173"/>
            <p:cNvSpPr/>
            <p:nvPr/>
          </p:nvSpPr>
          <p:spPr>
            <a:xfrm rot="20705400">
              <a:off x="2847240" y="4768920"/>
              <a:ext cx="85320" cy="471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9" h="5">
                  <a:moveTo>
                    <a:pt x="0" y="5"/>
                  </a:moveTo>
                  <a:lnTo>
                    <a:pt x="0" y="4"/>
                  </a:ln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1"/>
                  </a:lnTo>
                  <a:lnTo>
                    <a:pt x="9" y="1"/>
                  </a:lnTo>
                  <a:lnTo>
                    <a:pt x="9" y="1"/>
                  </a:lnTo>
                  <a:lnTo>
                    <a:pt x="9" y="2"/>
                  </a:lnTo>
                  <a:lnTo>
                    <a:pt x="9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4"/>
                  </a:lnTo>
                  <a:lnTo>
                    <a:pt x="0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8" name="Freeform 174"/>
            <p:cNvSpPr/>
            <p:nvPr/>
          </p:nvSpPr>
          <p:spPr>
            <a:xfrm rot="20705400">
              <a:off x="2867400" y="4807800"/>
              <a:ext cx="56880" cy="12348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123480"/>
                <a:gd name="textAreaBottom" fmla="*/ 123840 h 123480"/>
              </a:gdLst>
              <a:ahLst/>
              <a:rect l="textAreaLeft" t="textAreaTop" r="textAreaRight" b="textAreaBottom"/>
              <a:pathLst>
                <a:path w="6" h="13">
                  <a:moveTo>
                    <a:pt x="6" y="13"/>
                  </a:moveTo>
                  <a:lnTo>
                    <a:pt x="6" y="13"/>
                  </a:lnTo>
                  <a:lnTo>
                    <a:pt x="5" y="11"/>
                  </a:lnTo>
                  <a:lnTo>
                    <a:pt x="4" y="10"/>
                  </a:lnTo>
                  <a:lnTo>
                    <a:pt x="3" y="8"/>
                  </a:lnTo>
                  <a:lnTo>
                    <a:pt x="3" y="7"/>
                  </a:lnTo>
                  <a:lnTo>
                    <a:pt x="2" y="5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0"/>
                  </a:lnTo>
                  <a:lnTo>
                    <a:pt x="2" y="2"/>
                  </a:lnTo>
                  <a:lnTo>
                    <a:pt x="2" y="3"/>
                  </a:lnTo>
                  <a:lnTo>
                    <a:pt x="3" y="5"/>
                  </a:lnTo>
                  <a:lnTo>
                    <a:pt x="4" y="6"/>
                  </a:lnTo>
                  <a:lnTo>
                    <a:pt x="4" y="8"/>
                  </a:lnTo>
                  <a:lnTo>
                    <a:pt x="5" y="10"/>
                  </a:lnTo>
                  <a:lnTo>
                    <a:pt x="6" y="11"/>
                  </a:lnTo>
                  <a:lnTo>
                    <a:pt x="6" y="13"/>
                  </a:lnTo>
                  <a:lnTo>
                    <a:pt x="6" y="12"/>
                  </a:lnTo>
                  <a:lnTo>
                    <a:pt x="6" y="1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89" name="Freeform 175"/>
            <p:cNvSpPr/>
            <p:nvPr/>
          </p:nvSpPr>
          <p:spPr>
            <a:xfrm rot="20705400">
              <a:off x="2934720" y="4885920"/>
              <a:ext cx="66240" cy="2808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7" h="3">
                  <a:moveTo>
                    <a:pt x="7" y="0"/>
                  </a:moveTo>
                  <a:lnTo>
                    <a:pt x="7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7" y="1"/>
                  </a:lnTo>
                  <a:lnTo>
                    <a:pt x="7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0" name="Freeform 176"/>
            <p:cNvSpPr/>
            <p:nvPr/>
          </p:nvSpPr>
          <p:spPr>
            <a:xfrm rot="20705400">
              <a:off x="2944440" y="4760640"/>
              <a:ext cx="37800" cy="1328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32840"/>
                <a:gd name="textAreaBottom" fmla="*/ 133200 h 132840"/>
              </a:gdLst>
              <a:ahLst/>
              <a:rect l="textAreaLeft" t="textAreaTop" r="textAreaRight" b="textAreaBottom"/>
              <a:pathLst>
                <a:path w="4" h="14">
                  <a:moveTo>
                    <a:pt x="0" y="0"/>
                  </a:moveTo>
                  <a:lnTo>
                    <a:pt x="0" y="0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5"/>
                  </a:lnTo>
                  <a:lnTo>
                    <a:pt x="3" y="7"/>
                  </a:lnTo>
                  <a:lnTo>
                    <a:pt x="3" y="8"/>
                  </a:lnTo>
                  <a:lnTo>
                    <a:pt x="3" y="10"/>
                  </a:lnTo>
                  <a:lnTo>
                    <a:pt x="4" y="12"/>
                  </a:lnTo>
                  <a:lnTo>
                    <a:pt x="4" y="13"/>
                  </a:lnTo>
                  <a:lnTo>
                    <a:pt x="4" y="14"/>
                  </a:lnTo>
                  <a:lnTo>
                    <a:pt x="3" y="12"/>
                  </a:lnTo>
                  <a:lnTo>
                    <a:pt x="3" y="10"/>
                  </a:lnTo>
                  <a:lnTo>
                    <a:pt x="2" y="8"/>
                  </a:lnTo>
                  <a:lnTo>
                    <a:pt x="2" y="7"/>
                  </a:lnTo>
                  <a:lnTo>
                    <a:pt x="1" y="5"/>
                  </a:lnTo>
                  <a:lnTo>
                    <a:pt x="1" y="4"/>
                  </a:lnTo>
                  <a:lnTo>
                    <a:pt x="0" y="2"/>
                  </a:lnTo>
                  <a:lnTo>
                    <a:pt x="0" y="0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1" name="Freeform 177"/>
            <p:cNvSpPr/>
            <p:nvPr/>
          </p:nvSpPr>
          <p:spPr>
            <a:xfrm rot="20705400">
              <a:off x="2881080" y="48088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2" name="Freeform 178"/>
            <p:cNvSpPr/>
            <p:nvPr/>
          </p:nvSpPr>
          <p:spPr>
            <a:xfrm rot="20705400">
              <a:off x="2863800" y="481104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0" y="2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3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3" name="Freeform 179"/>
            <p:cNvSpPr/>
            <p:nvPr/>
          </p:nvSpPr>
          <p:spPr>
            <a:xfrm rot="20705400">
              <a:off x="2895120" y="48247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4" name="Freeform 180"/>
            <p:cNvSpPr/>
            <p:nvPr/>
          </p:nvSpPr>
          <p:spPr>
            <a:xfrm rot="20705400">
              <a:off x="2868480" y="482940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1" y="1"/>
                  </a:moveTo>
                  <a:lnTo>
                    <a:pt x="0" y="1"/>
                  </a:lnTo>
                  <a:lnTo>
                    <a:pt x="3" y="0"/>
                  </a:lnTo>
                  <a:lnTo>
                    <a:pt x="3" y="1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5" name="Freeform 181"/>
            <p:cNvSpPr/>
            <p:nvPr/>
          </p:nvSpPr>
          <p:spPr>
            <a:xfrm rot="20705400">
              <a:off x="2869920" y="48412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6" name="Freeform 182"/>
            <p:cNvSpPr/>
            <p:nvPr/>
          </p:nvSpPr>
          <p:spPr>
            <a:xfrm rot="20705400">
              <a:off x="2881080" y="4845600"/>
              <a:ext cx="28080" cy="90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3" h="1">
                  <a:moveTo>
                    <a:pt x="0" y="1"/>
                  </a:moveTo>
                  <a:lnTo>
                    <a:pt x="0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7" name="Freeform 183"/>
            <p:cNvSpPr/>
            <p:nvPr/>
          </p:nvSpPr>
          <p:spPr>
            <a:xfrm rot="20705400">
              <a:off x="2881440" y="48481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8" name="Freeform 184"/>
            <p:cNvSpPr/>
            <p:nvPr/>
          </p:nvSpPr>
          <p:spPr>
            <a:xfrm rot="20705400">
              <a:off x="2911680" y="48499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599" name="Freeform 185"/>
            <p:cNvSpPr/>
            <p:nvPr/>
          </p:nvSpPr>
          <p:spPr>
            <a:xfrm rot="20705400">
              <a:off x="2894400" y="485316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2" h="2">
                  <a:moveTo>
                    <a:pt x="0" y="2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0" name="Freeform 186"/>
            <p:cNvSpPr/>
            <p:nvPr/>
          </p:nvSpPr>
          <p:spPr>
            <a:xfrm rot="20705400">
              <a:off x="2907360" y="486936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0" y="1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1" name="Freeform 187"/>
            <p:cNvSpPr/>
            <p:nvPr/>
          </p:nvSpPr>
          <p:spPr>
            <a:xfrm rot="20705400">
              <a:off x="2928240" y="48751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2" name="Freeform 188"/>
            <p:cNvSpPr/>
            <p:nvPr/>
          </p:nvSpPr>
          <p:spPr>
            <a:xfrm rot="20705400">
              <a:off x="2910960" y="487728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0" y="1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3" y="1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3" name="Freeform 189"/>
            <p:cNvSpPr/>
            <p:nvPr/>
          </p:nvSpPr>
          <p:spPr>
            <a:xfrm rot="20705400">
              <a:off x="2912400" y="48891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4" name="Freeform 190"/>
            <p:cNvSpPr/>
            <p:nvPr/>
          </p:nvSpPr>
          <p:spPr>
            <a:xfrm rot="20705400">
              <a:off x="2925000" y="489348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3" h="2">
                  <a:moveTo>
                    <a:pt x="0" y="1"/>
                  </a:moveTo>
                  <a:lnTo>
                    <a:pt x="0" y="1"/>
                  </a:lnTo>
                  <a:lnTo>
                    <a:pt x="3" y="0"/>
                  </a:lnTo>
                  <a:lnTo>
                    <a:pt x="3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5" name="Freeform 191"/>
            <p:cNvSpPr/>
            <p:nvPr/>
          </p:nvSpPr>
          <p:spPr>
            <a:xfrm rot="20705400">
              <a:off x="2953800" y="48978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6" name="Freeform 192"/>
            <p:cNvSpPr/>
            <p:nvPr/>
          </p:nvSpPr>
          <p:spPr>
            <a:xfrm rot="20705400">
              <a:off x="2936520" y="490104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2" h="2">
                  <a:moveTo>
                    <a:pt x="0" y="1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7" name="Freeform 193"/>
            <p:cNvSpPr/>
            <p:nvPr/>
          </p:nvSpPr>
          <p:spPr>
            <a:xfrm rot="20705400">
              <a:off x="2928960" y="49143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8" name="Freeform 194"/>
            <p:cNvSpPr/>
            <p:nvPr/>
          </p:nvSpPr>
          <p:spPr>
            <a:xfrm rot="20705400">
              <a:off x="3039120" y="48848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09" name="Freeform 195"/>
            <p:cNvSpPr/>
            <p:nvPr/>
          </p:nvSpPr>
          <p:spPr>
            <a:xfrm rot="20705400">
              <a:off x="3037680" y="4870440"/>
              <a:ext cx="47160" cy="1872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5" h="2">
                  <a:moveTo>
                    <a:pt x="5" y="0"/>
                  </a:moveTo>
                  <a:lnTo>
                    <a:pt x="5" y="0"/>
                  </a:lnTo>
                  <a:lnTo>
                    <a:pt x="1" y="2"/>
                  </a:lnTo>
                  <a:lnTo>
                    <a:pt x="0" y="1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0" name="Freeform 196"/>
            <p:cNvSpPr/>
            <p:nvPr/>
          </p:nvSpPr>
          <p:spPr>
            <a:xfrm rot="20705400">
              <a:off x="3067560" y="4871160"/>
              <a:ext cx="56880" cy="1872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6" h="2">
                  <a:moveTo>
                    <a:pt x="6" y="0"/>
                  </a:moveTo>
                  <a:lnTo>
                    <a:pt x="6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1" name="Freeform 197"/>
            <p:cNvSpPr/>
            <p:nvPr/>
          </p:nvSpPr>
          <p:spPr>
            <a:xfrm rot="20705400">
              <a:off x="3112920" y="48654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2" name="Freeform 198"/>
            <p:cNvSpPr/>
            <p:nvPr/>
          </p:nvSpPr>
          <p:spPr>
            <a:xfrm rot="20705400">
              <a:off x="2939760" y="5053320"/>
              <a:ext cx="56880" cy="2808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6" h="3">
                  <a:moveTo>
                    <a:pt x="0" y="2"/>
                  </a:moveTo>
                  <a:lnTo>
                    <a:pt x="0" y="2"/>
                  </a:lnTo>
                  <a:lnTo>
                    <a:pt x="6" y="0"/>
                  </a:lnTo>
                  <a:lnTo>
                    <a:pt x="6" y="0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3" name="Freeform 199"/>
            <p:cNvSpPr/>
            <p:nvPr/>
          </p:nvSpPr>
          <p:spPr>
            <a:xfrm rot="20705400">
              <a:off x="2959200" y="5047920"/>
              <a:ext cx="56880" cy="3780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37800"/>
                <a:gd name="textAreaBottom" fmla="*/ 38160 h 37800"/>
              </a:gdLst>
              <a:ahLst/>
              <a:rect l="textAreaLeft" t="textAreaTop" r="textAreaRight" b="textAreaBottom"/>
              <a:pathLst>
                <a:path w="6" h="4">
                  <a:moveTo>
                    <a:pt x="0" y="3"/>
                  </a:moveTo>
                  <a:lnTo>
                    <a:pt x="0" y="3"/>
                  </a:lnTo>
                  <a:lnTo>
                    <a:pt x="6" y="0"/>
                  </a:lnTo>
                  <a:lnTo>
                    <a:pt x="6" y="1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4" name="Freeform 200"/>
            <p:cNvSpPr/>
            <p:nvPr/>
          </p:nvSpPr>
          <p:spPr>
            <a:xfrm rot="20705400">
              <a:off x="3077280" y="5230080"/>
              <a:ext cx="9000" cy="471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1" h="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lnTo>
                    <a:pt x="0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b2b5b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5" name="Freeform 201"/>
            <p:cNvSpPr/>
            <p:nvPr/>
          </p:nvSpPr>
          <p:spPr>
            <a:xfrm rot="20705400">
              <a:off x="3065760" y="523152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2" h="3">
                  <a:moveTo>
                    <a:pt x="1" y="3"/>
                  </a:move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6" name="Freeform 202"/>
            <p:cNvSpPr/>
            <p:nvPr/>
          </p:nvSpPr>
          <p:spPr>
            <a:xfrm rot="20705400">
              <a:off x="3082320" y="5258160"/>
              <a:ext cx="9000" cy="2808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1" h="3">
                  <a:moveTo>
                    <a:pt x="1" y="3"/>
                  </a:moveTo>
                  <a:lnTo>
                    <a:pt x="1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7" name="Freeform 203"/>
            <p:cNvSpPr/>
            <p:nvPr/>
          </p:nvSpPr>
          <p:spPr>
            <a:xfrm rot="20705400">
              <a:off x="3091320" y="5255640"/>
              <a:ext cx="9000" cy="2808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1" h="3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8" name="Freeform 204"/>
            <p:cNvSpPr/>
            <p:nvPr/>
          </p:nvSpPr>
          <p:spPr>
            <a:xfrm rot="20705400">
              <a:off x="3074760" y="522900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2" h="3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19" name="Freeform 205"/>
            <p:cNvSpPr/>
            <p:nvPr/>
          </p:nvSpPr>
          <p:spPr>
            <a:xfrm rot="20705400">
              <a:off x="3164040" y="5530680"/>
              <a:ext cx="28080" cy="9504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95040"/>
                <a:gd name="textAreaBottom" fmla="*/ 95400 h 95040"/>
              </a:gdLst>
              <a:ahLst/>
              <a:rect l="textAreaLeft" t="textAreaTop" r="textAreaRight" b="textAreaBottom"/>
              <a:pathLst>
                <a:path w="3" h="10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5"/>
                  </a:lnTo>
                  <a:lnTo>
                    <a:pt x="3" y="6"/>
                  </a:lnTo>
                  <a:lnTo>
                    <a:pt x="3" y="7"/>
                  </a:lnTo>
                  <a:lnTo>
                    <a:pt x="3" y="8"/>
                  </a:lnTo>
                  <a:lnTo>
                    <a:pt x="3" y="8"/>
                  </a:lnTo>
                  <a:lnTo>
                    <a:pt x="3" y="9"/>
                  </a:lnTo>
                  <a:lnTo>
                    <a:pt x="3" y="9"/>
                  </a:lnTo>
                  <a:lnTo>
                    <a:pt x="3" y="10"/>
                  </a:lnTo>
                  <a:lnTo>
                    <a:pt x="3" y="10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2" y="9"/>
                  </a:lnTo>
                  <a:lnTo>
                    <a:pt x="2" y="9"/>
                  </a:lnTo>
                  <a:lnTo>
                    <a:pt x="1" y="8"/>
                  </a:lnTo>
                  <a:lnTo>
                    <a:pt x="1" y="7"/>
                  </a:lnTo>
                  <a:lnTo>
                    <a:pt x="1" y="6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0" name="Freeform 206"/>
            <p:cNvSpPr/>
            <p:nvPr/>
          </p:nvSpPr>
          <p:spPr>
            <a:xfrm rot="20705400">
              <a:off x="3166920" y="5530320"/>
              <a:ext cx="18720" cy="47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2" h="5">
                  <a:moveTo>
                    <a:pt x="2" y="5"/>
                  </a:moveTo>
                  <a:lnTo>
                    <a:pt x="2" y="5"/>
                  </a:lnTo>
                  <a:lnTo>
                    <a:pt x="2" y="4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1" name="Freeform 207"/>
            <p:cNvSpPr/>
            <p:nvPr/>
          </p:nvSpPr>
          <p:spPr>
            <a:xfrm rot="20705400">
              <a:off x="3198240" y="5572440"/>
              <a:ext cx="9000" cy="471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1" h="5">
                  <a:moveTo>
                    <a:pt x="0" y="4"/>
                  </a:move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2" name="Freeform 208"/>
            <p:cNvSpPr/>
            <p:nvPr/>
          </p:nvSpPr>
          <p:spPr>
            <a:xfrm rot="20705400">
              <a:off x="3170160" y="557748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3" h="5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4"/>
                  </a:lnTo>
                  <a:lnTo>
                    <a:pt x="3" y="5"/>
                  </a:lnTo>
                  <a:lnTo>
                    <a:pt x="2" y="5"/>
                  </a:lnTo>
                  <a:lnTo>
                    <a:pt x="2" y="5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3" name="Freeform 209"/>
            <p:cNvSpPr/>
            <p:nvPr/>
          </p:nvSpPr>
          <p:spPr>
            <a:xfrm rot="20705400">
              <a:off x="3158280" y="5533920"/>
              <a:ext cx="9000" cy="471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1" h="5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4" name="Freeform 210"/>
            <p:cNvSpPr/>
            <p:nvPr/>
          </p:nvSpPr>
          <p:spPr>
            <a:xfrm rot="20705400">
              <a:off x="3173040" y="5527080"/>
              <a:ext cx="37800" cy="950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95040"/>
                <a:gd name="textAreaBottom" fmla="*/ 95400 h 95040"/>
              </a:gdLst>
              <a:ahLst/>
              <a:rect l="textAreaLeft" t="textAreaTop" r="textAreaRight" b="textAreaBottom"/>
              <a:pathLst>
                <a:path w="4" h="10">
                  <a:moveTo>
                    <a:pt x="0" y="0"/>
                  </a:moveTo>
                  <a:lnTo>
                    <a:pt x="0" y="0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6"/>
                  </a:lnTo>
                  <a:lnTo>
                    <a:pt x="2" y="7"/>
                  </a:lnTo>
                  <a:lnTo>
                    <a:pt x="2" y="8"/>
                  </a:lnTo>
                  <a:lnTo>
                    <a:pt x="2" y="8"/>
                  </a:lnTo>
                  <a:lnTo>
                    <a:pt x="2" y="9"/>
                  </a:lnTo>
                  <a:lnTo>
                    <a:pt x="2" y="9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3" y="10"/>
                  </a:lnTo>
                  <a:lnTo>
                    <a:pt x="3" y="10"/>
                  </a:lnTo>
                  <a:lnTo>
                    <a:pt x="3" y="9"/>
                  </a:lnTo>
                  <a:lnTo>
                    <a:pt x="3" y="9"/>
                  </a:lnTo>
                  <a:lnTo>
                    <a:pt x="3" y="9"/>
                  </a:lnTo>
                  <a:lnTo>
                    <a:pt x="3" y="9"/>
                  </a:lnTo>
                  <a:lnTo>
                    <a:pt x="3" y="8"/>
                  </a:lnTo>
                  <a:lnTo>
                    <a:pt x="3" y="8"/>
                  </a:lnTo>
                  <a:lnTo>
                    <a:pt x="4" y="7"/>
                  </a:lnTo>
                  <a:lnTo>
                    <a:pt x="4" y="7"/>
                  </a:lnTo>
                  <a:lnTo>
                    <a:pt x="4" y="6"/>
                  </a:lnTo>
                  <a:lnTo>
                    <a:pt x="3" y="6"/>
                  </a:lnTo>
                  <a:lnTo>
                    <a:pt x="3" y="5"/>
                  </a:lnTo>
                  <a:lnTo>
                    <a:pt x="3" y="4"/>
                  </a:lnTo>
                  <a:lnTo>
                    <a:pt x="3" y="4"/>
                  </a:lnTo>
                  <a:lnTo>
                    <a:pt x="3" y="3"/>
                  </a:lnTo>
                  <a:lnTo>
                    <a:pt x="2" y="2"/>
                  </a:lnTo>
                  <a:lnTo>
                    <a:pt x="2" y="1"/>
                  </a:lnTo>
                  <a:lnTo>
                    <a:pt x="2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5" name="Freeform 211"/>
            <p:cNvSpPr/>
            <p:nvPr/>
          </p:nvSpPr>
          <p:spPr>
            <a:xfrm rot="20705400">
              <a:off x="3166920" y="5530320"/>
              <a:ext cx="18720" cy="47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2" h="5">
                  <a:moveTo>
                    <a:pt x="2" y="5"/>
                  </a:moveTo>
                  <a:lnTo>
                    <a:pt x="2" y="5"/>
                  </a:lnTo>
                  <a:lnTo>
                    <a:pt x="2" y="4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6" name="Freeform 212"/>
            <p:cNvSpPr/>
            <p:nvPr/>
          </p:nvSpPr>
          <p:spPr>
            <a:xfrm rot="20705400">
              <a:off x="3188520" y="5573880"/>
              <a:ext cx="18720" cy="47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2" h="5">
                  <a:moveTo>
                    <a:pt x="0" y="5"/>
                  </a:move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7" name="Freeform 213"/>
            <p:cNvSpPr/>
            <p:nvPr/>
          </p:nvSpPr>
          <p:spPr>
            <a:xfrm rot="20705400">
              <a:off x="3187440" y="5563440"/>
              <a:ext cx="28080" cy="56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56880"/>
                <a:gd name="textAreaBottom" fmla="*/ 57240 h 56880"/>
              </a:gdLst>
              <a:ahLst/>
              <a:rect l="textAreaLeft" t="textAreaTop" r="textAreaRight" b="textAreaBottom"/>
              <a:pathLst>
                <a:path w="3" h="6">
                  <a:moveTo>
                    <a:pt x="3" y="0"/>
                  </a:move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4"/>
                  </a:lnTo>
                  <a:lnTo>
                    <a:pt x="3" y="5"/>
                  </a:lnTo>
                  <a:lnTo>
                    <a:pt x="3" y="5"/>
                  </a:lnTo>
                  <a:lnTo>
                    <a:pt x="2" y="5"/>
                  </a:lnTo>
                  <a:lnTo>
                    <a:pt x="2" y="6"/>
                  </a:lnTo>
                  <a:lnTo>
                    <a:pt x="2" y="6"/>
                  </a:lnTo>
                  <a:lnTo>
                    <a:pt x="2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0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8" name="Freeform 214"/>
            <p:cNvSpPr/>
            <p:nvPr/>
          </p:nvSpPr>
          <p:spPr>
            <a:xfrm rot="20705400">
              <a:off x="3166920" y="5527800"/>
              <a:ext cx="37800" cy="471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47160"/>
                <a:gd name="textAreaBottom" fmla="*/ 47520 h 47160"/>
              </a:gdLst>
              <a:ahLst/>
              <a:rect l="textAreaLeft" t="textAreaTop" r="textAreaRight" b="textAreaBottom"/>
              <a:pathLst>
                <a:path w="4" h="5">
                  <a:moveTo>
                    <a:pt x="0" y="1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4"/>
                  </a:lnTo>
                  <a:lnTo>
                    <a:pt x="3" y="5"/>
                  </a:lnTo>
                  <a:lnTo>
                    <a:pt x="3" y="4"/>
                  </a:lnTo>
                  <a:lnTo>
                    <a:pt x="2" y="3"/>
                  </a:lnTo>
                  <a:lnTo>
                    <a:pt x="2" y="2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29" name="Freeform 215"/>
            <p:cNvSpPr/>
            <p:nvPr/>
          </p:nvSpPr>
          <p:spPr>
            <a:xfrm rot="20705400">
              <a:off x="3171600" y="55296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0" name="Freeform 216"/>
            <p:cNvSpPr/>
            <p:nvPr/>
          </p:nvSpPr>
          <p:spPr>
            <a:xfrm rot="20705400">
              <a:off x="3174120" y="553752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1" y="1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1" name="Freeform 217"/>
            <p:cNvSpPr/>
            <p:nvPr/>
          </p:nvSpPr>
          <p:spPr>
            <a:xfrm rot="20705400">
              <a:off x="3183120" y="55364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2" name="Freeform 218"/>
            <p:cNvSpPr/>
            <p:nvPr/>
          </p:nvSpPr>
          <p:spPr>
            <a:xfrm rot="20705400">
              <a:off x="3176640" y="55479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3" name="Freeform 219"/>
            <p:cNvSpPr/>
            <p:nvPr/>
          </p:nvSpPr>
          <p:spPr>
            <a:xfrm rot="20705400">
              <a:off x="3185640" y="55458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4" name="Freeform 220"/>
            <p:cNvSpPr/>
            <p:nvPr/>
          </p:nvSpPr>
          <p:spPr>
            <a:xfrm rot="20705400">
              <a:off x="3197520" y="55522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1"/>
                  </a:moveTo>
                  <a:lnTo>
                    <a:pt x="0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5" name="Freeform 221"/>
            <p:cNvSpPr/>
            <p:nvPr/>
          </p:nvSpPr>
          <p:spPr>
            <a:xfrm rot="20705400">
              <a:off x="3190680" y="55641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6" name="Freeform 222"/>
            <p:cNvSpPr/>
            <p:nvPr/>
          </p:nvSpPr>
          <p:spPr>
            <a:xfrm rot="20705400">
              <a:off x="3199680" y="55616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7" name="Freeform 223"/>
            <p:cNvSpPr/>
            <p:nvPr/>
          </p:nvSpPr>
          <p:spPr>
            <a:xfrm rot="20705400">
              <a:off x="3193200" y="557172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1" y="1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8" name="Freeform 224"/>
            <p:cNvSpPr/>
            <p:nvPr/>
          </p:nvSpPr>
          <p:spPr>
            <a:xfrm rot="20705400">
              <a:off x="3197880" y="559044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2" h="1">
                  <a:moveTo>
                    <a:pt x="1" y="1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39" name="Freeform 225"/>
            <p:cNvSpPr/>
            <p:nvPr/>
          </p:nvSpPr>
          <p:spPr>
            <a:xfrm rot="20705400">
              <a:off x="3207240" y="55893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40" name="Freeform 226"/>
            <p:cNvSpPr/>
            <p:nvPr/>
          </p:nvSpPr>
          <p:spPr>
            <a:xfrm rot="20705400">
              <a:off x="3200400" y="56008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41" name="Freeform 227"/>
            <p:cNvSpPr/>
            <p:nvPr/>
          </p:nvSpPr>
          <p:spPr>
            <a:xfrm rot="20705400">
              <a:off x="3209760" y="55983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42" name="Freeform 228"/>
            <p:cNvSpPr/>
            <p:nvPr/>
          </p:nvSpPr>
          <p:spPr>
            <a:xfrm rot="20705400">
              <a:off x="3162240" y="55321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0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43" name="Freeform 229"/>
            <p:cNvSpPr/>
            <p:nvPr/>
          </p:nvSpPr>
          <p:spPr>
            <a:xfrm rot="20705400">
              <a:off x="3171600" y="55296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44" name="Freeform 230"/>
            <p:cNvSpPr/>
            <p:nvPr/>
          </p:nvSpPr>
          <p:spPr>
            <a:xfrm rot="20705400">
              <a:off x="3193560" y="56124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45" name="Freeform 231"/>
            <p:cNvSpPr/>
            <p:nvPr/>
          </p:nvSpPr>
          <p:spPr>
            <a:xfrm rot="20705400">
              <a:off x="3202920" y="56102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9000"/>
                <a:gd name="textAreaBottom" fmla="*/ 936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grpSp>
        <p:nvGrpSpPr>
          <p:cNvPr id="646" name="Group 232"/>
          <p:cNvGrpSpPr/>
          <p:nvPr/>
        </p:nvGrpSpPr>
        <p:grpSpPr>
          <a:xfrm>
            <a:off x="8448120" y="4619880"/>
            <a:ext cx="921600" cy="1214280"/>
            <a:chOff x="8448120" y="4619880"/>
            <a:chExt cx="921600" cy="1214280"/>
          </a:xfrm>
        </p:grpSpPr>
        <p:sp>
          <p:nvSpPr>
            <p:cNvPr id="647" name="AutoShape 233"/>
            <p:cNvSpPr/>
            <p:nvPr/>
          </p:nvSpPr>
          <p:spPr>
            <a:xfrm flipV="1" rot="11694600">
              <a:off x="8575560" y="4686840"/>
              <a:ext cx="666360" cy="1079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48" name="Freeform 234"/>
            <p:cNvSpPr/>
            <p:nvPr/>
          </p:nvSpPr>
          <p:spPr>
            <a:xfrm flipV="1" rot="11694600">
              <a:off x="8602920" y="4969800"/>
              <a:ext cx="228240" cy="39924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-360 h 399240"/>
                <a:gd name="textAreaBottom" fmla="*/ 399240 h 399240"/>
              </a:gdLst>
              <a:ahLst/>
              <a:rect l="textAreaLeft" t="textAreaTop" r="textAreaRight" b="textAreaBottom"/>
              <a:pathLst>
                <a:path w="24" h="42">
                  <a:moveTo>
                    <a:pt x="24" y="38"/>
                  </a:moveTo>
                  <a:lnTo>
                    <a:pt x="24" y="39"/>
                  </a:lnTo>
                  <a:lnTo>
                    <a:pt x="23" y="39"/>
                  </a:lnTo>
                  <a:lnTo>
                    <a:pt x="23" y="40"/>
                  </a:lnTo>
                  <a:lnTo>
                    <a:pt x="22" y="40"/>
                  </a:lnTo>
                  <a:lnTo>
                    <a:pt x="22" y="40"/>
                  </a:lnTo>
                  <a:lnTo>
                    <a:pt x="21" y="41"/>
                  </a:lnTo>
                  <a:lnTo>
                    <a:pt x="21" y="41"/>
                  </a:lnTo>
                  <a:lnTo>
                    <a:pt x="20" y="41"/>
                  </a:lnTo>
                  <a:lnTo>
                    <a:pt x="20" y="41"/>
                  </a:lnTo>
                  <a:lnTo>
                    <a:pt x="19" y="41"/>
                  </a:lnTo>
                  <a:lnTo>
                    <a:pt x="18" y="42"/>
                  </a:lnTo>
                  <a:lnTo>
                    <a:pt x="18" y="42"/>
                  </a:lnTo>
                  <a:lnTo>
                    <a:pt x="17" y="42"/>
                  </a:lnTo>
                  <a:lnTo>
                    <a:pt x="16" y="42"/>
                  </a:lnTo>
                  <a:lnTo>
                    <a:pt x="15" y="42"/>
                  </a:lnTo>
                  <a:lnTo>
                    <a:pt x="15" y="41"/>
                  </a:lnTo>
                  <a:lnTo>
                    <a:pt x="13" y="38"/>
                  </a:lnTo>
                  <a:lnTo>
                    <a:pt x="12" y="35"/>
                  </a:lnTo>
                  <a:lnTo>
                    <a:pt x="10" y="31"/>
                  </a:lnTo>
                  <a:lnTo>
                    <a:pt x="9" y="27"/>
                  </a:lnTo>
                  <a:lnTo>
                    <a:pt x="7" y="23"/>
                  </a:lnTo>
                  <a:lnTo>
                    <a:pt x="5" y="19"/>
                  </a:lnTo>
                  <a:lnTo>
                    <a:pt x="4" y="16"/>
                  </a:lnTo>
                  <a:lnTo>
                    <a:pt x="2" y="12"/>
                  </a:lnTo>
                  <a:lnTo>
                    <a:pt x="2" y="11"/>
                  </a:lnTo>
                  <a:lnTo>
                    <a:pt x="2" y="10"/>
                  </a:lnTo>
                  <a:lnTo>
                    <a:pt x="1" y="9"/>
                  </a:lnTo>
                  <a:lnTo>
                    <a:pt x="1" y="8"/>
                  </a:lnTo>
                  <a:lnTo>
                    <a:pt x="0" y="6"/>
                  </a:lnTo>
                  <a:lnTo>
                    <a:pt x="0" y="6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9" y="0"/>
                  </a:lnTo>
                  <a:lnTo>
                    <a:pt x="9" y="1"/>
                  </a:lnTo>
                  <a:lnTo>
                    <a:pt x="9" y="1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11" y="2"/>
                  </a:lnTo>
                  <a:lnTo>
                    <a:pt x="11" y="3"/>
                  </a:lnTo>
                  <a:lnTo>
                    <a:pt x="11" y="3"/>
                  </a:lnTo>
                  <a:lnTo>
                    <a:pt x="11" y="4"/>
                  </a:lnTo>
                  <a:lnTo>
                    <a:pt x="12" y="6"/>
                  </a:lnTo>
                  <a:lnTo>
                    <a:pt x="13" y="8"/>
                  </a:lnTo>
                  <a:lnTo>
                    <a:pt x="14" y="10"/>
                  </a:lnTo>
                  <a:lnTo>
                    <a:pt x="14" y="12"/>
                  </a:lnTo>
                  <a:lnTo>
                    <a:pt x="16" y="16"/>
                  </a:lnTo>
                  <a:lnTo>
                    <a:pt x="18" y="20"/>
                  </a:lnTo>
                  <a:lnTo>
                    <a:pt x="19" y="24"/>
                  </a:lnTo>
                  <a:lnTo>
                    <a:pt x="20" y="27"/>
                  </a:lnTo>
                  <a:lnTo>
                    <a:pt x="22" y="30"/>
                  </a:lnTo>
                  <a:lnTo>
                    <a:pt x="23" y="33"/>
                  </a:lnTo>
                  <a:lnTo>
                    <a:pt x="24" y="36"/>
                  </a:lnTo>
                  <a:lnTo>
                    <a:pt x="24" y="38"/>
                  </a:lnTo>
                </a:path>
              </a:pathLst>
            </a:custGeom>
            <a:solidFill>
              <a:srgbClr val="e6481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49" name="Freeform 235"/>
            <p:cNvSpPr/>
            <p:nvPr/>
          </p:nvSpPr>
          <p:spPr>
            <a:xfrm flipV="1" rot="11694600">
              <a:off x="8549280" y="5307120"/>
              <a:ext cx="104400" cy="381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360 h 38160"/>
                <a:gd name="textAreaBottom" fmla="*/ 38880 h 38160"/>
              </a:gdLst>
              <a:ahLst/>
              <a:rect l="textAreaLeft" t="textAreaTop" r="textAreaRight" b="textAreaBottom"/>
              <a:pathLst>
                <a:path w="11" h="4">
                  <a:moveTo>
                    <a:pt x="1" y="3"/>
                  </a:moveTo>
                  <a:lnTo>
                    <a:pt x="1" y="3"/>
                  </a:lnTo>
                  <a:lnTo>
                    <a:pt x="1" y="3"/>
                  </a:lnTo>
                  <a:lnTo>
                    <a:pt x="2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4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6" y="3"/>
                  </a:lnTo>
                  <a:lnTo>
                    <a:pt x="7" y="3"/>
                  </a:lnTo>
                  <a:lnTo>
                    <a:pt x="7" y="2"/>
                  </a:lnTo>
                  <a:lnTo>
                    <a:pt x="8" y="2"/>
                  </a:lnTo>
                  <a:lnTo>
                    <a:pt x="8" y="2"/>
                  </a:lnTo>
                  <a:lnTo>
                    <a:pt x="9" y="1"/>
                  </a:lnTo>
                  <a:lnTo>
                    <a:pt x="9" y="1"/>
                  </a:lnTo>
                  <a:lnTo>
                    <a:pt x="10" y="0"/>
                  </a:lnTo>
                  <a:lnTo>
                    <a:pt x="10" y="0"/>
                  </a:lnTo>
                  <a:lnTo>
                    <a:pt x="11" y="0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9" y="2"/>
                  </a:lnTo>
                  <a:lnTo>
                    <a:pt x="9" y="2"/>
                  </a:lnTo>
                  <a:lnTo>
                    <a:pt x="8" y="3"/>
                  </a:lnTo>
                  <a:lnTo>
                    <a:pt x="8" y="3"/>
                  </a:lnTo>
                  <a:lnTo>
                    <a:pt x="7" y="3"/>
                  </a:lnTo>
                  <a:lnTo>
                    <a:pt x="6" y="3"/>
                  </a:lnTo>
                  <a:lnTo>
                    <a:pt x="6" y="4"/>
                  </a:lnTo>
                  <a:lnTo>
                    <a:pt x="5" y="4"/>
                  </a:lnTo>
                  <a:lnTo>
                    <a:pt x="4" y="4"/>
                  </a:lnTo>
                  <a:lnTo>
                    <a:pt x="4" y="4"/>
                  </a:lnTo>
                  <a:lnTo>
                    <a:pt x="3" y="4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4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480" bIns="-6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0" name="Freeform 236"/>
            <p:cNvSpPr/>
            <p:nvPr/>
          </p:nvSpPr>
          <p:spPr>
            <a:xfrm flipV="1" rot="11694600">
              <a:off x="8672760" y="5090760"/>
              <a:ext cx="123120" cy="285480"/>
            </a:xfrm>
            <a:custGeom>
              <a:avLst/>
              <a:gdLst>
                <a:gd name="textAreaLeft" fmla="*/ 0 w 123120"/>
                <a:gd name="textAreaRight" fmla="*/ 123480 w 123120"/>
                <a:gd name="textAreaTop" fmla="*/ -360 h 285480"/>
                <a:gd name="textAreaBottom" fmla="*/ 285480 h 285480"/>
              </a:gdLst>
              <a:ahLst/>
              <a:rect l="textAreaLeft" t="textAreaTop" r="textAreaRight" b="textAreaBottom"/>
              <a:pathLst>
                <a:path w="13" h="30">
                  <a:moveTo>
                    <a:pt x="1" y="0"/>
                  </a:moveTo>
                  <a:lnTo>
                    <a:pt x="1" y="0"/>
                  </a:lnTo>
                  <a:lnTo>
                    <a:pt x="2" y="3"/>
                  </a:lnTo>
                  <a:lnTo>
                    <a:pt x="4" y="7"/>
                  </a:lnTo>
                  <a:lnTo>
                    <a:pt x="5" y="11"/>
                  </a:lnTo>
                  <a:lnTo>
                    <a:pt x="7" y="15"/>
                  </a:lnTo>
                  <a:lnTo>
                    <a:pt x="8" y="19"/>
                  </a:lnTo>
                  <a:lnTo>
                    <a:pt x="10" y="23"/>
                  </a:lnTo>
                  <a:lnTo>
                    <a:pt x="12" y="26"/>
                  </a:lnTo>
                  <a:lnTo>
                    <a:pt x="13" y="29"/>
                  </a:lnTo>
                  <a:lnTo>
                    <a:pt x="12" y="30"/>
                  </a:lnTo>
                  <a:lnTo>
                    <a:pt x="11" y="27"/>
                  </a:lnTo>
                  <a:lnTo>
                    <a:pt x="9" y="23"/>
                  </a:lnTo>
                  <a:lnTo>
                    <a:pt x="8" y="19"/>
                  </a:lnTo>
                  <a:lnTo>
                    <a:pt x="6" y="15"/>
                  </a:lnTo>
                  <a:lnTo>
                    <a:pt x="5" y="11"/>
                  </a:lnTo>
                  <a:lnTo>
                    <a:pt x="3" y="7"/>
                  </a:lnTo>
                  <a:lnTo>
                    <a:pt x="1" y="4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1" name="Freeform 237"/>
            <p:cNvSpPr/>
            <p:nvPr/>
          </p:nvSpPr>
          <p:spPr>
            <a:xfrm flipV="1" rot="11694600">
              <a:off x="8827920" y="506556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3" h="5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2" y="3"/>
                  </a:lnTo>
                  <a:lnTo>
                    <a:pt x="2" y="4"/>
                  </a:lnTo>
                  <a:lnTo>
                    <a:pt x="3" y="5"/>
                  </a:lnTo>
                  <a:lnTo>
                    <a:pt x="2" y="5"/>
                  </a:lnTo>
                  <a:lnTo>
                    <a:pt x="2" y="4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2" name="Freeform 238"/>
            <p:cNvSpPr/>
            <p:nvPr/>
          </p:nvSpPr>
          <p:spPr>
            <a:xfrm flipV="1" rot="11694600">
              <a:off x="8855280" y="5040720"/>
              <a:ext cx="9000" cy="37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1" h="4">
                  <a:moveTo>
                    <a:pt x="0" y="0"/>
                  </a:moveTo>
                  <a:lnTo>
                    <a:pt x="0" y="0"/>
                  </a:lnTo>
                  <a:lnTo>
                    <a:pt x="0" y="1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3" name="Freeform 239"/>
            <p:cNvSpPr/>
            <p:nvPr/>
          </p:nvSpPr>
          <p:spPr>
            <a:xfrm flipV="1" rot="11694600">
              <a:off x="8836560" y="5000400"/>
              <a:ext cx="37800" cy="3780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4" h="4">
                  <a:moveTo>
                    <a:pt x="4" y="0"/>
                  </a:moveTo>
                  <a:lnTo>
                    <a:pt x="4" y="0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4" name="Freeform 240"/>
            <p:cNvSpPr/>
            <p:nvPr/>
          </p:nvSpPr>
          <p:spPr>
            <a:xfrm flipV="1" rot="11694600">
              <a:off x="8785800" y="4979160"/>
              <a:ext cx="56880" cy="1908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-360 h 19080"/>
                <a:gd name="textAreaBottom" fmla="*/ 19080 h 19080"/>
              </a:gdLst>
              <a:ahLst/>
              <a:rect l="textAreaLeft" t="textAreaTop" r="textAreaRight" b="textAreaBottom"/>
              <a:pathLst>
                <a:path w="6" h="2">
                  <a:moveTo>
                    <a:pt x="5" y="2"/>
                  </a:moveTo>
                  <a:lnTo>
                    <a:pt x="5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560" bIns="-25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5" name="Freeform 241"/>
            <p:cNvSpPr/>
            <p:nvPr/>
          </p:nvSpPr>
          <p:spPr>
            <a:xfrm flipV="1" rot="11694600">
              <a:off x="8762040" y="498852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3" h="3">
                  <a:moveTo>
                    <a:pt x="2" y="3"/>
                  </a:moveTo>
                  <a:lnTo>
                    <a:pt x="2" y="3"/>
                  </a:lnTo>
                  <a:lnTo>
                    <a:pt x="2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6" name="Freeform 242"/>
            <p:cNvSpPr/>
            <p:nvPr/>
          </p:nvSpPr>
          <p:spPr>
            <a:xfrm flipV="1" rot="11694600">
              <a:off x="8720640" y="5009040"/>
              <a:ext cx="37800" cy="75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-360 h 75960"/>
                <a:gd name="textAreaBottom" fmla="*/ 75960 h 75960"/>
              </a:gdLst>
              <a:ahLst/>
              <a:rect l="textAreaLeft" t="textAreaTop" r="textAreaRight" b="textAreaBottom"/>
              <a:pathLst>
                <a:path w="4" h="8">
                  <a:moveTo>
                    <a:pt x="3" y="8"/>
                  </a:moveTo>
                  <a:lnTo>
                    <a:pt x="3" y="8"/>
                  </a:lnTo>
                  <a:lnTo>
                    <a:pt x="2" y="6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2"/>
                  </a:lnTo>
                  <a:lnTo>
                    <a:pt x="2" y="4"/>
                  </a:lnTo>
                  <a:lnTo>
                    <a:pt x="3" y="6"/>
                  </a:lnTo>
                  <a:lnTo>
                    <a:pt x="4" y="8"/>
                  </a:lnTo>
                  <a:lnTo>
                    <a:pt x="4" y="8"/>
                  </a:lnTo>
                  <a:lnTo>
                    <a:pt x="3" y="8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1320" bIns="313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7" name="Freeform 243"/>
            <p:cNvSpPr/>
            <p:nvPr/>
          </p:nvSpPr>
          <p:spPr>
            <a:xfrm flipV="1" rot="11694600">
              <a:off x="8586000" y="5064120"/>
              <a:ext cx="104400" cy="24732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-360 h 247320"/>
                <a:gd name="textAreaBottom" fmla="*/ 247320 h 247320"/>
              </a:gdLst>
              <a:ahLst/>
              <a:rect l="textAreaLeft" t="textAreaTop" r="textAreaRight" b="textAreaBottom"/>
              <a:pathLst>
                <a:path w="11" h="26">
                  <a:moveTo>
                    <a:pt x="10" y="26"/>
                  </a:moveTo>
                  <a:lnTo>
                    <a:pt x="10" y="26"/>
                  </a:lnTo>
                  <a:lnTo>
                    <a:pt x="9" y="24"/>
                  </a:lnTo>
                  <a:lnTo>
                    <a:pt x="8" y="21"/>
                  </a:lnTo>
                  <a:lnTo>
                    <a:pt x="7" y="18"/>
                  </a:lnTo>
                  <a:lnTo>
                    <a:pt x="6" y="15"/>
                  </a:lnTo>
                  <a:lnTo>
                    <a:pt x="5" y="12"/>
                  </a:lnTo>
                  <a:lnTo>
                    <a:pt x="3" y="8"/>
                  </a:lnTo>
                  <a:lnTo>
                    <a:pt x="2" y="4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4"/>
                  </a:lnTo>
                  <a:lnTo>
                    <a:pt x="4" y="8"/>
                  </a:lnTo>
                  <a:lnTo>
                    <a:pt x="5" y="11"/>
                  </a:lnTo>
                  <a:lnTo>
                    <a:pt x="7" y="15"/>
                  </a:lnTo>
                  <a:lnTo>
                    <a:pt x="8" y="18"/>
                  </a:lnTo>
                  <a:lnTo>
                    <a:pt x="9" y="21"/>
                  </a:lnTo>
                  <a:lnTo>
                    <a:pt x="10" y="24"/>
                  </a:lnTo>
                  <a:lnTo>
                    <a:pt x="10" y="26"/>
                  </a:lnTo>
                  <a:lnTo>
                    <a:pt x="11" y="26"/>
                  </a:lnTo>
                  <a:lnTo>
                    <a:pt x="10" y="2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8" name="Freeform 244"/>
            <p:cNvSpPr/>
            <p:nvPr/>
          </p:nvSpPr>
          <p:spPr>
            <a:xfrm flipV="1" rot="11694600">
              <a:off x="8766000" y="4990680"/>
              <a:ext cx="104400" cy="75960"/>
            </a:xfrm>
            <a:custGeom>
              <a:avLst/>
              <a:gdLst>
                <a:gd name="textAreaLeft" fmla="*/ 0 w 104400"/>
                <a:gd name="textAreaRight" fmla="*/ 104760 w 104400"/>
                <a:gd name="textAreaTop" fmla="*/ -360 h 75960"/>
                <a:gd name="textAreaBottom" fmla="*/ 75960 h 75960"/>
              </a:gdLst>
              <a:ahLst/>
              <a:rect l="textAreaLeft" t="textAreaTop" r="textAreaRight" b="textAreaBottom"/>
              <a:pathLst>
                <a:path w="11" h="8">
                  <a:moveTo>
                    <a:pt x="1" y="8"/>
                  </a:moveTo>
                  <a:lnTo>
                    <a:pt x="0" y="6"/>
                  </a:lnTo>
                  <a:lnTo>
                    <a:pt x="0" y="6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9" y="0"/>
                  </a:lnTo>
                  <a:lnTo>
                    <a:pt x="9" y="1"/>
                  </a:lnTo>
                  <a:lnTo>
                    <a:pt x="9" y="1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11" y="2"/>
                  </a:lnTo>
                  <a:lnTo>
                    <a:pt x="11" y="3"/>
                  </a:lnTo>
                  <a:lnTo>
                    <a:pt x="11" y="3"/>
                  </a:lnTo>
                  <a:lnTo>
                    <a:pt x="11" y="4"/>
                  </a:lnTo>
                  <a:lnTo>
                    <a:pt x="11" y="4"/>
                  </a:lnTo>
                  <a:lnTo>
                    <a:pt x="10" y="3"/>
                  </a:lnTo>
                  <a:lnTo>
                    <a:pt x="10" y="3"/>
                  </a:lnTo>
                  <a:lnTo>
                    <a:pt x="9" y="3"/>
                  </a:lnTo>
                  <a:lnTo>
                    <a:pt x="9" y="4"/>
                  </a:lnTo>
                  <a:lnTo>
                    <a:pt x="8" y="4"/>
                  </a:lnTo>
                  <a:lnTo>
                    <a:pt x="8" y="5"/>
                  </a:lnTo>
                  <a:lnTo>
                    <a:pt x="8" y="5"/>
                  </a:lnTo>
                  <a:lnTo>
                    <a:pt x="8" y="5"/>
                  </a:lnTo>
                  <a:lnTo>
                    <a:pt x="8" y="5"/>
                  </a:lnTo>
                  <a:lnTo>
                    <a:pt x="7" y="5"/>
                  </a:lnTo>
                  <a:lnTo>
                    <a:pt x="7" y="5"/>
                  </a:lnTo>
                  <a:lnTo>
                    <a:pt x="7" y="5"/>
                  </a:lnTo>
                  <a:lnTo>
                    <a:pt x="6" y="4"/>
                  </a:lnTo>
                  <a:lnTo>
                    <a:pt x="6" y="5"/>
                  </a:lnTo>
                  <a:lnTo>
                    <a:pt x="6" y="4"/>
                  </a:lnTo>
                  <a:lnTo>
                    <a:pt x="5" y="5"/>
                  </a:lnTo>
                  <a:lnTo>
                    <a:pt x="5" y="5"/>
                  </a:lnTo>
                  <a:lnTo>
                    <a:pt x="5" y="5"/>
                  </a:lnTo>
                  <a:lnTo>
                    <a:pt x="5" y="5"/>
                  </a:lnTo>
                  <a:lnTo>
                    <a:pt x="4" y="5"/>
                  </a:lnTo>
                  <a:lnTo>
                    <a:pt x="4" y="6"/>
                  </a:lnTo>
                  <a:lnTo>
                    <a:pt x="4" y="6"/>
                  </a:lnTo>
                  <a:lnTo>
                    <a:pt x="4" y="6"/>
                  </a:lnTo>
                  <a:lnTo>
                    <a:pt x="3" y="6"/>
                  </a:lnTo>
                  <a:lnTo>
                    <a:pt x="3" y="6"/>
                  </a:lnTo>
                  <a:lnTo>
                    <a:pt x="2" y="6"/>
                  </a:lnTo>
                  <a:lnTo>
                    <a:pt x="2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7"/>
                  </a:lnTo>
                  <a:lnTo>
                    <a:pt x="1" y="8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1320" bIns="313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59" name="Freeform 245"/>
            <p:cNvSpPr/>
            <p:nvPr/>
          </p:nvSpPr>
          <p:spPr>
            <a:xfrm flipV="1" rot="11694600">
              <a:off x="8855280" y="5040720"/>
              <a:ext cx="9000" cy="37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1" h="4">
                  <a:moveTo>
                    <a:pt x="0" y="0"/>
                  </a:moveTo>
                  <a:lnTo>
                    <a:pt x="0" y="0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2"/>
                  </a:lnTo>
                  <a:lnTo>
                    <a:pt x="1" y="3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0" name="Freeform 246"/>
            <p:cNvSpPr/>
            <p:nvPr/>
          </p:nvSpPr>
          <p:spPr>
            <a:xfrm flipV="1" rot="11694600">
              <a:off x="8836560" y="5000400"/>
              <a:ext cx="37800" cy="3780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4" h="4">
                  <a:moveTo>
                    <a:pt x="4" y="0"/>
                  </a:moveTo>
                  <a:lnTo>
                    <a:pt x="4" y="0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1" name="Freeform 247"/>
            <p:cNvSpPr/>
            <p:nvPr/>
          </p:nvSpPr>
          <p:spPr>
            <a:xfrm flipV="1" rot="11694600">
              <a:off x="8785800" y="4979160"/>
              <a:ext cx="56880" cy="1908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-360 h 19080"/>
                <a:gd name="textAreaBottom" fmla="*/ 19080 h 19080"/>
              </a:gdLst>
              <a:ahLst/>
              <a:rect l="textAreaLeft" t="textAreaTop" r="textAreaRight" b="textAreaBottom"/>
              <a:pathLst>
                <a:path w="6" h="2">
                  <a:moveTo>
                    <a:pt x="5" y="2"/>
                  </a:moveTo>
                  <a:lnTo>
                    <a:pt x="5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560" bIns="-25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2" name="Freeform 248"/>
            <p:cNvSpPr/>
            <p:nvPr/>
          </p:nvSpPr>
          <p:spPr>
            <a:xfrm flipV="1" rot="11694600">
              <a:off x="8762040" y="498852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3" h="3">
                  <a:moveTo>
                    <a:pt x="3" y="3"/>
                  </a:moveTo>
                  <a:lnTo>
                    <a:pt x="2" y="3"/>
                  </a:lnTo>
                  <a:lnTo>
                    <a:pt x="2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2" y="3"/>
                  </a:lnTo>
                  <a:lnTo>
                    <a:pt x="3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3" name="Freeform 249"/>
            <p:cNvSpPr/>
            <p:nvPr/>
          </p:nvSpPr>
          <p:spPr>
            <a:xfrm flipV="1" rot="11694600">
              <a:off x="8758080" y="500832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4" h="2">
                  <a:moveTo>
                    <a:pt x="0" y="2"/>
                  </a:move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4" name="Freeform 250"/>
            <p:cNvSpPr/>
            <p:nvPr/>
          </p:nvSpPr>
          <p:spPr>
            <a:xfrm flipV="1" rot="11694600">
              <a:off x="8791200" y="5028840"/>
              <a:ext cx="47160" cy="2844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-360 h 28440"/>
                <a:gd name="textAreaBottom" fmla="*/ 28440 h 28440"/>
              </a:gdLst>
              <a:ahLst/>
              <a:rect l="textAreaLeft" t="textAreaTop" r="textAreaRight" b="textAreaBottom"/>
              <a:pathLst>
                <a:path w="5" h="3">
                  <a:moveTo>
                    <a:pt x="1" y="2"/>
                  </a:move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200" bIns="-16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5" name="Freeform 251"/>
            <p:cNvSpPr/>
            <p:nvPr/>
          </p:nvSpPr>
          <p:spPr>
            <a:xfrm flipV="1" rot="11694600">
              <a:off x="8825400" y="5046840"/>
              <a:ext cx="37800" cy="280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4" h="3">
                  <a:moveTo>
                    <a:pt x="1" y="2"/>
                  </a:moveTo>
                  <a:lnTo>
                    <a:pt x="0" y="2"/>
                  </a:lnTo>
                  <a:lnTo>
                    <a:pt x="0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2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0" y="3"/>
                  </a:lnTo>
                  <a:lnTo>
                    <a:pt x="1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6" name="Freeform 252"/>
            <p:cNvSpPr/>
            <p:nvPr/>
          </p:nvSpPr>
          <p:spPr>
            <a:xfrm flipV="1" rot="11694600">
              <a:off x="8788680" y="5001840"/>
              <a:ext cx="75960" cy="2808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8" h="3">
                  <a:moveTo>
                    <a:pt x="0" y="3"/>
                  </a:moveTo>
                  <a:lnTo>
                    <a:pt x="0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8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7" name="Freeform 253"/>
            <p:cNvSpPr/>
            <p:nvPr/>
          </p:nvSpPr>
          <p:spPr>
            <a:xfrm flipV="1" rot="11694600">
              <a:off x="8620560" y="5009760"/>
              <a:ext cx="132840" cy="32364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-360 h 323640"/>
                <a:gd name="textAreaBottom" fmla="*/ 323640 h 323640"/>
              </a:gdLst>
              <a:ahLst/>
              <a:rect l="textAreaLeft" t="textAreaTop" r="textAreaRight" b="textAreaBottom"/>
              <a:pathLst>
                <a:path w="14" h="34">
                  <a:moveTo>
                    <a:pt x="14" y="34"/>
                  </a:moveTo>
                  <a:lnTo>
                    <a:pt x="13" y="34"/>
                  </a:lnTo>
                  <a:lnTo>
                    <a:pt x="0" y="0"/>
                  </a:lnTo>
                  <a:lnTo>
                    <a:pt x="1" y="0"/>
                  </a:lnTo>
                  <a:lnTo>
                    <a:pt x="14" y="34"/>
                  </a:lnTo>
                  <a:lnTo>
                    <a:pt x="14" y="34"/>
                  </a:lnTo>
                  <a:lnTo>
                    <a:pt x="14" y="3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8" name="Freeform 254"/>
            <p:cNvSpPr/>
            <p:nvPr/>
          </p:nvSpPr>
          <p:spPr>
            <a:xfrm flipV="1" rot="11694600">
              <a:off x="8579880" y="53121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69" name="Freeform 255"/>
            <p:cNvSpPr/>
            <p:nvPr/>
          </p:nvSpPr>
          <p:spPr>
            <a:xfrm flipV="1" rot="11694600">
              <a:off x="8826480" y="50526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1"/>
                  </a:move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0" name="Freeform 256"/>
            <p:cNvSpPr/>
            <p:nvPr/>
          </p:nvSpPr>
          <p:spPr>
            <a:xfrm flipV="1" rot="11694600">
              <a:off x="8663040" y="5030280"/>
              <a:ext cx="132840" cy="33300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-360 h 333000"/>
                <a:gd name="textAreaBottom" fmla="*/ 333000 h 333000"/>
              </a:gdLst>
              <a:ahLst/>
              <a:rect l="textAreaLeft" t="textAreaTop" r="textAreaRight" b="textAreaBottom"/>
              <a:pathLst>
                <a:path w="14" h="35">
                  <a:moveTo>
                    <a:pt x="14" y="34"/>
                  </a:moveTo>
                  <a:lnTo>
                    <a:pt x="14" y="35"/>
                  </a:lnTo>
                  <a:lnTo>
                    <a:pt x="0" y="1"/>
                  </a:lnTo>
                  <a:lnTo>
                    <a:pt x="1" y="0"/>
                  </a:lnTo>
                  <a:lnTo>
                    <a:pt x="14" y="34"/>
                  </a:lnTo>
                  <a:lnTo>
                    <a:pt x="14" y="34"/>
                  </a:lnTo>
                  <a:lnTo>
                    <a:pt x="14" y="3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1" name="Freeform 257"/>
            <p:cNvSpPr/>
            <p:nvPr/>
          </p:nvSpPr>
          <p:spPr>
            <a:xfrm flipV="1" rot="11694600">
              <a:off x="8551440" y="5295960"/>
              <a:ext cx="85320" cy="11412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-360 h 114120"/>
                <a:gd name="textAreaBottom" fmla="*/ 114120 h 114120"/>
              </a:gdLst>
              <a:ahLst/>
              <a:rect l="textAreaLeft" t="textAreaTop" r="textAreaRight" b="textAreaBottom"/>
              <a:pathLst>
                <a:path w="9" h="12">
                  <a:moveTo>
                    <a:pt x="9" y="1"/>
                  </a:moveTo>
                  <a:lnTo>
                    <a:pt x="9" y="2"/>
                  </a:lnTo>
                  <a:lnTo>
                    <a:pt x="9" y="3"/>
                  </a:lnTo>
                  <a:lnTo>
                    <a:pt x="9" y="3"/>
                  </a:lnTo>
                  <a:lnTo>
                    <a:pt x="8" y="4"/>
                  </a:lnTo>
                  <a:lnTo>
                    <a:pt x="8" y="5"/>
                  </a:lnTo>
                  <a:lnTo>
                    <a:pt x="8" y="6"/>
                  </a:lnTo>
                  <a:lnTo>
                    <a:pt x="8" y="7"/>
                  </a:lnTo>
                  <a:lnTo>
                    <a:pt x="8" y="8"/>
                  </a:lnTo>
                  <a:lnTo>
                    <a:pt x="8" y="8"/>
                  </a:lnTo>
                  <a:lnTo>
                    <a:pt x="8" y="9"/>
                  </a:lnTo>
                  <a:lnTo>
                    <a:pt x="8" y="9"/>
                  </a:lnTo>
                  <a:lnTo>
                    <a:pt x="8" y="10"/>
                  </a:lnTo>
                  <a:lnTo>
                    <a:pt x="8" y="10"/>
                  </a:lnTo>
                  <a:lnTo>
                    <a:pt x="8" y="11"/>
                  </a:lnTo>
                  <a:lnTo>
                    <a:pt x="8" y="11"/>
                  </a:lnTo>
                  <a:lnTo>
                    <a:pt x="8" y="12"/>
                  </a:lnTo>
                  <a:lnTo>
                    <a:pt x="8" y="11"/>
                  </a:lnTo>
                  <a:lnTo>
                    <a:pt x="7" y="11"/>
                  </a:lnTo>
                  <a:lnTo>
                    <a:pt x="7" y="11"/>
                  </a:lnTo>
                  <a:lnTo>
                    <a:pt x="7" y="10"/>
                  </a:lnTo>
                  <a:lnTo>
                    <a:pt x="6" y="10"/>
                  </a:lnTo>
                  <a:lnTo>
                    <a:pt x="6" y="10"/>
                  </a:lnTo>
                  <a:lnTo>
                    <a:pt x="6" y="9"/>
                  </a:lnTo>
                  <a:lnTo>
                    <a:pt x="5" y="9"/>
                  </a:lnTo>
                  <a:lnTo>
                    <a:pt x="5" y="9"/>
                  </a:lnTo>
                  <a:lnTo>
                    <a:pt x="5" y="8"/>
                  </a:lnTo>
                  <a:lnTo>
                    <a:pt x="4" y="8"/>
                  </a:lnTo>
                  <a:lnTo>
                    <a:pt x="4" y="8"/>
                  </a:lnTo>
                  <a:lnTo>
                    <a:pt x="4" y="7"/>
                  </a:lnTo>
                  <a:lnTo>
                    <a:pt x="3" y="7"/>
                  </a:lnTo>
                  <a:lnTo>
                    <a:pt x="3" y="7"/>
                  </a:lnTo>
                  <a:lnTo>
                    <a:pt x="3" y="6"/>
                  </a:lnTo>
                  <a:lnTo>
                    <a:pt x="2" y="6"/>
                  </a:lnTo>
                  <a:lnTo>
                    <a:pt x="2" y="6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4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2"/>
                  </a:lnTo>
                  <a:lnTo>
                    <a:pt x="7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8" y="1"/>
                  </a:lnTo>
                  <a:lnTo>
                    <a:pt x="8" y="0"/>
                  </a:lnTo>
                  <a:lnTo>
                    <a:pt x="8" y="0"/>
                  </a:lnTo>
                  <a:lnTo>
                    <a:pt x="9" y="1"/>
                  </a:lnTo>
                  <a:lnTo>
                    <a:pt x="9" y="1"/>
                  </a:lnTo>
                </a:path>
              </a:pathLst>
            </a:custGeom>
            <a:solidFill>
              <a:srgbClr val="ebc1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2" name="Freeform 258"/>
            <p:cNvSpPr/>
            <p:nvPr/>
          </p:nvSpPr>
          <p:spPr>
            <a:xfrm flipV="1" rot="11694600">
              <a:off x="8557200" y="5297400"/>
              <a:ext cx="9000" cy="6588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65880"/>
                <a:gd name="textAreaBottom" fmla="*/ 65880 h 65880"/>
              </a:gdLst>
              <a:ahLst/>
              <a:rect l="textAreaLeft" t="textAreaTop" r="textAreaRight" b="textAreaBottom"/>
              <a:pathLst>
                <a:path w="1" h="7">
                  <a:moveTo>
                    <a:pt x="0" y="7"/>
                  </a:moveTo>
                  <a:lnTo>
                    <a:pt x="0" y="7"/>
                  </a:lnTo>
                  <a:lnTo>
                    <a:pt x="0" y="6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6"/>
                  </a:lnTo>
                  <a:lnTo>
                    <a:pt x="0" y="7"/>
                  </a:lnTo>
                  <a:lnTo>
                    <a:pt x="0" y="7"/>
                  </a:lnTo>
                  <a:lnTo>
                    <a:pt x="0" y="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240" bIns="21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3" name="Freeform 259"/>
            <p:cNvSpPr/>
            <p:nvPr/>
          </p:nvSpPr>
          <p:spPr>
            <a:xfrm flipV="1" rot="11694600">
              <a:off x="8552160" y="5364360"/>
              <a:ext cx="9000" cy="37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1" h="4">
                  <a:moveTo>
                    <a:pt x="1" y="3"/>
                  </a:move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4" name="Freeform 260"/>
            <p:cNvSpPr/>
            <p:nvPr/>
          </p:nvSpPr>
          <p:spPr>
            <a:xfrm flipV="1" rot="11694600">
              <a:off x="8550720" y="537588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3" h="3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5" name="Freeform 261"/>
            <p:cNvSpPr/>
            <p:nvPr/>
          </p:nvSpPr>
          <p:spPr>
            <a:xfrm flipV="1" rot="11694600">
              <a:off x="8587080" y="5340240"/>
              <a:ext cx="56880" cy="4716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6" h="5">
                  <a:moveTo>
                    <a:pt x="1" y="1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5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6" y="4"/>
                  </a:lnTo>
                  <a:lnTo>
                    <a:pt x="6" y="4"/>
                  </a:lnTo>
                  <a:lnTo>
                    <a:pt x="6" y="4"/>
                  </a:lnTo>
                  <a:lnTo>
                    <a:pt x="6" y="5"/>
                  </a:lnTo>
                  <a:lnTo>
                    <a:pt x="6" y="5"/>
                  </a:lnTo>
                  <a:lnTo>
                    <a:pt x="6" y="5"/>
                  </a:lnTo>
                  <a:lnTo>
                    <a:pt x="5" y="5"/>
                  </a:lnTo>
                  <a:lnTo>
                    <a:pt x="5" y="4"/>
                  </a:lnTo>
                  <a:lnTo>
                    <a:pt x="5" y="4"/>
                  </a:lnTo>
                  <a:lnTo>
                    <a:pt x="4" y="4"/>
                  </a:lnTo>
                  <a:lnTo>
                    <a:pt x="4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6" name="Freeform 262"/>
            <p:cNvSpPr/>
            <p:nvPr/>
          </p:nvSpPr>
          <p:spPr>
            <a:xfrm flipV="1" rot="11694600">
              <a:off x="8621640" y="533556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3" y="1"/>
                  </a:move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2" y="1"/>
                  </a:lnTo>
                  <a:lnTo>
                    <a:pt x="3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7" name="Freeform 263"/>
            <p:cNvSpPr/>
            <p:nvPr/>
          </p:nvSpPr>
          <p:spPr>
            <a:xfrm flipV="1" rot="11694600">
              <a:off x="8578440" y="5308560"/>
              <a:ext cx="56880" cy="2844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-360 h 28440"/>
                <a:gd name="textAreaBottom" fmla="*/ 28440 h 28440"/>
              </a:gdLst>
              <a:ahLst/>
              <a:rect l="textAreaLeft" t="textAreaTop" r="textAreaRight" b="textAreaBottom"/>
              <a:pathLst>
                <a:path w="6" h="3">
                  <a:moveTo>
                    <a:pt x="6" y="1"/>
                  </a:move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6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200" bIns="-16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8" name="Freeform 264"/>
            <p:cNvSpPr/>
            <p:nvPr/>
          </p:nvSpPr>
          <p:spPr>
            <a:xfrm flipV="1" rot="11694600">
              <a:off x="8564400" y="529092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3" y="1"/>
                  </a:move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79" name="Freeform 265"/>
            <p:cNvSpPr/>
            <p:nvPr/>
          </p:nvSpPr>
          <p:spPr>
            <a:xfrm flipV="1" rot="11694600">
              <a:off x="8551800" y="5366880"/>
              <a:ext cx="28080" cy="378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3" h="4">
                  <a:moveTo>
                    <a:pt x="3" y="0"/>
                  </a:move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0" name="Freeform 266"/>
            <p:cNvSpPr/>
            <p:nvPr/>
          </p:nvSpPr>
          <p:spPr>
            <a:xfrm flipV="1" rot="11694600">
              <a:off x="8552160" y="5364360"/>
              <a:ext cx="9000" cy="37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1" h="4">
                  <a:moveTo>
                    <a:pt x="1" y="3"/>
                  </a:move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1" name="Freeform 267"/>
            <p:cNvSpPr/>
            <p:nvPr/>
          </p:nvSpPr>
          <p:spPr>
            <a:xfrm flipV="1" rot="11694600">
              <a:off x="8551800" y="5366880"/>
              <a:ext cx="28080" cy="378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3" h="4">
                  <a:moveTo>
                    <a:pt x="0" y="1"/>
                  </a:move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4"/>
                  </a:lnTo>
                  <a:lnTo>
                    <a:pt x="2" y="4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2" name="Freeform 268"/>
            <p:cNvSpPr/>
            <p:nvPr/>
          </p:nvSpPr>
          <p:spPr>
            <a:xfrm flipV="1" rot="11694600">
              <a:off x="8555760" y="5367600"/>
              <a:ext cx="28080" cy="90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3" h="1">
                  <a:moveTo>
                    <a:pt x="3" y="0"/>
                  </a:move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3" name="Freeform 269"/>
            <p:cNvSpPr/>
            <p:nvPr/>
          </p:nvSpPr>
          <p:spPr>
            <a:xfrm flipV="1" rot="11694600">
              <a:off x="8576280" y="54000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4" name="Freeform 270"/>
            <p:cNvSpPr/>
            <p:nvPr/>
          </p:nvSpPr>
          <p:spPr>
            <a:xfrm flipV="1" rot="11694600">
              <a:off x="8576640" y="5403600"/>
              <a:ext cx="256680" cy="280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27" h="3">
                  <a:moveTo>
                    <a:pt x="0" y="0"/>
                  </a:moveTo>
                  <a:lnTo>
                    <a:pt x="1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9" y="0"/>
                  </a:lnTo>
                  <a:lnTo>
                    <a:pt x="10" y="0"/>
                  </a:lnTo>
                  <a:lnTo>
                    <a:pt x="10" y="0"/>
                  </a:lnTo>
                  <a:lnTo>
                    <a:pt x="11" y="0"/>
                  </a:lnTo>
                  <a:lnTo>
                    <a:pt x="12" y="0"/>
                  </a:lnTo>
                  <a:lnTo>
                    <a:pt x="13" y="0"/>
                  </a:lnTo>
                  <a:lnTo>
                    <a:pt x="14" y="0"/>
                  </a:lnTo>
                  <a:lnTo>
                    <a:pt x="15" y="0"/>
                  </a:lnTo>
                  <a:lnTo>
                    <a:pt x="15" y="0"/>
                  </a:lnTo>
                  <a:lnTo>
                    <a:pt x="16" y="0"/>
                  </a:lnTo>
                  <a:lnTo>
                    <a:pt x="17" y="0"/>
                  </a:lnTo>
                  <a:lnTo>
                    <a:pt x="18" y="1"/>
                  </a:lnTo>
                  <a:lnTo>
                    <a:pt x="19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21" y="1"/>
                  </a:lnTo>
                  <a:lnTo>
                    <a:pt x="22" y="1"/>
                  </a:lnTo>
                  <a:lnTo>
                    <a:pt x="23" y="2"/>
                  </a:lnTo>
                  <a:lnTo>
                    <a:pt x="24" y="2"/>
                  </a:lnTo>
                  <a:lnTo>
                    <a:pt x="24" y="2"/>
                  </a:lnTo>
                  <a:lnTo>
                    <a:pt x="25" y="2"/>
                  </a:lnTo>
                  <a:lnTo>
                    <a:pt x="26" y="2"/>
                  </a:lnTo>
                  <a:lnTo>
                    <a:pt x="27" y="3"/>
                  </a:lnTo>
                  <a:lnTo>
                    <a:pt x="26" y="3"/>
                  </a:lnTo>
                  <a:lnTo>
                    <a:pt x="26" y="3"/>
                  </a:lnTo>
                  <a:lnTo>
                    <a:pt x="25" y="3"/>
                  </a:lnTo>
                  <a:lnTo>
                    <a:pt x="24" y="3"/>
                  </a:lnTo>
                  <a:lnTo>
                    <a:pt x="23" y="2"/>
                  </a:lnTo>
                  <a:lnTo>
                    <a:pt x="23" y="2"/>
                  </a:lnTo>
                  <a:lnTo>
                    <a:pt x="22" y="2"/>
                  </a:lnTo>
                  <a:lnTo>
                    <a:pt x="21" y="2"/>
                  </a:lnTo>
                  <a:lnTo>
                    <a:pt x="20" y="2"/>
                  </a:lnTo>
                  <a:lnTo>
                    <a:pt x="20" y="2"/>
                  </a:lnTo>
                  <a:lnTo>
                    <a:pt x="19" y="1"/>
                  </a:lnTo>
                  <a:lnTo>
                    <a:pt x="18" y="1"/>
                  </a:lnTo>
                  <a:lnTo>
                    <a:pt x="17" y="1"/>
                  </a:lnTo>
                  <a:lnTo>
                    <a:pt x="16" y="1"/>
                  </a:lnTo>
                  <a:lnTo>
                    <a:pt x="15" y="1"/>
                  </a:lnTo>
                  <a:lnTo>
                    <a:pt x="15" y="1"/>
                  </a:lnTo>
                  <a:lnTo>
                    <a:pt x="14" y="1"/>
                  </a:lnTo>
                  <a:lnTo>
                    <a:pt x="13" y="1"/>
                  </a:lnTo>
                  <a:lnTo>
                    <a:pt x="12" y="1"/>
                  </a:lnTo>
                  <a:lnTo>
                    <a:pt x="11" y="1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9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5" name="Freeform 271"/>
            <p:cNvSpPr/>
            <p:nvPr/>
          </p:nvSpPr>
          <p:spPr>
            <a:xfrm flipV="1" rot="11694600">
              <a:off x="8576280" y="54000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0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6" name="Freeform 272"/>
            <p:cNvSpPr/>
            <p:nvPr/>
          </p:nvSpPr>
          <p:spPr>
            <a:xfrm flipV="1" rot="11694600">
              <a:off x="8591400" y="5195880"/>
              <a:ext cx="142560" cy="9504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360 h 95040"/>
                <a:gd name="textAreaBottom" fmla="*/ 95760 h 95040"/>
              </a:gdLst>
              <a:ahLst/>
              <a:rect l="textAreaLeft" t="textAreaTop" r="textAreaRight" b="textAreaBottom"/>
              <a:pathLst>
                <a:path w="15" h="10">
                  <a:moveTo>
                    <a:pt x="13" y="0"/>
                  </a:moveTo>
                  <a:lnTo>
                    <a:pt x="12" y="0"/>
                  </a:lnTo>
                  <a:lnTo>
                    <a:pt x="11" y="1"/>
                  </a:lnTo>
                  <a:lnTo>
                    <a:pt x="11" y="1"/>
                  </a:lnTo>
                  <a:lnTo>
                    <a:pt x="10" y="1"/>
                  </a:lnTo>
                  <a:lnTo>
                    <a:pt x="9" y="2"/>
                  </a:lnTo>
                  <a:lnTo>
                    <a:pt x="8" y="2"/>
                  </a:lnTo>
                  <a:lnTo>
                    <a:pt x="7" y="2"/>
                  </a:lnTo>
                  <a:lnTo>
                    <a:pt x="6" y="3"/>
                  </a:lnTo>
                  <a:lnTo>
                    <a:pt x="6" y="3"/>
                  </a:lnTo>
                  <a:lnTo>
                    <a:pt x="5" y="3"/>
                  </a:lnTo>
                  <a:lnTo>
                    <a:pt x="4" y="4"/>
                  </a:lnTo>
                  <a:lnTo>
                    <a:pt x="3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6"/>
                  </a:lnTo>
                  <a:lnTo>
                    <a:pt x="1" y="7"/>
                  </a:lnTo>
                  <a:lnTo>
                    <a:pt x="1" y="8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3" y="10"/>
                  </a:lnTo>
                  <a:lnTo>
                    <a:pt x="4" y="10"/>
                  </a:lnTo>
                  <a:lnTo>
                    <a:pt x="5" y="9"/>
                  </a:lnTo>
                  <a:lnTo>
                    <a:pt x="6" y="9"/>
                  </a:lnTo>
                  <a:lnTo>
                    <a:pt x="7" y="9"/>
                  </a:lnTo>
                  <a:lnTo>
                    <a:pt x="8" y="9"/>
                  </a:lnTo>
                  <a:lnTo>
                    <a:pt x="9" y="8"/>
                  </a:lnTo>
                  <a:lnTo>
                    <a:pt x="10" y="8"/>
                  </a:lnTo>
                  <a:lnTo>
                    <a:pt x="11" y="8"/>
                  </a:lnTo>
                  <a:lnTo>
                    <a:pt x="12" y="7"/>
                  </a:lnTo>
                  <a:lnTo>
                    <a:pt x="13" y="7"/>
                  </a:lnTo>
                  <a:lnTo>
                    <a:pt x="13" y="6"/>
                  </a:lnTo>
                  <a:lnTo>
                    <a:pt x="14" y="6"/>
                  </a:lnTo>
                  <a:lnTo>
                    <a:pt x="14" y="5"/>
                  </a:lnTo>
                  <a:lnTo>
                    <a:pt x="15" y="5"/>
                  </a:lnTo>
                  <a:lnTo>
                    <a:pt x="14" y="3"/>
                  </a:lnTo>
                  <a:lnTo>
                    <a:pt x="14" y="2"/>
                  </a:lnTo>
                  <a:lnTo>
                    <a:pt x="13" y="1"/>
                  </a:lnTo>
                  <a:lnTo>
                    <a:pt x="13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7" name="Freeform 273"/>
            <p:cNvSpPr/>
            <p:nvPr/>
          </p:nvSpPr>
          <p:spPr>
            <a:xfrm flipV="1" rot="11694600">
              <a:off x="8616240" y="5200200"/>
              <a:ext cx="132840" cy="4716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14" h="5">
                  <a:moveTo>
                    <a:pt x="0" y="5"/>
                  </a:moveTo>
                  <a:lnTo>
                    <a:pt x="1" y="5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4"/>
                  </a:lnTo>
                  <a:lnTo>
                    <a:pt x="4" y="4"/>
                  </a:lnTo>
                  <a:lnTo>
                    <a:pt x="5" y="3"/>
                  </a:lnTo>
                  <a:lnTo>
                    <a:pt x="6" y="3"/>
                  </a:lnTo>
                  <a:lnTo>
                    <a:pt x="7" y="3"/>
                  </a:lnTo>
                  <a:lnTo>
                    <a:pt x="7" y="2"/>
                  </a:lnTo>
                  <a:lnTo>
                    <a:pt x="8" y="2"/>
                  </a:lnTo>
                  <a:lnTo>
                    <a:pt x="9" y="2"/>
                  </a:lnTo>
                  <a:lnTo>
                    <a:pt x="10" y="1"/>
                  </a:lnTo>
                  <a:lnTo>
                    <a:pt x="11" y="1"/>
                  </a:lnTo>
                  <a:lnTo>
                    <a:pt x="12" y="1"/>
                  </a:lnTo>
                  <a:lnTo>
                    <a:pt x="12" y="0"/>
                  </a:lnTo>
                  <a:lnTo>
                    <a:pt x="13" y="0"/>
                  </a:lnTo>
                  <a:lnTo>
                    <a:pt x="14" y="0"/>
                  </a:lnTo>
                  <a:lnTo>
                    <a:pt x="14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2" y="1"/>
                  </a:lnTo>
                  <a:lnTo>
                    <a:pt x="11" y="2"/>
                  </a:lnTo>
                  <a:lnTo>
                    <a:pt x="10" y="2"/>
                  </a:lnTo>
                  <a:lnTo>
                    <a:pt x="9" y="2"/>
                  </a:lnTo>
                  <a:lnTo>
                    <a:pt x="8" y="3"/>
                  </a:lnTo>
                  <a:lnTo>
                    <a:pt x="8" y="3"/>
                  </a:lnTo>
                  <a:lnTo>
                    <a:pt x="7" y="3"/>
                  </a:lnTo>
                  <a:lnTo>
                    <a:pt x="6" y="4"/>
                  </a:lnTo>
                  <a:lnTo>
                    <a:pt x="5" y="4"/>
                  </a:lnTo>
                  <a:lnTo>
                    <a:pt x="4" y="4"/>
                  </a:lnTo>
                  <a:lnTo>
                    <a:pt x="3" y="5"/>
                  </a:lnTo>
                  <a:lnTo>
                    <a:pt x="3" y="5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8" name="Freeform 274"/>
            <p:cNvSpPr/>
            <p:nvPr/>
          </p:nvSpPr>
          <p:spPr>
            <a:xfrm flipV="1" rot="11694600">
              <a:off x="8706960" y="525996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3" h="5">
                  <a:moveTo>
                    <a:pt x="2" y="5"/>
                  </a:moveTo>
                  <a:lnTo>
                    <a:pt x="2" y="5"/>
                  </a:lnTo>
                  <a:lnTo>
                    <a:pt x="2" y="4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4"/>
                  </a:lnTo>
                  <a:lnTo>
                    <a:pt x="2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9" name="Freeform 275"/>
            <p:cNvSpPr/>
            <p:nvPr/>
          </p:nvSpPr>
          <p:spPr>
            <a:xfrm flipV="1" rot="11694600">
              <a:off x="8586720" y="5232960"/>
              <a:ext cx="132840" cy="5688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360 h 56880"/>
                <a:gd name="textAreaBottom" fmla="*/ 57600 h 56880"/>
              </a:gdLst>
              <a:ahLst/>
              <a:rect l="textAreaLeft" t="textAreaTop" r="textAreaRight" b="textAreaBottom"/>
              <a:pathLst>
                <a:path w="14" h="6">
                  <a:moveTo>
                    <a:pt x="14" y="1"/>
                  </a:moveTo>
                  <a:lnTo>
                    <a:pt x="14" y="1"/>
                  </a:lnTo>
                  <a:lnTo>
                    <a:pt x="14" y="1"/>
                  </a:lnTo>
                  <a:lnTo>
                    <a:pt x="13" y="2"/>
                  </a:lnTo>
                  <a:lnTo>
                    <a:pt x="13" y="2"/>
                  </a:lnTo>
                  <a:lnTo>
                    <a:pt x="12" y="3"/>
                  </a:lnTo>
                  <a:lnTo>
                    <a:pt x="11" y="4"/>
                  </a:lnTo>
                  <a:lnTo>
                    <a:pt x="10" y="4"/>
                  </a:lnTo>
                  <a:lnTo>
                    <a:pt x="9" y="4"/>
                  </a:lnTo>
                  <a:lnTo>
                    <a:pt x="8" y="5"/>
                  </a:lnTo>
                  <a:lnTo>
                    <a:pt x="7" y="5"/>
                  </a:lnTo>
                  <a:lnTo>
                    <a:pt x="6" y="5"/>
                  </a:lnTo>
                  <a:lnTo>
                    <a:pt x="5" y="6"/>
                  </a:lnTo>
                  <a:lnTo>
                    <a:pt x="4" y="6"/>
                  </a:lnTo>
                  <a:lnTo>
                    <a:pt x="3" y="6"/>
                  </a:lnTo>
                  <a:lnTo>
                    <a:pt x="2" y="6"/>
                  </a:lnTo>
                  <a:lnTo>
                    <a:pt x="1" y="6"/>
                  </a:lnTo>
                  <a:lnTo>
                    <a:pt x="0" y="6"/>
                  </a:lnTo>
                  <a:lnTo>
                    <a:pt x="1" y="5"/>
                  </a:lnTo>
                  <a:lnTo>
                    <a:pt x="1" y="5"/>
                  </a:lnTo>
                  <a:lnTo>
                    <a:pt x="2" y="5"/>
                  </a:lnTo>
                  <a:lnTo>
                    <a:pt x="3" y="5"/>
                  </a:lnTo>
                  <a:lnTo>
                    <a:pt x="4" y="5"/>
                  </a:lnTo>
                  <a:lnTo>
                    <a:pt x="5" y="5"/>
                  </a:lnTo>
                  <a:lnTo>
                    <a:pt x="6" y="5"/>
                  </a:lnTo>
                  <a:lnTo>
                    <a:pt x="7" y="4"/>
                  </a:lnTo>
                  <a:lnTo>
                    <a:pt x="8" y="4"/>
                  </a:lnTo>
                  <a:lnTo>
                    <a:pt x="9" y="4"/>
                  </a:lnTo>
                  <a:lnTo>
                    <a:pt x="10" y="3"/>
                  </a:lnTo>
                  <a:lnTo>
                    <a:pt x="11" y="3"/>
                  </a:lnTo>
                  <a:lnTo>
                    <a:pt x="12" y="2"/>
                  </a:lnTo>
                  <a:lnTo>
                    <a:pt x="12" y="2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3" y="0"/>
                  </a:lnTo>
                  <a:lnTo>
                    <a:pt x="13" y="1"/>
                  </a:lnTo>
                  <a:lnTo>
                    <a:pt x="1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0" name="Freeform 276"/>
            <p:cNvSpPr/>
            <p:nvPr/>
          </p:nvSpPr>
          <p:spPr>
            <a:xfrm flipV="1" rot="11694600">
              <a:off x="8599680" y="5181480"/>
              <a:ext cx="18720" cy="47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2" h="5">
                  <a:moveTo>
                    <a:pt x="0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4"/>
                  </a:lnTo>
                  <a:lnTo>
                    <a:pt x="1" y="3"/>
                  </a:lnTo>
                  <a:lnTo>
                    <a:pt x="0" y="2"/>
                  </a:lnTo>
                  <a:lnTo>
                    <a:pt x="0" y="0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1" name="Freeform 277"/>
            <p:cNvSpPr/>
            <p:nvPr/>
          </p:nvSpPr>
          <p:spPr>
            <a:xfrm flipV="1" rot="11694600">
              <a:off x="8598240" y="5180760"/>
              <a:ext cx="161640" cy="75960"/>
            </a:xfrm>
            <a:custGeom>
              <a:avLst/>
              <a:gdLst>
                <a:gd name="textAreaLeft" fmla="*/ 0 w 161640"/>
                <a:gd name="textAreaRight" fmla="*/ 162000 w 161640"/>
                <a:gd name="textAreaTop" fmla="*/ -360 h 75960"/>
                <a:gd name="textAreaBottom" fmla="*/ 75960 h 75960"/>
              </a:gdLst>
              <a:ahLst/>
              <a:rect l="textAreaLeft" t="textAreaTop" r="textAreaRight" b="textAreaBottom"/>
              <a:pathLst>
                <a:path w="17" h="8">
                  <a:moveTo>
                    <a:pt x="8" y="4"/>
                  </a:moveTo>
                  <a:lnTo>
                    <a:pt x="8" y="4"/>
                  </a:lnTo>
                  <a:lnTo>
                    <a:pt x="8" y="4"/>
                  </a:lnTo>
                  <a:lnTo>
                    <a:pt x="7" y="4"/>
                  </a:lnTo>
                  <a:lnTo>
                    <a:pt x="7" y="5"/>
                  </a:lnTo>
                  <a:lnTo>
                    <a:pt x="6" y="5"/>
                  </a:lnTo>
                  <a:lnTo>
                    <a:pt x="5" y="5"/>
                  </a:lnTo>
                  <a:lnTo>
                    <a:pt x="5" y="5"/>
                  </a:lnTo>
                  <a:lnTo>
                    <a:pt x="5" y="5"/>
                  </a:lnTo>
                  <a:lnTo>
                    <a:pt x="4" y="5"/>
                  </a:lnTo>
                  <a:lnTo>
                    <a:pt x="4" y="5"/>
                  </a:lnTo>
                  <a:lnTo>
                    <a:pt x="3" y="5"/>
                  </a:lnTo>
                  <a:lnTo>
                    <a:pt x="3" y="5"/>
                  </a:lnTo>
                  <a:lnTo>
                    <a:pt x="3" y="5"/>
                  </a:lnTo>
                  <a:lnTo>
                    <a:pt x="2" y="5"/>
                  </a:lnTo>
                  <a:lnTo>
                    <a:pt x="3" y="4"/>
                  </a:lnTo>
                  <a:lnTo>
                    <a:pt x="3" y="4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6"/>
                  </a:lnTo>
                  <a:lnTo>
                    <a:pt x="0" y="6"/>
                  </a:lnTo>
                  <a:lnTo>
                    <a:pt x="0" y="6"/>
                  </a:lnTo>
                  <a:lnTo>
                    <a:pt x="0" y="7"/>
                  </a:lnTo>
                  <a:lnTo>
                    <a:pt x="0" y="7"/>
                  </a:lnTo>
                  <a:lnTo>
                    <a:pt x="0" y="7"/>
                  </a:lnTo>
                  <a:lnTo>
                    <a:pt x="1" y="7"/>
                  </a:lnTo>
                  <a:lnTo>
                    <a:pt x="1" y="8"/>
                  </a:lnTo>
                  <a:lnTo>
                    <a:pt x="1" y="8"/>
                  </a:lnTo>
                  <a:lnTo>
                    <a:pt x="1" y="8"/>
                  </a:lnTo>
                  <a:lnTo>
                    <a:pt x="2" y="8"/>
                  </a:lnTo>
                  <a:lnTo>
                    <a:pt x="3" y="8"/>
                  </a:lnTo>
                  <a:lnTo>
                    <a:pt x="3" y="8"/>
                  </a:lnTo>
                  <a:lnTo>
                    <a:pt x="4" y="8"/>
                  </a:lnTo>
                  <a:lnTo>
                    <a:pt x="4" y="8"/>
                  </a:lnTo>
                  <a:lnTo>
                    <a:pt x="5" y="7"/>
                  </a:lnTo>
                  <a:lnTo>
                    <a:pt x="6" y="7"/>
                  </a:lnTo>
                  <a:lnTo>
                    <a:pt x="7" y="7"/>
                  </a:lnTo>
                  <a:lnTo>
                    <a:pt x="7" y="7"/>
                  </a:lnTo>
                  <a:lnTo>
                    <a:pt x="8" y="6"/>
                  </a:lnTo>
                  <a:lnTo>
                    <a:pt x="9" y="6"/>
                  </a:lnTo>
                  <a:lnTo>
                    <a:pt x="10" y="6"/>
                  </a:lnTo>
                  <a:lnTo>
                    <a:pt x="11" y="5"/>
                  </a:lnTo>
                  <a:lnTo>
                    <a:pt x="11" y="5"/>
                  </a:lnTo>
                  <a:lnTo>
                    <a:pt x="12" y="5"/>
                  </a:lnTo>
                  <a:lnTo>
                    <a:pt x="13" y="5"/>
                  </a:lnTo>
                  <a:lnTo>
                    <a:pt x="14" y="4"/>
                  </a:lnTo>
                  <a:lnTo>
                    <a:pt x="14" y="4"/>
                  </a:lnTo>
                  <a:lnTo>
                    <a:pt x="15" y="4"/>
                  </a:lnTo>
                  <a:lnTo>
                    <a:pt x="15" y="3"/>
                  </a:lnTo>
                  <a:lnTo>
                    <a:pt x="16" y="3"/>
                  </a:lnTo>
                  <a:lnTo>
                    <a:pt x="16" y="3"/>
                  </a:lnTo>
                  <a:lnTo>
                    <a:pt x="16" y="2"/>
                  </a:lnTo>
                  <a:lnTo>
                    <a:pt x="16" y="2"/>
                  </a:lnTo>
                  <a:lnTo>
                    <a:pt x="17" y="2"/>
                  </a:lnTo>
                  <a:lnTo>
                    <a:pt x="16" y="1"/>
                  </a:lnTo>
                  <a:lnTo>
                    <a:pt x="17" y="1"/>
                  </a:lnTo>
                  <a:lnTo>
                    <a:pt x="16" y="1"/>
                  </a:lnTo>
                  <a:lnTo>
                    <a:pt x="16" y="0"/>
                  </a:lnTo>
                  <a:lnTo>
                    <a:pt x="16" y="0"/>
                  </a:lnTo>
                  <a:lnTo>
                    <a:pt x="15" y="0"/>
                  </a:lnTo>
                  <a:lnTo>
                    <a:pt x="15" y="0"/>
                  </a:lnTo>
                  <a:lnTo>
                    <a:pt x="14" y="0"/>
                  </a:lnTo>
                  <a:lnTo>
                    <a:pt x="14" y="0"/>
                  </a:lnTo>
                  <a:lnTo>
                    <a:pt x="13" y="0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3" y="2"/>
                  </a:lnTo>
                  <a:lnTo>
                    <a:pt x="13" y="2"/>
                  </a:lnTo>
                  <a:lnTo>
                    <a:pt x="12" y="2"/>
                  </a:lnTo>
                  <a:lnTo>
                    <a:pt x="12" y="2"/>
                  </a:lnTo>
                  <a:lnTo>
                    <a:pt x="12" y="3"/>
                  </a:lnTo>
                  <a:lnTo>
                    <a:pt x="11" y="3"/>
                  </a:lnTo>
                  <a:lnTo>
                    <a:pt x="11" y="3"/>
                  </a:lnTo>
                  <a:lnTo>
                    <a:pt x="10" y="3"/>
                  </a:lnTo>
                  <a:lnTo>
                    <a:pt x="10" y="3"/>
                  </a:lnTo>
                  <a:lnTo>
                    <a:pt x="9" y="4"/>
                  </a:lnTo>
                  <a:lnTo>
                    <a:pt x="9" y="4"/>
                  </a:lnTo>
                  <a:lnTo>
                    <a:pt x="8" y="4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1320" bIns="313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2" name="Freeform 278"/>
            <p:cNvSpPr/>
            <p:nvPr/>
          </p:nvSpPr>
          <p:spPr>
            <a:xfrm flipV="1" rot="11694600">
              <a:off x="8671320" y="5225400"/>
              <a:ext cx="66240" cy="1872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7" h="2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6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2" y="1"/>
                  </a:lnTo>
                  <a:lnTo>
                    <a:pt x="2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3" name="Freeform 279"/>
            <p:cNvSpPr/>
            <p:nvPr/>
          </p:nvSpPr>
          <p:spPr>
            <a:xfrm flipV="1" rot="11694600">
              <a:off x="8726040" y="523512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3" h="3">
                  <a:moveTo>
                    <a:pt x="0" y="3"/>
                  </a:move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4" name="Freeform 280"/>
            <p:cNvSpPr/>
            <p:nvPr/>
          </p:nvSpPr>
          <p:spPr>
            <a:xfrm flipH="1" rot="11694600">
              <a:off x="8665920" y="5247000"/>
              <a:ext cx="85320" cy="18720"/>
            </a:xfrm>
            <a:custGeom>
              <a:avLst/>
              <a:gdLst>
                <a:gd name="textAreaLeft" fmla="*/ -360 w 85320"/>
                <a:gd name="textAreaRight" fmla="*/ 85320 w 85320"/>
                <a:gd name="textAreaTop" fmla="*/ 0 h 18720"/>
                <a:gd name="textAreaBottom" fmla="*/ 19080 h 18720"/>
              </a:gdLst>
              <a:ahLst/>
              <a:rect l="textAreaLeft" t="textAreaTop" r="textAreaRight" b="textAreaBottom"/>
              <a:pathLst>
                <a:path w="9" h="2">
                  <a:moveTo>
                    <a:pt x="9" y="0"/>
                  </a:moveTo>
                  <a:lnTo>
                    <a:pt x="9" y="0"/>
                  </a:lnTo>
                  <a:lnTo>
                    <a:pt x="9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9" y="0"/>
                  </a:lnTo>
                  <a:lnTo>
                    <a:pt x="9" y="0"/>
                  </a:lnTo>
                  <a:lnTo>
                    <a:pt x="9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5" name="Freeform 281"/>
            <p:cNvSpPr/>
            <p:nvPr/>
          </p:nvSpPr>
          <p:spPr>
            <a:xfrm flipV="1" rot="11694600">
              <a:off x="8600760" y="5178960"/>
              <a:ext cx="75960" cy="4716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8" h="5">
                  <a:moveTo>
                    <a:pt x="8" y="0"/>
                  </a:moveTo>
                  <a:lnTo>
                    <a:pt x="8" y="0"/>
                  </a:lnTo>
                  <a:lnTo>
                    <a:pt x="8" y="0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6" y="3"/>
                  </a:lnTo>
                  <a:lnTo>
                    <a:pt x="6" y="3"/>
                  </a:lnTo>
                  <a:lnTo>
                    <a:pt x="5" y="3"/>
                  </a:lnTo>
                  <a:lnTo>
                    <a:pt x="5" y="4"/>
                  </a:lnTo>
                  <a:lnTo>
                    <a:pt x="4" y="4"/>
                  </a:lnTo>
                  <a:lnTo>
                    <a:pt x="3" y="4"/>
                  </a:lnTo>
                  <a:lnTo>
                    <a:pt x="3" y="4"/>
                  </a:lnTo>
                  <a:lnTo>
                    <a:pt x="2" y="5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1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3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6" name="Freeform 282"/>
            <p:cNvSpPr/>
            <p:nvPr/>
          </p:nvSpPr>
          <p:spPr>
            <a:xfrm flipV="1" rot="11694600">
              <a:off x="8608680" y="5167440"/>
              <a:ext cx="47160" cy="900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5" h="1">
                  <a:moveTo>
                    <a:pt x="0" y="1"/>
                  </a:move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7" name="Freeform 283"/>
            <p:cNvSpPr/>
            <p:nvPr/>
          </p:nvSpPr>
          <p:spPr>
            <a:xfrm flipV="1" rot="11694600">
              <a:off x="8632440" y="5175360"/>
              <a:ext cx="56880" cy="3816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360 h 38160"/>
                <a:gd name="textAreaBottom" fmla="*/ 38880 h 38160"/>
              </a:gdLst>
              <a:ahLst/>
              <a:rect l="textAreaLeft" t="textAreaTop" r="textAreaRight" b="textAreaBottom"/>
              <a:pathLst>
                <a:path w="6" h="4">
                  <a:moveTo>
                    <a:pt x="0" y="4"/>
                  </a:move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1"/>
                  </a:lnTo>
                  <a:lnTo>
                    <a:pt x="6" y="1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5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4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480" bIns="-6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8" name="Freeform 284"/>
            <p:cNvSpPr/>
            <p:nvPr/>
          </p:nvSpPr>
          <p:spPr>
            <a:xfrm flipV="1" rot="11694600">
              <a:off x="8742600" y="4939920"/>
              <a:ext cx="247320" cy="371520"/>
            </a:xfrm>
            <a:custGeom>
              <a:avLst/>
              <a:gdLst>
                <a:gd name="textAreaLeft" fmla="*/ 0 w 247320"/>
                <a:gd name="textAreaRight" fmla="*/ 247680 w 247320"/>
                <a:gd name="textAreaTop" fmla="*/ 360 h 371520"/>
                <a:gd name="textAreaBottom" fmla="*/ 372240 h 371520"/>
              </a:gdLst>
              <a:ahLst/>
              <a:rect l="textAreaLeft" t="textAreaTop" r="textAreaRight" b="textAreaBottom"/>
              <a:pathLst>
                <a:path w="26" h="39">
                  <a:moveTo>
                    <a:pt x="0" y="2"/>
                  </a:moveTo>
                  <a:lnTo>
                    <a:pt x="2" y="0"/>
                  </a:lnTo>
                  <a:lnTo>
                    <a:pt x="26" y="37"/>
                  </a:lnTo>
                  <a:lnTo>
                    <a:pt x="24" y="39"/>
                  </a:lnTo>
                  <a:lnTo>
                    <a:pt x="0" y="2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9" name="Freeform 285"/>
            <p:cNvSpPr/>
            <p:nvPr/>
          </p:nvSpPr>
          <p:spPr>
            <a:xfrm flipV="1" rot="11694600">
              <a:off x="9003600" y="497412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2" y="0"/>
                  </a:moveTo>
                  <a:lnTo>
                    <a:pt x="3" y="0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3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0" name="Freeform 286"/>
            <p:cNvSpPr/>
            <p:nvPr/>
          </p:nvSpPr>
          <p:spPr>
            <a:xfrm flipV="1" rot="11694600">
              <a:off x="8745480" y="4938120"/>
              <a:ext cx="228240" cy="35208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360 h 352080"/>
                <a:gd name="textAreaBottom" fmla="*/ 352800 h 352080"/>
              </a:gdLst>
              <a:ahLst/>
              <a:rect l="textAreaLeft" t="textAreaTop" r="textAreaRight" b="textAreaBottom"/>
              <a:pathLst>
                <a:path w="24" h="37">
                  <a:moveTo>
                    <a:pt x="24" y="37"/>
                  </a:moveTo>
                  <a:lnTo>
                    <a:pt x="24" y="37"/>
                  </a:lnTo>
                  <a:lnTo>
                    <a:pt x="0" y="0"/>
                  </a:lnTo>
                  <a:lnTo>
                    <a:pt x="1" y="0"/>
                  </a:lnTo>
                  <a:lnTo>
                    <a:pt x="24" y="37"/>
                  </a:lnTo>
                  <a:lnTo>
                    <a:pt x="24" y="37"/>
                  </a:lnTo>
                  <a:lnTo>
                    <a:pt x="24" y="3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1" name="Freeform 287"/>
            <p:cNvSpPr/>
            <p:nvPr/>
          </p:nvSpPr>
          <p:spPr>
            <a:xfrm flipV="1" rot="11694600">
              <a:off x="8700480" y="525708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2" h="3">
                  <a:moveTo>
                    <a:pt x="0" y="2"/>
                  </a:moveTo>
                  <a:lnTo>
                    <a:pt x="0" y="2"/>
                  </a:lnTo>
                  <a:lnTo>
                    <a:pt x="2" y="0"/>
                  </a:lnTo>
                  <a:lnTo>
                    <a:pt x="2" y="0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2" name="Freeform 288"/>
            <p:cNvSpPr/>
            <p:nvPr/>
          </p:nvSpPr>
          <p:spPr>
            <a:xfrm flipV="1" rot="11694600">
              <a:off x="8760240" y="4953240"/>
              <a:ext cx="237600" cy="361440"/>
            </a:xfrm>
            <a:custGeom>
              <a:avLst/>
              <a:gdLst>
                <a:gd name="textAreaLeft" fmla="*/ 0 w 237600"/>
                <a:gd name="textAreaRight" fmla="*/ 237960 w 237600"/>
                <a:gd name="textAreaTop" fmla="*/ 360 h 361440"/>
                <a:gd name="textAreaBottom" fmla="*/ 362160 h 361440"/>
              </a:gdLst>
              <a:ahLst/>
              <a:rect l="textAreaLeft" t="textAreaTop" r="textAreaRight" b="textAreaBottom"/>
              <a:pathLst>
                <a:path w="25" h="38">
                  <a:moveTo>
                    <a:pt x="1" y="1"/>
                  </a:moveTo>
                  <a:lnTo>
                    <a:pt x="1" y="0"/>
                  </a:lnTo>
                  <a:lnTo>
                    <a:pt x="25" y="38"/>
                  </a:lnTo>
                  <a:lnTo>
                    <a:pt x="25" y="38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3" name="Freeform 289"/>
            <p:cNvSpPr/>
            <p:nvPr/>
          </p:nvSpPr>
          <p:spPr>
            <a:xfrm flipV="1" rot="11694600">
              <a:off x="8758440" y="4965480"/>
              <a:ext cx="266400" cy="352080"/>
            </a:xfrm>
            <a:custGeom>
              <a:avLst/>
              <a:gdLst>
                <a:gd name="textAreaLeft" fmla="*/ 0 w 266400"/>
                <a:gd name="textAreaRight" fmla="*/ 266760 w 266400"/>
                <a:gd name="textAreaTop" fmla="*/ 360 h 352080"/>
                <a:gd name="textAreaBottom" fmla="*/ 352800 h 352080"/>
              </a:gdLst>
              <a:ahLst/>
              <a:rect l="textAreaLeft" t="textAreaTop" r="textAreaRight" b="textAreaBottom"/>
              <a:pathLst>
                <a:path w="28" h="37">
                  <a:moveTo>
                    <a:pt x="4" y="0"/>
                  </a:moveTo>
                  <a:lnTo>
                    <a:pt x="0" y="0"/>
                  </a:lnTo>
                  <a:lnTo>
                    <a:pt x="24" y="37"/>
                  </a:lnTo>
                  <a:lnTo>
                    <a:pt x="28" y="37"/>
                  </a:lnTo>
                  <a:lnTo>
                    <a:pt x="4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4" name="Freeform 290"/>
            <p:cNvSpPr/>
            <p:nvPr/>
          </p:nvSpPr>
          <p:spPr>
            <a:xfrm flipV="1" rot="11694600">
              <a:off x="9028800" y="499140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4" h="2">
                  <a:moveTo>
                    <a:pt x="0" y="1"/>
                  </a:moveTo>
                  <a:lnTo>
                    <a:pt x="0" y="1"/>
                  </a:lnTo>
                  <a:lnTo>
                    <a:pt x="4" y="0"/>
                  </a:lnTo>
                  <a:lnTo>
                    <a:pt x="4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5" name="Freeform 291"/>
            <p:cNvSpPr/>
            <p:nvPr/>
          </p:nvSpPr>
          <p:spPr>
            <a:xfrm flipV="1" rot="11694600">
              <a:off x="8795880" y="4971240"/>
              <a:ext cx="228240" cy="35208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360 h 352080"/>
                <a:gd name="textAreaBottom" fmla="*/ 352800 h 352080"/>
              </a:gdLst>
              <a:ahLst/>
              <a:rect l="textAreaLeft" t="textAreaTop" r="textAreaRight" b="textAreaBottom"/>
              <a:pathLst>
                <a:path w="24" h="37">
                  <a:moveTo>
                    <a:pt x="24" y="37"/>
                  </a:moveTo>
                  <a:lnTo>
                    <a:pt x="24" y="37"/>
                  </a:lnTo>
                  <a:lnTo>
                    <a:pt x="0" y="0"/>
                  </a:lnTo>
                  <a:lnTo>
                    <a:pt x="0" y="0"/>
                  </a:lnTo>
                  <a:lnTo>
                    <a:pt x="24" y="36"/>
                  </a:lnTo>
                  <a:lnTo>
                    <a:pt x="24" y="36"/>
                  </a:lnTo>
                  <a:lnTo>
                    <a:pt x="24" y="3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6" name="Freeform 292"/>
            <p:cNvSpPr/>
            <p:nvPr/>
          </p:nvSpPr>
          <p:spPr>
            <a:xfrm flipV="1" rot="11694600">
              <a:off x="8717040" y="527328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4" h="2">
                  <a:moveTo>
                    <a:pt x="4" y="1"/>
                  </a:moveTo>
                  <a:lnTo>
                    <a:pt x="4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7" name="Freeform 293"/>
            <p:cNvSpPr/>
            <p:nvPr/>
          </p:nvSpPr>
          <p:spPr>
            <a:xfrm flipV="1" rot="11694600">
              <a:off x="8760240" y="4953240"/>
              <a:ext cx="237600" cy="361440"/>
            </a:xfrm>
            <a:custGeom>
              <a:avLst/>
              <a:gdLst>
                <a:gd name="textAreaLeft" fmla="*/ 0 w 237600"/>
                <a:gd name="textAreaRight" fmla="*/ 237960 w 237600"/>
                <a:gd name="textAreaTop" fmla="*/ 360 h 361440"/>
                <a:gd name="textAreaBottom" fmla="*/ 362160 h 361440"/>
              </a:gdLst>
              <a:ahLst/>
              <a:rect l="textAreaLeft" t="textAreaTop" r="textAreaRight" b="textAreaBottom"/>
              <a:pathLst>
                <a:path w="25" h="38">
                  <a:moveTo>
                    <a:pt x="1" y="0"/>
                  </a:moveTo>
                  <a:lnTo>
                    <a:pt x="1" y="0"/>
                  </a:lnTo>
                  <a:lnTo>
                    <a:pt x="25" y="38"/>
                  </a:lnTo>
                  <a:lnTo>
                    <a:pt x="25" y="38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8" name="Freeform 294"/>
            <p:cNvSpPr/>
            <p:nvPr/>
          </p:nvSpPr>
          <p:spPr>
            <a:xfrm flipV="1" rot="11694600">
              <a:off x="8899560" y="5130360"/>
              <a:ext cx="75960" cy="4716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8" h="5">
                  <a:moveTo>
                    <a:pt x="6" y="0"/>
                  </a:moveTo>
                  <a:lnTo>
                    <a:pt x="6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5"/>
                  </a:lnTo>
                  <a:lnTo>
                    <a:pt x="1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4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8" y="2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6" y="0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9" name="Freeform 295"/>
            <p:cNvSpPr/>
            <p:nvPr/>
          </p:nvSpPr>
          <p:spPr>
            <a:xfrm flipV="1" rot="11694600">
              <a:off x="8921160" y="5135040"/>
              <a:ext cx="66240" cy="2808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7" h="3">
                  <a:moveTo>
                    <a:pt x="0" y="3"/>
                  </a:moveTo>
                  <a:lnTo>
                    <a:pt x="1" y="2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0" name="Freeform 296"/>
            <p:cNvSpPr/>
            <p:nvPr/>
          </p:nvSpPr>
          <p:spPr>
            <a:xfrm flipV="1" rot="11694600">
              <a:off x="8962920" y="515952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2" h="3">
                  <a:moveTo>
                    <a:pt x="2" y="3"/>
                  </a:move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2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1" name="Freeform 297"/>
            <p:cNvSpPr/>
            <p:nvPr/>
          </p:nvSpPr>
          <p:spPr>
            <a:xfrm flipV="1" rot="11694600">
              <a:off x="8898840" y="5140080"/>
              <a:ext cx="75960" cy="378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8" h="4">
                  <a:moveTo>
                    <a:pt x="8" y="1"/>
                  </a:moveTo>
                  <a:lnTo>
                    <a:pt x="8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3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4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2" name="Freeform 298"/>
            <p:cNvSpPr/>
            <p:nvPr/>
          </p:nvSpPr>
          <p:spPr>
            <a:xfrm flipV="1" rot="11694600">
              <a:off x="8906040" y="511488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2" h="3">
                  <a:moveTo>
                    <a:pt x="0" y="1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3" name="Freeform 299"/>
            <p:cNvSpPr/>
            <p:nvPr/>
          </p:nvSpPr>
          <p:spPr>
            <a:xfrm flipV="1" rot="11694600">
              <a:off x="8941320" y="5122800"/>
              <a:ext cx="66240" cy="12312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360 h 123120"/>
                <a:gd name="textAreaBottom" fmla="*/ 123840 h 123120"/>
              </a:gdLst>
              <a:ahLst/>
              <a:rect l="textAreaLeft" t="textAreaTop" r="textAreaRight" b="textAreaBottom"/>
              <a:pathLst>
                <a:path w="7" h="13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3" y="2"/>
                  </a:lnTo>
                  <a:lnTo>
                    <a:pt x="4" y="3"/>
                  </a:lnTo>
                  <a:lnTo>
                    <a:pt x="5" y="4"/>
                  </a:lnTo>
                  <a:lnTo>
                    <a:pt x="5" y="6"/>
                  </a:lnTo>
                  <a:lnTo>
                    <a:pt x="6" y="7"/>
                  </a:lnTo>
                  <a:lnTo>
                    <a:pt x="7" y="8"/>
                  </a:lnTo>
                  <a:lnTo>
                    <a:pt x="7" y="10"/>
                  </a:lnTo>
                  <a:lnTo>
                    <a:pt x="7" y="11"/>
                  </a:lnTo>
                  <a:lnTo>
                    <a:pt x="7" y="12"/>
                  </a:lnTo>
                  <a:lnTo>
                    <a:pt x="7" y="12"/>
                  </a:lnTo>
                  <a:lnTo>
                    <a:pt x="7" y="13"/>
                  </a:lnTo>
                  <a:lnTo>
                    <a:pt x="7" y="13"/>
                  </a:lnTo>
                  <a:lnTo>
                    <a:pt x="6" y="13"/>
                  </a:lnTo>
                  <a:lnTo>
                    <a:pt x="6" y="13"/>
                  </a:lnTo>
                  <a:lnTo>
                    <a:pt x="5" y="13"/>
                  </a:lnTo>
                  <a:lnTo>
                    <a:pt x="5" y="12"/>
                  </a:lnTo>
                  <a:lnTo>
                    <a:pt x="4" y="11"/>
                  </a:lnTo>
                  <a:lnTo>
                    <a:pt x="3" y="10"/>
                  </a:lnTo>
                  <a:lnTo>
                    <a:pt x="2" y="9"/>
                  </a:lnTo>
                  <a:lnTo>
                    <a:pt x="2" y="7"/>
                  </a:lnTo>
                  <a:lnTo>
                    <a:pt x="1" y="6"/>
                  </a:lnTo>
                  <a:lnTo>
                    <a:pt x="0" y="5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4" name="Freeform 300"/>
            <p:cNvSpPr/>
            <p:nvPr/>
          </p:nvSpPr>
          <p:spPr>
            <a:xfrm flipV="1" rot="11694600">
              <a:off x="8960040" y="5114880"/>
              <a:ext cx="56880" cy="6624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360 h 66240"/>
                <a:gd name="textAreaBottom" fmla="*/ 66960 h 66240"/>
              </a:gdLst>
              <a:ahLst/>
              <a:rect l="textAreaLeft" t="textAreaTop" r="textAreaRight" b="textAreaBottom"/>
              <a:pathLst>
                <a:path w="6" h="7">
                  <a:moveTo>
                    <a:pt x="5" y="7"/>
                  </a:moveTo>
                  <a:lnTo>
                    <a:pt x="5" y="7"/>
                  </a:lnTo>
                  <a:lnTo>
                    <a:pt x="4" y="5"/>
                  </a:lnTo>
                  <a:lnTo>
                    <a:pt x="4" y="4"/>
                  </a:lnTo>
                  <a:lnTo>
                    <a:pt x="3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3" y="2"/>
                  </a:lnTo>
                  <a:lnTo>
                    <a:pt x="4" y="3"/>
                  </a:lnTo>
                  <a:lnTo>
                    <a:pt x="4" y="4"/>
                  </a:lnTo>
                  <a:lnTo>
                    <a:pt x="5" y="5"/>
                  </a:lnTo>
                  <a:lnTo>
                    <a:pt x="6" y="6"/>
                  </a:lnTo>
                  <a:lnTo>
                    <a:pt x="6" y="6"/>
                  </a:lnTo>
                  <a:lnTo>
                    <a:pt x="5" y="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5" name="Freeform 301"/>
            <p:cNvSpPr/>
            <p:nvPr/>
          </p:nvSpPr>
          <p:spPr>
            <a:xfrm flipV="1" rot="11694600">
              <a:off x="8925120" y="5161320"/>
              <a:ext cx="28080" cy="853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85320"/>
                <a:gd name="textAreaBottom" fmla="*/ 85320 h 85320"/>
              </a:gdLst>
              <a:ahLst/>
              <a:rect l="textAreaLeft" t="textAreaTop" r="textAreaRight" b="textAreaBottom"/>
              <a:pathLst>
                <a:path w="3" h="9">
                  <a:moveTo>
                    <a:pt x="2" y="8"/>
                  </a:moveTo>
                  <a:lnTo>
                    <a:pt x="2" y="8"/>
                  </a:lnTo>
                  <a:lnTo>
                    <a:pt x="2" y="8"/>
                  </a:lnTo>
                  <a:lnTo>
                    <a:pt x="2" y="7"/>
                  </a:lnTo>
                  <a:lnTo>
                    <a:pt x="2" y="7"/>
                  </a:lnTo>
                  <a:lnTo>
                    <a:pt x="2" y="6"/>
                  </a:lnTo>
                  <a:lnTo>
                    <a:pt x="1" y="5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3" y="5"/>
                  </a:lnTo>
                  <a:lnTo>
                    <a:pt x="3" y="7"/>
                  </a:lnTo>
                  <a:lnTo>
                    <a:pt x="3" y="7"/>
                  </a:lnTo>
                  <a:lnTo>
                    <a:pt x="3" y="8"/>
                  </a:lnTo>
                  <a:lnTo>
                    <a:pt x="2" y="9"/>
                  </a:lnTo>
                  <a:lnTo>
                    <a:pt x="2" y="9"/>
                  </a:lnTo>
                  <a:lnTo>
                    <a:pt x="2" y="8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0680" bIns="406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6" name="Freeform 302"/>
            <p:cNvSpPr/>
            <p:nvPr/>
          </p:nvSpPr>
          <p:spPr>
            <a:xfrm flipV="1" rot="11694600">
              <a:off x="8931240" y="5185800"/>
              <a:ext cx="56880" cy="6624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360 h 66240"/>
                <a:gd name="textAreaBottom" fmla="*/ 66960 h 66240"/>
              </a:gdLst>
              <a:ahLst/>
              <a:rect l="textAreaLeft" t="textAreaTop" r="textAreaRight" b="textAreaBottom"/>
              <a:pathLst>
                <a:path w="6" h="7">
                  <a:moveTo>
                    <a:pt x="1" y="0"/>
                  </a:moveTo>
                  <a:lnTo>
                    <a:pt x="1" y="0"/>
                  </a:lnTo>
                  <a:lnTo>
                    <a:pt x="2" y="2"/>
                  </a:lnTo>
                  <a:lnTo>
                    <a:pt x="3" y="3"/>
                  </a:lnTo>
                  <a:lnTo>
                    <a:pt x="3" y="4"/>
                  </a:lnTo>
                  <a:lnTo>
                    <a:pt x="4" y="5"/>
                  </a:lnTo>
                  <a:lnTo>
                    <a:pt x="5" y="5"/>
                  </a:lnTo>
                  <a:lnTo>
                    <a:pt x="5" y="6"/>
                  </a:lnTo>
                  <a:lnTo>
                    <a:pt x="6" y="6"/>
                  </a:lnTo>
                  <a:lnTo>
                    <a:pt x="6" y="6"/>
                  </a:lnTo>
                  <a:lnTo>
                    <a:pt x="6" y="7"/>
                  </a:lnTo>
                  <a:lnTo>
                    <a:pt x="5" y="7"/>
                  </a:lnTo>
                  <a:lnTo>
                    <a:pt x="5" y="7"/>
                  </a:lnTo>
                  <a:lnTo>
                    <a:pt x="4" y="6"/>
                  </a:lnTo>
                  <a:lnTo>
                    <a:pt x="3" y="5"/>
                  </a:lnTo>
                  <a:lnTo>
                    <a:pt x="2" y="4"/>
                  </a:lnTo>
                  <a:lnTo>
                    <a:pt x="2" y="3"/>
                  </a:lnTo>
                  <a:lnTo>
                    <a:pt x="1" y="2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7" name="Freeform 303"/>
            <p:cNvSpPr/>
            <p:nvPr/>
          </p:nvSpPr>
          <p:spPr>
            <a:xfrm flipV="1" rot="11694600">
              <a:off x="8996760" y="5121000"/>
              <a:ext cx="28080" cy="759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75960"/>
                <a:gd name="textAreaBottom" fmla="*/ 75960 h 75960"/>
              </a:gdLst>
              <a:ahLst/>
              <a:rect l="textAreaLeft" t="textAreaTop" r="textAreaRight" b="textAreaBottom"/>
              <a:pathLst>
                <a:path w="3" h="8">
                  <a:moveTo>
                    <a:pt x="2" y="1"/>
                  </a:moveTo>
                  <a:lnTo>
                    <a:pt x="2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7"/>
                  </a:lnTo>
                  <a:lnTo>
                    <a:pt x="3" y="8"/>
                  </a:lnTo>
                  <a:lnTo>
                    <a:pt x="2" y="8"/>
                  </a:lnTo>
                  <a:lnTo>
                    <a:pt x="2" y="7"/>
                  </a:lnTo>
                  <a:lnTo>
                    <a:pt x="1" y="6"/>
                  </a:lnTo>
                  <a:lnTo>
                    <a:pt x="1" y="4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1320" bIns="313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8" name="Freeform 304"/>
            <p:cNvSpPr/>
            <p:nvPr/>
          </p:nvSpPr>
          <p:spPr>
            <a:xfrm flipV="1" rot="11694600">
              <a:off x="8923680" y="5110560"/>
              <a:ext cx="85320" cy="13284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-360 h 132840"/>
                <a:gd name="textAreaBottom" fmla="*/ 132840 h 132840"/>
              </a:gdLst>
              <a:ahLst/>
              <a:rect l="textAreaLeft" t="textAreaTop" r="textAreaRight" b="textAreaBottom"/>
              <a:pathLst>
                <a:path w="9" h="14">
                  <a:moveTo>
                    <a:pt x="0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3"/>
                  </a:lnTo>
                  <a:lnTo>
                    <a:pt x="4" y="4"/>
                  </a:lnTo>
                  <a:lnTo>
                    <a:pt x="5" y="5"/>
                  </a:lnTo>
                  <a:lnTo>
                    <a:pt x="5" y="7"/>
                  </a:lnTo>
                  <a:lnTo>
                    <a:pt x="6" y="8"/>
                  </a:lnTo>
                  <a:lnTo>
                    <a:pt x="7" y="9"/>
                  </a:lnTo>
                  <a:lnTo>
                    <a:pt x="7" y="11"/>
                  </a:lnTo>
                  <a:lnTo>
                    <a:pt x="7" y="12"/>
                  </a:lnTo>
                  <a:lnTo>
                    <a:pt x="7" y="13"/>
                  </a:lnTo>
                  <a:lnTo>
                    <a:pt x="7" y="13"/>
                  </a:lnTo>
                  <a:lnTo>
                    <a:pt x="7" y="14"/>
                  </a:lnTo>
                  <a:lnTo>
                    <a:pt x="7" y="14"/>
                  </a:lnTo>
                  <a:lnTo>
                    <a:pt x="7" y="14"/>
                  </a:lnTo>
                  <a:lnTo>
                    <a:pt x="8" y="14"/>
                  </a:lnTo>
                  <a:lnTo>
                    <a:pt x="8" y="14"/>
                  </a:lnTo>
                  <a:lnTo>
                    <a:pt x="9" y="14"/>
                  </a:lnTo>
                  <a:lnTo>
                    <a:pt x="9" y="13"/>
                  </a:lnTo>
                  <a:lnTo>
                    <a:pt x="9" y="13"/>
                  </a:lnTo>
                  <a:lnTo>
                    <a:pt x="9" y="12"/>
                  </a:lnTo>
                  <a:lnTo>
                    <a:pt x="9" y="11"/>
                  </a:lnTo>
                  <a:lnTo>
                    <a:pt x="9" y="11"/>
                  </a:lnTo>
                  <a:lnTo>
                    <a:pt x="9" y="10"/>
                  </a:lnTo>
                  <a:lnTo>
                    <a:pt x="9" y="9"/>
                  </a:lnTo>
                  <a:lnTo>
                    <a:pt x="9" y="8"/>
                  </a:lnTo>
                  <a:lnTo>
                    <a:pt x="8" y="8"/>
                  </a:lnTo>
                  <a:lnTo>
                    <a:pt x="8" y="7"/>
                  </a:lnTo>
                  <a:lnTo>
                    <a:pt x="8" y="6"/>
                  </a:lnTo>
                  <a:lnTo>
                    <a:pt x="7" y="5"/>
                  </a:lnTo>
                  <a:lnTo>
                    <a:pt x="7" y="5"/>
                  </a:lnTo>
                  <a:lnTo>
                    <a:pt x="7" y="4"/>
                  </a:lnTo>
                  <a:lnTo>
                    <a:pt x="6" y="3"/>
                  </a:lnTo>
                  <a:lnTo>
                    <a:pt x="6" y="3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0" y="1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9" name="Freeform 305"/>
            <p:cNvSpPr/>
            <p:nvPr/>
          </p:nvSpPr>
          <p:spPr>
            <a:xfrm flipV="1" rot="11694600">
              <a:off x="8960040" y="5114880"/>
              <a:ext cx="56880" cy="6624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360 h 66240"/>
                <a:gd name="textAreaBottom" fmla="*/ 66960 h 66240"/>
              </a:gdLst>
              <a:ahLst/>
              <a:rect l="textAreaLeft" t="textAreaTop" r="textAreaRight" b="textAreaBottom"/>
              <a:pathLst>
                <a:path w="6" h="7">
                  <a:moveTo>
                    <a:pt x="5" y="7"/>
                  </a:moveTo>
                  <a:lnTo>
                    <a:pt x="5" y="7"/>
                  </a:lnTo>
                  <a:lnTo>
                    <a:pt x="4" y="5"/>
                  </a:lnTo>
                  <a:lnTo>
                    <a:pt x="4" y="4"/>
                  </a:lnTo>
                  <a:lnTo>
                    <a:pt x="3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3" y="2"/>
                  </a:lnTo>
                  <a:lnTo>
                    <a:pt x="4" y="3"/>
                  </a:lnTo>
                  <a:lnTo>
                    <a:pt x="4" y="4"/>
                  </a:lnTo>
                  <a:lnTo>
                    <a:pt x="5" y="5"/>
                  </a:lnTo>
                  <a:lnTo>
                    <a:pt x="6" y="6"/>
                  </a:lnTo>
                  <a:lnTo>
                    <a:pt x="6" y="6"/>
                  </a:lnTo>
                  <a:lnTo>
                    <a:pt x="5" y="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0" name="Freeform 306"/>
            <p:cNvSpPr/>
            <p:nvPr/>
          </p:nvSpPr>
          <p:spPr>
            <a:xfrm flipV="1" rot="11694600">
              <a:off x="8925120" y="5161320"/>
              <a:ext cx="28080" cy="853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85320"/>
                <a:gd name="textAreaBottom" fmla="*/ 85320 h 85320"/>
              </a:gdLst>
              <a:ahLst/>
              <a:rect l="textAreaLeft" t="textAreaTop" r="textAreaRight" b="textAreaBottom"/>
              <a:pathLst>
                <a:path w="3" h="9">
                  <a:moveTo>
                    <a:pt x="2" y="9"/>
                  </a:moveTo>
                  <a:lnTo>
                    <a:pt x="2" y="8"/>
                  </a:lnTo>
                  <a:lnTo>
                    <a:pt x="2" y="8"/>
                  </a:lnTo>
                  <a:lnTo>
                    <a:pt x="2" y="7"/>
                  </a:lnTo>
                  <a:lnTo>
                    <a:pt x="2" y="7"/>
                  </a:lnTo>
                  <a:lnTo>
                    <a:pt x="2" y="6"/>
                  </a:lnTo>
                  <a:lnTo>
                    <a:pt x="1" y="5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3" y="5"/>
                  </a:lnTo>
                  <a:lnTo>
                    <a:pt x="3" y="7"/>
                  </a:lnTo>
                  <a:lnTo>
                    <a:pt x="3" y="7"/>
                  </a:lnTo>
                  <a:lnTo>
                    <a:pt x="3" y="8"/>
                  </a:lnTo>
                  <a:lnTo>
                    <a:pt x="2" y="9"/>
                  </a:lnTo>
                  <a:lnTo>
                    <a:pt x="2" y="8"/>
                  </a:lnTo>
                  <a:lnTo>
                    <a:pt x="2" y="9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0680" bIns="406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1" name="Freeform 307"/>
            <p:cNvSpPr/>
            <p:nvPr/>
          </p:nvSpPr>
          <p:spPr>
            <a:xfrm flipV="1" rot="11694600">
              <a:off x="8917560" y="5148360"/>
              <a:ext cx="18720" cy="9504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95040"/>
                <a:gd name="textAreaBottom" fmla="*/ 95760 h 95040"/>
              </a:gdLst>
              <a:ahLst/>
              <a:rect l="textAreaLeft" t="textAreaTop" r="textAreaRight" b="textAreaBottom"/>
              <a:pathLst>
                <a:path w="2" h="10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6"/>
                  </a:lnTo>
                  <a:lnTo>
                    <a:pt x="2" y="6"/>
                  </a:lnTo>
                  <a:lnTo>
                    <a:pt x="2" y="7"/>
                  </a:lnTo>
                  <a:lnTo>
                    <a:pt x="2" y="8"/>
                  </a:lnTo>
                  <a:lnTo>
                    <a:pt x="2" y="8"/>
                  </a:lnTo>
                  <a:lnTo>
                    <a:pt x="2" y="9"/>
                  </a:lnTo>
                  <a:lnTo>
                    <a:pt x="1" y="9"/>
                  </a:lnTo>
                  <a:lnTo>
                    <a:pt x="1" y="10"/>
                  </a:lnTo>
                  <a:lnTo>
                    <a:pt x="0" y="10"/>
                  </a:lnTo>
                  <a:lnTo>
                    <a:pt x="0" y="10"/>
                  </a:lnTo>
                  <a:lnTo>
                    <a:pt x="0" y="9"/>
                  </a:lnTo>
                  <a:lnTo>
                    <a:pt x="0" y="9"/>
                  </a:lnTo>
                  <a:lnTo>
                    <a:pt x="1" y="9"/>
                  </a:lnTo>
                  <a:lnTo>
                    <a:pt x="1" y="9"/>
                  </a:lnTo>
                  <a:lnTo>
                    <a:pt x="1" y="8"/>
                  </a:lnTo>
                  <a:lnTo>
                    <a:pt x="1" y="8"/>
                  </a:lnTo>
                  <a:lnTo>
                    <a:pt x="2" y="8"/>
                  </a:lnTo>
                  <a:lnTo>
                    <a:pt x="2" y="7"/>
                  </a:lnTo>
                  <a:lnTo>
                    <a:pt x="2" y="7"/>
                  </a:lnTo>
                  <a:lnTo>
                    <a:pt x="1" y="6"/>
                  </a:lnTo>
                  <a:lnTo>
                    <a:pt x="1" y="5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2" name="Freeform 308"/>
            <p:cNvSpPr/>
            <p:nvPr/>
          </p:nvSpPr>
          <p:spPr>
            <a:xfrm flipV="1" rot="11694600">
              <a:off x="8943840" y="5103720"/>
              <a:ext cx="75960" cy="6624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360 h 66240"/>
                <a:gd name="textAreaBottom" fmla="*/ 66960 h 66240"/>
              </a:gdLst>
              <a:ahLst/>
              <a:rect l="textAreaLeft" t="textAreaTop" r="textAreaRight" b="textAreaBottom"/>
              <a:pathLst>
                <a:path w="8" h="7">
                  <a:moveTo>
                    <a:pt x="1" y="2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5" y="2"/>
                  </a:lnTo>
                  <a:lnTo>
                    <a:pt x="5" y="2"/>
                  </a:lnTo>
                  <a:lnTo>
                    <a:pt x="6" y="3"/>
                  </a:lnTo>
                  <a:lnTo>
                    <a:pt x="6" y="3"/>
                  </a:lnTo>
                  <a:lnTo>
                    <a:pt x="7" y="4"/>
                  </a:lnTo>
                  <a:lnTo>
                    <a:pt x="7" y="5"/>
                  </a:lnTo>
                  <a:lnTo>
                    <a:pt x="7" y="6"/>
                  </a:lnTo>
                  <a:lnTo>
                    <a:pt x="8" y="6"/>
                  </a:lnTo>
                  <a:lnTo>
                    <a:pt x="7" y="7"/>
                  </a:lnTo>
                  <a:lnTo>
                    <a:pt x="7" y="6"/>
                  </a:lnTo>
                  <a:lnTo>
                    <a:pt x="6" y="5"/>
                  </a:lnTo>
                  <a:lnTo>
                    <a:pt x="6" y="5"/>
                  </a:lnTo>
                  <a:lnTo>
                    <a:pt x="5" y="4"/>
                  </a:lnTo>
                  <a:lnTo>
                    <a:pt x="5" y="3"/>
                  </a:lnTo>
                  <a:lnTo>
                    <a:pt x="4" y="3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3" name="Freeform 309"/>
            <p:cNvSpPr/>
            <p:nvPr/>
          </p:nvSpPr>
          <p:spPr>
            <a:xfrm flipV="1" rot="11694600">
              <a:off x="9003240" y="51292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4" name="Freeform 310"/>
            <p:cNvSpPr/>
            <p:nvPr/>
          </p:nvSpPr>
          <p:spPr>
            <a:xfrm flipV="1" rot="11694600">
              <a:off x="8985600" y="511524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5" name="Freeform 311"/>
            <p:cNvSpPr/>
            <p:nvPr/>
          </p:nvSpPr>
          <p:spPr>
            <a:xfrm flipV="1" rot="11694600">
              <a:off x="8987040" y="51152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6" name="Freeform 312"/>
            <p:cNvSpPr/>
            <p:nvPr/>
          </p:nvSpPr>
          <p:spPr>
            <a:xfrm flipV="1" rot="11694600">
              <a:off x="8991360" y="51361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7" name="Freeform 313"/>
            <p:cNvSpPr/>
            <p:nvPr/>
          </p:nvSpPr>
          <p:spPr>
            <a:xfrm flipV="1" rot="11694600">
              <a:off x="8974080" y="512208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8" name="Freeform 314"/>
            <p:cNvSpPr/>
            <p:nvPr/>
          </p:nvSpPr>
          <p:spPr>
            <a:xfrm flipV="1" rot="11694600">
              <a:off x="8979840" y="51429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29" name="Freeform 315"/>
            <p:cNvSpPr/>
            <p:nvPr/>
          </p:nvSpPr>
          <p:spPr>
            <a:xfrm flipV="1" rot="11694600">
              <a:off x="8962200" y="512892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0" name="Freeform 316"/>
            <p:cNvSpPr/>
            <p:nvPr/>
          </p:nvSpPr>
          <p:spPr>
            <a:xfrm flipV="1" rot="11694600">
              <a:off x="8965800" y="51588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1" name="Freeform 317"/>
            <p:cNvSpPr/>
            <p:nvPr/>
          </p:nvSpPr>
          <p:spPr>
            <a:xfrm flipV="1" rot="11694600">
              <a:off x="8948160" y="514476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2" name="Freeform 318"/>
            <p:cNvSpPr/>
            <p:nvPr/>
          </p:nvSpPr>
          <p:spPr>
            <a:xfrm flipV="1" rot="11694600">
              <a:off x="8953920" y="51656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3" name="Freeform 319"/>
            <p:cNvSpPr/>
            <p:nvPr/>
          </p:nvSpPr>
          <p:spPr>
            <a:xfrm flipV="1" rot="11694600">
              <a:off x="8935200" y="5163120"/>
              <a:ext cx="28080" cy="90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3" h="1">
                  <a:moveTo>
                    <a:pt x="2" y="0"/>
                  </a:moveTo>
                  <a:lnTo>
                    <a:pt x="3" y="0"/>
                  </a:lnTo>
                  <a:lnTo>
                    <a:pt x="1" y="1"/>
                  </a:lnTo>
                  <a:lnTo>
                    <a:pt x="0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4" name="Freeform 320"/>
            <p:cNvSpPr/>
            <p:nvPr/>
          </p:nvSpPr>
          <p:spPr>
            <a:xfrm flipV="1" rot="11694600">
              <a:off x="8938080" y="51512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1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5" name="Freeform 321"/>
            <p:cNvSpPr/>
            <p:nvPr/>
          </p:nvSpPr>
          <p:spPr>
            <a:xfrm flipV="1" rot="11694600">
              <a:off x="8932680" y="517032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6" name="Freeform 322"/>
            <p:cNvSpPr/>
            <p:nvPr/>
          </p:nvSpPr>
          <p:spPr>
            <a:xfrm flipV="1" rot="11694600">
              <a:off x="8937360" y="51908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7" name="Freeform 323"/>
            <p:cNvSpPr/>
            <p:nvPr/>
          </p:nvSpPr>
          <p:spPr>
            <a:xfrm flipV="1" rot="11694600">
              <a:off x="8918640" y="518616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8" name="Freeform 324"/>
            <p:cNvSpPr/>
            <p:nvPr/>
          </p:nvSpPr>
          <p:spPr>
            <a:xfrm flipV="1" rot="11694600">
              <a:off x="8919000" y="51858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39" name="Freeform 325"/>
            <p:cNvSpPr/>
            <p:nvPr/>
          </p:nvSpPr>
          <p:spPr>
            <a:xfrm flipV="1" rot="11694600">
              <a:off x="8915040" y="519516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2" h="2">
                  <a:moveTo>
                    <a:pt x="2" y="1"/>
                  </a:move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0" name="Freeform 326"/>
            <p:cNvSpPr/>
            <p:nvPr/>
          </p:nvSpPr>
          <p:spPr>
            <a:xfrm flipV="1" rot="11694600">
              <a:off x="8911080" y="521388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1" name="Freeform 327"/>
            <p:cNvSpPr/>
            <p:nvPr/>
          </p:nvSpPr>
          <p:spPr>
            <a:xfrm flipV="1" rot="11694600">
              <a:off x="8995680" y="511812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0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2" name="Freeform 328"/>
            <p:cNvSpPr/>
            <p:nvPr/>
          </p:nvSpPr>
          <p:spPr>
            <a:xfrm flipV="1" rot="11694600">
              <a:off x="8908920" y="522288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2" y="0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3" name="Freeform 329"/>
            <p:cNvSpPr/>
            <p:nvPr/>
          </p:nvSpPr>
          <p:spPr>
            <a:xfrm flipV="1" rot="11694600">
              <a:off x="8974080" y="5189760"/>
              <a:ext cx="75960" cy="378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8" h="4">
                  <a:moveTo>
                    <a:pt x="7" y="0"/>
                  </a:moveTo>
                  <a:lnTo>
                    <a:pt x="7" y="0"/>
                  </a:lnTo>
                  <a:lnTo>
                    <a:pt x="6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2" y="4"/>
                  </a:lnTo>
                  <a:lnTo>
                    <a:pt x="2" y="3"/>
                  </a:lnTo>
                  <a:lnTo>
                    <a:pt x="2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2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0"/>
                  </a:lnTo>
                  <a:lnTo>
                    <a:pt x="8" y="0"/>
                  </a:lnTo>
                  <a:lnTo>
                    <a:pt x="8" y="0"/>
                  </a:lnTo>
                  <a:lnTo>
                    <a:pt x="7" y="0"/>
                  </a:lnTo>
                  <a:lnTo>
                    <a:pt x="7" y="0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4" name="Freeform 330"/>
            <p:cNvSpPr/>
            <p:nvPr/>
          </p:nvSpPr>
          <p:spPr>
            <a:xfrm flipV="1" rot="11694600">
              <a:off x="8985960" y="5183280"/>
              <a:ext cx="75960" cy="378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8" h="4">
                  <a:moveTo>
                    <a:pt x="0" y="4"/>
                  </a:moveTo>
                  <a:lnTo>
                    <a:pt x="0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8" y="0"/>
                  </a:lnTo>
                  <a:lnTo>
                    <a:pt x="8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7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3"/>
                  </a:lnTo>
                  <a:lnTo>
                    <a:pt x="4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5" name="Freeform 331"/>
            <p:cNvSpPr/>
            <p:nvPr/>
          </p:nvSpPr>
          <p:spPr>
            <a:xfrm flipV="1" rot="11694600">
              <a:off x="9034560" y="522720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2" h="2">
                  <a:moveTo>
                    <a:pt x="1" y="2"/>
                  </a:move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6" name="Freeform 332"/>
            <p:cNvSpPr/>
            <p:nvPr/>
          </p:nvSpPr>
          <p:spPr>
            <a:xfrm flipV="1" rot="11694600">
              <a:off x="8971560" y="5199120"/>
              <a:ext cx="75960" cy="378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-360 h 37800"/>
                <a:gd name="textAreaBottom" fmla="*/ 37800 h 37800"/>
              </a:gdLst>
              <a:ahLst/>
              <a:rect l="textAreaLeft" t="textAreaTop" r="textAreaRight" b="textAreaBottom"/>
              <a:pathLst>
                <a:path w="8" h="4">
                  <a:moveTo>
                    <a:pt x="8" y="0"/>
                  </a:moveTo>
                  <a:lnTo>
                    <a:pt x="8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0"/>
                  </a:lnTo>
                  <a:lnTo>
                    <a:pt x="7" y="0"/>
                  </a:lnTo>
                  <a:lnTo>
                    <a:pt x="8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840" bIns="-6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7" name="Freeform 333"/>
            <p:cNvSpPr/>
            <p:nvPr/>
          </p:nvSpPr>
          <p:spPr>
            <a:xfrm flipV="1" rot="11694600">
              <a:off x="8980560" y="5172480"/>
              <a:ext cx="9000" cy="187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1" h="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8" name="Freeform 334"/>
            <p:cNvSpPr/>
            <p:nvPr/>
          </p:nvSpPr>
          <p:spPr>
            <a:xfrm flipV="1" rot="11694600">
              <a:off x="8873280" y="5633280"/>
              <a:ext cx="47160" cy="12348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-360 h 123480"/>
                <a:gd name="textAreaBottom" fmla="*/ 123480 h 123480"/>
              </a:gdLst>
              <a:ahLst/>
              <a:rect l="textAreaLeft" t="textAreaTop" r="textAreaRight" b="textAreaBottom"/>
              <a:pathLst>
                <a:path w="5" h="13">
                  <a:moveTo>
                    <a:pt x="5" y="0"/>
                  </a:moveTo>
                  <a:lnTo>
                    <a:pt x="3" y="13"/>
                  </a:lnTo>
                  <a:lnTo>
                    <a:pt x="0" y="1"/>
                  </a:lnTo>
                  <a:lnTo>
                    <a:pt x="5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49" name="Freeform 335"/>
            <p:cNvSpPr/>
            <p:nvPr/>
          </p:nvSpPr>
          <p:spPr>
            <a:xfrm flipV="1" rot="11694600">
              <a:off x="8863560" y="5628600"/>
              <a:ext cx="28080" cy="13284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132840"/>
                <a:gd name="textAreaBottom" fmla="*/ 132840 h 132840"/>
              </a:gdLst>
              <a:ahLst/>
              <a:rect l="textAreaLeft" t="textAreaTop" r="textAreaRight" b="textAreaBottom"/>
              <a:pathLst>
                <a:path w="3" h="14">
                  <a:moveTo>
                    <a:pt x="0" y="13"/>
                  </a:moveTo>
                  <a:lnTo>
                    <a:pt x="0" y="13"/>
                  </a:lnTo>
                  <a:lnTo>
                    <a:pt x="2" y="0"/>
                  </a:lnTo>
                  <a:lnTo>
                    <a:pt x="3" y="0"/>
                  </a:lnTo>
                  <a:lnTo>
                    <a:pt x="0" y="13"/>
                  </a:lnTo>
                  <a:lnTo>
                    <a:pt x="0" y="14"/>
                  </a:lnTo>
                  <a:lnTo>
                    <a:pt x="0" y="1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0" name="Freeform 336"/>
            <p:cNvSpPr/>
            <p:nvPr/>
          </p:nvSpPr>
          <p:spPr>
            <a:xfrm flipV="1" rot="11694600">
              <a:off x="8890920" y="5637600"/>
              <a:ext cx="37800" cy="1328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-360 h 132840"/>
                <a:gd name="textAreaBottom" fmla="*/ 132840 h 132840"/>
              </a:gdLst>
              <a:ahLst/>
              <a:rect l="textAreaLeft" t="textAreaTop" r="textAreaRight" b="textAreaBottom"/>
              <a:pathLst>
                <a:path w="4" h="14">
                  <a:moveTo>
                    <a:pt x="1" y="1"/>
                  </a:moveTo>
                  <a:lnTo>
                    <a:pt x="1" y="0"/>
                  </a:lnTo>
                  <a:lnTo>
                    <a:pt x="4" y="13"/>
                  </a:lnTo>
                  <a:lnTo>
                    <a:pt x="4" y="14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1" name="Freeform 337"/>
            <p:cNvSpPr/>
            <p:nvPr/>
          </p:nvSpPr>
          <p:spPr>
            <a:xfrm flipV="1" rot="11694600">
              <a:off x="8878680" y="5634360"/>
              <a:ext cx="56880" cy="936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360 h 9360"/>
                <a:gd name="textAreaBottom" fmla="*/ 10080 h 9360"/>
              </a:gdLst>
              <a:ahLst/>
              <a:rect l="textAreaLeft" t="textAreaTop" r="textAreaRight" b="textAreaBottom"/>
              <a:pathLst>
                <a:path w="6" h="1">
                  <a:moveTo>
                    <a:pt x="5" y="0"/>
                  </a:moveTo>
                  <a:lnTo>
                    <a:pt x="5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5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280" bIns="-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2" name="Freeform 338"/>
            <p:cNvSpPr/>
            <p:nvPr/>
          </p:nvSpPr>
          <p:spPr>
            <a:xfrm flipV="1" rot="11694600">
              <a:off x="8946360" y="5030640"/>
              <a:ext cx="114120" cy="63828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-360 h 638280"/>
                <a:gd name="textAreaBottom" fmla="*/ 638280 h 638280"/>
              </a:gdLst>
              <a:ahLst/>
              <a:rect l="textAreaLeft" t="textAreaTop" r="textAreaRight" b="textAreaBottom"/>
              <a:pathLst>
                <a:path w="12" h="67">
                  <a:moveTo>
                    <a:pt x="3" y="0"/>
                  </a:moveTo>
                  <a:lnTo>
                    <a:pt x="0" y="2"/>
                  </a:lnTo>
                  <a:lnTo>
                    <a:pt x="9" y="67"/>
                  </a:lnTo>
                  <a:lnTo>
                    <a:pt x="12" y="66"/>
                  </a:lnTo>
                  <a:lnTo>
                    <a:pt x="3" y="0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3" name="Freeform 339"/>
            <p:cNvSpPr/>
            <p:nvPr/>
          </p:nvSpPr>
          <p:spPr>
            <a:xfrm flipV="1" rot="11694600">
              <a:off x="9111240" y="505224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0" y="2"/>
                  </a:moveTo>
                  <a:lnTo>
                    <a:pt x="0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4" name="Freeform 340"/>
            <p:cNvSpPr/>
            <p:nvPr/>
          </p:nvSpPr>
          <p:spPr>
            <a:xfrm flipV="1" rot="11694600">
              <a:off x="8974080" y="5043240"/>
              <a:ext cx="85320" cy="62820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-360 h 628200"/>
                <a:gd name="textAreaBottom" fmla="*/ 628200 h 628200"/>
              </a:gdLst>
              <a:ahLst/>
              <a:rect l="textAreaLeft" t="textAreaTop" r="textAreaRight" b="textAreaBottom"/>
              <a:pathLst>
                <a:path w="9" h="66">
                  <a:moveTo>
                    <a:pt x="9" y="66"/>
                  </a:moveTo>
                  <a:lnTo>
                    <a:pt x="8" y="66"/>
                  </a:lnTo>
                  <a:lnTo>
                    <a:pt x="0" y="1"/>
                  </a:lnTo>
                  <a:lnTo>
                    <a:pt x="0" y="0"/>
                  </a:lnTo>
                  <a:lnTo>
                    <a:pt x="9" y="66"/>
                  </a:lnTo>
                  <a:lnTo>
                    <a:pt x="9" y="66"/>
                  </a:lnTo>
                  <a:lnTo>
                    <a:pt x="9" y="6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5" name="Freeform 341"/>
            <p:cNvSpPr/>
            <p:nvPr/>
          </p:nvSpPr>
          <p:spPr>
            <a:xfrm flipV="1" rot="11694600">
              <a:off x="8859600" y="562644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4" h="2">
                  <a:moveTo>
                    <a:pt x="4" y="1"/>
                  </a:moveTo>
                  <a:lnTo>
                    <a:pt x="4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3" y="0"/>
                  </a:lnTo>
                  <a:lnTo>
                    <a:pt x="3" y="1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6" name="Freeform 342"/>
            <p:cNvSpPr/>
            <p:nvPr/>
          </p:nvSpPr>
          <p:spPr>
            <a:xfrm flipV="1" rot="11694600">
              <a:off x="8939160" y="5026320"/>
              <a:ext cx="95040" cy="628200"/>
            </a:xfrm>
            <a:custGeom>
              <a:avLst/>
              <a:gdLst>
                <a:gd name="textAreaLeft" fmla="*/ 0 w 95040"/>
                <a:gd name="textAreaRight" fmla="*/ 95400 w 95040"/>
                <a:gd name="textAreaTop" fmla="*/ -360 h 628200"/>
                <a:gd name="textAreaBottom" fmla="*/ 628200 h 628200"/>
              </a:gdLst>
              <a:ahLst/>
              <a:rect l="textAreaLeft" t="textAreaTop" r="textAreaRight" b="textAreaBottom"/>
              <a:pathLst>
                <a:path w="10" h="66">
                  <a:moveTo>
                    <a:pt x="0" y="0"/>
                  </a:moveTo>
                  <a:lnTo>
                    <a:pt x="1" y="0"/>
                  </a:lnTo>
                  <a:lnTo>
                    <a:pt x="10" y="66"/>
                  </a:lnTo>
                  <a:lnTo>
                    <a:pt x="9" y="6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7" name="Freeform 343"/>
            <p:cNvSpPr/>
            <p:nvPr/>
          </p:nvSpPr>
          <p:spPr>
            <a:xfrm flipV="1" rot="11694600">
              <a:off x="8972280" y="5057280"/>
              <a:ext cx="123120" cy="618840"/>
            </a:xfrm>
            <a:custGeom>
              <a:avLst/>
              <a:gdLst>
                <a:gd name="textAreaLeft" fmla="*/ 0 w 123120"/>
                <a:gd name="textAreaRight" fmla="*/ 123480 w 123120"/>
                <a:gd name="textAreaTop" fmla="*/ -360 h 618840"/>
                <a:gd name="textAreaBottom" fmla="*/ 618840 h 618840"/>
              </a:gdLst>
              <a:ahLst/>
              <a:rect l="textAreaLeft" t="textAreaTop" r="textAreaRight" b="textAreaBottom"/>
              <a:pathLst>
                <a:path w="13" h="65">
                  <a:moveTo>
                    <a:pt x="0" y="1"/>
                  </a:moveTo>
                  <a:lnTo>
                    <a:pt x="4" y="0"/>
                  </a:lnTo>
                  <a:lnTo>
                    <a:pt x="13" y="65"/>
                  </a:lnTo>
                  <a:lnTo>
                    <a:pt x="7" y="65"/>
                  </a:lnTo>
                  <a:lnTo>
                    <a:pt x="0" y="1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8" name="Freeform 344"/>
            <p:cNvSpPr/>
            <p:nvPr/>
          </p:nvSpPr>
          <p:spPr>
            <a:xfrm flipV="1" rot="11694600">
              <a:off x="9134640" y="5069880"/>
              <a:ext cx="37800" cy="280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4" h="3">
                  <a:moveTo>
                    <a:pt x="4" y="1"/>
                  </a:moveTo>
                  <a:lnTo>
                    <a:pt x="4" y="1"/>
                  </a:lnTo>
                  <a:lnTo>
                    <a:pt x="0" y="3"/>
                  </a:lnTo>
                  <a:lnTo>
                    <a:pt x="0" y="2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59" name="Freeform 345"/>
            <p:cNvSpPr/>
            <p:nvPr/>
          </p:nvSpPr>
          <p:spPr>
            <a:xfrm flipV="1" rot="11694600">
              <a:off x="8974080" y="5043240"/>
              <a:ext cx="85320" cy="62820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-360 h 628200"/>
                <a:gd name="textAreaBottom" fmla="*/ 628200 h 628200"/>
              </a:gdLst>
              <a:ahLst/>
              <a:rect l="textAreaLeft" t="textAreaTop" r="textAreaRight" b="textAreaBottom"/>
              <a:pathLst>
                <a:path w="9" h="66">
                  <a:moveTo>
                    <a:pt x="9" y="66"/>
                  </a:moveTo>
                  <a:lnTo>
                    <a:pt x="8" y="66"/>
                  </a:lnTo>
                  <a:lnTo>
                    <a:pt x="0" y="1"/>
                  </a:lnTo>
                  <a:lnTo>
                    <a:pt x="0" y="0"/>
                  </a:lnTo>
                  <a:lnTo>
                    <a:pt x="9" y="66"/>
                  </a:lnTo>
                  <a:lnTo>
                    <a:pt x="9" y="66"/>
                  </a:lnTo>
                  <a:lnTo>
                    <a:pt x="9" y="6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0" name="Freeform 346"/>
            <p:cNvSpPr/>
            <p:nvPr/>
          </p:nvSpPr>
          <p:spPr>
            <a:xfrm flipV="1" rot="11694600">
              <a:off x="8894520" y="5649480"/>
              <a:ext cx="66240" cy="900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7" h="1">
                  <a:moveTo>
                    <a:pt x="1" y="1"/>
                  </a:moveTo>
                  <a:lnTo>
                    <a:pt x="1" y="0"/>
                  </a:lnTo>
                  <a:lnTo>
                    <a:pt x="7" y="1"/>
                  </a:lnTo>
                  <a:lnTo>
                    <a:pt x="7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1" name="Freeform 347"/>
            <p:cNvSpPr/>
            <p:nvPr/>
          </p:nvSpPr>
          <p:spPr>
            <a:xfrm flipV="1" rot="11694600">
              <a:off x="9027000" y="5076360"/>
              <a:ext cx="75960" cy="60912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360 h 609120"/>
                <a:gd name="textAreaBottom" fmla="*/ 609840 h 609120"/>
              </a:gdLst>
              <a:ahLst/>
              <a:rect l="textAreaLeft" t="textAreaTop" r="textAreaRight" b="textAreaBottom"/>
              <a:pathLst>
                <a:path w="8" h="64">
                  <a:moveTo>
                    <a:pt x="1" y="1"/>
                  </a:moveTo>
                  <a:lnTo>
                    <a:pt x="1" y="0"/>
                  </a:lnTo>
                  <a:lnTo>
                    <a:pt x="8" y="64"/>
                  </a:lnTo>
                  <a:lnTo>
                    <a:pt x="7" y="64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2" name="Freeform 348"/>
            <p:cNvSpPr/>
            <p:nvPr/>
          </p:nvSpPr>
          <p:spPr>
            <a:xfrm flipV="1" rot="11694600">
              <a:off x="8998560" y="4883040"/>
              <a:ext cx="294840" cy="200160"/>
            </a:xfrm>
            <a:custGeom>
              <a:avLst/>
              <a:gdLst>
                <a:gd name="textAreaLeft" fmla="*/ 0 w 294840"/>
                <a:gd name="textAreaRight" fmla="*/ 295200 w 294840"/>
                <a:gd name="textAreaTop" fmla="*/ 360 h 200160"/>
                <a:gd name="textAreaBottom" fmla="*/ 200880 h 200160"/>
              </a:gdLst>
              <a:ahLst/>
              <a:rect l="textAreaLeft" t="textAreaTop" r="textAreaRight" b="textAreaBottom"/>
              <a:pathLst>
                <a:path w="31" h="21">
                  <a:moveTo>
                    <a:pt x="23" y="15"/>
                  </a:moveTo>
                  <a:lnTo>
                    <a:pt x="23" y="15"/>
                  </a:lnTo>
                  <a:lnTo>
                    <a:pt x="23" y="15"/>
                  </a:lnTo>
                  <a:lnTo>
                    <a:pt x="24" y="15"/>
                  </a:lnTo>
                  <a:lnTo>
                    <a:pt x="24" y="15"/>
                  </a:lnTo>
                  <a:lnTo>
                    <a:pt x="24" y="15"/>
                  </a:lnTo>
                  <a:lnTo>
                    <a:pt x="24" y="15"/>
                  </a:lnTo>
                  <a:lnTo>
                    <a:pt x="25" y="15"/>
                  </a:lnTo>
                  <a:lnTo>
                    <a:pt x="25" y="15"/>
                  </a:lnTo>
                  <a:lnTo>
                    <a:pt x="25" y="15"/>
                  </a:lnTo>
                  <a:lnTo>
                    <a:pt x="25" y="15"/>
                  </a:lnTo>
                  <a:lnTo>
                    <a:pt x="26" y="15"/>
                  </a:lnTo>
                  <a:lnTo>
                    <a:pt x="26" y="15"/>
                  </a:lnTo>
                  <a:lnTo>
                    <a:pt x="26" y="15"/>
                  </a:lnTo>
                  <a:lnTo>
                    <a:pt x="26" y="15"/>
                  </a:lnTo>
                  <a:lnTo>
                    <a:pt x="27" y="15"/>
                  </a:lnTo>
                  <a:lnTo>
                    <a:pt x="27" y="15"/>
                  </a:lnTo>
                  <a:lnTo>
                    <a:pt x="27" y="14"/>
                  </a:lnTo>
                  <a:lnTo>
                    <a:pt x="27" y="14"/>
                  </a:lnTo>
                  <a:lnTo>
                    <a:pt x="28" y="14"/>
                  </a:lnTo>
                  <a:lnTo>
                    <a:pt x="28" y="14"/>
                  </a:lnTo>
                  <a:lnTo>
                    <a:pt x="28" y="14"/>
                  </a:lnTo>
                  <a:lnTo>
                    <a:pt x="29" y="14"/>
                  </a:lnTo>
                  <a:lnTo>
                    <a:pt x="29" y="13"/>
                  </a:lnTo>
                  <a:lnTo>
                    <a:pt x="29" y="13"/>
                  </a:lnTo>
                  <a:lnTo>
                    <a:pt x="29" y="13"/>
                  </a:lnTo>
                  <a:lnTo>
                    <a:pt x="30" y="13"/>
                  </a:lnTo>
                  <a:lnTo>
                    <a:pt x="30" y="12"/>
                  </a:lnTo>
                  <a:lnTo>
                    <a:pt x="30" y="12"/>
                  </a:lnTo>
                  <a:lnTo>
                    <a:pt x="30" y="12"/>
                  </a:lnTo>
                  <a:lnTo>
                    <a:pt x="30" y="12"/>
                  </a:lnTo>
                  <a:lnTo>
                    <a:pt x="30" y="11"/>
                  </a:lnTo>
                  <a:lnTo>
                    <a:pt x="31" y="11"/>
                  </a:lnTo>
                  <a:lnTo>
                    <a:pt x="31" y="11"/>
                  </a:lnTo>
                  <a:lnTo>
                    <a:pt x="31" y="10"/>
                  </a:lnTo>
                  <a:lnTo>
                    <a:pt x="31" y="10"/>
                  </a:lnTo>
                  <a:lnTo>
                    <a:pt x="31" y="10"/>
                  </a:lnTo>
                  <a:lnTo>
                    <a:pt x="31" y="9"/>
                  </a:lnTo>
                  <a:lnTo>
                    <a:pt x="31" y="9"/>
                  </a:lnTo>
                  <a:lnTo>
                    <a:pt x="31" y="9"/>
                  </a:lnTo>
                  <a:lnTo>
                    <a:pt x="31" y="8"/>
                  </a:lnTo>
                  <a:lnTo>
                    <a:pt x="31" y="8"/>
                  </a:lnTo>
                  <a:lnTo>
                    <a:pt x="31" y="7"/>
                  </a:lnTo>
                  <a:lnTo>
                    <a:pt x="31" y="6"/>
                  </a:lnTo>
                  <a:lnTo>
                    <a:pt x="31" y="5"/>
                  </a:lnTo>
                  <a:lnTo>
                    <a:pt x="30" y="4"/>
                  </a:lnTo>
                  <a:lnTo>
                    <a:pt x="30" y="4"/>
                  </a:lnTo>
                  <a:lnTo>
                    <a:pt x="30" y="3"/>
                  </a:lnTo>
                  <a:lnTo>
                    <a:pt x="29" y="3"/>
                  </a:lnTo>
                  <a:lnTo>
                    <a:pt x="29" y="3"/>
                  </a:lnTo>
                  <a:lnTo>
                    <a:pt x="28" y="2"/>
                  </a:lnTo>
                  <a:lnTo>
                    <a:pt x="28" y="2"/>
                  </a:lnTo>
                  <a:lnTo>
                    <a:pt x="27" y="2"/>
                  </a:lnTo>
                  <a:lnTo>
                    <a:pt x="27" y="2"/>
                  </a:lnTo>
                  <a:lnTo>
                    <a:pt x="26" y="1"/>
                  </a:lnTo>
                  <a:lnTo>
                    <a:pt x="26" y="1"/>
                  </a:lnTo>
                  <a:lnTo>
                    <a:pt x="25" y="1"/>
                  </a:lnTo>
                  <a:lnTo>
                    <a:pt x="25" y="1"/>
                  </a:lnTo>
                  <a:lnTo>
                    <a:pt x="25" y="1"/>
                  </a:lnTo>
                  <a:lnTo>
                    <a:pt x="24" y="0"/>
                  </a:lnTo>
                  <a:lnTo>
                    <a:pt x="23" y="0"/>
                  </a:lnTo>
                  <a:lnTo>
                    <a:pt x="23" y="0"/>
                  </a:lnTo>
                  <a:lnTo>
                    <a:pt x="22" y="0"/>
                  </a:lnTo>
                  <a:lnTo>
                    <a:pt x="22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8" y="0"/>
                  </a:lnTo>
                  <a:lnTo>
                    <a:pt x="18" y="0"/>
                  </a:lnTo>
                  <a:lnTo>
                    <a:pt x="17" y="0"/>
                  </a:lnTo>
                  <a:lnTo>
                    <a:pt x="16" y="0"/>
                  </a:lnTo>
                  <a:lnTo>
                    <a:pt x="16" y="0"/>
                  </a:lnTo>
                  <a:lnTo>
                    <a:pt x="15" y="0"/>
                  </a:lnTo>
                  <a:lnTo>
                    <a:pt x="15" y="1"/>
                  </a:lnTo>
                  <a:lnTo>
                    <a:pt x="14" y="1"/>
                  </a:lnTo>
                  <a:lnTo>
                    <a:pt x="14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11" y="2"/>
                  </a:lnTo>
                  <a:lnTo>
                    <a:pt x="11" y="2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9" y="2"/>
                  </a:lnTo>
                  <a:lnTo>
                    <a:pt x="9" y="3"/>
                  </a:lnTo>
                  <a:lnTo>
                    <a:pt x="9" y="3"/>
                  </a:lnTo>
                  <a:lnTo>
                    <a:pt x="8" y="3"/>
                  </a:lnTo>
                  <a:lnTo>
                    <a:pt x="8" y="3"/>
                  </a:lnTo>
                  <a:lnTo>
                    <a:pt x="7" y="4"/>
                  </a:lnTo>
                  <a:lnTo>
                    <a:pt x="7" y="4"/>
                  </a:lnTo>
                  <a:lnTo>
                    <a:pt x="7" y="4"/>
                  </a:lnTo>
                  <a:lnTo>
                    <a:pt x="6" y="4"/>
                  </a:lnTo>
                  <a:lnTo>
                    <a:pt x="6" y="5"/>
                  </a:lnTo>
                  <a:lnTo>
                    <a:pt x="5" y="5"/>
                  </a:lnTo>
                  <a:lnTo>
                    <a:pt x="5" y="6"/>
                  </a:lnTo>
                  <a:lnTo>
                    <a:pt x="4" y="7"/>
                  </a:lnTo>
                  <a:lnTo>
                    <a:pt x="3" y="8"/>
                  </a:lnTo>
                  <a:lnTo>
                    <a:pt x="2" y="8"/>
                  </a:lnTo>
                  <a:lnTo>
                    <a:pt x="2" y="9"/>
                  </a:lnTo>
                  <a:lnTo>
                    <a:pt x="1" y="10"/>
                  </a:lnTo>
                  <a:lnTo>
                    <a:pt x="1" y="11"/>
                  </a:lnTo>
                  <a:lnTo>
                    <a:pt x="0" y="12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0" y="14"/>
                  </a:lnTo>
                  <a:lnTo>
                    <a:pt x="0" y="15"/>
                  </a:lnTo>
                  <a:lnTo>
                    <a:pt x="0" y="16"/>
                  </a:lnTo>
                  <a:lnTo>
                    <a:pt x="1" y="16"/>
                  </a:lnTo>
                  <a:lnTo>
                    <a:pt x="1" y="17"/>
                  </a:lnTo>
                  <a:lnTo>
                    <a:pt x="2" y="17"/>
                  </a:lnTo>
                  <a:lnTo>
                    <a:pt x="2" y="17"/>
                  </a:lnTo>
                  <a:lnTo>
                    <a:pt x="3" y="18"/>
                  </a:lnTo>
                  <a:lnTo>
                    <a:pt x="4" y="18"/>
                  </a:lnTo>
                  <a:lnTo>
                    <a:pt x="4" y="19"/>
                  </a:lnTo>
                  <a:lnTo>
                    <a:pt x="5" y="19"/>
                  </a:lnTo>
                  <a:lnTo>
                    <a:pt x="5" y="19"/>
                  </a:lnTo>
                  <a:lnTo>
                    <a:pt x="6" y="20"/>
                  </a:lnTo>
                  <a:lnTo>
                    <a:pt x="6" y="20"/>
                  </a:lnTo>
                  <a:lnTo>
                    <a:pt x="7" y="20"/>
                  </a:lnTo>
                  <a:lnTo>
                    <a:pt x="7" y="20"/>
                  </a:lnTo>
                  <a:lnTo>
                    <a:pt x="8" y="21"/>
                  </a:lnTo>
                  <a:lnTo>
                    <a:pt x="9" y="21"/>
                  </a:lnTo>
                  <a:lnTo>
                    <a:pt x="9" y="21"/>
                  </a:lnTo>
                  <a:lnTo>
                    <a:pt x="10" y="21"/>
                  </a:lnTo>
                  <a:lnTo>
                    <a:pt x="10" y="21"/>
                  </a:lnTo>
                  <a:lnTo>
                    <a:pt x="10" y="21"/>
                  </a:lnTo>
                  <a:lnTo>
                    <a:pt x="11" y="21"/>
                  </a:lnTo>
                  <a:lnTo>
                    <a:pt x="11" y="21"/>
                  </a:lnTo>
                  <a:lnTo>
                    <a:pt x="11" y="21"/>
                  </a:lnTo>
                  <a:lnTo>
                    <a:pt x="11" y="21"/>
                  </a:lnTo>
                  <a:lnTo>
                    <a:pt x="12" y="20"/>
                  </a:lnTo>
                  <a:lnTo>
                    <a:pt x="12" y="20"/>
                  </a:lnTo>
                  <a:lnTo>
                    <a:pt x="12" y="20"/>
                  </a:lnTo>
                  <a:lnTo>
                    <a:pt x="12" y="20"/>
                  </a:lnTo>
                  <a:lnTo>
                    <a:pt x="13" y="20"/>
                  </a:lnTo>
                  <a:lnTo>
                    <a:pt x="13" y="20"/>
                  </a:lnTo>
                  <a:lnTo>
                    <a:pt x="13" y="20"/>
                  </a:lnTo>
                  <a:lnTo>
                    <a:pt x="13" y="20"/>
                  </a:lnTo>
                  <a:lnTo>
                    <a:pt x="14" y="20"/>
                  </a:lnTo>
                  <a:lnTo>
                    <a:pt x="14" y="20"/>
                  </a:lnTo>
                  <a:lnTo>
                    <a:pt x="14" y="20"/>
                  </a:lnTo>
                  <a:lnTo>
                    <a:pt x="14" y="19"/>
                  </a:lnTo>
                  <a:lnTo>
                    <a:pt x="15" y="19"/>
                  </a:lnTo>
                  <a:lnTo>
                    <a:pt x="15" y="19"/>
                  </a:lnTo>
                  <a:lnTo>
                    <a:pt x="15" y="19"/>
                  </a:lnTo>
                  <a:lnTo>
                    <a:pt x="15" y="19"/>
                  </a:lnTo>
                  <a:lnTo>
                    <a:pt x="15" y="19"/>
                  </a:lnTo>
                  <a:lnTo>
                    <a:pt x="16" y="19"/>
                  </a:lnTo>
                  <a:lnTo>
                    <a:pt x="16" y="19"/>
                  </a:lnTo>
                  <a:lnTo>
                    <a:pt x="16" y="18"/>
                  </a:lnTo>
                  <a:lnTo>
                    <a:pt x="16" y="18"/>
                  </a:lnTo>
                  <a:lnTo>
                    <a:pt x="16" y="18"/>
                  </a:lnTo>
                  <a:lnTo>
                    <a:pt x="17" y="18"/>
                  </a:lnTo>
                  <a:lnTo>
                    <a:pt x="17" y="18"/>
                  </a:lnTo>
                  <a:lnTo>
                    <a:pt x="17" y="18"/>
                  </a:lnTo>
                  <a:lnTo>
                    <a:pt x="17" y="18"/>
                  </a:lnTo>
                  <a:lnTo>
                    <a:pt x="17" y="18"/>
                  </a:lnTo>
                  <a:lnTo>
                    <a:pt x="16" y="18"/>
                  </a:lnTo>
                  <a:lnTo>
                    <a:pt x="16" y="18"/>
                  </a:lnTo>
                  <a:lnTo>
                    <a:pt x="15" y="18"/>
                  </a:lnTo>
                  <a:lnTo>
                    <a:pt x="15" y="18"/>
                  </a:lnTo>
                  <a:lnTo>
                    <a:pt x="14" y="18"/>
                  </a:lnTo>
                  <a:lnTo>
                    <a:pt x="14" y="18"/>
                  </a:lnTo>
                  <a:lnTo>
                    <a:pt x="13" y="18"/>
                  </a:lnTo>
                  <a:lnTo>
                    <a:pt x="13" y="17"/>
                  </a:lnTo>
                  <a:lnTo>
                    <a:pt x="12" y="17"/>
                  </a:lnTo>
                  <a:lnTo>
                    <a:pt x="12" y="17"/>
                  </a:lnTo>
                  <a:lnTo>
                    <a:pt x="11" y="17"/>
                  </a:lnTo>
                  <a:lnTo>
                    <a:pt x="11" y="17"/>
                  </a:lnTo>
                  <a:lnTo>
                    <a:pt x="11" y="17"/>
                  </a:lnTo>
                  <a:lnTo>
                    <a:pt x="10" y="17"/>
                  </a:lnTo>
                  <a:lnTo>
                    <a:pt x="10" y="16"/>
                  </a:lnTo>
                  <a:lnTo>
                    <a:pt x="9" y="16"/>
                  </a:lnTo>
                  <a:lnTo>
                    <a:pt x="8" y="16"/>
                  </a:lnTo>
                  <a:lnTo>
                    <a:pt x="8" y="15"/>
                  </a:lnTo>
                  <a:lnTo>
                    <a:pt x="7" y="14"/>
                  </a:lnTo>
                  <a:lnTo>
                    <a:pt x="7" y="14"/>
                  </a:lnTo>
                  <a:lnTo>
                    <a:pt x="6" y="13"/>
                  </a:lnTo>
                  <a:lnTo>
                    <a:pt x="6" y="13"/>
                  </a:lnTo>
                  <a:lnTo>
                    <a:pt x="6" y="12"/>
                  </a:lnTo>
                  <a:lnTo>
                    <a:pt x="6" y="12"/>
                  </a:lnTo>
                  <a:lnTo>
                    <a:pt x="5" y="11"/>
                  </a:lnTo>
                  <a:lnTo>
                    <a:pt x="5" y="11"/>
                  </a:lnTo>
                  <a:lnTo>
                    <a:pt x="6" y="11"/>
                  </a:lnTo>
                  <a:lnTo>
                    <a:pt x="6" y="10"/>
                  </a:lnTo>
                  <a:lnTo>
                    <a:pt x="6" y="10"/>
                  </a:lnTo>
                  <a:lnTo>
                    <a:pt x="6" y="9"/>
                  </a:lnTo>
                  <a:lnTo>
                    <a:pt x="6" y="9"/>
                  </a:lnTo>
                  <a:lnTo>
                    <a:pt x="6" y="9"/>
                  </a:lnTo>
                  <a:lnTo>
                    <a:pt x="6" y="8"/>
                  </a:lnTo>
                  <a:lnTo>
                    <a:pt x="6" y="8"/>
                  </a:lnTo>
                  <a:lnTo>
                    <a:pt x="7" y="7"/>
                  </a:lnTo>
                  <a:lnTo>
                    <a:pt x="7" y="7"/>
                  </a:lnTo>
                  <a:lnTo>
                    <a:pt x="7" y="7"/>
                  </a:lnTo>
                  <a:lnTo>
                    <a:pt x="7" y="7"/>
                  </a:lnTo>
                  <a:lnTo>
                    <a:pt x="7" y="6"/>
                  </a:lnTo>
                  <a:lnTo>
                    <a:pt x="8" y="6"/>
                  </a:lnTo>
                  <a:lnTo>
                    <a:pt x="8" y="6"/>
                  </a:lnTo>
                  <a:lnTo>
                    <a:pt x="8" y="5"/>
                  </a:lnTo>
                  <a:lnTo>
                    <a:pt x="9" y="5"/>
                  </a:lnTo>
                  <a:lnTo>
                    <a:pt x="9" y="5"/>
                  </a:lnTo>
                  <a:lnTo>
                    <a:pt x="9" y="4"/>
                  </a:lnTo>
                  <a:lnTo>
                    <a:pt x="9" y="4"/>
                  </a:lnTo>
                  <a:lnTo>
                    <a:pt x="10" y="4"/>
                  </a:lnTo>
                  <a:lnTo>
                    <a:pt x="10" y="4"/>
                  </a:lnTo>
                  <a:lnTo>
                    <a:pt x="10" y="3"/>
                  </a:lnTo>
                  <a:lnTo>
                    <a:pt x="11" y="3"/>
                  </a:lnTo>
                  <a:lnTo>
                    <a:pt x="11" y="3"/>
                  </a:lnTo>
                  <a:lnTo>
                    <a:pt x="12" y="3"/>
                  </a:lnTo>
                  <a:lnTo>
                    <a:pt x="12" y="3"/>
                  </a:lnTo>
                  <a:lnTo>
                    <a:pt x="12" y="2"/>
                  </a:lnTo>
                  <a:lnTo>
                    <a:pt x="13" y="2"/>
                  </a:lnTo>
                  <a:lnTo>
                    <a:pt x="14" y="2"/>
                  </a:lnTo>
                  <a:lnTo>
                    <a:pt x="14" y="2"/>
                  </a:lnTo>
                  <a:lnTo>
                    <a:pt x="15" y="2"/>
                  </a:lnTo>
                  <a:lnTo>
                    <a:pt x="15" y="2"/>
                  </a:lnTo>
                  <a:lnTo>
                    <a:pt x="16" y="2"/>
                  </a:lnTo>
                  <a:lnTo>
                    <a:pt x="17" y="2"/>
                  </a:lnTo>
                  <a:lnTo>
                    <a:pt x="17" y="2"/>
                  </a:lnTo>
                  <a:lnTo>
                    <a:pt x="18" y="2"/>
                  </a:lnTo>
                  <a:lnTo>
                    <a:pt x="18" y="2"/>
                  </a:lnTo>
                  <a:lnTo>
                    <a:pt x="19" y="2"/>
                  </a:lnTo>
                  <a:lnTo>
                    <a:pt x="19" y="2"/>
                  </a:lnTo>
                  <a:lnTo>
                    <a:pt x="20" y="2"/>
                  </a:lnTo>
                  <a:lnTo>
                    <a:pt x="21" y="3"/>
                  </a:lnTo>
                  <a:lnTo>
                    <a:pt x="21" y="3"/>
                  </a:lnTo>
                  <a:lnTo>
                    <a:pt x="22" y="3"/>
                  </a:lnTo>
                  <a:lnTo>
                    <a:pt x="22" y="3"/>
                  </a:lnTo>
                  <a:lnTo>
                    <a:pt x="23" y="4"/>
                  </a:lnTo>
                  <a:lnTo>
                    <a:pt x="23" y="5"/>
                  </a:lnTo>
                  <a:lnTo>
                    <a:pt x="24" y="5"/>
                  </a:lnTo>
                  <a:lnTo>
                    <a:pt x="24" y="6"/>
                  </a:lnTo>
                  <a:lnTo>
                    <a:pt x="24" y="7"/>
                  </a:lnTo>
                  <a:lnTo>
                    <a:pt x="25" y="8"/>
                  </a:lnTo>
                  <a:lnTo>
                    <a:pt x="25" y="9"/>
                  </a:lnTo>
                  <a:lnTo>
                    <a:pt x="25" y="10"/>
                  </a:lnTo>
                  <a:lnTo>
                    <a:pt x="25" y="10"/>
                  </a:lnTo>
                  <a:lnTo>
                    <a:pt x="25" y="10"/>
                  </a:lnTo>
                  <a:lnTo>
                    <a:pt x="25" y="11"/>
                  </a:lnTo>
                  <a:lnTo>
                    <a:pt x="25" y="11"/>
                  </a:lnTo>
                  <a:lnTo>
                    <a:pt x="25" y="12"/>
                  </a:lnTo>
                  <a:lnTo>
                    <a:pt x="24" y="12"/>
                  </a:lnTo>
                  <a:lnTo>
                    <a:pt x="24" y="12"/>
                  </a:lnTo>
                  <a:lnTo>
                    <a:pt x="24" y="13"/>
                  </a:lnTo>
                  <a:lnTo>
                    <a:pt x="24" y="13"/>
                  </a:lnTo>
                  <a:lnTo>
                    <a:pt x="24" y="13"/>
                  </a:lnTo>
                  <a:lnTo>
                    <a:pt x="24" y="14"/>
                  </a:lnTo>
                  <a:lnTo>
                    <a:pt x="24" y="14"/>
                  </a:lnTo>
                  <a:lnTo>
                    <a:pt x="24" y="14"/>
                  </a:lnTo>
                  <a:lnTo>
                    <a:pt x="23" y="15"/>
                  </a:lnTo>
                  <a:lnTo>
                    <a:pt x="23" y="15"/>
                  </a:lnTo>
                  <a:lnTo>
                    <a:pt x="23" y="15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3" name="Freeform 349"/>
            <p:cNvSpPr/>
            <p:nvPr/>
          </p:nvSpPr>
          <p:spPr>
            <a:xfrm flipV="1" rot="11694600">
              <a:off x="9028800" y="4991400"/>
              <a:ext cx="37800" cy="1872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4" h="2">
                  <a:moveTo>
                    <a:pt x="4" y="1"/>
                  </a:move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4" name="Freeform 350"/>
            <p:cNvSpPr/>
            <p:nvPr/>
          </p:nvSpPr>
          <p:spPr>
            <a:xfrm flipV="1" rot="11694600">
              <a:off x="9003600" y="497412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3" y="0"/>
                  </a:moveTo>
                  <a:lnTo>
                    <a:pt x="3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5" name="Freeform 351"/>
            <p:cNvSpPr/>
            <p:nvPr/>
          </p:nvSpPr>
          <p:spPr>
            <a:xfrm flipV="1" rot="11694600">
              <a:off x="8993880" y="492264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3" h="5">
                  <a:moveTo>
                    <a:pt x="3" y="0"/>
                  </a:move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6" name="Freeform 352"/>
            <p:cNvSpPr/>
            <p:nvPr/>
          </p:nvSpPr>
          <p:spPr>
            <a:xfrm flipV="1" rot="11694600">
              <a:off x="9006120" y="487656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3" h="5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3" y="5"/>
                  </a:lnTo>
                  <a:lnTo>
                    <a:pt x="3" y="5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4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7" name="Freeform 353"/>
            <p:cNvSpPr/>
            <p:nvPr/>
          </p:nvSpPr>
          <p:spPr>
            <a:xfrm flipV="1" rot="11694600">
              <a:off x="9042480" y="4862520"/>
              <a:ext cx="75960" cy="2808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8" h="3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2"/>
                  </a:lnTo>
                  <a:lnTo>
                    <a:pt x="7" y="2"/>
                  </a:lnTo>
                  <a:lnTo>
                    <a:pt x="8" y="2"/>
                  </a:lnTo>
                  <a:lnTo>
                    <a:pt x="8" y="3"/>
                  </a:lnTo>
                  <a:lnTo>
                    <a:pt x="8" y="3"/>
                  </a:lnTo>
                  <a:lnTo>
                    <a:pt x="7" y="3"/>
                  </a:lnTo>
                  <a:lnTo>
                    <a:pt x="7" y="3"/>
                  </a:lnTo>
                  <a:lnTo>
                    <a:pt x="7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8" name="Freeform 354"/>
            <p:cNvSpPr/>
            <p:nvPr/>
          </p:nvSpPr>
          <p:spPr>
            <a:xfrm flipV="1" rot="11694600">
              <a:off x="9104760" y="4880520"/>
              <a:ext cx="151920" cy="5688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360 h 56880"/>
                <a:gd name="textAreaBottom" fmla="*/ 57600 h 56880"/>
              </a:gdLst>
              <a:ahLst/>
              <a:rect l="textAreaLeft" t="textAreaTop" r="textAreaRight" b="textAreaBottom"/>
              <a:pathLst>
                <a:path w="16" h="6">
                  <a:moveTo>
                    <a:pt x="0" y="5"/>
                  </a:moveTo>
                  <a:lnTo>
                    <a:pt x="0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4"/>
                  </a:lnTo>
                  <a:lnTo>
                    <a:pt x="1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3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2"/>
                  </a:lnTo>
                  <a:lnTo>
                    <a:pt x="5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8" y="1"/>
                  </a:lnTo>
                  <a:lnTo>
                    <a:pt x="8" y="1"/>
                  </a:lnTo>
                  <a:lnTo>
                    <a:pt x="9" y="1"/>
                  </a:lnTo>
                  <a:lnTo>
                    <a:pt x="9" y="1"/>
                  </a:lnTo>
                  <a:lnTo>
                    <a:pt x="10" y="1"/>
                  </a:lnTo>
                  <a:lnTo>
                    <a:pt x="10" y="1"/>
                  </a:lnTo>
                  <a:lnTo>
                    <a:pt x="11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13" y="1"/>
                  </a:lnTo>
                  <a:lnTo>
                    <a:pt x="14" y="0"/>
                  </a:lnTo>
                  <a:lnTo>
                    <a:pt x="14" y="1"/>
                  </a:lnTo>
                  <a:lnTo>
                    <a:pt x="15" y="1"/>
                  </a:lnTo>
                  <a:lnTo>
                    <a:pt x="15" y="1"/>
                  </a:lnTo>
                  <a:lnTo>
                    <a:pt x="16" y="1"/>
                  </a:lnTo>
                  <a:lnTo>
                    <a:pt x="15" y="1"/>
                  </a:lnTo>
                  <a:lnTo>
                    <a:pt x="15" y="1"/>
                  </a:lnTo>
                  <a:lnTo>
                    <a:pt x="15" y="1"/>
                  </a:lnTo>
                  <a:lnTo>
                    <a:pt x="14" y="1"/>
                  </a:lnTo>
                  <a:lnTo>
                    <a:pt x="14" y="1"/>
                  </a:lnTo>
                  <a:lnTo>
                    <a:pt x="13" y="1"/>
                  </a:lnTo>
                  <a:lnTo>
                    <a:pt x="13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11" y="2"/>
                  </a:lnTo>
                  <a:lnTo>
                    <a:pt x="11" y="2"/>
                  </a:lnTo>
                  <a:lnTo>
                    <a:pt x="10" y="2"/>
                  </a:lnTo>
                  <a:lnTo>
                    <a:pt x="9" y="2"/>
                  </a:lnTo>
                  <a:lnTo>
                    <a:pt x="9" y="2"/>
                  </a:lnTo>
                  <a:lnTo>
                    <a:pt x="9" y="2"/>
                  </a:lnTo>
                  <a:lnTo>
                    <a:pt x="8" y="2"/>
                  </a:lnTo>
                  <a:lnTo>
                    <a:pt x="7" y="2"/>
                  </a:lnTo>
                  <a:lnTo>
                    <a:pt x="7" y="3"/>
                  </a:lnTo>
                  <a:lnTo>
                    <a:pt x="6" y="3"/>
                  </a:lnTo>
                  <a:lnTo>
                    <a:pt x="6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5" y="3"/>
                  </a:lnTo>
                  <a:lnTo>
                    <a:pt x="4" y="4"/>
                  </a:lnTo>
                  <a:lnTo>
                    <a:pt x="4" y="4"/>
                  </a:lnTo>
                  <a:lnTo>
                    <a:pt x="3" y="4"/>
                  </a:lnTo>
                  <a:lnTo>
                    <a:pt x="3" y="4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5"/>
                  </a:lnTo>
                  <a:lnTo>
                    <a:pt x="1" y="5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0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69" name="Freeform 355"/>
            <p:cNvSpPr/>
            <p:nvPr/>
          </p:nvSpPr>
          <p:spPr>
            <a:xfrm flipV="1" rot="11694600">
              <a:off x="9223200" y="4951800"/>
              <a:ext cx="75960" cy="12312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360 h 123120"/>
                <a:gd name="textAreaBottom" fmla="*/ 123840 h 123120"/>
              </a:gdLst>
              <a:ahLst/>
              <a:rect l="textAreaLeft" t="textAreaTop" r="textAreaRight" b="textAreaBottom"/>
              <a:pathLst>
                <a:path w="8" h="13">
                  <a:moveTo>
                    <a:pt x="2" y="13"/>
                  </a:moveTo>
                  <a:lnTo>
                    <a:pt x="2" y="13"/>
                  </a:lnTo>
                  <a:lnTo>
                    <a:pt x="1" y="12"/>
                  </a:lnTo>
                  <a:lnTo>
                    <a:pt x="1" y="11"/>
                  </a:lnTo>
                  <a:lnTo>
                    <a:pt x="0" y="10"/>
                  </a:lnTo>
                  <a:lnTo>
                    <a:pt x="1" y="9"/>
                  </a:lnTo>
                  <a:lnTo>
                    <a:pt x="1" y="8"/>
                  </a:lnTo>
                  <a:lnTo>
                    <a:pt x="1" y="8"/>
                  </a:lnTo>
                  <a:lnTo>
                    <a:pt x="1" y="7"/>
                  </a:lnTo>
                  <a:lnTo>
                    <a:pt x="2" y="6"/>
                  </a:lnTo>
                  <a:lnTo>
                    <a:pt x="2" y="5"/>
                  </a:lnTo>
                  <a:lnTo>
                    <a:pt x="3" y="4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2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0"/>
                  </a:lnTo>
                  <a:lnTo>
                    <a:pt x="8" y="1"/>
                  </a:lnTo>
                  <a:lnTo>
                    <a:pt x="7" y="1"/>
                  </a:lnTo>
                  <a:lnTo>
                    <a:pt x="6" y="2"/>
                  </a:lnTo>
                  <a:lnTo>
                    <a:pt x="6" y="3"/>
                  </a:lnTo>
                  <a:lnTo>
                    <a:pt x="5" y="3"/>
                  </a:lnTo>
                  <a:lnTo>
                    <a:pt x="4" y="4"/>
                  </a:lnTo>
                  <a:lnTo>
                    <a:pt x="4" y="5"/>
                  </a:lnTo>
                  <a:lnTo>
                    <a:pt x="3" y="6"/>
                  </a:lnTo>
                  <a:lnTo>
                    <a:pt x="3" y="6"/>
                  </a:lnTo>
                  <a:lnTo>
                    <a:pt x="2" y="7"/>
                  </a:lnTo>
                  <a:lnTo>
                    <a:pt x="2" y="8"/>
                  </a:lnTo>
                  <a:lnTo>
                    <a:pt x="1" y="9"/>
                  </a:lnTo>
                  <a:lnTo>
                    <a:pt x="1" y="9"/>
                  </a:lnTo>
                  <a:lnTo>
                    <a:pt x="1" y="10"/>
                  </a:lnTo>
                  <a:lnTo>
                    <a:pt x="1" y="11"/>
                  </a:lnTo>
                  <a:lnTo>
                    <a:pt x="2" y="11"/>
                  </a:lnTo>
                  <a:lnTo>
                    <a:pt x="2" y="12"/>
                  </a:lnTo>
                  <a:lnTo>
                    <a:pt x="2" y="12"/>
                  </a:lnTo>
                  <a:lnTo>
                    <a:pt x="2" y="1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0" name="Freeform 356"/>
            <p:cNvSpPr/>
            <p:nvPr/>
          </p:nvSpPr>
          <p:spPr>
            <a:xfrm flipV="1" rot="11694600">
              <a:off x="9174600" y="5057640"/>
              <a:ext cx="85320" cy="5688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360 h 56880"/>
                <a:gd name="textAreaBottom" fmla="*/ 57600 h 56880"/>
              </a:gdLst>
              <a:ahLst/>
              <a:rect l="textAreaLeft" t="textAreaTop" r="textAreaRight" b="textAreaBottom"/>
              <a:pathLst>
                <a:path w="9" h="6">
                  <a:moveTo>
                    <a:pt x="9" y="6"/>
                  </a:moveTo>
                  <a:lnTo>
                    <a:pt x="9" y="6"/>
                  </a:lnTo>
                  <a:lnTo>
                    <a:pt x="8" y="5"/>
                  </a:lnTo>
                  <a:lnTo>
                    <a:pt x="8" y="5"/>
                  </a:lnTo>
                  <a:lnTo>
                    <a:pt x="7" y="5"/>
                  </a:lnTo>
                  <a:lnTo>
                    <a:pt x="6" y="5"/>
                  </a:lnTo>
                  <a:lnTo>
                    <a:pt x="6" y="5"/>
                  </a:lnTo>
                  <a:lnTo>
                    <a:pt x="5" y="4"/>
                  </a:lnTo>
                  <a:lnTo>
                    <a:pt x="5" y="4"/>
                  </a:lnTo>
                  <a:lnTo>
                    <a:pt x="4" y="4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3"/>
                  </a:lnTo>
                  <a:lnTo>
                    <a:pt x="4" y="3"/>
                  </a:lnTo>
                  <a:lnTo>
                    <a:pt x="5" y="3"/>
                  </a:lnTo>
                  <a:lnTo>
                    <a:pt x="6" y="4"/>
                  </a:lnTo>
                  <a:lnTo>
                    <a:pt x="6" y="4"/>
                  </a:lnTo>
                  <a:lnTo>
                    <a:pt x="7" y="4"/>
                  </a:lnTo>
                  <a:lnTo>
                    <a:pt x="7" y="4"/>
                  </a:lnTo>
                  <a:lnTo>
                    <a:pt x="8" y="5"/>
                  </a:lnTo>
                  <a:lnTo>
                    <a:pt x="8" y="5"/>
                  </a:lnTo>
                  <a:lnTo>
                    <a:pt x="9" y="5"/>
                  </a:lnTo>
                  <a:lnTo>
                    <a:pt x="9" y="5"/>
                  </a:lnTo>
                  <a:lnTo>
                    <a:pt x="9" y="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1" name="Freeform 357"/>
            <p:cNvSpPr/>
            <p:nvPr/>
          </p:nvSpPr>
          <p:spPr>
            <a:xfrm flipV="1" rot="11694600">
              <a:off x="9134640" y="5069880"/>
              <a:ext cx="37800" cy="280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4" h="3">
                  <a:moveTo>
                    <a:pt x="4" y="1"/>
                  </a:moveTo>
                  <a:lnTo>
                    <a:pt x="4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4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2" name="Freeform 358"/>
            <p:cNvSpPr/>
            <p:nvPr/>
          </p:nvSpPr>
          <p:spPr>
            <a:xfrm flipV="1" rot="11694600">
              <a:off x="9112680" y="5042520"/>
              <a:ext cx="28080" cy="280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3" h="3">
                  <a:moveTo>
                    <a:pt x="3" y="0"/>
                  </a:move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3" name="Freeform 359"/>
            <p:cNvSpPr/>
            <p:nvPr/>
          </p:nvSpPr>
          <p:spPr>
            <a:xfrm flipV="1" rot="11694600">
              <a:off x="9114840" y="5040000"/>
              <a:ext cx="75960" cy="1872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8" h="2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8" y="2"/>
                  </a:lnTo>
                  <a:lnTo>
                    <a:pt x="8" y="2"/>
                  </a:lnTo>
                  <a:lnTo>
                    <a:pt x="7" y="2"/>
                  </a:lnTo>
                  <a:lnTo>
                    <a:pt x="7" y="2"/>
                  </a:lnTo>
                  <a:lnTo>
                    <a:pt x="6" y="2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4" name="Freeform 360"/>
            <p:cNvSpPr/>
            <p:nvPr/>
          </p:nvSpPr>
          <p:spPr>
            <a:xfrm flipV="1" rot="11694600">
              <a:off x="9186480" y="5015880"/>
              <a:ext cx="47160" cy="4716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5" h="5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4"/>
                  </a:lnTo>
                  <a:lnTo>
                    <a:pt x="5" y="4"/>
                  </a:lnTo>
                  <a:lnTo>
                    <a:pt x="4" y="5"/>
                  </a:lnTo>
                  <a:lnTo>
                    <a:pt x="4" y="4"/>
                  </a:lnTo>
                  <a:lnTo>
                    <a:pt x="3" y="4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5" name="Freeform 361"/>
            <p:cNvSpPr/>
            <p:nvPr/>
          </p:nvSpPr>
          <p:spPr>
            <a:xfrm flipV="1" rot="11694600">
              <a:off x="9218520" y="4962240"/>
              <a:ext cx="28080" cy="56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56880"/>
                <a:gd name="textAreaBottom" fmla="*/ 57600 h 56880"/>
              </a:gdLst>
              <a:ahLst/>
              <a:rect l="textAreaLeft" t="textAreaTop" r="textAreaRight" b="textAreaBottom"/>
              <a:pathLst>
                <a:path w="3" h="6">
                  <a:moveTo>
                    <a:pt x="3" y="0"/>
                  </a:moveTo>
                  <a:lnTo>
                    <a:pt x="3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6"/>
                  </a:lnTo>
                  <a:lnTo>
                    <a:pt x="1" y="6"/>
                  </a:lnTo>
                  <a:lnTo>
                    <a:pt x="0" y="6"/>
                  </a:lnTo>
                  <a:lnTo>
                    <a:pt x="0" y="6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6" name="Freeform 362"/>
            <p:cNvSpPr/>
            <p:nvPr/>
          </p:nvSpPr>
          <p:spPr>
            <a:xfrm flipV="1" rot="11694600">
              <a:off x="9183960" y="4917960"/>
              <a:ext cx="56880" cy="3816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360 h 38160"/>
                <a:gd name="textAreaBottom" fmla="*/ 38880 h 38160"/>
              </a:gdLst>
              <a:ahLst/>
              <a:rect l="textAreaLeft" t="textAreaTop" r="textAreaRight" b="textAreaBottom"/>
              <a:pathLst>
                <a:path w="6" h="4">
                  <a:moveTo>
                    <a:pt x="6" y="1"/>
                  </a:moveTo>
                  <a:lnTo>
                    <a:pt x="6" y="1"/>
                  </a:lnTo>
                  <a:lnTo>
                    <a:pt x="6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1"/>
                  </a:lnTo>
                  <a:lnTo>
                    <a:pt x="4" y="1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6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480" bIns="-6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7" name="Freeform 363"/>
            <p:cNvSpPr/>
            <p:nvPr/>
          </p:nvSpPr>
          <p:spPr>
            <a:xfrm flipV="1" rot="11694600">
              <a:off x="9095040" y="4889160"/>
              <a:ext cx="95040" cy="28080"/>
            </a:xfrm>
            <a:custGeom>
              <a:avLst/>
              <a:gdLst>
                <a:gd name="textAreaLeft" fmla="*/ 0 w 95040"/>
                <a:gd name="textAreaRight" fmla="*/ 95400 w 9504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10" h="3">
                  <a:moveTo>
                    <a:pt x="9" y="3"/>
                  </a:moveTo>
                  <a:lnTo>
                    <a:pt x="9" y="3"/>
                  </a:lnTo>
                  <a:lnTo>
                    <a:pt x="9" y="2"/>
                  </a:lnTo>
                  <a:lnTo>
                    <a:pt x="8" y="2"/>
                  </a:lnTo>
                  <a:lnTo>
                    <a:pt x="8" y="2"/>
                  </a:lnTo>
                  <a:lnTo>
                    <a:pt x="7" y="2"/>
                  </a:lnTo>
                  <a:lnTo>
                    <a:pt x="6" y="2"/>
                  </a:lnTo>
                  <a:lnTo>
                    <a:pt x="6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4" y="1"/>
                  </a:lnTo>
                  <a:lnTo>
                    <a:pt x="4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1"/>
                  </a:lnTo>
                  <a:lnTo>
                    <a:pt x="2" y="0"/>
                  </a:lnTo>
                  <a:lnTo>
                    <a:pt x="2" y="0"/>
                  </a:lnTo>
                  <a:lnTo>
                    <a:pt x="3" y="0"/>
                  </a:lnTo>
                  <a:lnTo>
                    <a:pt x="4" y="0"/>
                  </a:lnTo>
                  <a:lnTo>
                    <a:pt x="4" y="0"/>
                  </a:lnTo>
                  <a:lnTo>
                    <a:pt x="5" y="0"/>
                  </a:lnTo>
                  <a:lnTo>
                    <a:pt x="5" y="0"/>
                  </a:lnTo>
                  <a:lnTo>
                    <a:pt x="6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8" y="1"/>
                  </a:lnTo>
                  <a:lnTo>
                    <a:pt x="8" y="1"/>
                  </a:lnTo>
                  <a:lnTo>
                    <a:pt x="9" y="2"/>
                  </a:lnTo>
                  <a:lnTo>
                    <a:pt x="10" y="2"/>
                  </a:lnTo>
                  <a:lnTo>
                    <a:pt x="10" y="2"/>
                  </a:lnTo>
                  <a:lnTo>
                    <a:pt x="9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8" name="Freeform 364"/>
            <p:cNvSpPr/>
            <p:nvPr/>
          </p:nvSpPr>
          <p:spPr>
            <a:xfrm flipV="1" rot="11694600">
              <a:off x="9068040" y="4894200"/>
              <a:ext cx="28080" cy="6624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66240"/>
                <a:gd name="textAreaBottom" fmla="*/ 66960 h 66240"/>
              </a:gdLst>
              <a:ahLst/>
              <a:rect l="textAreaLeft" t="textAreaTop" r="textAreaRight" b="textAreaBottom"/>
              <a:pathLst>
                <a:path w="3" h="7">
                  <a:moveTo>
                    <a:pt x="2" y="7"/>
                  </a:moveTo>
                  <a:lnTo>
                    <a:pt x="2" y="7"/>
                  </a:lnTo>
                  <a:lnTo>
                    <a:pt x="2" y="6"/>
                  </a:lnTo>
                  <a:lnTo>
                    <a:pt x="2" y="5"/>
                  </a:lnTo>
                  <a:lnTo>
                    <a:pt x="2" y="4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5"/>
                  </a:lnTo>
                  <a:lnTo>
                    <a:pt x="3" y="6"/>
                  </a:lnTo>
                  <a:lnTo>
                    <a:pt x="3" y="7"/>
                  </a:lnTo>
                  <a:lnTo>
                    <a:pt x="3" y="7"/>
                  </a:lnTo>
                  <a:lnTo>
                    <a:pt x="2" y="7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0" bIns="21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79" name="Freeform 365"/>
            <p:cNvSpPr/>
            <p:nvPr/>
          </p:nvSpPr>
          <p:spPr>
            <a:xfrm flipV="1" rot="11694600">
              <a:off x="9052560" y="4956840"/>
              <a:ext cx="18720" cy="565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56520"/>
                <a:gd name="textAreaBottom" fmla="*/ 56520 h 56520"/>
              </a:gdLst>
              <a:ahLst/>
              <a:rect l="textAreaLeft" t="textAreaTop" r="textAreaRight" b="textAreaBottom"/>
              <a:pathLst>
                <a:path w="2" h="6">
                  <a:moveTo>
                    <a:pt x="0" y="6"/>
                  </a:move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0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6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1880" bIns="118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0" name="Freeform 366"/>
            <p:cNvSpPr/>
            <p:nvPr/>
          </p:nvSpPr>
          <p:spPr>
            <a:xfrm flipV="1" rot="11694600">
              <a:off x="9177840" y="4779720"/>
              <a:ext cx="123120" cy="151920"/>
            </a:xfrm>
            <a:custGeom>
              <a:avLst/>
              <a:gdLst>
                <a:gd name="textAreaLeft" fmla="*/ 0 w 123120"/>
                <a:gd name="textAreaRight" fmla="*/ 123480 w 123120"/>
                <a:gd name="textAreaTop" fmla="*/ 360 h 151920"/>
                <a:gd name="textAreaBottom" fmla="*/ 152640 h 151920"/>
              </a:gdLst>
              <a:ahLst/>
              <a:rect l="textAreaLeft" t="textAreaTop" r="textAreaRight" b="textAreaBottom"/>
              <a:pathLst>
                <a:path w="13" h="16">
                  <a:moveTo>
                    <a:pt x="9" y="0"/>
                  </a:moveTo>
                  <a:lnTo>
                    <a:pt x="9" y="0"/>
                  </a:lnTo>
                  <a:lnTo>
                    <a:pt x="8" y="0"/>
                  </a:lnTo>
                  <a:lnTo>
                    <a:pt x="7" y="0"/>
                  </a:lnTo>
                  <a:lnTo>
                    <a:pt x="7" y="0"/>
                  </a:lnTo>
                  <a:lnTo>
                    <a:pt x="6" y="0"/>
                  </a:lnTo>
                  <a:lnTo>
                    <a:pt x="6" y="0"/>
                  </a:lnTo>
                  <a:lnTo>
                    <a:pt x="5" y="0"/>
                  </a:lnTo>
                  <a:lnTo>
                    <a:pt x="4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  <a:lnTo>
                    <a:pt x="1" y="5"/>
                  </a:lnTo>
                  <a:lnTo>
                    <a:pt x="2" y="7"/>
                  </a:lnTo>
                  <a:lnTo>
                    <a:pt x="2" y="8"/>
                  </a:lnTo>
                  <a:lnTo>
                    <a:pt x="3" y="10"/>
                  </a:lnTo>
                  <a:lnTo>
                    <a:pt x="4" y="11"/>
                  </a:lnTo>
                  <a:lnTo>
                    <a:pt x="5" y="13"/>
                  </a:lnTo>
                  <a:lnTo>
                    <a:pt x="5" y="14"/>
                  </a:lnTo>
                  <a:lnTo>
                    <a:pt x="6" y="16"/>
                  </a:lnTo>
                  <a:lnTo>
                    <a:pt x="6" y="16"/>
                  </a:lnTo>
                  <a:lnTo>
                    <a:pt x="7" y="16"/>
                  </a:lnTo>
                  <a:lnTo>
                    <a:pt x="7" y="16"/>
                  </a:lnTo>
                  <a:lnTo>
                    <a:pt x="8" y="16"/>
                  </a:lnTo>
                  <a:lnTo>
                    <a:pt x="8" y="15"/>
                  </a:lnTo>
                  <a:lnTo>
                    <a:pt x="9" y="15"/>
                  </a:lnTo>
                  <a:lnTo>
                    <a:pt x="9" y="15"/>
                  </a:lnTo>
                  <a:lnTo>
                    <a:pt x="10" y="15"/>
                  </a:lnTo>
                  <a:lnTo>
                    <a:pt x="10" y="15"/>
                  </a:lnTo>
                  <a:lnTo>
                    <a:pt x="11" y="15"/>
                  </a:lnTo>
                  <a:lnTo>
                    <a:pt x="11" y="14"/>
                  </a:lnTo>
                  <a:lnTo>
                    <a:pt x="11" y="14"/>
                  </a:lnTo>
                  <a:lnTo>
                    <a:pt x="12" y="14"/>
                  </a:lnTo>
                  <a:lnTo>
                    <a:pt x="12" y="14"/>
                  </a:lnTo>
                  <a:lnTo>
                    <a:pt x="13" y="14"/>
                  </a:lnTo>
                  <a:lnTo>
                    <a:pt x="13" y="13"/>
                  </a:lnTo>
                  <a:lnTo>
                    <a:pt x="12" y="12"/>
                  </a:lnTo>
                  <a:lnTo>
                    <a:pt x="12" y="10"/>
                  </a:lnTo>
                  <a:lnTo>
                    <a:pt x="12" y="8"/>
                  </a:lnTo>
                  <a:lnTo>
                    <a:pt x="11" y="7"/>
                  </a:lnTo>
                  <a:lnTo>
                    <a:pt x="11" y="5"/>
                  </a:lnTo>
                  <a:lnTo>
                    <a:pt x="10" y="4"/>
                  </a:lnTo>
                  <a:lnTo>
                    <a:pt x="10" y="2"/>
                  </a:lnTo>
                  <a:lnTo>
                    <a:pt x="9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1" name="Freeform 367"/>
            <p:cNvSpPr/>
            <p:nvPr/>
          </p:nvSpPr>
          <p:spPr>
            <a:xfrm flipV="1" rot="11694600">
              <a:off x="9231120" y="4776840"/>
              <a:ext cx="85320" cy="471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9" h="5">
                  <a:moveTo>
                    <a:pt x="0" y="5"/>
                  </a:moveTo>
                  <a:lnTo>
                    <a:pt x="0" y="4"/>
                  </a:lnTo>
                  <a:lnTo>
                    <a:pt x="0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7" y="0"/>
                  </a:lnTo>
                  <a:lnTo>
                    <a:pt x="7" y="0"/>
                  </a:lnTo>
                  <a:lnTo>
                    <a:pt x="8" y="1"/>
                  </a:lnTo>
                  <a:lnTo>
                    <a:pt x="9" y="1"/>
                  </a:lnTo>
                  <a:lnTo>
                    <a:pt x="9" y="1"/>
                  </a:lnTo>
                  <a:lnTo>
                    <a:pt x="9" y="2"/>
                  </a:lnTo>
                  <a:lnTo>
                    <a:pt x="9" y="1"/>
                  </a:lnTo>
                  <a:lnTo>
                    <a:pt x="8" y="1"/>
                  </a:lnTo>
                  <a:lnTo>
                    <a:pt x="7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2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5"/>
                  </a:lnTo>
                  <a:lnTo>
                    <a:pt x="1" y="4"/>
                  </a:lnTo>
                  <a:lnTo>
                    <a:pt x="0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2" name="Freeform 368"/>
            <p:cNvSpPr/>
            <p:nvPr/>
          </p:nvSpPr>
          <p:spPr>
            <a:xfrm flipV="1" rot="11694600">
              <a:off x="9239400" y="4816440"/>
              <a:ext cx="56880" cy="12348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-360 h 123480"/>
                <a:gd name="textAreaBottom" fmla="*/ 123480 h 123480"/>
              </a:gdLst>
              <a:ahLst/>
              <a:rect l="textAreaLeft" t="textAreaTop" r="textAreaRight" b="textAreaBottom"/>
              <a:pathLst>
                <a:path w="6" h="13">
                  <a:moveTo>
                    <a:pt x="6" y="13"/>
                  </a:moveTo>
                  <a:lnTo>
                    <a:pt x="6" y="13"/>
                  </a:lnTo>
                  <a:lnTo>
                    <a:pt x="5" y="11"/>
                  </a:lnTo>
                  <a:lnTo>
                    <a:pt x="4" y="10"/>
                  </a:lnTo>
                  <a:lnTo>
                    <a:pt x="3" y="8"/>
                  </a:lnTo>
                  <a:lnTo>
                    <a:pt x="3" y="7"/>
                  </a:lnTo>
                  <a:lnTo>
                    <a:pt x="2" y="5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1"/>
                  </a:lnTo>
                  <a:lnTo>
                    <a:pt x="1" y="0"/>
                  </a:lnTo>
                  <a:lnTo>
                    <a:pt x="2" y="2"/>
                  </a:lnTo>
                  <a:lnTo>
                    <a:pt x="2" y="3"/>
                  </a:lnTo>
                  <a:lnTo>
                    <a:pt x="3" y="5"/>
                  </a:lnTo>
                  <a:lnTo>
                    <a:pt x="4" y="6"/>
                  </a:lnTo>
                  <a:lnTo>
                    <a:pt x="4" y="8"/>
                  </a:lnTo>
                  <a:lnTo>
                    <a:pt x="5" y="10"/>
                  </a:lnTo>
                  <a:lnTo>
                    <a:pt x="6" y="11"/>
                  </a:lnTo>
                  <a:lnTo>
                    <a:pt x="6" y="13"/>
                  </a:lnTo>
                  <a:lnTo>
                    <a:pt x="6" y="12"/>
                  </a:lnTo>
                  <a:lnTo>
                    <a:pt x="6" y="1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3" name="Freeform 369"/>
            <p:cNvSpPr/>
            <p:nvPr/>
          </p:nvSpPr>
          <p:spPr>
            <a:xfrm flipV="1" rot="11694600">
              <a:off x="9162720" y="4893840"/>
              <a:ext cx="66240" cy="28080"/>
            </a:xfrm>
            <a:custGeom>
              <a:avLst/>
              <a:gdLst>
                <a:gd name="textAreaLeft" fmla="*/ 0 w 66240"/>
                <a:gd name="textAreaRight" fmla="*/ 66600 w 6624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7" h="3">
                  <a:moveTo>
                    <a:pt x="7" y="0"/>
                  </a:moveTo>
                  <a:lnTo>
                    <a:pt x="7" y="1"/>
                  </a:lnTo>
                  <a:lnTo>
                    <a:pt x="7" y="1"/>
                  </a:lnTo>
                  <a:lnTo>
                    <a:pt x="6" y="1"/>
                  </a:lnTo>
                  <a:lnTo>
                    <a:pt x="6" y="1"/>
                  </a:lnTo>
                  <a:lnTo>
                    <a:pt x="6" y="2"/>
                  </a:lnTo>
                  <a:lnTo>
                    <a:pt x="5" y="2"/>
                  </a:lnTo>
                  <a:lnTo>
                    <a:pt x="5" y="2"/>
                  </a:lnTo>
                  <a:lnTo>
                    <a:pt x="4" y="2"/>
                  </a:lnTo>
                  <a:lnTo>
                    <a:pt x="4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2" y="3"/>
                  </a:lnTo>
                  <a:lnTo>
                    <a:pt x="2" y="3"/>
                  </a:lnTo>
                  <a:lnTo>
                    <a:pt x="1" y="3"/>
                  </a:lnTo>
                  <a:lnTo>
                    <a:pt x="1" y="3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3" y="2"/>
                  </a:lnTo>
                  <a:lnTo>
                    <a:pt x="4" y="1"/>
                  </a:lnTo>
                  <a:lnTo>
                    <a:pt x="4" y="1"/>
                  </a:lnTo>
                  <a:lnTo>
                    <a:pt x="5" y="1"/>
                  </a:lnTo>
                  <a:lnTo>
                    <a:pt x="5" y="1"/>
                  </a:lnTo>
                  <a:lnTo>
                    <a:pt x="6" y="1"/>
                  </a:lnTo>
                  <a:lnTo>
                    <a:pt x="6" y="0"/>
                  </a:lnTo>
                  <a:lnTo>
                    <a:pt x="6" y="0"/>
                  </a:lnTo>
                  <a:lnTo>
                    <a:pt x="7" y="0"/>
                  </a:lnTo>
                  <a:lnTo>
                    <a:pt x="7" y="1"/>
                  </a:lnTo>
                  <a:lnTo>
                    <a:pt x="7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4" name="Freeform 370"/>
            <p:cNvSpPr/>
            <p:nvPr/>
          </p:nvSpPr>
          <p:spPr>
            <a:xfrm flipV="1" rot="11694600">
              <a:off x="9181440" y="4768920"/>
              <a:ext cx="37800" cy="1328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-360 h 132840"/>
                <a:gd name="textAreaBottom" fmla="*/ 132840 h 132840"/>
              </a:gdLst>
              <a:ahLst/>
              <a:rect l="textAreaLeft" t="textAreaTop" r="textAreaRight" b="textAreaBottom"/>
              <a:pathLst>
                <a:path w="4" h="14">
                  <a:moveTo>
                    <a:pt x="0" y="0"/>
                  </a:moveTo>
                  <a:lnTo>
                    <a:pt x="0" y="0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5"/>
                  </a:lnTo>
                  <a:lnTo>
                    <a:pt x="3" y="7"/>
                  </a:lnTo>
                  <a:lnTo>
                    <a:pt x="3" y="8"/>
                  </a:lnTo>
                  <a:lnTo>
                    <a:pt x="3" y="10"/>
                  </a:lnTo>
                  <a:lnTo>
                    <a:pt x="4" y="12"/>
                  </a:lnTo>
                  <a:lnTo>
                    <a:pt x="4" y="13"/>
                  </a:lnTo>
                  <a:lnTo>
                    <a:pt x="4" y="14"/>
                  </a:lnTo>
                  <a:lnTo>
                    <a:pt x="3" y="12"/>
                  </a:lnTo>
                  <a:lnTo>
                    <a:pt x="3" y="10"/>
                  </a:lnTo>
                  <a:lnTo>
                    <a:pt x="2" y="8"/>
                  </a:lnTo>
                  <a:lnTo>
                    <a:pt x="2" y="7"/>
                  </a:lnTo>
                  <a:lnTo>
                    <a:pt x="1" y="5"/>
                  </a:lnTo>
                  <a:lnTo>
                    <a:pt x="1" y="4"/>
                  </a:lnTo>
                  <a:lnTo>
                    <a:pt x="0" y="2"/>
                  </a:lnTo>
                  <a:lnTo>
                    <a:pt x="0" y="0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5" name="Freeform 371"/>
            <p:cNvSpPr/>
            <p:nvPr/>
          </p:nvSpPr>
          <p:spPr>
            <a:xfrm flipV="1" rot="11694600">
              <a:off x="9273600" y="48168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6" name="Freeform 372"/>
            <p:cNvSpPr/>
            <p:nvPr/>
          </p:nvSpPr>
          <p:spPr>
            <a:xfrm flipV="1" rot="11694600">
              <a:off x="9271800" y="481896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0" y="2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3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7" name="Freeform 373"/>
            <p:cNvSpPr/>
            <p:nvPr/>
          </p:nvSpPr>
          <p:spPr>
            <a:xfrm flipV="1" rot="11694600">
              <a:off x="9259560" y="48330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8" name="Freeform 374"/>
            <p:cNvSpPr/>
            <p:nvPr/>
          </p:nvSpPr>
          <p:spPr>
            <a:xfrm flipV="1" rot="11694600">
              <a:off x="9267120" y="483732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1" y="1"/>
                  </a:moveTo>
                  <a:lnTo>
                    <a:pt x="0" y="1"/>
                  </a:lnTo>
                  <a:lnTo>
                    <a:pt x="3" y="0"/>
                  </a:lnTo>
                  <a:lnTo>
                    <a:pt x="3" y="1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89" name="Freeform 375"/>
            <p:cNvSpPr/>
            <p:nvPr/>
          </p:nvSpPr>
          <p:spPr>
            <a:xfrm flipV="1" rot="11694600">
              <a:off x="9284760" y="48495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0" name="Freeform 376"/>
            <p:cNvSpPr/>
            <p:nvPr/>
          </p:nvSpPr>
          <p:spPr>
            <a:xfrm flipV="1" rot="11694600">
              <a:off x="9254160" y="4853880"/>
              <a:ext cx="28080" cy="900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3" h="1">
                  <a:moveTo>
                    <a:pt x="0" y="1"/>
                  </a:moveTo>
                  <a:lnTo>
                    <a:pt x="0" y="0"/>
                  </a:lnTo>
                  <a:lnTo>
                    <a:pt x="3" y="0"/>
                  </a:lnTo>
                  <a:lnTo>
                    <a:pt x="3" y="0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1" name="Freeform 377"/>
            <p:cNvSpPr/>
            <p:nvPr/>
          </p:nvSpPr>
          <p:spPr>
            <a:xfrm flipV="1" rot="11694600">
              <a:off x="9272880" y="48560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2" name="Freeform 378"/>
            <p:cNvSpPr/>
            <p:nvPr/>
          </p:nvSpPr>
          <p:spPr>
            <a:xfrm flipV="1" rot="11694600">
              <a:off x="9243000" y="48582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3" name="Freeform 379"/>
            <p:cNvSpPr/>
            <p:nvPr/>
          </p:nvSpPr>
          <p:spPr>
            <a:xfrm flipV="1" rot="11694600">
              <a:off x="9250560" y="486072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2" h="2">
                  <a:moveTo>
                    <a:pt x="0" y="2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4" name="Freeform 380"/>
            <p:cNvSpPr/>
            <p:nvPr/>
          </p:nvSpPr>
          <p:spPr>
            <a:xfrm flipV="1" rot="11694600">
              <a:off x="9237600" y="487692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0" y="1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5" name="Freeform 381"/>
            <p:cNvSpPr/>
            <p:nvPr/>
          </p:nvSpPr>
          <p:spPr>
            <a:xfrm flipV="1" rot="11694600">
              <a:off x="9226440" y="48830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6" name="Freeform 382"/>
            <p:cNvSpPr/>
            <p:nvPr/>
          </p:nvSpPr>
          <p:spPr>
            <a:xfrm flipV="1" rot="11694600">
              <a:off x="9224640" y="488520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0" y="1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3" y="1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7" name="Freeform 383"/>
            <p:cNvSpPr/>
            <p:nvPr/>
          </p:nvSpPr>
          <p:spPr>
            <a:xfrm flipV="1" rot="11694600">
              <a:off x="9242280" y="48974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8" name="Freeform 384"/>
            <p:cNvSpPr/>
            <p:nvPr/>
          </p:nvSpPr>
          <p:spPr>
            <a:xfrm flipV="1" rot="11694600">
              <a:off x="9210600" y="4901040"/>
              <a:ext cx="28080" cy="1872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3" h="2">
                  <a:moveTo>
                    <a:pt x="0" y="1"/>
                  </a:moveTo>
                  <a:lnTo>
                    <a:pt x="0" y="1"/>
                  </a:lnTo>
                  <a:lnTo>
                    <a:pt x="3" y="0"/>
                  </a:lnTo>
                  <a:lnTo>
                    <a:pt x="3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99" name="Freeform 385"/>
            <p:cNvSpPr/>
            <p:nvPr/>
          </p:nvSpPr>
          <p:spPr>
            <a:xfrm flipV="1" rot="11694600">
              <a:off x="9200520" y="49060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0" name="Freeform 386"/>
            <p:cNvSpPr/>
            <p:nvPr/>
          </p:nvSpPr>
          <p:spPr>
            <a:xfrm flipV="1" rot="11694600">
              <a:off x="9208080" y="4908600"/>
              <a:ext cx="18720" cy="1872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2" h="2">
                  <a:moveTo>
                    <a:pt x="0" y="1"/>
                  </a:moveTo>
                  <a:lnTo>
                    <a:pt x="0" y="1"/>
                  </a:lnTo>
                  <a:lnTo>
                    <a:pt x="2" y="0"/>
                  </a:lnTo>
                  <a:lnTo>
                    <a:pt x="2" y="1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920" bIns="-25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1" name="Freeform 387"/>
            <p:cNvSpPr/>
            <p:nvPr/>
          </p:nvSpPr>
          <p:spPr>
            <a:xfrm flipV="1" rot="11694600">
              <a:off x="9225720" y="49226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2" name="Freeform 388"/>
            <p:cNvSpPr/>
            <p:nvPr/>
          </p:nvSpPr>
          <p:spPr>
            <a:xfrm flipV="1" rot="11694600">
              <a:off x="9115200" y="48931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3" name="Freeform 389"/>
            <p:cNvSpPr/>
            <p:nvPr/>
          </p:nvSpPr>
          <p:spPr>
            <a:xfrm flipV="1" rot="11694600">
              <a:off x="9078840" y="4878360"/>
              <a:ext cx="47160" cy="1908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-360 h 19080"/>
                <a:gd name="textAreaBottom" fmla="*/ 19080 h 19080"/>
              </a:gdLst>
              <a:ahLst/>
              <a:rect l="textAreaLeft" t="textAreaTop" r="textAreaRight" b="textAreaBottom"/>
              <a:pathLst>
                <a:path w="5" h="2">
                  <a:moveTo>
                    <a:pt x="5" y="0"/>
                  </a:moveTo>
                  <a:lnTo>
                    <a:pt x="5" y="0"/>
                  </a:lnTo>
                  <a:lnTo>
                    <a:pt x="1" y="2"/>
                  </a:lnTo>
                  <a:lnTo>
                    <a:pt x="0" y="1"/>
                  </a:lnTo>
                  <a:lnTo>
                    <a:pt x="5" y="0"/>
                  </a:lnTo>
                  <a:lnTo>
                    <a:pt x="5" y="0"/>
                  </a:lnTo>
                  <a:lnTo>
                    <a:pt x="5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560" bIns="-25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4" name="Freeform 390"/>
            <p:cNvSpPr/>
            <p:nvPr/>
          </p:nvSpPr>
          <p:spPr>
            <a:xfrm flipV="1" rot="11694600">
              <a:off x="9039240" y="4879080"/>
              <a:ext cx="56880" cy="1908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-360 h 19080"/>
                <a:gd name="textAreaBottom" fmla="*/ 19080 h 19080"/>
              </a:gdLst>
              <a:ahLst/>
              <a:rect l="textAreaLeft" t="textAreaTop" r="textAreaRight" b="textAreaBottom"/>
              <a:pathLst>
                <a:path w="6" h="2">
                  <a:moveTo>
                    <a:pt x="6" y="0"/>
                  </a:moveTo>
                  <a:lnTo>
                    <a:pt x="6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5" y="0"/>
                  </a:lnTo>
                  <a:lnTo>
                    <a:pt x="6" y="0"/>
                  </a:lnTo>
                  <a:lnTo>
                    <a:pt x="6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5560" bIns="-25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5" name="Freeform 391"/>
            <p:cNvSpPr/>
            <p:nvPr/>
          </p:nvSpPr>
          <p:spPr>
            <a:xfrm flipV="1" rot="11694600">
              <a:off x="9041760" y="48733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6" name="Freeform 392"/>
            <p:cNvSpPr/>
            <p:nvPr/>
          </p:nvSpPr>
          <p:spPr>
            <a:xfrm flipV="1" rot="11694600">
              <a:off x="9167040" y="5061240"/>
              <a:ext cx="56880" cy="2844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-360 h 28440"/>
                <a:gd name="textAreaBottom" fmla="*/ 28440 h 28440"/>
              </a:gdLst>
              <a:ahLst/>
              <a:rect l="textAreaLeft" t="textAreaTop" r="textAreaRight" b="textAreaBottom"/>
              <a:pathLst>
                <a:path w="6" h="3">
                  <a:moveTo>
                    <a:pt x="0" y="2"/>
                  </a:moveTo>
                  <a:lnTo>
                    <a:pt x="0" y="2"/>
                  </a:lnTo>
                  <a:lnTo>
                    <a:pt x="6" y="0"/>
                  </a:lnTo>
                  <a:lnTo>
                    <a:pt x="6" y="0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200" bIns="-16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7" name="Freeform 393"/>
            <p:cNvSpPr/>
            <p:nvPr/>
          </p:nvSpPr>
          <p:spPr>
            <a:xfrm flipV="1" rot="11694600">
              <a:off x="9147240" y="5055840"/>
              <a:ext cx="56880" cy="3816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360 h 38160"/>
                <a:gd name="textAreaBottom" fmla="*/ 38880 h 38160"/>
              </a:gdLst>
              <a:ahLst/>
              <a:rect l="textAreaLeft" t="textAreaTop" r="textAreaRight" b="textAreaBottom"/>
              <a:pathLst>
                <a:path w="6" h="4">
                  <a:moveTo>
                    <a:pt x="0" y="3"/>
                  </a:moveTo>
                  <a:lnTo>
                    <a:pt x="0" y="3"/>
                  </a:lnTo>
                  <a:lnTo>
                    <a:pt x="6" y="0"/>
                  </a:lnTo>
                  <a:lnTo>
                    <a:pt x="6" y="1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6480" bIns="-6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8" name="Freeform 394"/>
            <p:cNvSpPr/>
            <p:nvPr/>
          </p:nvSpPr>
          <p:spPr>
            <a:xfrm flipV="1" rot="11694600">
              <a:off x="9077760" y="5237640"/>
              <a:ext cx="9000" cy="46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360 h 46800"/>
                <a:gd name="textAreaBottom" fmla="*/ 47520 h 46800"/>
              </a:gdLst>
              <a:ahLst/>
              <a:rect l="textAreaLeft" t="textAreaTop" r="textAreaRight" b="textAreaBottom"/>
              <a:pathLst>
                <a:path w="1" h="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4"/>
                  </a:lnTo>
                  <a:lnTo>
                    <a:pt x="0" y="5"/>
                  </a:lnTo>
                  <a:lnTo>
                    <a:pt x="0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b2b5b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" bIns="2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09" name="Freeform 395"/>
            <p:cNvSpPr/>
            <p:nvPr/>
          </p:nvSpPr>
          <p:spPr>
            <a:xfrm flipV="1" rot="11694600">
              <a:off x="9079560" y="523980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2" h="3">
                  <a:moveTo>
                    <a:pt x="1" y="3"/>
                  </a:move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0" name="Freeform 396"/>
            <p:cNvSpPr/>
            <p:nvPr/>
          </p:nvSpPr>
          <p:spPr>
            <a:xfrm flipV="1" rot="11694600">
              <a:off x="9072360" y="5266440"/>
              <a:ext cx="9000" cy="2808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1" h="3">
                  <a:moveTo>
                    <a:pt x="1" y="3"/>
                  </a:moveTo>
                  <a:lnTo>
                    <a:pt x="1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2"/>
                  </a:lnTo>
                  <a:lnTo>
                    <a:pt x="1" y="3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1" name="Freeform 397"/>
            <p:cNvSpPr/>
            <p:nvPr/>
          </p:nvSpPr>
          <p:spPr>
            <a:xfrm flipV="1" rot="11694600">
              <a:off x="9063360" y="5263920"/>
              <a:ext cx="9000" cy="2808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1" h="3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2" name="Freeform 398"/>
            <p:cNvSpPr/>
            <p:nvPr/>
          </p:nvSpPr>
          <p:spPr>
            <a:xfrm flipV="1" rot="11694600">
              <a:off x="9070560" y="5237280"/>
              <a:ext cx="18720" cy="280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360 h 28080"/>
                <a:gd name="textAreaBottom" fmla="*/ 28800 h 28080"/>
              </a:gdLst>
              <a:ahLst/>
              <a:rect l="textAreaLeft" t="textAreaTop" r="textAreaRight" b="textAreaBottom"/>
              <a:pathLst>
                <a:path w="2" h="3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3" name="Freeform 399"/>
            <p:cNvSpPr/>
            <p:nvPr/>
          </p:nvSpPr>
          <p:spPr>
            <a:xfrm flipV="1" rot="11694600">
              <a:off x="8971560" y="5537880"/>
              <a:ext cx="28080" cy="9504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95040"/>
                <a:gd name="textAreaBottom" fmla="*/ 95760 h 95040"/>
              </a:gdLst>
              <a:ahLst/>
              <a:rect l="textAreaLeft" t="textAreaTop" r="textAreaRight" b="textAreaBottom"/>
              <a:pathLst>
                <a:path w="3" h="10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2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5"/>
                  </a:lnTo>
                  <a:lnTo>
                    <a:pt x="3" y="6"/>
                  </a:lnTo>
                  <a:lnTo>
                    <a:pt x="3" y="7"/>
                  </a:lnTo>
                  <a:lnTo>
                    <a:pt x="3" y="8"/>
                  </a:lnTo>
                  <a:lnTo>
                    <a:pt x="3" y="8"/>
                  </a:lnTo>
                  <a:lnTo>
                    <a:pt x="3" y="9"/>
                  </a:lnTo>
                  <a:lnTo>
                    <a:pt x="3" y="9"/>
                  </a:lnTo>
                  <a:lnTo>
                    <a:pt x="3" y="10"/>
                  </a:lnTo>
                  <a:lnTo>
                    <a:pt x="3" y="10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2" y="9"/>
                  </a:lnTo>
                  <a:lnTo>
                    <a:pt x="2" y="9"/>
                  </a:lnTo>
                  <a:lnTo>
                    <a:pt x="1" y="8"/>
                  </a:lnTo>
                  <a:lnTo>
                    <a:pt x="1" y="7"/>
                  </a:lnTo>
                  <a:lnTo>
                    <a:pt x="1" y="6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0"/>
                  </a:lnTo>
                </a:path>
              </a:pathLst>
            </a:custGeom>
            <a:solidFill>
              <a:srgbClr val="e7e9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4" name="Freeform 400"/>
            <p:cNvSpPr/>
            <p:nvPr/>
          </p:nvSpPr>
          <p:spPr>
            <a:xfrm flipV="1" rot="11694600">
              <a:off x="8977680" y="5538240"/>
              <a:ext cx="18720" cy="47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2" h="5">
                  <a:moveTo>
                    <a:pt x="2" y="5"/>
                  </a:moveTo>
                  <a:lnTo>
                    <a:pt x="2" y="5"/>
                  </a:lnTo>
                  <a:lnTo>
                    <a:pt x="2" y="4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5" name="Freeform 401"/>
            <p:cNvSpPr/>
            <p:nvPr/>
          </p:nvSpPr>
          <p:spPr>
            <a:xfrm flipV="1" rot="11694600">
              <a:off x="8956800" y="5580000"/>
              <a:ext cx="9000" cy="46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360 h 46800"/>
                <a:gd name="textAreaBottom" fmla="*/ 47520 h 46800"/>
              </a:gdLst>
              <a:ahLst/>
              <a:rect l="textAreaLeft" t="textAreaTop" r="textAreaRight" b="textAreaBottom"/>
              <a:pathLst>
                <a:path w="1" h="5">
                  <a:moveTo>
                    <a:pt x="0" y="4"/>
                  </a:move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5"/>
                  </a:lnTo>
                  <a:lnTo>
                    <a:pt x="0" y="4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" bIns="2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6" name="Freeform 402"/>
            <p:cNvSpPr/>
            <p:nvPr/>
          </p:nvSpPr>
          <p:spPr>
            <a:xfrm flipV="1" rot="11694600">
              <a:off x="8965440" y="5585040"/>
              <a:ext cx="28080" cy="4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3" h="5">
                  <a:moveTo>
                    <a:pt x="1" y="0"/>
                  </a:moveTo>
                  <a:lnTo>
                    <a:pt x="1" y="0"/>
                  </a:lnTo>
                  <a:lnTo>
                    <a:pt x="1" y="1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3" y="4"/>
                  </a:lnTo>
                  <a:lnTo>
                    <a:pt x="3" y="5"/>
                  </a:lnTo>
                  <a:lnTo>
                    <a:pt x="2" y="5"/>
                  </a:lnTo>
                  <a:lnTo>
                    <a:pt x="2" y="5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7" name="Freeform 403"/>
            <p:cNvSpPr/>
            <p:nvPr/>
          </p:nvSpPr>
          <p:spPr>
            <a:xfrm flipV="1" rot="11694600">
              <a:off x="8996760" y="5541480"/>
              <a:ext cx="9000" cy="468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360 h 46800"/>
                <a:gd name="textAreaBottom" fmla="*/ 47520 h 46800"/>
              </a:gdLst>
              <a:ahLst/>
              <a:rect l="textAreaLeft" t="textAreaTop" r="textAreaRight" b="textAreaBottom"/>
              <a:pathLst>
                <a:path w="1" h="5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4"/>
                  </a:lnTo>
                  <a:lnTo>
                    <a:pt x="1" y="5"/>
                  </a:lnTo>
                  <a:lnTo>
                    <a:pt x="0" y="5"/>
                  </a:lnTo>
                  <a:lnTo>
                    <a:pt x="0" y="4"/>
                  </a:lnTo>
                  <a:lnTo>
                    <a:pt x="0" y="3"/>
                  </a:lnTo>
                  <a:lnTo>
                    <a:pt x="0" y="3"/>
                  </a:lnTo>
                  <a:lnTo>
                    <a:pt x="0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160" bIns="2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8" name="Freeform 404"/>
            <p:cNvSpPr/>
            <p:nvPr/>
          </p:nvSpPr>
          <p:spPr>
            <a:xfrm flipV="1" rot="11694600">
              <a:off x="8952480" y="5535360"/>
              <a:ext cx="37800" cy="950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360 h 95040"/>
                <a:gd name="textAreaBottom" fmla="*/ 95760 h 95040"/>
              </a:gdLst>
              <a:ahLst/>
              <a:rect l="textAreaLeft" t="textAreaTop" r="textAreaRight" b="textAreaBottom"/>
              <a:pathLst>
                <a:path w="4" h="10">
                  <a:moveTo>
                    <a:pt x="0" y="0"/>
                  </a:moveTo>
                  <a:lnTo>
                    <a:pt x="0" y="0"/>
                  </a:lnTo>
                  <a:lnTo>
                    <a:pt x="0" y="1"/>
                  </a:lnTo>
                  <a:lnTo>
                    <a:pt x="1" y="1"/>
                  </a:lnTo>
                  <a:lnTo>
                    <a:pt x="1" y="2"/>
                  </a:lnTo>
                  <a:lnTo>
                    <a:pt x="1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6"/>
                  </a:lnTo>
                  <a:lnTo>
                    <a:pt x="2" y="7"/>
                  </a:lnTo>
                  <a:lnTo>
                    <a:pt x="2" y="8"/>
                  </a:lnTo>
                  <a:lnTo>
                    <a:pt x="2" y="8"/>
                  </a:lnTo>
                  <a:lnTo>
                    <a:pt x="2" y="9"/>
                  </a:lnTo>
                  <a:lnTo>
                    <a:pt x="2" y="9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2" y="10"/>
                  </a:lnTo>
                  <a:lnTo>
                    <a:pt x="3" y="10"/>
                  </a:lnTo>
                  <a:lnTo>
                    <a:pt x="3" y="10"/>
                  </a:lnTo>
                  <a:lnTo>
                    <a:pt x="3" y="9"/>
                  </a:lnTo>
                  <a:lnTo>
                    <a:pt x="3" y="9"/>
                  </a:lnTo>
                  <a:lnTo>
                    <a:pt x="3" y="9"/>
                  </a:lnTo>
                  <a:lnTo>
                    <a:pt x="3" y="9"/>
                  </a:lnTo>
                  <a:lnTo>
                    <a:pt x="3" y="8"/>
                  </a:lnTo>
                  <a:lnTo>
                    <a:pt x="3" y="8"/>
                  </a:lnTo>
                  <a:lnTo>
                    <a:pt x="4" y="7"/>
                  </a:lnTo>
                  <a:lnTo>
                    <a:pt x="4" y="7"/>
                  </a:lnTo>
                  <a:lnTo>
                    <a:pt x="4" y="6"/>
                  </a:lnTo>
                  <a:lnTo>
                    <a:pt x="3" y="6"/>
                  </a:lnTo>
                  <a:lnTo>
                    <a:pt x="3" y="5"/>
                  </a:lnTo>
                  <a:lnTo>
                    <a:pt x="3" y="4"/>
                  </a:lnTo>
                  <a:lnTo>
                    <a:pt x="3" y="4"/>
                  </a:lnTo>
                  <a:lnTo>
                    <a:pt x="3" y="3"/>
                  </a:lnTo>
                  <a:lnTo>
                    <a:pt x="2" y="2"/>
                  </a:lnTo>
                  <a:lnTo>
                    <a:pt x="2" y="1"/>
                  </a:lnTo>
                  <a:lnTo>
                    <a:pt x="2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solidFill>
              <a:srgbClr val="cacbd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19" name="Freeform 405"/>
            <p:cNvSpPr/>
            <p:nvPr/>
          </p:nvSpPr>
          <p:spPr>
            <a:xfrm flipV="1" rot="11694600">
              <a:off x="8977680" y="5538240"/>
              <a:ext cx="18720" cy="47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2" h="5">
                  <a:moveTo>
                    <a:pt x="2" y="5"/>
                  </a:moveTo>
                  <a:lnTo>
                    <a:pt x="2" y="5"/>
                  </a:lnTo>
                  <a:lnTo>
                    <a:pt x="2" y="4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2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4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0" name="Freeform 406"/>
            <p:cNvSpPr/>
            <p:nvPr/>
          </p:nvSpPr>
          <p:spPr>
            <a:xfrm flipV="1" rot="11694600">
              <a:off x="8956440" y="5581800"/>
              <a:ext cx="18720" cy="47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2" h="5">
                  <a:moveTo>
                    <a:pt x="0" y="5"/>
                  </a:move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4"/>
                  </a:lnTo>
                  <a:lnTo>
                    <a:pt x="1" y="3"/>
                  </a:lnTo>
                  <a:lnTo>
                    <a:pt x="1" y="3"/>
                  </a:lnTo>
                  <a:lnTo>
                    <a:pt x="1" y="2"/>
                  </a:lnTo>
                  <a:lnTo>
                    <a:pt x="1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2" y="1"/>
                  </a:lnTo>
                  <a:lnTo>
                    <a:pt x="2" y="2"/>
                  </a:lnTo>
                  <a:lnTo>
                    <a:pt x="2" y="3"/>
                  </a:lnTo>
                  <a:lnTo>
                    <a:pt x="2" y="3"/>
                  </a:lnTo>
                  <a:lnTo>
                    <a:pt x="2" y="4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1" y="5"/>
                  </a:lnTo>
                  <a:lnTo>
                    <a:pt x="0" y="5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1" name="Freeform 407"/>
            <p:cNvSpPr/>
            <p:nvPr/>
          </p:nvSpPr>
          <p:spPr>
            <a:xfrm flipV="1" rot="11694600">
              <a:off x="8948160" y="5570640"/>
              <a:ext cx="28080" cy="56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360 h 56880"/>
                <a:gd name="textAreaBottom" fmla="*/ 57600 h 56880"/>
              </a:gdLst>
              <a:ahLst/>
              <a:rect l="textAreaLeft" t="textAreaTop" r="textAreaRight" b="textAreaBottom"/>
              <a:pathLst>
                <a:path w="3" h="6">
                  <a:moveTo>
                    <a:pt x="3" y="0"/>
                  </a:moveTo>
                  <a:lnTo>
                    <a:pt x="3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2"/>
                  </a:lnTo>
                  <a:lnTo>
                    <a:pt x="3" y="3"/>
                  </a:lnTo>
                  <a:lnTo>
                    <a:pt x="3" y="3"/>
                  </a:lnTo>
                  <a:lnTo>
                    <a:pt x="3" y="4"/>
                  </a:lnTo>
                  <a:lnTo>
                    <a:pt x="3" y="4"/>
                  </a:lnTo>
                  <a:lnTo>
                    <a:pt x="3" y="5"/>
                  </a:lnTo>
                  <a:lnTo>
                    <a:pt x="3" y="5"/>
                  </a:lnTo>
                  <a:lnTo>
                    <a:pt x="2" y="5"/>
                  </a:lnTo>
                  <a:lnTo>
                    <a:pt x="2" y="6"/>
                  </a:lnTo>
                  <a:lnTo>
                    <a:pt x="2" y="6"/>
                  </a:lnTo>
                  <a:lnTo>
                    <a:pt x="2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0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5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4"/>
                  </a:lnTo>
                  <a:lnTo>
                    <a:pt x="2" y="3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2"/>
                  </a:lnTo>
                  <a:lnTo>
                    <a:pt x="2" y="1"/>
                  </a:lnTo>
                  <a:lnTo>
                    <a:pt x="2" y="1"/>
                  </a:lnTo>
                  <a:lnTo>
                    <a:pt x="2" y="1"/>
                  </a:lnTo>
                  <a:lnTo>
                    <a:pt x="3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2240" bIns="12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2" name="Freeform 408"/>
            <p:cNvSpPr/>
            <p:nvPr/>
          </p:nvSpPr>
          <p:spPr>
            <a:xfrm flipV="1" rot="11694600">
              <a:off x="8958600" y="5536080"/>
              <a:ext cx="37800" cy="471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-360 h 47160"/>
                <a:gd name="textAreaBottom" fmla="*/ 47160 h 47160"/>
              </a:gdLst>
              <a:ahLst/>
              <a:rect l="textAreaLeft" t="textAreaTop" r="textAreaRight" b="textAreaBottom"/>
              <a:pathLst>
                <a:path w="4" h="5">
                  <a:moveTo>
                    <a:pt x="0" y="1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" y="0"/>
                  </a:lnTo>
                  <a:lnTo>
                    <a:pt x="2" y="0"/>
                  </a:lnTo>
                  <a:lnTo>
                    <a:pt x="3" y="1"/>
                  </a:lnTo>
                  <a:lnTo>
                    <a:pt x="3" y="1"/>
                  </a:lnTo>
                  <a:lnTo>
                    <a:pt x="3" y="3"/>
                  </a:lnTo>
                  <a:lnTo>
                    <a:pt x="4" y="3"/>
                  </a:lnTo>
                  <a:lnTo>
                    <a:pt x="4" y="4"/>
                  </a:lnTo>
                  <a:lnTo>
                    <a:pt x="3" y="5"/>
                  </a:lnTo>
                  <a:lnTo>
                    <a:pt x="3" y="4"/>
                  </a:lnTo>
                  <a:lnTo>
                    <a:pt x="2" y="3"/>
                  </a:lnTo>
                  <a:lnTo>
                    <a:pt x="2" y="2"/>
                  </a:lnTo>
                  <a:lnTo>
                    <a:pt x="2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520" bIns="25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3" name="Freeform 409"/>
            <p:cNvSpPr/>
            <p:nvPr/>
          </p:nvSpPr>
          <p:spPr>
            <a:xfrm flipV="1" rot="11694600">
              <a:off x="8983080" y="55378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4" name="Freeform 410"/>
            <p:cNvSpPr/>
            <p:nvPr/>
          </p:nvSpPr>
          <p:spPr>
            <a:xfrm flipV="1" rot="11694600">
              <a:off x="8970840" y="554508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1" y="1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5" name="Freeform 411"/>
            <p:cNvSpPr/>
            <p:nvPr/>
          </p:nvSpPr>
          <p:spPr>
            <a:xfrm flipV="1" rot="11694600">
              <a:off x="8971200" y="55447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6" name="Freeform 412"/>
            <p:cNvSpPr/>
            <p:nvPr/>
          </p:nvSpPr>
          <p:spPr>
            <a:xfrm flipV="1" rot="11694600">
              <a:off x="8978040" y="55562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7" name="Freeform 413"/>
            <p:cNvSpPr/>
            <p:nvPr/>
          </p:nvSpPr>
          <p:spPr>
            <a:xfrm flipV="1" rot="11694600">
              <a:off x="8969040" y="55537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8" name="Freeform 414"/>
            <p:cNvSpPr/>
            <p:nvPr/>
          </p:nvSpPr>
          <p:spPr>
            <a:xfrm flipV="1" rot="11694600">
              <a:off x="8957160" y="55605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1"/>
                  </a:moveTo>
                  <a:lnTo>
                    <a:pt x="0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29" name="Freeform 415"/>
            <p:cNvSpPr/>
            <p:nvPr/>
          </p:nvSpPr>
          <p:spPr>
            <a:xfrm flipV="1" rot="11694600">
              <a:off x="8964000" y="55724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0" name="Freeform 416"/>
            <p:cNvSpPr/>
            <p:nvPr/>
          </p:nvSpPr>
          <p:spPr>
            <a:xfrm flipV="1" rot="11694600">
              <a:off x="8954640" y="556992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1" name="Freeform 417"/>
            <p:cNvSpPr/>
            <p:nvPr/>
          </p:nvSpPr>
          <p:spPr>
            <a:xfrm flipV="1" rot="11694600">
              <a:off x="8951760" y="557928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1" y="1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2" name="Freeform 418"/>
            <p:cNvSpPr/>
            <p:nvPr/>
          </p:nvSpPr>
          <p:spPr>
            <a:xfrm flipV="1" rot="11694600">
              <a:off x="8947080" y="5598000"/>
              <a:ext cx="18720" cy="900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2" h="1">
                  <a:moveTo>
                    <a:pt x="1" y="1"/>
                  </a:moveTo>
                  <a:lnTo>
                    <a:pt x="2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3" name="Freeform 419"/>
            <p:cNvSpPr/>
            <p:nvPr/>
          </p:nvSpPr>
          <p:spPr>
            <a:xfrm flipV="1" rot="11694600">
              <a:off x="8947440" y="55976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4" name="Freeform 420"/>
            <p:cNvSpPr/>
            <p:nvPr/>
          </p:nvSpPr>
          <p:spPr>
            <a:xfrm flipV="1" rot="11694600">
              <a:off x="8954280" y="56091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5" name="Freeform 421"/>
            <p:cNvSpPr/>
            <p:nvPr/>
          </p:nvSpPr>
          <p:spPr>
            <a:xfrm flipV="1" rot="11694600">
              <a:off x="8944920" y="560664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6" name="Freeform 422"/>
            <p:cNvSpPr/>
            <p:nvPr/>
          </p:nvSpPr>
          <p:spPr>
            <a:xfrm flipV="1" rot="11694600">
              <a:off x="8992080" y="554040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0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7" name="Freeform 423"/>
            <p:cNvSpPr/>
            <p:nvPr/>
          </p:nvSpPr>
          <p:spPr>
            <a:xfrm flipV="1" rot="11694600">
              <a:off x="8983080" y="55378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0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8" name="Freeform 424"/>
            <p:cNvSpPr/>
            <p:nvPr/>
          </p:nvSpPr>
          <p:spPr>
            <a:xfrm flipV="1" rot="11694600">
              <a:off x="8960760" y="562068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39" name="Freeform 425"/>
            <p:cNvSpPr/>
            <p:nvPr/>
          </p:nvSpPr>
          <p:spPr>
            <a:xfrm flipV="1" rot="11694600">
              <a:off x="8951760" y="5618160"/>
              <a:ext cx="9000" cy="90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-360 h 9000"/>
                <a:gd name="textAreaBottom" fmla="*/ 9000 h 9000"/>
              </a:gdLst>
              <a:ahLst/>
              <a:rect l="textAreaLeft" t="textAreaTop" r="textAreaRight" b="textAreaBottom"/>
              <a:pathLst>
                <a:path w="1" h="1">
                  <a:moveTo>
                    <a:pt x="1" y="1"/>
                  </a:moveTo>
                  <a:lnTo>
                    <a:pt x="1" y="1"/>
                  </a:lnTo>
                  <a:lnTo>
                    <a:pt x="0" y="1"/>
                  </a:lnTo>
                  <a:lnTo>
                    <a:pt x="0" y="0"/>
                  </a:lnTo>
                  <a:lnTo>
                    <a:pt x="1" y="0"/>
                  </a:lnTo>
                  <a:lnTo>
                    <a:pt x="1" y="1"/>
                  </a:lnTo>
                  <a:lnTo>
                    <a:pt x="1" y="1"/>
                  </a:lnTo>
                </a:path>
              </a:pathLst>
            </a:custGeom>
            <a:solidFill>
              <a:srgbClr val="2427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5640" bIns="-35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sp>
        <p:nvSpPr>
          <p:cNvPr id="840" name="Text Box 426"/>
          <p:cNvSpPr/>
          <p:nvPr/>
        </p:nvSpPr>
        <p:spPr>
          <a:xfrm>
            <a:off x="1713600" y="2858400"/>
            <a:ext cx="7233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4.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Draw straight lines from A and B to point of intersection.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Text Box 427"/>
          <p:cNvSpPr/>
          <p:nvPr/>
        </p:nvSpPr>
        <p:spPr>
          <a:xfrm>
            <a:off x="1713600" y="2542680"/>
            <a:ext cx="8835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3. Set </a:t>
            </a: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compass to 3½ cm, place at B and draw an arc to intersect the first one.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Freeform 464"/>
          <p:cNvSpPr/>
          <p:nvPr/>
        </p:nvSpPr>
        <p:spPr>
          <a:xfrm>
            <a:off x="6789240" y="3943080"/>
            <a:ext cx="412560" cy="1377720"/>
          </a:xfrm>
          <a:custGeom>
            <a:avLst/>
            <a:gdLst>
              <a:gd name="textAreaLeft" fmla="*/ 0 w 412560"/>
              <a:gd name="textAreaRight" fmla="*/ 412920 w 412560"/>
              <a:gd name="textAreaTop" fmla="*/ 0 h 1377720"/>
              <a:gd name="textAreaBottom" fmla="*/ 1378080 h 1377720"/>
            </a:gdLst>
            <a:ahLst/>
            <a:rect l="textAreaLeft" t="textAreaTop" r="textAreaRight" b="textAreaBottom"/>
            <a:pathLst>
              <a:path w="260" h="868">
                <a:moveTo>
                  <a:pt x="0" y="0"/>
                </a:moveTo>
                <a:cubicBezTo>
                  <a:pt x="37" y="79"/>
                  <a:pt x="75" y="158"/>
                  <a:pt x="108" y="248"/>
                </a:cubicBezTo>
                <a:cubicBezTo>
                  <a:pt x="141" y="338"/>
                  <a:pt x="175" y="437"/>
                  <a:pt x="200" y="540"/>
                </a:cubicBezTo>
                <a:cubicBezTo>
                  <a:pt x="225" y="643"/>
                  <a:pt x="251" y="813"/>
                  <a:pt x="260" y="868"/>
                </a:cubicBezTo>
              </a:path>
            </a:pathLst>
          </a:custGeom>
          <a:noFill/>
          <a:ln w="3175">
            <a:solidFill>
              <a:srgbClr val="00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3" name="Freeform 466"/>
          <p:cNvSpPr/>
          <p:nvPr/>
        </p:nvSpPr>
        <p:spPr>
          <a:xfrm>
            <a:off x="6941520" y="4444920"/>
            <a:ext cx="463320" cy="1015560"/>
          </a:xfrm>
          <a:custGeom>
            <a:avLst/>
            <a:gdLst>
              <a:gd name="textAreaLeft" fmla="*/ 0 w 463320"/>
              <a:gd name="textAreaRight" fmla="*/ 463680 w 463320"/>
              <a:gd name="textAreaTop" fmla="*/ 0 h 1015560"/>
              <a:gd name="textAreaBottom" fmla="*/ 1015920 h 1015560"/>
            </a:gdLst>
            <a:ahLst/>
            <a:rect l="textAreaLeft" t="textAreaTop" r="textAreaRight" b="textAreaBottom"/>
            <a:pathLst>
              <a:path w="292" h="640">
                <a:moveTo>
                  <a:pt x="0" y="640"/>
                </a:moveTo>
                <a:cubicBezTo>
                  <a:pt x="8" y="600"/>
                  <a:pt x="16" y="561"/>
                  <a:pt x="28" y="516"/>
                </a:cubicBezTo>
                <a:cubicBezTo>
                  <a:pt x="40" y="471"/>
                  <a:pt x="53" y="423"/>
                  <a:pt x="72" y="372"/>
                </a:cubicBezTo>
                <a:cubicBezTo>
                  <a:pt x="91" y="321"/>
                  <a:pt x="113" y="258"/>
                  <a:pt x="140" y="208"/>
                </a:cubicBezTo>
                <a:cubicBezTo>
                  <a:pt x="167" y="158"/>
                  <a:pt x="207" y="107"/>
                  <a:pt x="232" y="72"/>
                </a:cubicBezTo>
                <a:cubicBezTo>
                  <a:pt x="257" y="37"/>
                  <a:pt x="274" y="18"/>
                  <a:pt x="292" y="0"/>
                </a:cubicBezTo>
              </a:path>
            </a:pathLst>
          </a:custGeom>
          <a:noFill/>
          <a:ln w="3175">
            <a:solidFill>
              <a:srgbClr val="006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844" name="Group 472"/>
          <p:cNvGrpSpPr/>
          <p:nvPr/>
        </p:nvGrpSpPr>
        <p:grpSpPr>
          <a:xfrm>
            <a:off x="3283920" y="4860720"/>
            <a:ext cx="3835080" cy="891720"/>
            <a:chOff x="3283920" y="4860720"/>
            <a:chExt cx="3835080" cy="891720"/>
          </a:xfrm>
        </p:grpSpPr>
        <p:sp>
          <p:nvSpPr>
            <p:cNvPr id="845" name="Text Box 34"/>
            <p:cNvSpPr/>
            <p:nvPr/>
          </p:nvSpPr>
          <p:spPr>
            <a:xfrm>
              <a:off x="5030280" y="4881240"/>
              <a:ext cx="7552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7 cm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6" name="Freeform 467"/>
            <p:cNvSpPr/>
            <p:nvPr/>
          </p:nvSpPr>
          <p:spPr>
            <a:xfrm>
              <a:off x="3283920" y="4860720"/>
              <a:ext cx="3835080" cy="891720"/>
            </a:xfrm>
            <a:custGeom>
              <a:avLst/>
              <a:gdLst>
                <a:gd name="textAreaLeft" fmla="*/ 0 w 3835080"/>
                <a:gd name="textAreaRight" fmla="*/ 3835440 w 3835080"/>
                <a:gd name="textAreaTop" fmla="*/ 0 h 891720"/>
                <a:gd name="textAreaBottom" fmla="*/ 892080 h 891720"/>
              </a:gdLst>
              <a:ahLst/>
              <a:rect l="textAreaLeft" t="textAreaTop" r="textAreaRight" b="textAreaBottom"/>
              <a:pathLst>
                <a:path w="2416" h="562">
                  <a:moveTo>
                    <a:pt x="0" y="562"/>
                  </a:moveTo>
                  <a:lnTo>
                    <a:pt x="2416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grpSp>
        <p:nvGrpSpPr>
          <p:cNvPr id="847" name="Group 473"/>
          <p:cNvGrpSpPr/>
          <p:nvPr/>
        </p:nvGrpSpPr>
        <p:grpSpPr>
          <a:xfrm>
            <a:off x="7119360" y="4860720"/>
            <a:ext cx="1755360" cy="885600"/>
            <a:chOff x="7119360" y="4860720"/>
            <a:chExt cx="1755360" cy="885600"/>
          </a:xfrm>
        </p:grpSpPr>
        <p:sp>
          <p:nvSpPr>
            <p:cNvPr id="848" name="Text Box 440"/>
            <p:cNvSpPr/>
            <p:nvPr/>
          </p:nvSpPr>
          <p:spPr>
            <a:xfrm>
              <a:off x="7676640" y="4881240"/>
              <a:ext cx="1147320" cy="36396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Calibri"/>
                </a:rPr>
                <a:t>3½  cm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9" name="Freeform 468"/>
            <p:cNvSpPr/>
            <p:nvPr/>
          </p:nvSpPr>
          <p:spPr>
            <a:xfrm>
              <a:off x="7119360" y="4860720"/>
              <a:ext cx="1755360" cy="885600"/>
            </a:xfrm>
            <a:custGeom>
              <a:avLst/>
              <a:gdLst>
                <a:gd name="textAreaLeft" fmla="*/ 0 w 1755360"/>
                <a:gd name="textAreaRight" fmla="*/ 1755720 w 1755360"/>
                <a:gd name="textAreaTop" fmla="*/ 0 h 885600"/>
                <a:gd name="textAreaBottom" fmla="*/ 885960 h 885600"/>
              </a:gdLst>
              <a:ahLst/>
              <a:rect l="textAreaLeft" t="textAreaTop" r="textAreaRight" b="textAreaBottom"/>
              <a:pathLst>
                <a:path w="1106" h="558">
                  <a:moveTo>
                    <a:pt x="1106" y="558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7" dur="indefinite" restart="never" nodeType="tmRoot">
          <p:childTnLst>
            <p:seq>
              <p:cTn id="118" dur="indefinite" nodeType="mainSeq">
                <p:childTnLst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23" dur="500"/>
                                        <p:tgtEl>
                                          <p:spTgt spid="4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28" dur="5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33" dur="500"/>
                                        <p:tgtEl>
                                          <p:spTgt spid="4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nodeType="clickEffect" fill="hold" presetClass="entr" presetID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138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/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nodeType="clickEffect" fill="hold" presetClass="entr" presetID="2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up)" transition="in">
                                      <p:cBhvr additive="repl">
                                        <p:cTn id="144" dur="500"/>
                                        <p:tgtEl>
                                          <p:spTgt spid="8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49" dur="500"/>
                                        <p:tgtEl>
                                          <p:spTgt spid="8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nodeType="clickEffect" fill="hold" presetClass="entr" presetID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154" dur="500"/>
                                        <p:tgtEl>
                                          <p:spTgt spid="6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/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60" dur="500"/>
                                        <p:tgtEl>
                                          <p:spTgt spid="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65" dur="500"/>
                                        <p:tgtEl>
                                          <p:spTgt spid="8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70" dur="500"/>
                                        <p:tgtEl>
                                          <p:spTgt spid="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75" dur="500"/>
                                        <p:tgtEl>
                                          <p:spTgt spid="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CONSTRUCTING A TRIANGLE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39"/>
          <p:cNvSpPr/>
          <p:nvPr/>
        </p:nvSpPr>
        <p:spPr>
          <a:xfrm>
            <a:off x="1134000" y="1353240"/>
            <a:ext cx="9637560" cy="497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Rectangle 44"/>
          <p:cNvSpPr/>
          <p:nvPr/>
        </p:nvSpPr>
        <p:spPr>
          <a:xfrm>
            <a:off x="1326960" y="1336320"/>
            <a:ext cx="4499640" cy="2956320"/>
          </a:xfrm>
          <a:prstGeom prst="rect">
            <a:avLst/>
          </a:prstGeom>
          <a:solidFill>
            <a:srgbClr val="ffffff"/>
          </a:solidFill>
          <a:ln>
            <a:solidFill>
              <a:srgbClr val="ffc00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rgbClr val="000000"/>
                </a:solidFill>
                <a:latin typeface="Calibri"/>
              </a:rPr>
              <a:t>Constructing from 1 side, 2 angles (ASA)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1) 45°, 50°, 7cm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2) 30°, 70°, 3cm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3) 70°, 110°, 6.5cm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4) 53°, 20°, 6cm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5) 120°, 42°, 12.5cm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6) 135°, 12°, 9cm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Rectangle 45"/>
          <p:cNvSpPr/>
          <p:nvPr/>
        </p:nvSpPr>
        <p:spPr>
          <a:xfrm>
            <a:off x="5970960" y="1336320"/>
            <a:ext cx="4499640" cy="2956320"/>
          </a:xfrm>
          <a:prstGeom prst="rect">
            <a:avLst/>
          </a:prstGeom>
          <a:solidFill>
            <a:srgbClr val="ffffff"/>
          </a:solidFill>
          <a:ln>
            <a:solidFill>
              <a:srgbClr val="5b9bd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rgbClr val="000000"/>
                </a:solidFill>
                <a:latin typeface="Calibri"/>
              </a:rPr>
              <a:t>Constructing from 2 sides, 1 angle (SAS)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1) 45°, 4cm, 7cm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2) 30°, 6cm, 3cm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3) 70°, 4.5cm, 6.5cm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4) 53°, 8cm, 11cm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5) 120°, 4cm, 12.5cm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6) 135°, 9cm, 9cm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Rectangle 46"/>
          <p:cNvSpPr/>
          <p:nvPr/>
        </p:nvSpPr>
        <p:spPr>
          <a:xfrm>
            <a:off x="1330920" y="4429080"/>
            <a:ext cx="9139680" cy="167544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rgbClr val="000000"/>
                </a:solidFill>
                <a:latin typeface="Calibri"/>
              </a:rPr>
              <a:t>Constructing from 3 sides (SSS)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1) 8cm, 10cm, 6cm         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2) 7cm, 4cm, 9cm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3) 11cm, 6cm, 8cm         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4) 2.5cm, 3cm, 4.5cm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5) 6.2cm, 4.5cm, 7.3cm 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6) 9cm, 10cm, 3.6cm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1" name="Picture 8" descr=""/>
          <p:cNvPicPr/>
          <p:nvPr/>
        </p:nvPicPr>
        <p:blipFill>
          <a:blip r:embed="rId1"/>
          <a:stretch/>
        </p:blipFill>
        <p:spPr>
          <a:xfrm rot="1779600">
            <a:off x="4404960" y="1923840"/>
            <a:ext cx="1223640" cy="688320"/>
          </a:xfrm>
          <a:prstGeom prst="rect">
            <a:avLst/>
          </a:prstGeom>
          <a:ln w="0">
            <a:noFill/>
          </a:ln>
        </p:spPr>
      </p:pic>
      <p:pic>
        <p:nvPicPr>
          <p:cNvPr id="892" name="Picture 48" descr=""/>
          <p:cNvPicPr/>
          <p:nvPr/>
        </p:nvPicPr>
        <p:blipFill>
          <a:blip r:embed="rId2"/>
          <a:stretch/>
        </p:blipFill>
        <p:spPr>
          <a:xfrm rot="1779600">
            <a:off x="9085680" y="1882080"/>
            <a:ext cx="1223640" cy="688320"/>
          </a:xfrm>
          <a:prstGeom prst="rect">
            <a:avLst/>
          </a:prstGeom>
          <a:ln w="0">
            <a:noFill/>
          </a:ln>
        </p:spPr>
      </p:pic>
      <p:pic>
        <p:nvPicPr>
          <p:cNvPr id="893" name="Picture 13" descr="ruler"/>
          <p:cNvPicPr/>
          <p:nvPr/>
        </p:nvPicPr>
        <p:blipFill>
          <a:blip r:embed="rId3"/>
          <a:stretch/>
        </p:blipFill>
        <p:spPr>
          <a:xfrm>
            <a:off x="4573440" y="2970000"/>
            <a:ext cx="1123200" cy="663480"/>
          </a:xfrm>
          <a:prstGeom prst="rect">
            <a:avLst/>
          </a:prstGeom>
          <a:ln w="0">
            <a:noFill/>
          </a:ln>
        </p:spPr>
      </p:pic>
      <p:pic>
        <p:nvPicPr>
          <p:cNvPr id="894" name="Picture 13" descr="ruler"/>
          <p:cNvPicPr/>
          <p:nvPr/>
        </p:nvPicPr>
        <p:blipFill>
          <a:blip r:embed="rId4"/>
          <a:stretch/>
        </p:blipFill>
        <p:spPr>
          <a:xfrm>
            <a:off x="9191880" y="2965320"/>
            <a:ext cx="1123200" cy="663480"/>
          </a:xfrm>
          <a:prstGeom prst="rect">
            <a:avLst/>
          </a:prstGeom>
          <a:ln w="0">
            <a:noFill/>
          </a:ln>
        </p:spPr>
      </p:pic>
      <p:pic>
        <p:nvPicPr>
          <p:cNvPr id="895" name="Picture 13" descr="ruler"/>
          <p:cNvPicPr/>
          <p:nvPr/>
        </p:nvPicPr>
        <p:blipFill>
          <a:blip r:embed="rId5"/>
          <a:stretch/>
        </p:blipFill>
        <p:spPr>
          <a:xfrm>
            <a:off x="4573440" y="4825800"/>
            <a:ext cx="1123200" cy="663480"/>
          </a:xfrm>
          <a:prstGeom prst="rect">
            <a:avLst/>
          </a:prstGeom>
          <a:ln w="0">
            <a:noFill/>
          </a:ln>
        </p:spPr>
      </p:pic>
      <p:pic>
        <p:nvPicPr>
          <p:cNvPr id="896" name="Picture 17" descr="Product Image"/>
          <p:cNvPicPr/>
          <p:nvPr/>
        </p:nvPicPr>
        <p:blipFill>
          <a:blip r:embed="rId6"/>
          <a:stretch/>
        </p:blipFill>
        <p:spPr>
          <a:xfrm rot="922200">
            <a:off x="9234000" y="4694040"/>
            <a:ext cx="926280" cy="926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CAN A TRIANGLE BE MADE?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Triangle Inequality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 two shorter sides must ADD UP to more than the longest side.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Otherwise the arcs never meet.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41"/>
          <p:cNvSpPr/>
          <p:nvPr/>
        </p:nvSpPr>
        <p:spPr>
          <a:xfrm>
            <a:off x="567000" y="219456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Text 42"/>
          <p:cNvSpPr/>
          <p:nvPr/>
        </p:nvSpPr>
        <p:spPr>
          <a:xfrm>
            <a:off x="93276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Works  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Text 43"/>
          <p:cNvSpPr/>
          <p:nvPr/>
        </p:nvSpPr>
        <p:spPr>
          <a:xfrm>
            <a:off x="914400" y="2926080"/>
            <a:ext cx="47545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7 cm, 6 cm, 4 cm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4 + 6 = 10  &gt;  7  ✓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The two shorter sides beat the longest — the triangle closes.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44"/>
          <p:cNvSpPr/>
          <p:nvPr/>
        </p:nvSpPr>
        <p:spPr>
          <a:xfrm>
            <a:off x="6190560" y="219456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 45"/>
          <p:cNvSpPr/>
          <p:nvPr/>
        </p:nvSpPr>
        <p:spPr>
          <a:xfrm>
            <a:off x="655632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Impossible  ✗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 46"/>
          <p:cNvSpPr/>
          <p:nvPr/>
        </p:nvSpPr>
        <p:spPr>
          <a:xfrm>
            <a:off x="6537960" y="2926080"/>
            <a:ext cx="47545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2 cm, 10 cm, 7 cm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2 + 7 = 9  &lt;  10  ✗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The two short sides cannot reach across — the arcs never meet.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47"/>
          <p:cNvSpPr/>
          <p:nvPr/>
        </p:nvSpPr>
        <p:spPr>
          <a:xfrm>
            <a:off x="567000" y="5486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5" name="Text 48"/>
          <p:cNvSpPr/>
          <p:nvPr/>
        </p:nvSpPr>
        <p:spPr>
          <a:xfrm>
            <a:off x="841320" y="54864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Shorter + shorter  &gt;  longest  →  the triangle can be built.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TASK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Which Side Lengths CANNOT Make a Triangle?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Shape 39"/>
          <p:cNvSpPr/>
          <p:nvPr/>
        </p:nvSpPr>
        <p:spPr>
          <a:xfrm>
            <a:off x="2230200" y="1134000"/>
            <a:ext cx="7730640" cy="504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Test each row: do the two shorter sides add up to more than the longest?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Rectangle 44"/>
          <p:cNvSpPr/>
          <p:nvPr/>
        </p:nvSpPr>
        <p:spPr>
          <a:xfrm>
            <a:off x="2230200" y="1156320"/>
            <a:ext cx="6095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Task – Which of these groups of side lengths CANNOT be used to construct a triangle?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89" name="Group 106"/>
          <p:cNvGraphicFramePr/>
          <p:nvPr/>
        </p:nvGraphicFramePr>
        <p:xfrm>
          <a:off x="4572000" y="1704240"/>
          <a:ext cx="6095520" cy="4470120"/>
        </p:xfrm>
        <a:graphic>
          <a:graphicData uri="http://schemas.openxmlformats.org/drawingml/2006/table">
            <a:tbl>
              <a:tblPr/>
              <a:tblGrid>
                <a:gridCol w="1523880"/>
                <a:gridCol w="1523880"/>
                <a:gridCol w="1523880"/>
                <a:gridCol w="1523880"/>
              </a:tblGrid>
              <a:tr h="406080">
                <a:tc>
                  <a:txBody>
                    <a:bodyPr anchor="t">
                      <a:noAutofit/>
                    </a:bodyPr>
                    <a:p>
                      <a:endParaRPr b="0" lang="en-GB" sz="2000" spc="-1" strike="noStrike">
                        <a:solidFill>
                          <a:schemeClr val="dk1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Side 1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Side 2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Side 3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2808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12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8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7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2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9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12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4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3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8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15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7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4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18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3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20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5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8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8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17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6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19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7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13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7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9.3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18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7.2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8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50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26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23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9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40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41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82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4060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10</a:t>
                      </a:r>
                      <a:endParaRPr b="0" lang="en-US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 </a:t>
                      </a: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99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2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tabLst>
                          <a:tab algn="l" pos="0"/>
                        </a:tabLst>
                      </a:pPr>
                      <a:r>
                        <a:rPr b="0" lang="en-GB" sz="20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100 cm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2808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pSp>
        <p:nvGrpSpPr>
          <p:cNvPr id="990" name="Group 100"/>
          <p:cNvGrpSpPr/>
          <p:nvPr/>
        </p:nvGrpSpPr>
        <p:grpSpPr>
          <a:xfrm>
            <a:off x="4832280" y="2977200"/>
            <a:ext cx="1046160" cy="2719440"/>
            <a:chOff x="4832280" y="2977200"/>
            <a:chExt cx="1046160" cy="2719440"/>
          </a:xfrm>
        </p:grpSpPr>
        <p:grpSp>
          <p:nvGrpSpPr>
            <p:cNvPr id="991" name="Group 87"/>
            <p:cNvGrpSpPr/>
            <p:nvPr/>
          </p:nvGrpSpPr>
          <p:grpSpPr>
            <a:xfrm>
              <a:off x="4832280" y="2977200"/>
              <a:ext cx="952560" cy="260280"/>
              <a:chOff x="4832280" y="2977200"/>
              <a:chExt cx="952560" cy="260280"/>
            </a:xfrm>
          </p:grpSpPr>
          <p:sp>
            <p:nvSpPr>
              <p:cNvPr id="992" name="Line 84"/>
              <p:cNvSpPr/>
              <p:nvPr/>
            </p:nvSpPr>
            <p:spPr>
              <a:xfrm flipV="1">
                <a:off x="4832280" y="3015360"/>
                <a:ext cx="952560" cy="19044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993" name="Line 86"/>
              <p:cNvSpPr/>
              <p:nvPr/>
            </p:nvSpPr>
            <p:spPr>
              <a:xfrm>
                <a:off x="4883040" y="2977200"/>
                <a:ext cx="831960" cy="26028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994" name="Group 88"/>
            <p:cNvGrpSpPr/>
            <p:nvPr/>
          </p:nvGrpSpPr>
          <p:grpSpPr>
            <a:xfrm>
              <a:off x="4844880" y="3802680"/>
              <a:ext cx="952560" cy="260280"/>
              <a:chOff x="4844880" y="3802680"/>
              <a:chExt cx="952560" cy="260280"/>
            </a:xfrm>
          </p:grpSpPr>
          <p:sp>
            <p:nvSpPr>
              <p:cNvPr id="995" name="Line 89"/>
              <p:cNvSpPr/>
              <p:nvPr/>
            </p:nvSpPr>
            <p:spPr>
              <a:xfrm flipV="1">
                <a:off x="4844880" y="3840840"/>
                <a:ext cx="952560" cy="19044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996" name="Line 90"/>
              <p:cNvSpPr/>
              <p:nvPr/>
            </p:nvSpPr>
            <p:spPr>
              <a:xfrm>
                <a:off x="4895640" y="3802680"/>
                <a:ext cx="831960" cy="26028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997" name="Group 91"/>
            <p:cNvGrpSpPr/>
            <p:nvPr/>
          </p:nvGrpSpPr>
          <p:grpSpPr>
            <a:xfrm>
              <a:off x="4900320" y="4599360"/>
              <a:ext cx="952560" cy="260640"/>
              <a:chOff x="4900320" y="4599360"/>
              <a:chExt cx="952560" cy="260640"/>
            </a:xfrm>
          </p:grpSpPr>
          <p:sp>
            <p:nvSpPr>
              <p:cNvPr id="998" name="Line 92"/>
              <p:cNvSpPr/>
              <p:nvPr/>
            </p:nvSpPr>
            <p:spPr>
              <a:xfrm flipV="1">
                <a:off x="4900320" y="4637520"/>
                <a:ext cx="952560" cy="19044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999" name="Line 93"/>
              <p:cNvSpPr/>
              <p:nvPr/>
            </p:nvSpPr>
            <p:spPr>
              <a:xfrm>
                <a:off x="4951080" y="4599360"/>
                <a:ext cx="831960" cy="26064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1000" name="Group 94"/>
            <p:cNvGrpSpPr/>
            <p:nvPr/>
          </p:nvGrpSpPr>
          <p:grpSpPr>
            <a:xfrm>
              <a:off x="4925880" y="5032800"/>
              <a:ext cx="952560" cy="260640"/>
              <a:chOff x="4925880" y="5032800"/>
              <a:chExt cx="952560" cy="260640"/>
            </a:xfrm>
          </p:grpSpPr>
          <p:sp>
            <p:nvSpPr>
              <p:cNvPr id="1001" name="Line 95"/>
              <p:cNvSpPr/>
              <p:nvPr/>
            </p:nvSpPr>
            <p:spPr>
              <a:xfrm flipV="1">
                <a:off x="4925880" y="5070960"/>
                <a:ext cx="952560" cy="19044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1002" name="Line 96"/>
              <p:cNvSpPr/>
              <p:nvPr/>
            </p:nvSpPr>
            <p:spPr>
              <a:xfrm>
                <a:off x="4976640" y="5032800"/>
                <a:ext cx="831960" cy="26064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grpSp>
          <p:nvGrpSpPr>
            <p:cNvPr id="1003" name="Group 97"/>
            <p:cNvGrpSpPr/>
            <p:nvPr/>
          </p:nvGrpSpPr>
          <p:grpSpPr>
            <a:xfrm>
              <a:off x="4908240" y="5436000"/>
              <a:ext cx="952560" cy="260640"/>
              <a:chOff x="4908240" y="5436000"/>
              <a:chExt cx="952560" cy="260640"/>
            </a:xfrm>
          </p:grpSpPr>
          <p:sp>
            <p:nvSpPr>
              <p:cNvPr id="1004" name="Line 98"/>
              <p:cNvSpPr/>
              <p:nvPr/>
            </p:nvSpPr>
            <p:spPr>
              <a:xfrm flipV="1">
                <a:off x="4908240" y="5474160"/>
                <a:ext cx="952560" cy="19044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1005" name="Line 99"/>
              <p:cNvSpPr/>
              <p:nvPr/>
            </p:nvSpPr>
            <p:spPr>
              <a:xfrm>
                <a:off x="4959000" y="5436000"/>
                <a:ext cx="831960" cy="260640"/>
              </a:xfrm>
              <a:prstGeom prst="line">
                <a:avLst/>
              </a:prstGeom>
              <a:ln w="57150">
                <a:solidFill>
                  <a:srgbClr val="ffc000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76" dur="indefinite" restart="never" nodeType="tmRoot">
          <p:childTnLst>
            <p:seq>
              <p:cTn id="177" dur="indefinite" nodeType="mainSeq">
                <p:childTnLst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nodeType="clickEffect" fill="hold" presetClass="entr" presetID="9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182" dur="500"/>
                                        <p:tgtEl>
                                          <p:spTgt spid="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3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Bisectors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‘</a:t>
            </a: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Bisect’ means cut exactly in half.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Perpendicular bisector — cuts a LINE in half at 90°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Angle bisector — cuts an ANGLE in half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Same compass width for both arcs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Join the crossing points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WORDS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Perpendicular &amp; Bisector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Two words to know before you start.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hape 41"/>
          <p:cNvSpPr/>
          <p:nvPr/>
        </p:nvSpPr>
        <p:spPr>
          <a:xfrm>
            <a:off x="567000" y="2286000"/>
            <a:ext cx="5440320" cy="2925720"/>
          </a:xfrm>
          <a:prstGeom prst="roundRect">
            <a:avLst>
              <a:gd name="adj" fmla="val 187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Text 42"/>
          <p:cNvSpPr/>
          <p:nvPr/>
        </p:nvSpPr>
        <p:spPr>
          <a:xfrm>
            <a:off x="93276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PERPENDICULAR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Text 43"/>
          <p:cNvSpPr/>
          <p:nvPr/>
        </p:nvSpPr>
        <p:spPr>
          <a:xfrm>
            <a:off x="914400" y="3017520"/>
            <a:ext cx="47545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At right angles (90°).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5c6b60"/>
                </a:solidFill>
                <a:latin typeface="Cambria"/>
                <a:ea typeface="Cambria"/>
              </a:rPr>
              <a:t>A perpendicular line meets another at exactly 90°.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Shape 44"/>
          <p:cNvSpPr/>
          <p:nvPr/>
        </p:nvSpPr>
        <p:spPr>
          <a:xfrm>
            <a:off x="6190560" y="2286000"/>
            <a:ext cx="5440320" cy="2925720"/>
          </a:xfrm>
          <a:prstGeom prst="roundRect">
            <a:avLst>
              <a:gd name="adj" fmla="val 187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Text 45"/>
          <p:cNvSpPr/>
          <p:nvPr/>
        </p:nvSpPr>
        <p:spPr>
          <a:xfrm>
            <a:off x="655632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BISECTOR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Text 46"/>
          <p:cNvSpPr/>
          <p:nvPr/>
        </p:nvSpPr>
        <p:spPr>
          <a:xfrm>
            <a:off x="6537960" y="3017520"/>
            <a:ext cx="47545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Cuts exactly in HALF.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5c6b60"/>
                </a:solidFill>
                <a:latin typeface="Cambria"/>
                <a:ea typeface="Cambria"/>
              </a:rPr>
              <a:t>A bisector divides a line or an angle into two equal parts.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Shape 47"/>
          <p:cNvSpPr/>
          <p:nvPr/>
        </p:nvSpPr>
        <p:spPr>
          <a:xfrm>
            <a:off x="567000" y="5486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Text 48"/>
          <p:cNvSpPr/>
          <p:nvPr/>
        </p:nvSpPr>
        <p:spPr>
          <a:xfrm>
            <a:off x="841320" y="54864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 PERPENDICULAR BISECTOR cuts a line in half AND at 90°.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PERPENDICULAR BISECTOR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How to Construct It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Shape 39"/>
          <p:cNvSpPr/>
          <p:nvPr/>
        </p:nvSpPr>
        <p:spPr>
          <a:xfrm>
            <a:off x="2618280" y="1353240"/>
            <a:ext cx="6954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7" name="Image 0" descr="/tmp/work/clean5/cn-23.png"/>
          <p:cNvPicPr/>
          <p:nvPr/>
        </p:nvPicPr>
        <p:blipFill>
          <a:blip r:embed="rId1"/>
          <a:stretch/>
        </p:blipFill>
        <p:spPr>
          <a:xfrm>
            <a:off x="2682360" y="1417320"/>
            <a:ext cx="6826680" cy="4525920"/>
          </a:xfrm>
          <a:prstGeom prst="rect">
            <a:avLst/>
          </a:prstGeom>
          <a:ln w="0">
            <a:noFill/>
          </a:ln>
        </p:spPr>
      </p:pic>
      <p:sp>
        <p:nvSpPr>
          <p:cNvPr id="1148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Compasses more than half the line.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Draw arcs from EACH end, then join where they cross — above and below.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PERPENDICULAR BISECTOR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Finished Construction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Shape 39"/>
          <p:cNvSpPr/>
          <p:nvPr/>
        </p:nvSpPr>
        <p:spPr>
          <a:xfrm>
            <a:off x="1596960" y="1353240"/>
            <a:ext cx="8997480" cy="4467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0" name="Image 0" descr="/tmp/work/clean5/cn-24.png"/>
          <p:cNvPicPr/>
          <p:nvPr/>
        </p:nvPicPr>
        <p:blipFill>
          <a:blip r:embed="rId1"/>
          <a:stretch/>
        </p:blipFill>
        <p:spPr>
          <a:xfrm>
            <a:off x="1661040" y="1417320"/>
            <a:ext cx="8869320" cy="4339800"/>
          </a:xfrm>
          <a:prstGeom prst="rect">
            <a:avLst/>
          </a:prstGeom>
          <a:ln w="0">
            <a:noFill/>
          </a:ln>
        </p:spPr>
      </p:pic>
      <p:sp>
        <p:nvSpPr>
          <p:cNvPr id="1191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2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Every point on this line is EQUIDISTANT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from the two ends — that is what a perpendicular bisector is.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ANGLE BISECTOR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How to Construct It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Shape 39"/>
          <p:cNvSpPr/>
          <p:nvPr/>
        </p:nvSpPr>
        <p:spPr>
          <a:xfrm>
            <a:off x="2674800" y="1353240"/>
            <a:ext cx="684180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3" name="Image 0" descr="/tmp/work/clean5/cn-26.png"/>
          <p:cNvPicPr/>
          <p:nvPr/>
        </p:nvPicPr>
        <p:blipFill>
          <a:blip r:embed="rId1"/>
          <a:stretch/>
        </p:blipFill>
        <p:spPr>
          <a:xfrm>
            <a:off x="2738880" y="1417320"/>
            <a:ext cx="6713640" cy="4525920"/>
          </a:xfrm>
          <a:prstGeom prst="rect">
            <a:avLst/>
          </a:prstGeom>
          <a:ln w="0">
            <a:noFill/>
          </a:ln>
        </p:spPr>
      </p:pic>
      <p:sp>
        <p:nvSpPr>
          <p:cNvPr id="1234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5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Arc from the corner to cross both arms,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arcs from those two points. Join the corner to where they cross.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ANGLE BISECTOR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Finished Construction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Shape 39"/>
          <p:cNvSpPr/>
          <p:nvPr/>
        </p:nvSpPr>
        <p:spPr>
          <a:xfrm>
            <a:off x="1596960" y="1353240"/>
            <a:ext cx="8997480" cy="4532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6" name="Image 0" descr="/tmp/work/clean5/cn-27.png"/>
          <p:cNvPicPr/>
          <p:nvPr/>
        </p:nvPicPr>
        <p:blipFill>
          <a:blip r:embed="rId1"/>
          <a:stretch/>
        </p:blipFill>
        <p:spPr>
          <a:xfrm>
            <a:off x="1661040" y="1417320"/>
            <a:ext cx="8869320" cy="4404960"/>
          </a:xfrm>
          <a:prstGeom prst="rect">
            <a:avLst/>
          </a:prstGeom>
          <a:ln w="0">
            <a:noFill/>
          </a:ln>
        </p:spPr>
      </p:pic>
      <p:sp>
        <p:nvSpPr>
          <p:cNvPr id="1277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Every point on this line is EQUIDISTANT from the two arms of the angle.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4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5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6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3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7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Perpendiculars to a Line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8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The shortest distance from a point to a line is the PERPENDICULAR distance.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9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0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1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Shortest distance = perpendicular distance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2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3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4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From a point to a line: drop a perpendicular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5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6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7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At a point on a line: raise a perpendicular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8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9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0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Same arc method as a bisector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PERPENDICULARS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Shortest Distance from a Point to a Line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Shape 39"/>
          <p:cNvSpPr/>
          <p:nvPr/>
        </p:nvSpPr>
        <p:spPr>
          <a:xfrm>
            <a:off x="2186640" y="1353240"/>
            <a:ext cx="781776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1" name="Image 0" descr="/tmp/work/clean5/cn-29.png"/>
          <p:cNvPicPr/>
          <p:nvPr/>
        </p:nvPicPr>
        <p:blipFill>
          <a:blip r:embed="rId1"/>
          <a:stretch/>
        </p:blipFill>
        <p:spPr>
          <a:xfrm>
            <a:off x="2250720" y="1417320"/>
            <a:ext cx="7689600" cy="4525920"/>
          </a:xfrm>
          <a:prstGeom prst="rect">
            <a:avLst/>
          </a:prstGeom>
          <a:ln w="0">
            <a:noFill/>
          </a:ln>
        </p:spPr>
      </p:pic>
      <p:sp>
        <p:nvSpPr>
          <p:cNvPr id="1372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3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The shortest route from a point to a line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is always the PERPENDICULAR — straight down at 90°.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PERPENDICULARS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Perpendicular from a Point to a Line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Shape 39"/>
          <p:cNvSpPr/>
          <p:nvPr/>
        </p:nvSpPr>
        <p:spPr>
          <a:xfrm>
            <a:off x="1940400" y="1353240"/>
            <a:ext cx="83102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5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Arcs from the point cross the line twice;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bisect that section to drop the perpendicular.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Rectangle 44"/>
          <p:cNvSpPr/>
          <p:nvPr/>
        </p:nvSpPr>
        <p:spPr>
          <a:xfrm>
            <a:off x="2050200" y="1314720"/>
            <a:ext cx="8371800" cy="3888000"/>
          </a:xfrm>
          <a:prstGeom prst="rect">
            <a:avLst/>
          </a:prstGeom>
          <a:solidFill>
            <a:srgbClr val="ffffff"/>
          </a:solidFill>
          <a:ln>
            <a:solidFill>
              <a:srgbClr val="a5a5a5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417" name="Picture 1048" descr="set square blank"/>
          <p:cNvPicPr/>
          <p:nvPr/>
        </p:nvPicPr>
        <p:blipFill>
          <a:blip r:embed="rId1"/>
          <a:stretch/>
        </p:blipFill>
        <p:spPr>
          <a:xfrm>
            <a:off x="6748920" y="2251080"/>
            <a:ext cx="3528720" cy="2064960"/>
          </a:xfrm>
          <a:prstGeom prst="rect">
            <a:avLst/>
          </a:prstGeom>
          <a:ln w="0">
            <a:noFill/>
          </a:ln>
        </p:spPr>
      </p:pic>
      <p:pic>
        <p:nvPicPr>
          <p:cNvPr id="1418" name="Picture 1042" descr="ruler"/>
          <p:cNvPicPr/>
          <p:nvPr/>
        </p:nvPicPr>
        <p:blipFill>
          <a:blip r:embed="rId2"/>
          <a:stretch/>
        </p:blipFill>
        <p:spPr>
          <a:xfrm>
            <a:off x="2358000" y="4311360"/>
            <a:ext cx="7919640" cy="747360"/>
          </a:xfrm>
          <a:prstGeom prst="rect">
            <a:avLst/>
          </a:prstGeom>
          <a:ln w="0">
            <a:noFill/>
          </a:ln>
        </p:spPr>
      </p:pic>
      <p:sp>
        <p:nvSpPr>
          <p:cNvPr id="1419" name="Text Box 1044"/>
          <p:cNvSpPr/>
          <p:nvPr/>
        </p:nvSpPr>
        <p:spPr>
          <a:xfrm>
            <a:off x="2069280" y="1477800"/>
            <a:ext cx="42166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Draw a straight line using a ruler.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Line 1045"/>
          <p:cNvSpPr/>
          <p:nvPr/>
        </p:nvSpPr>
        <p:spPr>
          <a:xfrm>
            <a:off x="3797640" y="4303440"/>
            <a:ext cx="4680000" cy="36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1" name="Text Box 1046"/>
          <p:cNvSpPr/>
          <p:nvPr/>
        </p:nvSpPr>
        <p:spPr>
          <a:xfrm>
            <a:off x="2050200" y="2035080"/>
            <a:ext cx="40510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Place the set square on the ruler and use the right angle to draw a line perpendicular to this line.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Line 1049"/>
          <p:cNvSpPr/>
          <p:nvPr/>
        </p:nvSpPr>
        <p:spPr>
          <a:xfrm>
            <a:off x="6750360" y="2296800"/>
            <a:ext cx="360" cy="201456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23" name="Rectangle 1050"/>
          <p:cNvSpPr/>
          <p:nvPr/>
        </p:nvSpPr>
        <p:spPr>
          <a:xfrm>
            <a:off x="6533280" y="4086000"/>
            <a:ext cx="217080" cy="217080"/>
          </a:xfrm>
          <a:prstGeom prst="rect">
            <a:avLst/>
          </a:prstGeom>
          <a:noFill/>
          <a:ln w="2857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3" dur="indefinite" restart="never" nodeType="tmRoot">
          <p:childTnLst>
            <p:seq>
              <p:cTn id="184" dur="indefinite" nodeType="mainSeq">
                <p:childTnLst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nodeType="afterEffect" fill="hold" presetClass="entr" presetID="1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500"/>
                            </p:stCondLst>
                            <p:childTnLst>
                              <p:par>
                                <p:cTn id="193" nodeType="after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195" dur="500"/>
                                        <p:tgtEl>
                                          <p:spTgt spid="1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nodeType="clickEffect" fill="hold" presetClass="entr" presetID="2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up)" transition="in">
                                      <p:cBhvr additive="repl">
                                        <p:cTn id="208" dur="500"/>
                                        <p:tgtEl>
                                          <p:spTgt spid="1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PERPENDICULARS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Draw Parallel Lines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Shape 39"/>
          <p:cNvSpPr/>
          <p:nvPr/>
        </p:nvSpPr>
        <p:spPr>
          <a:xfrm>
            <a:off x="1940400" y="1353240"/>
            <a:ext cx="83102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5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Arcs from the point cross the line twice;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bisect that section to drop the perpendicular.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Rectangle 44"/>
          <p:cNvSpPr/>
          <p:nvPr/>
        </p:nvSpPr>
        <p:spPr>
          <a:xfrm>
            <a:off x="2050200" y="1386720"/>
            <a:ext cx="8371800" cy="3888000"/>
          </a:xfrm>
          <a:prstGeom prst="rect">
            <a:avLst/>
          </a:prstGeom>
          <a:solidFill>
            <a:srgbClr val="ffffff"/>
          </a:solidFill>
          <a:ln>
            <a:solidFill>
              <a:srgbClr val="a5a5a5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467" name="Picture 1026" descr="set square blank"/>
          <p:cNvPicPr/>
          <p:nvPr/>
        </p:nvPicPr>
        <p:blipFill>
          <a:blip r:embed="rId1"/>
          <a:stretch/>
        </p:blipFill>
        <p:spPr>
          <a:xfrm>
            <a:off x="5237640" y="2323080"/>
            <a:ext cx="3528720" cy="2064960"/>
          </a:xfrm>
          <a:prstGeom prst="rect">
            <a:avLst/>
          </a:prstGeom>
          <a:ln w="0">
            <a:noFill/>
          </a:ln>
        </p:spPr>
      </p:pic>
      <p:pic>
        <p:nvPicPr>
          <p:cNvPr id="1468" name="Picture 1032" descr="ruler"/>
          <p:cNvPicPr/>
          <p:nvPr/>
        </p:nvPicPr>
        <p:blipFill>
          <a:blip r:embed="rId2"/>
          <a:stretch/>
        </p:blipFill>
        <p:spPr>
          <a:xfrm>
            <a:off x="2358000" y="4383360"/>
            <a:ext cx="7919640" cy="747360"/>
          </a:xfrm>
          <a:prstGeom prst="rect">
            <a:avLst/>
          </a:prstGeom>
          <a:ln w="0">
            <a:noFill/>
          </a:ln>
        </p:spPr>
      </p:pic>
      <p:sp>
        <p:nvSpPr>
          <p:cNvPr id="1469" name="Text Box 1035"/>
          <p:cNvSpPr/>
          <p:nvPr/>
        </p:nvSpPr>
        <p:spPr>
          <a:xfrm>
            <a:off x="2050200" y="2467440"/>
            <a:ext cx="31158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Slide the set square along the ruler to draw a line parallel to the first.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470" name="Group 1046"/>
          <p:cNvGrpSpPr/>
          <p:nvPr/>
        </p:nvGrpSpPr>
        <p:grpSpPr>
          <a:xfrm>
            <a:off x="5237640" y="2323080"/>
            <a:ext cx="4752720" cy="2064960"/>
            <a:chOff x="5237640" y="2323080"/>
            <a:chExt cx="4752720" cy="2064960"/>
          </a:xfrm>
        </p:grpSpPr>
        <p:sp>
          <p:nvSpPr>
            <p:cNvPr id="1471" name="Rectangle 1038"/>
            <p:cNvSpPr/>
            <p:nvPr/>
          </p:nvSpPr>
          <p:spPr>
            <a:xfrm>
              <a:off x="5237640" y="2323080"/>
              <a:ext cx="1368000" cy="2064960"/>
            </a:xfrm>
            <a:prstGeom prst="rect">
              <a:avLst/>
            </a:pr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24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pic>
          <p:nvPicPr>
            <p:cNvPr id="1472" name="Picture 1043" descr="set square blank"/>
            <p:cNvPicPr/>
            <p:nvPr/>
          </p:nvPicPr>
          <p:blipFill>
            <a:blip r:embed="rId3"/>
            <a:stretch/>
          </p:blipFill>
          <p:spPr>
            <a:xfrm>
              <a:off x="6461640" y="2323080"/>
              <a:ext cx="3528720" cy="20649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473" name="Line 1044"/>
          <p:cNvSpPr/>
          <p:nvPr/>
        </p:nvSpPr>
        <p:spPr>
          <a:xfrm>
            <a:off x="6463080" y="2368800"/>
            <a:ext cx="360" cy="201456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74" name="Line 1045"/>
          <p:cNvSpPr/>
          <p:nvPr/>
        </p:nvSpPr>
        <p:spPr>
          <a:xfrm>
            <a:off x="6463080" y="3305520"/>
            <a:ext cx="360" cy="142920"/>
          </a:xfrm>
          <a:prstGeom prst="line">
            <a:avLst/>
          </a:prstGeom>
          <a:ln w="28575">
            <a:solidFill>
              <a:srgbClr val="000000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75" name="Line 1036"/>
          <p:cNvSpPr/>
          <p:nvPr/>
        </p:nvSpPr>
        <p:spPr>
          <a:xfrm>
            <a:off x="5239080" y="2368800"/>
            <a:ext cx="360" cy="201456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76" name="Line 1041"/>
          <p:cNvSpPr/>
          <p:nvPr/>
        </p:nvSpPr>
        <p:spPr>
          <a:xfrm>
            <a:off x="5239080" y="3303720"/>
            <a:ext cx="360" cy="142920"/>
          </a:xfrm>
          <a:prstGeom prst="line">
            <a:avLst/>
          </a:prstGeom>
          <a:ln w="28575">
            <a:solidFill>
              <a:srgbClr val="000000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77" name="Text Box 1033"/>
          <p:cNvSpPr/>
          <p:nvPr/>
        </p:nvSpPr>
        <p:spPr>
          <a:xfrm>
            <a:off x="2050200" y="1554480"/>
            <a:ext cx="82278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Place the set square on the ruler and use it to draw a straight line perpendicular to the ruler’s edge.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13" dur="indefinite" restart="never" nodeType="tmRoot">
          <p:childTnLst>
            <p:seq>
              <p:cTn id="214" dur="indefinite" nodeType="mainSeq">
                <p:childTnLst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500"/>
                            </p:stCondLst>
                            <p:childTnLst>
                              <p:par>
                                <p:cTn id="224" nodeType="afterEffect" fill="hold" presetClass="entr" presetID="1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27" nodeType="afterEffect" fill="hold" presetClass="entr" presetID="22" presetSubtype="1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up)" transition="in">
                                      <p:cBhvr additive="repl">
                                        <p:cTn id="229" dur="500"/>
                                        <p:tgtEl>
                                          <p:spTgt spid="14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0" fill="hold">
                      <p:stCondLst>
                        <p:cond delay="indefinite"/>
                      </p:stCondLst>
                      <p:childTnLst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indefinite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8" fill="hold">
                            <p:stCondLst>
                              <p:cond delay="500"/>
                            </p:stCondLst>
                            <p:childTnLst>
                              <p:par>
                                <p:cTn id="239" nodeType="afterEffect" fill="hold" presetClass="entr" presetID="22" presetSubtype="1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up)" transition="in">
                                      <p:cBhvr additive="repl">
                                        <p:cTn id="241" dur="500"/>
                                        <p:tgtEl>
                                          <p:spTgt spid="1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1500"/>
                            </p:stCondLst>
                            <p:childTnLst>
                              <p:par>
                                <p:cTn id="243" nodeType="after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245" dur="500"/>
                                        <p:tgtEl>
                                          <p:spTgt spid="14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6" fill="hold">
                            <p:stCondLst>
                              <p:cond delay="2000"/>
                            </p:stCondLst>
                            <p:childTnLst>
                              <p:par>
                                <p:cTn id="247" nodeType="after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249" dur="500"/>
                                        <p:tgtEl>
                                          <p:spTgt spid="1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3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4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5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4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6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Special Angles &amp; Shapes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7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Using only compasses, you can build exact angles and shapes.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8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9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0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Regular hexagon — 6 arcs round a circle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1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2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3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60° — the equilateral-triangle angle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4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5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6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30° and 45° — by bisecting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7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8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9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Dividing a line into equal parts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Regular Hexagon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Shape 39"/>
          <p:cNvSpPr/>
          <p:nvPr/>
        </p:nvSpPr>
        <p:spPr>
          <a:xfrm>
            <a:off x="2436120" y="1353240"/>
            <a:ext cx="731952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0" name="Image 0" descr="/tmp/work/clean5/cn-38.png"/>
          <p:cNvPicPr/>
          <p:nvPr/>
        </p:nvPicPr>
        <p:blipFill>
          <a:blip r:embed="rId1"/>
          <a:stretch/>
        </p:blipFill>
        <p:spPr>
          <a:xfrm>
            <a:off x="2499840" y="1417320"/>
            <a:ext cx="7191360" cy="4525920"/>
          </a:xfrm>
          <a:prstGeom prst="rect">
            <a:avLst/>
          </a:prstGeom>
          <a:ln w="0">
            <a:noFill/>
          </a:ln>
        </p:spPr>
      </p:pic>
      <p:sp>
        <p:nvSpPr>
          <p:cNvPr id="1571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2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The radius steps exactly 6 times around a circle.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Mark 6 arcs, then join them.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CONSTRUCTING 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Text 38"/>
          <p:cNvSpPr/>
          <p:nvPr/>
        </p:nvSpPr>
        <p:spPr>
          <a:xfrm>
            <a:off x="1325880" y="78624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An Angle of 60° — the equilateral-triangle angle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Shape 39"/>
          <p:cNvSpPr/>
          <p:nvPr/>
        </p:nvSpPr>
        <p:spPr>
          <a:xfrm>
            <a:off x="2390760" y="1353240"/>
            <a:ext cx="740952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13" name="Image 0" descr="/tmp/work/clean5/cn-39.png"/>
          <p:cNvPicPr/>
          <p:nvPr/>
        </p:nvPicPr>
        <p:blipFill>
          <a:blip r:embed="rId1"/>
          <a:stretch/>
        </p:blipFill>
        <p:spPr>
          <a:xfrm>
            <a:off x="2454840" y="1417320"/>
            <a:ext cx="7281360" cy="4525920"/>
          </a:xfrm>
          <a:prstGeom prst="rect">
            <a:avLst/>
          </a:prstGeom>
          <a:ln w="0">
            <a:noFill/>
          </a:ln>
        </p:spPr>
      </p:pic>
      <p:sp>
        <p:nvSpPr>
          <p:cNvPr id="1614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Equal arcs from both ends of the base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make an equilateral triangle — so the angle is exactly 60°.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CONSTRUCTING 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An Angle of 30°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Shape 39"/>
          <p:cNvSpPr/>
          <p:nvPr/>
        </p:nvSpPr>
        <p:spPr>
          <a:xfrm>
            <a:off x="2421360" y="1353240"/>
            <a:ext cx="73490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56" name="Image 0" descr="/tmp/work/clean5/cn-40.png"/>
          <p:cNvPicPr/>
          <p:nvPr/>
        </p:nvPicPr>
        <p:blipFill>
          <a:blip r:embed="rId1"/>
          <a:stretch/>
        </p:blipFill>
        <p:spPr>
          <a:xfrm>
            <a:off x="2485080" y="1417320"/>
            <a:ext cx="7220880" cy="4525920"/>
          </a:xfrm>
          <a:prstGeom prst="rect">
            <a:avLst/>
          </a:prstGeom>
          <a:ln w="0">
            <a:noFill/>
          </a:ln>
        </p:spPr>
      </p:pic>
      <p:sp>
        <p:nvSpPr>
          <p:cNvPr id="1657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8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Construct 60° first,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BISECT it — half of 60° is 30°.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CONSTRUCTING 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An Angle of 45°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Shape 39"/>
          <p:cNvSpPr/>
          <p:nvPr/>
        </p:nvSpPr>
        <p:spPr>
          <a:xfrm>
            <a:off x="1993320" y="1353240"/>
            <a:ext cx="820476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99" name="Image 0" descr="/tmp/work/clean5/cn-41.png"/>
          <p:cNvPicPr/>
          <p:nvPr/>
        </p:nvPicPr>
        <p:blipFill>
          <a:blip r:embed="rId1"/>
          <a:stretch/>
        </p:blipFill>
        <p:spPr>
          <a:xfrm>
            <a:off x="2057400" y="1417320"/>
            <a:ext cx="8076600" cy="4525920"/>
          </a:xfrm>
          <a:prstGeom prst="rect">
            <a:avLst/>
          </a:prstGeom>
          <a:ln w="0">
            <a:noFill/>
          </a:ln>
        </p:spPr>
      </p:pic>
      <p:sp>
        <p:nvSpPr>
          <p:cNvPr id="170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Construct a perpendicular (90°) at the point,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bisect it — half of 90° is 45°.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CONSTRUCTION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Dividing a Line into Equal Parts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Shape 39"/>
          <p:cNvSpPr/>
          <p:nvPr/>
        </p:nvSpPr>
        <p:spPr>
          <a:xfrm>
            <a:off x="2374920" y="1353240"/>
            <a:ext cx="744120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2" name="Image 0" descr="/tmp/work/clean5/cn-42.png"/>
          <p:cNvPicPr/>
          <p:nvPr/>
        </p:nvPicPr>
        <p:blipFill>
          <a:blip r:embed="rId1"/>
          <a:stretch/>
        </p:blipFill>
        <p:spPr>
          <a:xfrm>
            <a:off x="2439000" y="1417320"/>
            <a:ext cx="7313400" cy="4525920"/>
          </a:xfrm>
          <a:prstGeom prst="rect">
            <a:avLst/>
          </a:prstGeom>
          <a:ln w="0">
            <a:noFill/>
          </a:ln>
        </p:spPr>
      </p:pic>
      <p:sp>
        <p:nvSpPr>
          <p:cNvPr id="1743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4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Draw a second line at an angle,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step off equal lengths, then draw parallels back to the original line.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0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1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2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3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4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5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Constructions are ACCURATE drawings with a ruler and compasses — keep your arcs.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6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7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Triangle can be made only if the two shorter sides add to MORE than the longest.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8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9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Perpendicular bisector: arcs from each end — every point is equidistant from the two ends.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0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1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Angle bisector: arc across both arms, then arcs from those — splits the angle in half.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2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3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60° from an equilateral triangle; bisect for 30°; perpendicular then bisect for 45°.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4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5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never rub out your construction arcs — they show the method and carry the marks.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LibreOffice/24.2.7.2$Linux_X86_64 LibreOffice_project/420$Build-2</Application>
  <AppVersion>15.0000</AppVersion>
  <Words>1718</Words>
  <Paragraphs>315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2026-07-15T07:31:58Z</dcterms:created>
  <dc:creator>Zahra Sheikh Ali</dc:creator>
  <dc:description/>
  <dc:language>en-US</dc:language>
  <cp:lastModifiedBy>zahraa sheik ali</cp:lastModifiedBy>
  <dcterms:modified xsi:type="dcterms:W3CDTF">2026-07-27T09:55:30Z</dcterms:modified>
  <cp:revision>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28</vt:r8>
  </property>
  <property fmtid="{D5CDD505-2E9C-101B-9397-08002B2CF9AE}" pid="3" name="PresentationFormat">
    <vt:lpwstr>Custom</vt:lpwstr>
  </property>
  <property fmtid="{D5CDD505-2E9C-101B-9397-08002B2CF9AE}" pid="4" name="Slides">
    <vt:r8>28</vt:r8>
  </property>
</Properties>
</file>