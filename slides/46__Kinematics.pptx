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051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→ v → a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Kinematics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Displacement, Velocity &amp; Acceleration · Differentiating with Respect to Time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in a Straight Line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describes how an object moves.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know displacement as a formula in time, differentiating gives velocity, and differentiating again gives acceleration.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Displacement, velocity, acceleration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s → v → a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rest: v = 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/ min displacement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velocity: a = 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pPr algn="ctr"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· velocity · acceleration · at rest · ds/dt · dv/dt · stationary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to Go Down the Chain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DIFFERENTIATES with respect to time t.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is the rate of change of displacement; acceleration is the rate of change of velocity.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468880"/>
            <a:ext cx="3108960" cy="1645920"/>
          </a:xfrm>
          <a:prstGeom prst="roundRect">
            <a:avLst>
              <a:gd name="adj" fmla="val 3333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6928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66928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 (metres)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4526280" y="2468880"/>
            <a:ext cx="3108960" cy="1645920"/>
          </a:xfrm>
          <a:prstGeom prst="roundRect">
            <a:avLst>
              <a:gd name="adj" fmla="val 3333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2628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52628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ds/dt   (m/s)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503920" y="2468880"/>
            <a:ext cx="3108960" cy="1645920"/>
          </a:xfrm>
          <a:prstGeom prst="roundRect">
            <a:avLst>
              <a:gd name="adj" fmla="val 3333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50392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ACCELERATION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8503920" y="3291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dv/dt   (m/s²)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3703320" y="3291840"/>
            <a:ext cx="777240" cy="0"/>
          </a:xfrm>
          <a:prstGeom prst="line">
            <a:avLst/>
          </a:prstGeom>
          <a:noFill/>
          <a:ln w="381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680960" y="3291840"/>
            <a:ext cx="777240" cy="0"/>
          </a:xfrm>
          <a:prstGeom prst="line">
            <a:avLst/>
          </a:prstGeom>
          <a:noFill/>
          <a:ln w="381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356616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4380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41248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ds/dt    and    a = dv/dt = d²s/dt².   Differentiate once for velocity, twice for acceleration.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Conditions Examiners Ask For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words into an equation — that is the whole skill.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214884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‘at rest’  or  ‘momentarily stationary’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852160" y="2148840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= 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869680" y="2148840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v = 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" y="295351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" y="295351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‘maximum / minimum displacement’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852160" y="295351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= 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869680" y="295351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v = 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6928" y="375818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400" y="375818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‘maximum / minimum velocity’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5852160" y="3758184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acceleration = 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869680" y="3758184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a = 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456285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456285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‘returns to O’  /  ‘at the origin’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5852160" y="456285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 = 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869680" y="4562856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 s = 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66928" y="536752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14400" y="536752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‘initial’ value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5852160" y="536752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time t = 0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869680" y="5367528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 t = 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‘Rate of change of velocity’ means acceleration — differentiate v.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Displacement to Velocity &amp; Acceleration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 to get v.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v to get a.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‘At rest’ → put v = 0 and solve.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‘Max/min velocity’ → put a = 0 and solve.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differentiate with respect to time t — not x.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− 6t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+ 9t     (displacement in metres)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 v = ds/dt = 3t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− 12t + 9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 (v = 0):  3t</a:t>
            </a:r>
            <a:pPr indent="0" marL="0">
              <a:buNone/>
            </a:pP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− 12t + 9 = 0 → (t−1)(t−3)=0 → t = 1 or 3 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Acceleration:  a = dv/dt = 6t − 12.   Min velocity when a = 0 → t = 2 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rest at t = 1 s and t = 3 s;  velocity is least at t = 2 s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Units, Signs &amp; the Reverse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sign and the units carefully.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2860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tell direction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68680" y="306324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114300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velocity → moving forward.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68680" y="363016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velocity → moving backward.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68680" y="419709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acceleration → speeding up (if v &gt; 0).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68680" y="476402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114300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is the size of velocity (ignore the sign).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190488" y="22860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56248" y="25237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6492240" y="3063240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676656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Displacement s: metres (m).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492240" y="3630168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766560" y="3538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v: metres per second (m/s).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492240" y="4197096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0" name="Text 58"/>
          <p:cNvSpPr/>
          <p:nvPr/>
        </p:nvSpPr>
        <p:spPr>
          <a:xfrm>
            <a:off x="6766560" y="41056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Acceleration a: m/s².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492240" y="476402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6766560" y="4672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t: seconds (s).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the other way (a → v → s) uses integration — the reverse of differentiation.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the displacement, then translate the words into v = 0 or a = 0.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ds/dt,   a = dv/dt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‘At rest’ → v = 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‘Max/min velocity’ → a = 0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‘Initial’ → t = 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54954" y="1408176"/>
            <a:ext cx="7081787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106" y="1481328"/>
            <a:ext cx="693548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154673" y="1408176"/>
            <a:ext cx="588234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25" y="1481328"/>
            <a:ext cx="573604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759489" y="1408176"/>
            <a:ext cx="467271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2641" y="1481328"/>
            <a:ext cx="452641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334997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481328"/>
            <a:ext cx="9326880" cy="3203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59256" y="1408176"/>
            <a:ext cx="9473184" cy="4341823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481328"/>
            <a:ext cx="9326880" cy="4195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088618" y="1408176"/>
            <a:ext cx="8014460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770" y="1481328"/>
            <a:ext cx="7868156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146355" y="1408176"/>
            <a:ext cx="389898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9507" y="1481328"/>
            <a:ext cx="375268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029400" y="1408176"/>
            <a:ext cx="41328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2552" y="1481328"/>
            <a:ext cx="39865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128354" y="1408176"/>
            <a:ext cx="3934988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dfq/q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506" y="1481328"/>
            <a:ext cx="378868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→ differentiate → Velocity → differentiate → Acceleration.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ds/dt;   a = dv/dt = d²s/dt².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‘At rest’ and ‘maximum/minimum displacement’ both mean v = 0.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‘Maximum/minimum velocity’ means a = 0.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‘Initial’ means t = 0;  the sign of v or a gives the direction.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pPr algn="ctr" indent="0" marL="0">
              <a:buNone/>
            </a:pP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with respect to time, then turn the words into v = 0 or a = 0.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 Sheikh Ali</cp:lastModifiedBy>
  <cp:revision>1</cp:revision>
  <dcterms:created xsi:type="dcterms:W3CDTF">2026-07-16T10:18:26Z</dcterms:created>
  <dcterms:modified xsi:type="dcterms:W3CDTF">2026-07-16T10:18:26Z</dcterms:modified>
</cp:coreProperties>
</file>