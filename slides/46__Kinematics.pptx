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jpeg" ContentType="image/jpeg"/>
  <Override PartName="/_rels/.rels" ContentType="application/vnd.openxmlformats-package.relationships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slideMasters/_rels/slideMaster1.xml.rels" ContentType="application/vnd.openxmlformats-package.relationships+xml"/>
  <Override PartName="/ppt/slideMasters/slideMaster1.xml" ContentType="application/vnd.openxmlformats-officedocument.presentationml.slideMaster+xml"/>
  <Override PartName="/ppt/presProps.xml" ContentType="application/vnd.openxmlformats-officedocument.presentationml.presProps+xml"/>
  <Override PartName="/ppt/theme/theme1.xml" ContentType="application/vnd.openxmlformats-officedocument.theme+xml"/>
  <Override PartName="/ppt/theme/theme2.xml" ContentType="application/vnd.openxmlformats-officedocument.theme+xml"/>
  <Override PartName="/ppt/slideLayouts/_rels/slideLayout1.xml.rels" ContentType="application/vnd.openxmlformats-package.relationships+xml"/>
  <Override PartName="/ppt/slideLayouts/slideLayout1.xml" ContentType="application/vnd.openxmlformats-officedocument.presentationml.slideLayout+xml"/>
  <Override PartName="/ppt/_rels/presentation.xml.rels" ContentType="application/vnd.openxmlformats-package.relationships+xml"/>
  <Override PartName="/ppt/notesMasters/_rels/notesMaster1.xml.rels" ContentType="application/vnd.openxmlformats-package.relationships+xml"/>
  <Override PartName="/ppt/notesMasters/notesMaster1.xml" ContentType="application/vnd.openxmlformats-officedocument.presentationml.notesMaster+xml"/>
  <Override PartName="/ppt/media/image1.png" ContentType="image/png"/>
  <Override PartName="/ppt/media/image2.png" ContentType="image/png"/>
  <Override PartName="/ppt/media/image3.png" ContentType="image/png"/>
  <Override PartName="/ppt/media/image4.png" ContentType="image/png"/>
  <Override PartName="/ppt/media/image5.png" ContentType="image/png"/>
  <Override PartName="/ppt/media/image6.png" ContentType="image/png"/>
  <Override PartName="/ppt/media/image7.png" ContentType="image/png"/>
  <Override PartName="/ppt/media/image8.png" ContentType="image/png"/>
  <Override PartName="/ppt/media/image9.png" ContentType="image/png"/>
  <Override PartName="/ppt/slides/_rels/slide8.xml.rels" ContentType="application/vnd.openxmlformats-package.relationships+xml"/>
  <Override PartName="/ppt/slides/_rels/slide10.xml.rels" ContentType="application/vnd.openxmlformats-package.relationships+xml"/>
  <Override PartName="/ppt/slides/_rels/slide7.xml.rels" ContentType="application/vnd.openxmlformats-package.relationships+xml"/>
  <Override PartName="/ppt/slides/_rels/slide6.xml.rels" ContentType="application/vnd.openxmlformats-package.relationships+xml"/>
  <Override PartName="/ppt/slides/_rels/slide13.xml.rels" ContentType="application/vnd.openxmlformats-package.relationships+xml"/>
  <Override PartName="/ppt/slides/_rels/slide12.xml.rels" ContentType="application/vnd.openxmlformats-package.relationships+xml"/>
  <Override PartName="/ppt/slides/_rels/slide9.xml.rels" ContentType="application/vnd.openxmlformats-package.relationships+xml"/>
  <Override PartName="/ppt/slides/_rels/slide11.xml.rels" ContentType="application/vnd.openxmlformats-package.relationships+xml"/>
  <Override PartName="/ppt/slides/_rels/slide14.xml.rels" ContentType="application/vnd.openxmlformats-package.relationships+xml"/>
  <Override PartName="/ppt/slides/_rels/slide15.xml.rels" ContentType="application/vnd.openxmlformats-package.relationships+xml"/>
  <Override PartName="/ppt/slides/_rels/slide1.xml.rels" ContentType="application/vnd.openxmlformats-package.relationships+xml"/>
  <Override PartName="/ppt/slides/_rels/slide16.xml.rels" ContentType="application/vnd.openxmlformats-package.relationships+xml"/>
  <Override PartName="/ppt/slides/_rels/slide2.xml.rels" ContentType="application/vnd.openxmlformats-package.relationships+xml"/>
  <Override PartName="/ppt/slides/_rels/slide17.xml.rels" ContentType="application/vnd.openxmlformats-package.relationships+xml"/>
  <Override PartName="/ppt/slides/_rels/slide3.xml.rels" ContentType="application/vnd.openxmlformats-package.relationships+xml"/>
  <Override PartName="/ppt/slides/_rels/slide4.xml.rels" ContentType="application/vnd.openxmlformats-package.relationships+xml"/>
  <Override PartName="/ppt/slides/_rels/slide5.xml.rels" ContentType="application/vnd.openxmlformats-package.relationships+xml"/>
  <Override PartName="/ppt/slides/slide13.xml" ContentType="application/vnd.openxmlformats-officedocument.presentationml.slide+xml"/>
  <Override PartName="/ppt/slides/slide12.xml" ContentType="application/vnd.openxmlformats-officedocument.presentationml.slide+xml"/>
  <Override PartName="/ppt/slides/slide9.xml" ContentType="application/vnd.openxmlformats-officedocument.presentationml.slide+xml"/>
  <Override PartName="/ppt/slides/slide11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.xml" ContentType="application/vnd.openxmlformats-officedocument.presentationml.slide+xml"/>
  <Override PartName="/ppt/slides/slide16.xml" ContentType="application/vnd.openxmlformats-officedocument.presentationml.slide+xml"/>
  <Override PartName="/ppt/slides/slide2.xml" ContentType="application/vnd.openxmlformats-officedocument.presentationml.slide+xml"/>
  <Override PartName="/ppt/slides/slide17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10.xml" ContentType="application/vnd.openxmlformats-officedocument.presentationml.slide+xml"/>
  <Override PartName="/ppt/slides/slide8.xml" ContentType="application/vnd.openxmlformats-officedocument.presentationml.slide+xml"/>
  <Override PartName="/ppt/notesSlides/_rels/notesSlide6.xml.rels" ContentType="application/vnd.openxmlformats-package.relationships+xml"/>
  <Override PartName="/ppt/notesSlides/_rels/notesSlide5.xml.rels" ContentType="application/vnd.openxmlformats-package.relationships+xml"/>
  <Override PartName="/ppt/notesSlides/_rels/notesSlide4.xml.rels" ContentType="application/vnd.openxmlformats-package.relationships+xml"/>
  <Override PartName="/ppt/notesSlides/_rels/notesSlide17.xml.rels" ContentType="application/vnd.openxmlformats-package.relationships+xml"/>
  <Override PartName="/ppt/notesSlides/_rels/notesSlide13.xml.rels" ContentType="application/vnd.openxmlformats-package.relationships+xml"/>
  <Override PartName="/ppt/notesSlides/_rels/notesSlide12.xml.rels" ContentType="application/vnd.openxmlformats-package.relationships+xml"/>
  <Override PartName="/ppt/notesSlides/_rels/notesSlide11.xml.rels" ContentType="application/vnd.openxmlformats-package.relationships+xml"/>
  <Override PartName="/ppt/notesSlides/_rels/notesSlide9.xml.rels" ContentType="application/vnd.openxmlformats-package.relationships+xml"/>
  <Override PartName="/ppt/notesSlides/_rels/notesSlide8.xml.rels" ContentType="application/vnd.openxmlformats-package.relationships+xml"/>
  <Override PartName="/ppt/notesSlides/_rels/notesSlide7.xml.rels" ContentType="application/vnd.openxmlformats-package.relationships+xml"/>
  <Override PartName="/ppt/notesSlides/_rels/notesSlide14.xml.rels" ContentType="application/vnd.openxmlformats-package.relationships+xml"/>
  <Override PartName="/ppt/notesSlides/_rels/notesSlide1.xml.rels" ContentType="application/vnd.openxmlformats-package.relationships+xml"/>
  <Override PartName="/ppt/notesSlides/_rels/notesSlide15.xml.rels" ContentType="application/vnd.openxmlformats-package.relationships+xml"/>
  <Override PartName="/ppt/notesSlides/_rels/notesSlide2.xml.rels" ContentType="application/vnd.openxmlformats-package.relationships+xml"/>
  <Override PartName="/ppt/notesSlides/_rels/notesSlide16.xml.rels" ContentType="application/vnd.openxmlformats-package.relationships+xml"/>
  <Override PartName="/ppt/notesSlides/_rels/notesSlide3.xml.rels" ContentType="application/vnd.openxmlformats-package.relationships+xml"/>
  <Override PartName="/ppt/notesSlides/_rels/notesSlide10.xml.rels" ContentType="application/vnd.openxmlformats-package.relationships+xml"/>
  <Override PartName="/ppt/notesSlides/notesSlide13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10.xml" ContentType="application/vnd.openxmlformats-officedocument.presentationml.notesSlide+xml"/>
</Types>
</file>

<file path=_rels/.rels><?xml version="1.0" encoding="UTF-8"?>
<Relationships xmlns="http://schemas.openxmlformats.org/package/2006/relationships"><Relationship Id="rId1" Type="http://schemas.openxmlformats.org/officedocument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custom-properties" Target="docProps/custom.xml"/><Relationship Id="rId4" Type="http://schemas.openxmlformats.org/officeDocument/2006/relationships/officeDocument" Target="ppt/presentation.xml"/>
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sldMasterIdLst>
    <p:sldMasterId id="2147483648" r:id="rId2"/>
  </p:sldMasterIdLst>
  <p:notesMasterIdLst>
    <p:notesMasterId r:id="rId3"/>
  </p:notesMasterIdLst>
  <p:sldIdLst>
    <p:sldId id="256" r:id="rId4"/>
    <p:sldId id="257" r:id="rId5"/>
    <p:sldId id="258" r:id="rId6"/>
    <p:sldId id="259" r:id="rId7"/>
    <p:sldId id="260" r:id="rId8"/>
    <p:sldId id="261" r:id="rId9"/>
    <p:sldId id="262" r:id="rId10"/>
    <p:sldId id="263" r:id="rId11"/>
    <p:sldId id="264" r:id="rId12"/>
    <p:sldId id="265" r:id="rId13"/>
    <p:sldId id="266" r:id="rId14"/>
    <p:sldId id="267" r:id="rId15"/>
    <p:sldId id="268" r:id="rId16"/>
    <p:sldId id="269" r:id="rId17"/>
    <p:sldId id="270" r:id="rId18"/>
    <p:sldId id="271" r:id="rId19"/>
    <p:sldId id="272" r:id="rId20"/>
  </p:sldIdLst>
  <p:sldSz cx="12192000" cy="6858000"/>
  <p:notesSz cx="6858000" cy="12192000"/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/>
</p:presentationPr>
</file>

<file path=ppt/_rels/presentation.xml.rels><?xml version="1.0" encoding="UTF-8"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slideMaster" Target="slideMasters/slideMaster1.xml"/><Relationship Id="rId3" Type="http://schemas.openxmlformats.org/officeDocument/2006/relationships/notesMaster" Target="notesMasters/notesMaster1.xml"/><Relationship Id="rId4" Type="http://schemas.openxmlformats.org/officeDocument/2006/relationships/slide" Target="slides/slide1.xml"/><Relationship Id="rId5" Type="http://schemas.openxmlformats.org/officeDocument/2006/relationships/slide" Target="slides/slide2.xml"/><Relationship Id="rId6" Type="http://schemas.openxmlformats.org/officeDocument/2006/relationships/slide" Target="slides/slide3.xml"/><Relationship Id="rId7" Type="http://schemas.openxmlformats.org/officeDocument/2006/relationships/slide" Target="slides/slide4.xml"/><Relationship Id="rId8" Type="http://schemas.openxmlformats.org/officeDocument/2006/relationships/slide" Target="slides/slide5.xml"/><Relationship Id="rId9" Type="http://schemas.openxmlformats.org/officeDocument/2006/relationships/slide" Target="slides/slide6.xml"/><Relationship Id="rId10" Type="http://schemas.openxmlformats.org/officeDocument/2006/relationships/slide" Target="slides/slide7.xml"/><Relationship Id="rId11" Type="http://schemas.openxmlformats.org/officeDocument/2006/relationships/slide" Target="slides/slide8.xml"/><Relationship Id="rId12" Type="http://schemas.openxmlformats.org/officeDocument/2006/relationships/slide" Target="slides/slide9.xml"/><Relationship Id="rId13" Type="http://schemas.openxmlformats.org/officeDocument/2006/relationships/slide" Target="slides/slide10.xml"/><Relationship Id="rId14" Type="http://schemas.openxmlformats.org/officeDocument/2006/relationships/slide" Target="slides/slide11.xml"/><Relationship Id="rId15" Type="http://schemas.openxmlformats.org/officeDocument/2006/relationships/slide" Target="slides/slide12.xml"/><Relationship Id="rId16" Type="http://schemas.openxmlformats.org/officeDocument/2006/relationships/slide" Target="slides/slide13.xml"/><Relationship Id="rId17" Type="http://schemas.openxmlformats.org/officeDocument/2006/relationships/slide" Target="slides/slide14.xml"/><Relationship Id="rId18" Type="http://schemas.openxmlformats.org/officeDocument/2006/relationships/slide" Target="slides/slide15.xml"/><Relationship Id="rId19" Type="http://schemas.openxmlformats.org/officeDocument/2006/relationships/slide" Target="slides/slide16.xml"/><Relationship Id="rId20" Type="http://schemas.openxmlformats.org/officeDocument/2006/relationships/slide" Target="slides/slide17.xml"/><Relationship Id="rId21" Type="http://schemas.openxmlformats.org/officeDocument/2006/relationships/presProps" Target="presProps.xml"/>
</Relationships>
</file>

<file path=ppt/notesMasters/_rels/notesMaster1.xml.rels><?xml version="1.0" encoding="UTF-8"?>
<Relationships xmlns="http://schemas.openxmlformats.org/package/2006/relationships"><Relationship Id="rId1" Type="http://schemas.openxmlformats.org/officeDocument/2006/relationships/theme" Target="../theme/theme2.xml"/>
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sldImg"/>
          </p:nvPr>
        </p:nvSpPr>
        <p:spPr>
          <a:xfrm>
            <a:off x="216000" y="812520"/>
            <a:ext cx="7127280" cy="4008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r>
              <a:rPr b="0" lang="en-US" sz="1800" spc="-1" strike="noStrike">
                <a:solidFill>
                  <a:schemeClr val="dk1"/>
                </a:solidFill>
                <a:latin typeface="Calibri"/>
              </a:rPr>
              <a:t>Click to move the slide</a:t>
            </a:r>
            <a:endParaRPr b="0" lang="en-US" sz="18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body"/>
          </p:nvPr>
        </p:nvSpPr>
        <p:spPr>
          <a:xfrm>
            <a:off x="756000" y="5078520"/>
            <a:ext cx="6047640" cy="48110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pPr marL="216000" indent="-216000">
              <a:buNone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Click to edit the notes format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hdr"/>
          </p:nvPr>
        </p:nvSpPr>
        <p:spPr>
          <a:xfrm>
            <a:off x="0" y="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pPr indent="0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&lt;header&gt;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dt" idx="1"/>
          </p:nvPr>
        </p:nvSpPr>
        <p:spPr>
          <a:xfrm>
            <a:off x="4278960" y="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lstStyle>
            <a:lvl1pPr indent="0" algn="r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r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&lt;date/time&gt;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2"/>
          </p:nvPr>
        </p:nvSpPr>
        <p:spPr>
          <a:xfrm>
            <a:off x="0" y="1015740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b">
            <a:noAutofit/>
          </a:bodyPr>
          <a:lstStyle>
            <a:lvl1pPr indent="0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&lt;footer&gt;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7" name="PlaceHolder 6"/>
          <p:cNvSpPr>
            <a:spLocks noGrp="1"/>
          </p:cNvSpPr>
          <p:nvPr>
            <p:ph type="sldNum" idx="3"/>
          </p:nvPr>
        </p:nvSpPr>
        <p:spPr>
          <a:xfrm>
            <a:off x="4278960" y="1015740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b">
            <a:noAutofit/>
          </a:bodyPr>
          <a:lstStyle>
            <a:lvl1pPr indent="0" algn="r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r">
              <a:buNone/>
            </a:pPr>
            <a:fld id="{B6C47DA0-FDD9-44F8-B143-5240DB4EB062}" type="slidenum"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&lt;number&gt;</a:t>
            </a:fld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</p:notesMaster>
</file>

<file path=ppt/notesSlides/_rels/notesSlide1.xml.rels><?xml version="1.0" encoding="UTF-8"?>
<Relationships xmlns="http://schemas.openxmlformats.org/package/2006/relationships"><Relationship Id="rId1" Type="http://schemas.openxmlformats.org/officeDocument/2006/relationships/slide" Target="../slides/slide1.xml"/><Relationship Id="rId2" Type="http://schemas.openxmlformats.org/officeDocument/2006/relationships/notesMaster" Target="../notesMasters/notesMaster1.xml"/>
</Relationships>
</file>

<file path=ppt/notesSlides/_rels/notesSlide2.xml.rels><?xml version="1.0" encoding="UTF-8"?>
<Relationships xmlns="http://schemas.openxmlformats.org/package/2006/relationships"><Relationship Id="rId1" Type="http://schemas.openxmlformats.org/officeDocument/2006/relationships/slide" Target="../slides/slide2.xml"/><Relationship Id="rId2" Type="http://schemas.openxmlformats.org/officeDocument/2006/relationships/notesMaster" Target="../notesMasters/notesMaster1.xml"/>
</Relationships>
</file>

<file path=ppt/notesSlides/_rels/notesSlide3.xml.rels><?xml version="1.0" encoding="UTF-8"?>
<Relationships xmlns="http://schemas.openxmlformats.org/package/2006/relationships"><Relationship Id="rId1" Type="http://schemas.openxmlformats.org/officeDocument/2006/relationships/slide" Target="../slides/slide3.xml"/><Relationship Id="rId2" Type="http://schemas.openxmlformats.org/officeDocument/2006/relationships/notesMaster" Target="../notesMasters/notesMaster1.xml"/>
</Relationships>
</file>

<file path=ppt/notesSlides/_rels/notesSlide4.xml.rels><?xml version="1.0" encoding="UTF-8"?>
<Relationships xmlns="http://schemas.openxmlformats.org/package/2006/relationships"><Relationship Id="rId1" Type="http://schemas.openxmlformats.org/officeDocument/2006/relationships/slide" Target="../slides/slide4.xml"/><Relationship Id="rId2" Type="http://schemas.openxmlformats.org/officeDocument/2006/relationships/notesMaster" Target="../notesMasters/notesMaster1.xml"/>
</Relationships>
</file>

<file path=ppt/notesSlides/_rels/notesSlide5.xml.rels><?xml version="1.0" encoding="UTF-8"?>
<Relationships xmlns="http://schemas.openxmlformats.org/package/2006/relationships"><Relationship Id="rId1" Type="http://schemas.openxmlformats.org/officeDocument/2006/relationships/slide" Target="../slides/slide5.xml"/><Relationship Id="rId2" Type="http://schemas.openxmlformats.org/officeDocument/2006/relationships/notesMaster" Target="../notesMasters/notesMaster1.xml"/>
</Relationships>
</file>

<file path=ppt/notesSlides/_rels/notesSlide6.xml.rels><?xml version="1.0" encoding="UTF-8"?>
<Relationships xmlns="http://schemas.openxmlformats.org/package/2006/relationships"><Relationship Id="rId1" Type="http://schemas.openxmlformats.org/officeDocument/2006/relationships/slide" Target="../slides/slide6.xml"/><Relationship Id="rId2" Type="http://schemas.openxmlformats.org/officeDocument/2006/relationships/notesMaster" Target="../notesMasters/notesMaster1.xml"/>
</Relationships>
</file>

<file path=ppt/notesSlides/_rels/notesSlide7.xml.rels><?xml version="1.0" encoding="UTF-8"?>
<Relationships xmlns="http://schemas.openxmlformats.org/package/2006/relationships"><Relationship Id="rId1" Type="http://schemas.openxmlformats.org/officeDocument/2006/relationships/slide" Target="../slides/slide7.xml"/><Relationship Id="rId2" Type="http://schemas.openxmlformats.org/officeDocument/2006/relationships/notesMaster" Target="../notesMasters/notesMaster1.xml"/>
</Relationships>
</file>

<file path=ppt/notesSlides/_rels/notesSlide8.xml.rels><?xml version="1.0" encoding="UTF-8"?>
<Relationships xmlns="http://schemas.openxmlformats.org/package/2006/relationships"><Relationship Id="rId1" Type="http://schemas.openxmlformats.org/officeDocument/2006/relationships/slide" Target="../slides/slide8.xml"/><Relationship Id="rId2" Type="http://schemas.openxmlformats.org/officeDocument/2006/relationships/notesMaster" Target="../notesMasters/notesMaster1.xml"/>
</Relationships>
</file>

<file path=ppt/notesSlides/_rels/notesSlide9.xml.rels><?xml version="1.0" encoding="UTF-8"?>
<Relationships xmlns="http://schemas.openxmlformats.org/package/2006/relationships"><Relationship Id="rId1" Type="http://schemas.openxmlformats.org/officeDocument/2006/relationships/slide" Target="../slides/slide9.xml"/><Relationship Id="rId2" Type="http://schemas.openxmlformats.org/officeDocument/2006/relationships/notesMaster" Target="../notesMasters/notesMaster1.xml"/>
</Relationships>
</file>

<file path=ppt/notesSlides/_rels/notesSlide10.xml.rels><?xml version="1.0" encoding="UTF-8"?>
<Relationships xmlns="http://schemas.openxmlformats.org/package/2006/relationships"><Relationship Id="rId1" Type="http://schemas.openxmlformats.org/officeDocument/2006/relationships/slide" Target="../slides/slide10.xml"/><Relationship Id="rId2" Type="http://schemas.openxmlformats.org/officeDocument/2006/relationships/notesMaster" Target="../notesMasters/notesMaster1.xml"/>
</Relationships>
</file>

<file path=ppt/notesSlides/_rels/notesSlide11.xml.rels><?xml version="1.0" encoding="UTF-8"?>
<Relationships xmlns="http://schemas.openxmlformats.org/package/2006/relationships"><Relationship Id="rId1" Type="http://schemas.openxmlformats.org/officeDocument/2006/relationships/slide" Target="../slides/slide11.xml"/><Relationship Id="rId2" Type="http://schemas.openxmlformats.org/officeDocument/2006/relationships/notesMaster" Target="../notesMasters/notesMaster1.xml"/>
</Relationships>
</file>

<file path=ppt/notesSlides/_rels/notesSlide12.xml.rels><?xml version="1.0" encoding="UTF-8"?>
<Relationships xmlns="http://schemas.openxmlformats.org/package/2006/relationships"><Relationship Id="rId1" Type="http://schemas.openxmlformats.org/officeDocument/2006/relationships/slide" Target="../slides/slide12.xml"/><Relationship Id="rId2" Type="http://schemas.openxmlformats.org/officeDocument/2006/relationships/notesMaster" Target="../notesMasters/notesMaster1.xml"/>
</Relationships>
</file>

<file path=ppt/notesSlides/_rels/notesSlide13.xml.rels><?xml version="1.0" encoding="UTF-8"?>
<Relationships xmlns="http://schemas.openxmlformats.org/package/2006/relationships"><Relationship Id="rId1" Type="http://schemas.openxmlformats.org/officeDocument/2006/relationships/slide" Target="../slides/slide13.xml"/><Relationship Id="rId2" Type="http://schemas.openxmlformats.org/officeDocument/2006/relationships/notesMaster" Target="../notesMasters/notesMaster1.xml"/>
</Relationships>
</file>

<file path=ppt/notesSlides/_rels/notesSlide14.xml.rels><?xml version="1.0" encoding="UTF-8"?>
<Relationships xmlns="http://schemas.openxmlformats.org/package/2006/relationships"><Relationship Id="rId1" Type="http://schemas.openxmlformats.org/officeDocument/2006/relationships/slide" Target="../slides/slide14.xml"/><Relationship Id="rId2" Type="http://schemas.openxmlformats.org/officeDocument/2006/relationships/notesMaster" Target="../notesMasters/notesMaster1.xml"/>
</Relationships>
</file>

<file path=ppt/notesSlides/_rels/notesSlide15.xml.rels><?xml version="1.0" encoding="UTF-8"?>
<Relationships xmlns="http://schemas.openxmlformats.org/package/2006/relationships"><Relationship Id="rId1" Type="http://schemas.openxmlformats.org/officeDocument/2006/relationships/slide" Target="../slides/slide15.xml"/><Relationship Id="rId2" Type="http://schemas.openxmlformats.org/officeDocument/2006/relationships/notesMaster" Target="../notesMasters/notesMaster1.xml"/>
</Relationships>
</file>

<file path=ppt/notesSlides/_rels/notesSlide16.xml.rels><?xml version="1.0" encoding="UTF-8"?>
<Relationships xmlns="http://schemas.openxmlformats.org/package/2006/relationships"><Relationship Id="rId1" Type="http://schemas.openxmlformats.org/officeDocument/2006/relationships/slide" Target="../slides/slide16.xml"/><Relationship Id="rId2" Type="http://schemas.openxmlformats.org/officeDocument/2006/relationships/notesMaster" Target="../notesMasters/notesMaster1.xml"/>
</Relationships>
</file>

<file path=ppt/notesSlides/_rels/notesSlide17.xml.rels><?xml version="1.0" encoding="UTF-8"?>
<Relationships xmlns="http://schemas.openxmlformats.org/package/2006/relationships"><Relationship Id="rId1" Type="http://schemas.openxmlformats.org/officeDocument/2006/relationships/slide" Target="../slides/slide17.xml"/><Relationship Id="rId2" Type="http://schemas.openxmlformats.org/officeDocument/2006/relationships/notesMaster" Target="../notesMasters/notesMaster1.xml"/>
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30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831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16000" indent="-216000">
              <a:buNone/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32" name="PlaceHolder 3"/>
          <p:cNvSpPr>
            <a:spLocks noGrp="1"/>
          </p:cNvSpPr>
          <p:nvPr>
            <p:ph type="sldNum" idx="4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b="0" lang="en-US" sz="1200" spc="-1" strike="noStrike">
                <a:solidFill>
                  <a:schemeClr val="dk1"/>
                </a:solidFill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5BC7EDD1-D2EF-45C3-AC50-B14FE2F0BC98}" type="slidenum">
              <a:rPr b="0" lang="en-US" sz="1200" spc="-1" strike="noStrike">
                <a:solidFill>
                  <a:schemeClr val="dk1"/>
                </a:solidFill>
                <a:latin typeface="+mn-lt"/>
                <a:ea typeface="+mn-ea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33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834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16000" indent="-216000">
              <a:buNone/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35" name="PlaceHolder 3"/>
          <p:cNvSpPr>
            <a:spLocks noGrp="1"/>
          </p:cNvSpPr>
          <p:nvPr>
            <p:ph type="sldNum" idx="5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b="0" lang="en-US" sz="1200" spc="-1" strike="noStrike">
                <a:solidFill>
                  <a:schemeClr val="dk1"/>
                </a:solidFill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17BF9901-B992-4C68-9227-7E762A9BEE5B}" type="slidenum">
              <a:rPr b="0" lang="en-US" sz="1200" spc="-1" strike="noStrike">
                <a:solidFill>
                  <a:schemeClr val="dk1"/>
                </a:solidFill>
                <a:latin typeface="+mn-lt"/>
                <a:ea typeface="+mn-ea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36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837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16000" indent="-216000">
              <a:buNone/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38" name="PlaceHolder 3"/>
          <p:cNvSpPr>
            <a:spLocks noGrp="1"/>
          </p:cNvSpPr>
          <p:nvPr>
            <p:ph type="sldNum" idx="6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b="0" lang="en-US" sz="1200" spc="-1" strike="noStrike">
                <a:solidFill>
                  <a:schemeClr val="dk1"/>
                </a:solidFill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4126D6CF-D9C1-4AF6-A7CA-E055AEE60A3B}" type="slidenum">
              <a:rPr b="0" lang="en-US" sz="1200" spc="-1" strike="noStrike">
                <a:solidFill>
                  <a:schemeClr val="dk1"/>
                </a:solidFill>
                <a:latin typeface="+mn-lt"/>
                <a:ea typeface="+mn-ea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39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840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16000" indent="-216000">
              <a:buNone/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41" name="PlaceHolder 3"/>
          <p:cNvSpPr>
            <a:spLocks noGrp="1"/>
          </p:cNvSpPr>
          <p:nvPr>
            <p:ph type="sldNum" idx="7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b="0" lang="en-US" sz="1200" spc="-1" strike="noStrike">
                <a:solidFill>
                  <a:schemeClr val="dk1"/>
                </a:solidFill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A1027082-78A7-4721-8EB2-DCF322044D86}" type="slidenum">
              <a:rPr b="0" lang="en-US" sz="1200" spc="-1" strike="noStrike">
                <a:solidFill>
                  <a:schemeClr val="dk1"/>
                </a:solidFill>
                <a:latin typeface="+mn-lt"/>
                <a:ea typeface="+mn-ea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2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843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16000" indent="-216000">
              <a:buNone/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44" name="PlaceHolder 3"/>
          <p:cNvSpPr>
            <a:spLocks noGrp="1"/>
          </p:cNvSpPr>
          <p:nvPr>
            <p:ph type="sldNum" idx="8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b="0" lang="en-US" sz="1200" spc="-1" strike="noStrike">
                <a:solidFill>
                  <a:schemeClr val="dk1"/>
                </a:solidFill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45B28904-2C30-4EBD-81FB-11BC85E535D8}" type="slidenum">
              <a:rPr b="0" lang="en-US" sz="1200" spc="-1" strike="noStrike">
                <a:solidFill>
                  <a:schemeClr val="dk1"/>
                </a:solidFill>
                <a:latin typeface="+mn-lt"/>
                <a:ea typeface="+mn-ea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5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846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16000" indent="-216000">
              <a:buNone/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47" name="PlaceHolder 3"/>
          <p:cNvSpPr>
            <a:spLocks noGrp="1"/>
          </p:cNvSpPr>
          <p:nvPr>
            <p:ph type="sldNum" idx="9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b="0" lang="en-US" sz="1200" spc="-1" strike="noStrike">
                <a:solidFill>
                  <a:schemeClr val="dk1"/>
                </a:solidFill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1F345136-169A-4D1B-960E-AD002456D3B0}" type="slidenum">
              <a:rPr b="0" lang="en-US" sz="1200" spc="-1" strike="noStrike">
                <a:solidFill>
                  <a:schemeClr val="dk1"/>
                </a:solidFill>
                <a:latin typeface="+mn-lt"/>
                <a:ea typeface="+mn-ea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8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849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16000" indent="-216000">
              <a:buNone/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50" name="PlaceHolder 3"/>
          <p:cNvSpPr>
            <a:spLocks noGrp="1"/>
          </p:cNvSpPr>
          <p:nvPr>
            <p:ph type="sldNum" idx="10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b="0" lang="en-US" sz="1200" spc="-1" strike="noStrike">
                <a:solidFill>
                  <a:schemeClr val="dk1"/>
                </a:solidFill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77FCD4F9-29E7-4DC4-93DF-FF7B79D3EC4D}" type="slidenum">
              <a:rPr b="0" lang="en-US" sz="1200" spc="-1" strike="noStrike">
                <a:solidFill>
                  <a:schemeClr val="dk1"/>
                </a:solidFill>
                <a:latin typeface="+mn-lt"/>
                <a:ea typeface="+mn-ea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1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852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16000" indent="-216000">
              <a:buNone/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53" name="PlaceHolder 3"/>
          <p:cNvSpPr>
            <a:spLocks noGrp="1"/>
          </p:cNvSpPr>
          <p:nvPr>
            <p:ph type="sldNum" idx="11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b="0" lang="en-US" sz="1200" spc="-1" strike="noStrike">
                <a:solidFill>
                  <a:schemeClr val="dk1"/>
                </a:solidFill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002F8CEE-ED38-4F2F-9585-182C98262D14}" type="slidenum">
              <a:rPr b="0" lang="en-US" sz="1200" spc="-1" strike="noStrike">
                <a:solidFill>
                  <a:schemeClr val="dk1"/>
                </a:solidFill>
                <a:latin typeface="+mn-lt"/>
                <a:ea typeface="+mn-ea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4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855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16000" indent="-216000">
              <a:buNone/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56" name="PlaceHolder 3"/>
          <p:cNvSpPr>
            <a:spLocks noGrp="1"/>
          </p:cNvSpPr>
          <p:nvPr>
            <p:ph type="sldNum" idx="12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b="0" lang="en-US" sz="1200" spc="-1" strike="noStrike">
                <a:solidFill>
                  <a:schemeClr val="dk1"/>
                </a:solidFill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A31EA7F9-5C5B-4263-910C-8E39E90145D8}" type="slidenum">
              <a:rPr b="0" lang="en-US" sz="1200" spc="-1" strike="noStrike">
                <a:solidFill>
                  <a:schemeClr val="dk1"/>
                </a:solidFill>
                <a:latin typeface="+mn-lt"/>
                <a:ea typeface="+mn-ea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7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858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16000" indent="-216000">
              <a:buNone/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59" name="PlaceHolder 3"/>
          <p:cNvSpPr>
            <a:spLocks noGrp="1"/>
          </p:cNvSpPr>
          <p:nvPr>
            <p:ph type="sldNum" idx="13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b="0" lang="en-US" sz="1200" spc="-1" strike="noStrike">
                <a:solidFill>
                  <a:schemeClr val="dk1"/>
                </a:solidFill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9C06A8B2-27DD-4C6F-8E4C-3482D1B5259F}" type="slidenum">
              <a:rPr b="0" lang="en-US" sz="1200" spc="-1" strike="noStrike">
                <a:solidFill>
                  <a:schemeClr val="dk1"/>
                </a:solidFill>
                <a:latin typeface="+mn-lt"/>
                <a:ea typeface="+mn-ea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0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861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16000" indent="-216000">
              <a:buNone/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62" name="PlaceHolder 3"/>
          <p:cNvSpPr>
            <a:spLocks noGrp="1"/>
          </p:cNvSpPr>
          <p:nvPr>
            <p:ph type="sldNum" idx="14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b="0" lang="en-US" sz="1200" spc="-1" strike="noStrike">
                <a:solidFill>
                  <a:schemeClr val="dk1"/>
                </a:solidFill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45E463CC-D157-408C-A129-42322270C683}" type="slidenum">
              <a:rPr b="0" lang="en-US" sz="1200" spc="-1" strike="noStrike">
                <a:solidFill>
                  <a:schemeClr val="dk1"/>
                </a:solidFill>
                <a:latin typeface="+mn-lt"/>
                <a:ea typeface="+mn-ea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3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864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16000" indent="-216000">
              <a:buNone/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65" name="PlaceHolder 3"/>
          <p:cNvSpPr>
            <a:spLocks noGrp="1"/>
          </p:cNvSpPr>
          <p:nvPr>
            <p:ph type="sldNum" idx="15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b="0" lang="en-US" sz="1200" spc="-1" strike="noStrike">
                <a:solidFill>
                  <a:schemeClr val="dk1"/>
                </a:solidFill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163CE1E9-AE04-4759-ADF8-BB1A774515E7}" type="slidenum">
              <a:rPr b="0" lang="en-US" sz="1200" spc="-1" strike="noStrike">
                <a:solidFill>
                  <a:schemeClr val="dk1"/>
                </a:solidFill>
                <a:latin typeface="+mn-lt"/>
                <a:ea typeface="+mn-ea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6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867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16000" indent="-216000">
              <a:buNone/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68" name="PlaceHolder 3"/>
          <p:cNvSpPr>
            <a:spLocks noGrp="1"/>
          </p:cNvSpPr>
          <p:nvPr>
            <p:ph type="sldNum" idx="16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b="0" lang="en-US" sz="1200" spc="-1" strike="noStrike">
                <a:solidFill>
                  <a:schemeClr val="dk1"/>
                </a:solidFill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2739A908-DEBE-41A4-B8A6-13C5B5EC89BC}" type="slidenum">
              <a:rPr b="0" lang="en-US" sz="1200" spc="-1" strike="noStrike">
                <a:solidFill>
                  <a:schemeClr val="dk1"/>
                </a:solidFill>
                <a:latin typeface="+mn-lt"/>
                <a:ea typeface="+mn-ea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9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870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16000" indent="-216000">
              <a:buNone/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71" name="PlaceHolder 3"/>
          <p:cNvSpPr>
            <a:spLocks noGrp="1"/>
          </p:cNvSpPr>
          <p:nvPr>
            <p:ph type="sldNum" idx="17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b="0" lang="en-US" sz="1200" spc="-1" strike="noStrike">
                <a:solidFill>
                  <a:schemeClr val="dk1"/>
                </a:solidFill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0E820341-A468-4BB5-B3A5-384FAC598075}" type="slidenum">
              <a:rPr b="0" lang="en-US" sz="1200" spc="-1" strike="noStrike">
                <a:solidFill>
                  <a:schemeClr val="dk1"/>
                </a:solidFill>
                <a:latin typeface="+mn-lt"/>
                <a:ea typeface="+mn-ea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72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873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16000" indent="-216000">
              <a:buNone/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74" name="PlaceHolder 3"/>
          <p:cNvSpPr>
            <a:spLocks noGrp="1"/>
          </p:cNvSpPr>
          <p:nvPr>
            <p:ph type="sldNum" idx="18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b="0" lang="en-US" sz="1200" spc="-1" strike="noStrike">
                <a:solidFill>
                  <a:schemeClr val="dk1"/>
                </a:solidFill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339F0435-6F7A-4472-8181-7469FACD507B}" type="slidenum">
              <a:rPr b="0" lang="en-US" sz="1200" spc="-1" strike="noStrike">
                <a:solidFill>
                  <a:schemeClr val="dk1"/>
                </a:solidFill>
                <a:latin typeface="+mn-lt"/>
                <a:ea typeface="+mn-ea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75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876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16000" indent="-216000">
              <a:buNone/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77" name="PlaceHolder 3"/>
          <p:cNvSpPr>
            <a:spLocks noGrp="1"/>
          </p:cNvSpPr>
          <p:nvPr>
            <p:ph type="sldNum" idx="19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b="0" lang="en-US" sz="1200" spc="-1" strike="noStrike">
                <a:solidFill>
                  <a:schemeClr val="dk1"/>
                </a:solidFill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E953B804-5467-44CD-8A8D-A6306697A0CA}" type="slidenum">
              <a:rPr b="0" lang="en-US" sz="1200" spc="-1" strike="noStrike">
                <a:solidFill>
                  <a:schemeClr val="dk1"/>
                </a:solidFill>
                <a:latin typeface="+mn-lt"/>
                <a:ea typeface="+mn-ea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78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879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16000" indent="-216000">
              <a:buNone/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80" name="PlaceHolder 3"/>
          <p:cNvSpPr>
            <a:spLocks noGrp="1"/>
          </p:cNvSpPr>
          <p:nvPr>
            <p:ph type="sldNum" idx="20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b="0" lang="en-US" sz="1200" spc="-1" strike="noStrike">
                <a:solidFill>
                  <a:schemeClr val="dk1"/>
                </a:solidFill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BCE6D185-5F7E-46ED-B16E-5EAF5824814E}" type="slidenum">
              <a:rPr b="0" lang="en-US" sz="1200" spc="-1" strike="noStrike">
                <a:solidFill>
                  <a:schemeClr val="dk1"/>
                </a:solidFill>
                <a:latin typeface="+mn-lt"/>
                <a:ea typeface="+mn-ea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</p:notes>
</file>

<file path=ppt/slideLayouts/_rels/slideLayout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DEFAU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</p:sldLayout>
</file>

<file path=ppt/slideMasters/_rels/slideMaster1.xml.rels><?xml version="1.0" encoding="UTF-8"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slideLayout" Target="../slideLayouts/slideLayout1.xml"/>
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0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08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r>
              <a:rPr b="0" lang="en-US" sz="1800" spc="-1" strike="noStrike">
                <a:solidFill>
                  <a:schemeClr val="dk1"/>
                </a:solidFill>
                <a:latin typeface="Calibri"/>
              </a:rPr>
              <a:t>Click to edit the title text format</a:t>
            </a:r>
            <a:endParaRPr b="0" lang="en-US" sz="18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1" name="PlaceHolder 2"/>
          <p:cNvSpPr>
            <a:spLocks noGrp="1"/>
          </p:cNvSpPr>
          <p:nvPr>
            <p:ph type="body"/>
          </p:nvPr>
        </p:nvSpPr>
        <p:spPr>
          <a:xfrm>
            <a:off x="609480" y="1604520"/>
            <a:ext cx="1097208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3200" spc="-1" strike="noStrike">
                <a:solidFill>
                  <a:schemeClr val="dk1"/>
                </a:solidFill>
                <a:latin typeface="Calibri"/>
              </a:rPr>
              <a:t>Click to edit the outline text format</a:t>
            </a:r>
            <a:endParaRPr b="0" lang="en-US" sz="3200" spc="-1" strike="noStrike">
              <a:solidFill>
                <a:schemeClr val="dk1"/>
              </a:solidFill>
              <a:latin typeface="Calibri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400" spc="-1" strike="noStrike">
                <a:solidFill>
                  <a:schemeClr val="dk1"/>
                </a:solidFill>
                <a:latin typeface="Calibri"/>
              </a:rPr>
              <a:t>Second Outline Level</a:t>
            </a:r>
            <a:endParaRPr b="0" lang="en-US" sz="2400" spc="-1" strike="noStrike">
              <a:solidFill>
                <a:schemeClr val="dk1"/>
              </a:solidFill>
              <a:latin typeface="Calibri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chemeClr val="dk1"/>
                </a:solidFill>
                <a:latin typeface="Calibri"/>
              </a:rPr>
              <a:t>Third Outline Level</a:t>
            </a:r>
            <a:endParaRPr b="0" lang="en-US" sz="2000" spc="-1" strike="noStrike">
              <a:solidFill>
                <a:schemeClr val="dk1"/>
              </a:solidFill>
              <a:latin typeface="Calibri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000" spc="-1" strike="noStrike">
                <a:solidFill>
                  <a:schemeClr val="dk1"/>
                </a:solidFill>
                <a:latin typeface="Calibri"/>
              </a:rPr>
              <a:t>Fourth Outline Level</a:t>
            </a:r>
            <a:endParaRPr b="0" lang="en-US" sz="2000" spc="-1" strike="noStrike">
              <a:solidFill>
                <a:schemeClr val="dk1"/>
              </a:solidFill>
              <a:latin typeface="Calibri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chemeClr val="dk1"/>
                </a:solidFill>
                <a:latin typeface="Calibri"/>
              </a:rPr>
              <a:t>Fifth Outline Level</a:t>
            </a:r>
            <a:endParaRPr b="0" lang="en-US" sz="2000" spc="-1" strike="noStrike">
              <a:solidFill>
                <a:schemeClr val="dk1"/>
              </a:solidFill>
              <a:latin typeface="Calibri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chemeClr val="dk1"/>
                </a:solidFill>
                <a:latin typeface="Calibri"/>
              </a:rPr>
              <a:t>Sixth Outline Level</a:t>
            </a:r>
            <a:endParaRPr b="0" lang="en-US" sz="2000" spc="-1" strike="noStrike">
              <a:solidFill>
                <a:schemeClr val="dk1"/>
              </a:solidFill>
              <a:latin typeface="Calibri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chemeClr val="dk1"/>
                </a:solidFill>
                <a:latin typeface="Calibri"/>
              </a:rPr>
              <a:t>Seventh Outline Level</a:t>
            </a:r>
            <a:endParaRPr b="0" lang="en-US" sz="2000" spc="-1" strike="noStrike">
              <a:solidFill>
                <a:schemeClr val="dk1"/>
              </a:solidFill>
              <a:latin typeface="Calibri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49" r:id="rId2"/>
  </p:sldLayoutIdLst>
</p:sldMaster>
</file>

<file path=ppt/slides/_rels/slide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
</Relationships>
</file>

<file path=ppt/slides/_rels/slide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
</Relationships>
</file>

<file path=ppt/slides/_rels/slide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
</Relationships>
</file>

<file path=ppt/slides/_rels/slide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
</Relationships>
</file>

<file path=ppt/slides/_rels/slide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
</Relationships>
</file>

<file path=ppt/slides/_rels/slide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
</Relationships>
</file>

<file path=ppt/slides/_rels/slide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
</Relationships>
</file>

<file path=ppt/slides/_rels/slide8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
</Relationships>
</file>

<file path=ppt/slides/_rels/slide9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
</Relationships>
</file>

<file path=ppt/slides/_rels/slide10.xml.rels><?xml version="1.0" encoding="UTF-8"?>
<Relationships xmlns="http://schemas.openxmlformats.org/package/2006/relationships"><Relationship Id="rId1" Type="http://schemas.openxmlformats.org/officeDocument/2006/relationships/image" Target="../media/image3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
</Relationships>
</file>

<file path=ppt/slides/_rels/slide11.xml.rels><?xml version="1.0" encoding="UTF-8"?>
<Relationships xmlns="http://schemas.openxmlformats.org/package/2006/relationships"><Relationship Id="rId1" Type="http://schemas.openxmlformats.org/officeDocument/2006/relationships/image" Target="../media/image4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
</Relationships>
</file>

<file path=ppt/slides/_rels/slide12.xml.rels><?xml version="1.0" encoding="UTF-8"?>
<Relationships xmlns="http://schemas.openxmlformats.org/package/2006/relationships"><Relationship Id="rId1" Type="http://schemas.openxmlformats.org/officeDocument/2006/relationships/image" Target="../media/image5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
</Relationships>
</file>

<file path=ppt/slides/_rels/slide13.xml.rels><?xml version="1.0" encoding="UTF-8"?>
<Relationships xmlns="http://schemas.openxmlformats.org/package/2006/relationships"><Relationship Id="rId1" Type="http://schemas.openxmlformats.org/officeDocument/2006/relationships/image" Target="../media/image6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
</Relationships>
</file>

<file path=ppt/slides/_rels/slide14.xml.rels><?xml version="1.0" encoding="UTF-8"?>
<Relationships xmlns="http://schemas.openxmlformats.org/package/2006/relationships"><Relationship Id="rId1" Type="http://schemas.openxmlformats.org/officeDocument/2006/relationships/image" Target="../media/image7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
</Relationships>
</file>

<file path=ppt/slides/_rels/slide15.xml.rels><?xml version="1.0" encoding="UTF-8"?>
<Relationships xmlns="http://schemas.openxmlformats.org/package/2006/relationships"><Relationship Id="rId1" Type="http://schemas.openxmlformats.org/officeDocument/2006/relationships/image" Target="../media/image8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
</Relationships>
</file>

<file path=ppt/slides/_rels/slide16.xml.rels><?xml version="1.0" encoding="UTF-8"?>
<Relationships xmlns="http://schemas.openxmlformats.org/package/2006/relationships"><Relationship Id="rId1" Type="http://schemas.openxmlformats.org/officeDocument/2006/relationships/image" Target="../media/image9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
</Relationships>
</file>

<file path=ppt/slides/_rels/slide1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
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1c2a2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hape 0"/>
          <p:cNvSpPr/>
          <p:nvPr/>
        </p:nvSpPr>
        <p:spPr>
          <a:xfrm>
            <a:off x="0" y="0"/>
            <a:ext cx="360" cy="6858000"/>
          </a:xfrm>
          <a:prstGeom prst="line">
            <a:avLst/>
          </a:prstGeom>
          <a:ln w="6350">
            <a:solidFill>
              <a:srgbClr val="2634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9" name="Shape 1"/>
          <p:cNvSpPr/>
          <p:nvPr/>
        </p:nvSpPr>
        <p:spPr>
          <a:xfrm>
            <a:off x="566640" y="0"/>
            <a:ext cx="360" cy="6858000"/>
          </a:xfrm>
          <a:prstGeom prst="line">
            <a:avLst/>
          </a:prstGeom>
          <a:ln w="6350">
            <a:solidFill>
              <a:srgbClr val="2634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0" name="Shape 2"/>
          <p:cNvSpPr/>
          <p:nvPr/>
        </p:nvSpPr>
        <p:spPr>
          <a:xfrm>
            <a:off x="1133640" y="0"/>
            <a:ext cx="360" cy="6858000"/>
          </a:xfrm>
          <a:prstGeom prst="line">
            <a:avLst/>
          </a:prstGeom>
          <a:ln w="6350">
            <a:solidFill>
              <a:srgbClr val="2634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1" name="Shape 3"/>
          <p:cNvSpPr/>
          <p:nvPr/>
        </p:nvSpPr>
        <p:spPr>
          <a:xfrm>
            <a:off x="1700640" y="0"/>
            <a:ext cx="360" cy="6858000"/>
          </a:xfrm>
          <a:prstGeom prst="line">
            <a:avLst/>
          </a:prstGeom>
          <a:ln w="6350">
            <a:solidFill>
              <a:srgbClr val="2634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2" name="Shape 4"/>
          <p:cNvSpPr/>
          <p:nvPr/>
        </p:nvSpPr>
        <p:spPr>
          <a:xfrm>
            <a:off x="2267640" y="0"/>
            <a:ext cx="360" cy="6858000"/>
          </a:xfrm>
          <a:prstGeom prst="line">
            <a:avLst/>
          </a:prstGeom>
          <a:ln w="6350">
            <a:solidFill>
              <a:srgbClr val="2634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3" name="Shape 5"/>
          <p:cNvSpPr/>
          <p:nvPr/>
        </p:nvSpPr>
        <p:spPr>
          <a:xfrm>
            <a:off x="2834640" y="0"/>
            <a:ext cx="360" cy="6858000"/>
          </a:xfrm>
          <a:prstGeom prst="line">
            <a:avLst/>
          </a:prstGeom>
          <a:ln w="6350">
            <a:solidFill>
              <a:srgbClr val="2634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4" name="Shape 6"/>
          <p:cNvSpPr/>
          <p:nvPr/>
        </p:nvSpPr>
        <p:spPr>
          <a:xfrm>
            <a:off x="3401280" y="0"/>
            <a:ext cx="360" cy="6858000"/>
          </a:xfrm>
          <a:prstGeom prst="line">
            <a:avLst/>
          </a:prstGeom>
          <a:ln w="6350">
            <a:solidFill>
              <a:srgbClr val="2634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5" name="Shape 7"/>
          <p:cNvSpPr/>
          <p:nvPr/>
        </p:nvSpPr>
        <p:spPr>
          <a:xfrm>
            <a:off x="3968280" y="0"/>
            <a:ext cx="360" cy="6858000"/>
          </a:xfrm>
          <a:prstGeom prst="line">
            <a:avLst/>
          </a:prstGeom>
          <a:ln w="6350">
            <a:solidFill>
              <a:srgbClr val="2634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6" name="Shape 8"/>
          <p:cNvSpPr/>
          <p:nvPr/>
        </p:nvSpPr>
        <p:spPr>
          <a:xfrm>
            <a:off x="4535280" y="0"/>
            <a:ext cx="360" cy="6858000"/>
          </a:xfrm>
          <a:prstGeom prst="line">
            <a:avLst/>
          </a:prstGeom>
          <a:ln w="6350">
            <a:solidFill>
              <a:srgbClr val="2634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7" name="Shape 9"/>
          <p:cNvSpPr/>
          <p:nvPr/>
        </p:nvSpPr>
        <p:spPr>
          <a:xfrm>
            <a:off x="5102280" y="0"/>
            <a:ext cx="360" cy="6858000"/>
          </a:xfrm>
          <a:prstGeom prst="line">
            <a:avLst/>
          </a:prstGeom>
          <a:ln w="6350">
            <a:solidFill>
              <a:srgbClr val="2634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8" name="Shape 10"/>
          <p:cNvSpPr/>
          <p:nvPr/>
        </p:nvSpPr>
        <p:spPr>
          <a:xfrm>
            <a:off x="5669280" y="0"/>
            <a:ext cx="360" cy="6858000"/>
          </a:xfrm>
          <a:prstGeom prst="line">
            <a:avLst/>
          </a:prstGeom>
          <a:ln w="6350">
            <a:solidFill>
              <a:srgbClr val="2634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9" name="Shape 11"/>
          <p:cNvSpPr/>
          <p:nvPr/>
        </p:nvSpPr>
        <p:spPr>
          <a:xfrm>
            <a:off x="6235920" y="0"/>
            <a:ext cx="360" cy="6858000"/>
          </a:xfrm>
          <a:prstGeom prst="line">
            <a:avLst/>
          </a:prstGeom>
          <a:ln w="6350">
            <a:solidFill>
              <a:srgbClr val="2634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0" name="Shape 12"/>
          <p:cNvSpPr/>
          <p:nvPr/>
        </p:nvSpPr>
        <p:spPr>
          <a:xfrm>
            <a:off x="6802920" y="0"/>
            <a:ext cx="360" cy="6858000"/>
          </a:xfrm>
          <a:prstGeom prst="line">
            <a:avLst/>
          </a:prstGeom>
          <a:ln w="6350">
            <a:solidFill>
              <a:srgbClr val="2634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1" name="Shape 13"/>
          <p:cNvSpPr/>
          <p:nvPr/>
        </p:nvSpPr>
        <p:spPr>
          <a:xfrm>
            <a:off x="7369920" y="0"/>
            <a:ext cx="360" cy="6858000"/>
          </a:xfrm>
          <a:prstGeom prst="line">
            <a:avLst/>
          </a:prstGeom>
          <a:ln w="6350">
            <a:solidFill>
              <a:srgbClr val="2634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2" name="Shape 14"/>
          <p:cNvSpPr/>
          <p:nvPr/>
        </p:nvSpPr>
        <p:spPr>
          <a:xfrm>
            <a:off x="7936920" y="0"/>
            <a:ext cx="360" cy="6858000"/>
          </a:xfrm>
          <a:prstGeom prst="line">
            <a:avLst/>
          </a:prstGeom>
          <a:ln w="6350">
            <a:solidFill>
              <a:srgbClr val="2634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3" name="Shape 15"/>
          <p:cNvSpPr/>
          <p:nvPr/>
        </p:nvSpPr>
        <p:spPr>
          <a:xfrm>
            <a:off x="8503920" y="0"/>
            <a:ext cx="360" cy="6858000"/>
          </a:xfrm>
          <a:prstGeom prst="line">
            <a:avLst/>
          </a:prstGeom>
          <a:ln w="6350">
            <a:solidFill>
              <a:srgbClr val="2634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4" name="Shape 16"/>
          <p:cNvSpPr/>
          <p:nvPr/>
        </p:nvSpPr>
        <p:spPr>
          <a:xfrm>
            <a:off x="9070560" y="0"/>
            <a:ext cx="360" cy="6858000"/>
          </a:xfrm>
          <a:prstGeom prst="line">
            <a:avLst/>
          </a:prstGeom>
          <a:ln w="6350">
            <a:solidFill>
              <a:srgbClr val="2634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5" name="Shape 17"/>
          <p:cNvSpPr/>
          <p:nvPr/>
        </p:nvSpPr>
        <p:spPr>
          <a:xfrm>
            <a:off x="9637560" y="0"/>
            <a:ext cx="360" cy="6858000"/>
          </a:xfrm>
          <a:prstGeom prst="line">
            <a:avLst/>
          </a:prstGeom>
          <a:ln w="6350">
            <a:solidFill>
              <a:srgbClr val="2634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6" name="Shape 18"/>
          <p:cNvSpPr/>
          <p:nvPr/>
        </p:nvSpPr>
        <p:spPr>
          <a:xfrm>
            <a:off x="10204560" y="0"/>
            <a:ext cx="360" cy="6858000"/>
          </a:xfrm>
          <a:prstGeom prst="line">
            <a:avLst/>
          </a:prstGeom>
          <a:ln w="6350">
            <a:solidFill>
              <a:srgbClr val="2634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7" name="Shape 19"/>
          <p:cNvSpPr/>
          <p:nvPr/>
        </p:nvSpPr>
        <p:spPr>
          <a:xfrm>
            <a:off x="10771560" y="0"/>
            <a:ext cx="360" cy="6858000"/>
          </a:xfrm>
          <a:prstGeom prst="line">
            <a:avLst/>
          </a:prstGeom>
          <a:ln w="6350">
            <a:solidFill>
              <a:srgbClr val="2634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8" name="Shape 20"/>
          <p:cNvSpPr/>
          <p:nvPr/>
        </p:nvSpPr>
        <p:spPr>
          <a:xfrm>
            <a:off x="11338560" y="0"/>
            <a:ext cx="360" cy="6858000"/>
          </a:xfrm>
          <a:prstGeom prst="line">
            <a:avLst/>
          </a:prstGeom>
          <a:ln w="6350">
            <a:solidFill>
              <a:srgbClr val="2634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9" name="Shape 21"/>
          <p:cNvSpPr/>
          <p:nvPr/>
        </p:nvSpPr>
        <p:spPr>
          <a:xfrm>
            <a:off x="11905200" y="0"/>
            <a:ext cx="360" cy="6858000"/>
          </a:xfrm>
          <a:prstGeom prst="line">
            <a:avLst/>
          </a:prstGeom>
          <a:ln w="6350">
            <a:solidFill>
              <a:srgbClr val="2634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0" name="Shape 22"/>
          <p:cNvSpPr/>
          <p:nvPr/>
        </p:nvSpPr>
        <p:spPr>
          <a:xfrm>
            <a:off x="0" y="0"/>
            <a:ext cx="12191400" cy="360"/>
          </a:xfrm>
          <a:prstGeom prst="line">
            <a:avLst/>
          </a:prstGeom>
          <a:ln w="6350">
            <a:solidFill>
              <a:srgbClr val="2634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1" name="Shape 23"/>
          <p:cNvSpPr/>
          <p:nvPr/>
        </p:nvSpPr>
        <p:spPr>
          <a:xfrm>
            <a:off x="0" y="566640"/>
            <a:ext cx="12191400" cy="360"/>
          </a:xfrm>
          <a:prstGeom prst="line">
            <a:avLst/>
          </a:prstGeom>
          <a:ln w="6350">
            <a:solidFill>
              <a:srgbClr val="2634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2" name="Shape 24"/>
          <p:cNvSpPr/>
          <p:nvPr/>
        </p:nvSpPr>
        <p:spPr>
          <a:xfrm>
            <a:off x="0" y="1133640"/>
            <a:ext cx="12191400" cy="360"/>
          </a:xfrm>
          <a:prstGeom prst="line">
            <a:avLst/>
          </a:prstGeom>
          <a:ln w="6350">
            <a:solidFill>
              <a:srgbClr val="2634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3" name="Shape 25"/>
          <p:cNvSpPr/>
          <p:nvPr/>
        </p:nvSpPr>
        <p:spPr>
          <a:xfrm>
            <a:off x="0" y="1700640"/>
            <a:ext cx="12191400" cy="360"/>
          </a:xfrm>
          <a:prstGeom prst="line">
            <a:avLst/>
          </a:prstGeom>
          <a:ln w="6350">
            <a:solidFill>
              <a:srgbClr val="2634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4" name="Shape 26"/>
          <p:cNvSpPr/>
          <p:nvPr/>
        </p:nvSpPr>
        <p:spPr>
          <a:xfrm>
            <a:off x="0" y="2267640"/>
            <a:ext cx="12191400" cy="360"/>
          </a:xfrm>
          <a:prstGeom prst="line">
            <a:avLst/>
          </a:prstGeom>
          <a:ln w="6350">
            <a:solidFill>
              <a:srgbClr val="2634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5" name="Shape 27"/>
          <p:cNvSpPr/>
          <p:nvPr/>
        </p:nvSpPr>
        <p:spPr>
          <a:xfrm>
            <a:off x="0" y="2834640"/>
            <a:ext cx="12191400" cy="360"/>
          </a:xfrm>
          <a:prstGeom prst="line">
            <a:avLst/>
          </a:prstGeom>
          <a:ln w="6350">
            <a:solidFill>
              <a:srgbClr val="2634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6" name="Shape 28"/>
          <p:cNvSpPr/>
          <p:nvPr/>
        </p:nvSpPr>
        <p:spPr>
          <a:xfrm>
            <a:off x="0" y="3401280"/>
            <a:ext cx="12191400" cy="360"/>
          </a:xfrm>
          <a:prstGeom prst="line">
            <a:avLst/>
          </a:prstGeom>
          <a:ln w="6350">
            <a:solidFill>
              <a:srgbClr val="2634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7" name="Shape 29"/>
          <p:cNvSpPr/>
          <p:nvPr/>
        </p:nvSpPr>
        <p:spPr>
          <a:xfrm>
            <a:off x="0" y="3968280"/>
            <a:ext cx="12191400" cy="360"/>
          </a:xfrm>
          <a:prstGeom prst="line">
            <a:avLst/>
          </a:prstGeom>
          <a:ln w="6350">
            <a:solidFill>
              <a:srgbClr val="2634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8" name="Shape 30"/>
          <p:cNvSpPr/>
          <p:nvPr/>
        </p:nvSpPr>
        <p:spPr>
          <a:xfrm>
            <a:off x="0" y="4535280"/>
            <a:ext cx="12191400" cy="360"/>
          </a:xfrm>
          <a:prstGeom prst="line">
            <a:avLst/>
          </a:prstGeom>
          <a:ln w="6350">
            <a:solidFill>
              <a:srgbClr val="2634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9" name="Shape 31"/>
          <p:cNvSpPr/>
          <p:nvPr/>
        </p:nvSpPr>
        <p:spPr>
          <a:xfrm>
            <a:off x="0" y="5102280"/>
            <a:ext cx="12191400" cy="360"/>
          </a:xfrm>
          <a:prstGeom prst="line">
            <a:avLst/>
          </a:prstGeom>
          <a:ln w="6350">
            <a:solidFill>
              <a:srgbClr val="2634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0" name="Shape 32"/>
          <p:cNvSpPr/>
          <p:nvPr/>
        </p:nvSpPr>
        <p:spPr>
          <a:xfrm>
            <a:off x="0" y="5669280"/>
            <a:ext cx="12191400" cy="360"/>
          </a:xfrm>
          <a:prstGeom prst="line">
            <a:avLst/>
          </a:prstGeom>
          <a:ln w="6350">
            <a:solidFill>
              <a:srgbClr val="2634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1" name="Shape 33"/>
          <p:cNvSpPr/>
          <p:nvPr/>
        </p:nvSpPr>
        <p:spPr>
          <a:xfrm>
            <a:off x="0" y="6235920"/>
            <a:ext cx="12191400" cy="360"/>
          </a:xfrm>
          <a:prstGeom prst="line">
            <a:avLst/>
          </a:prstGeom>
          <a:ln w="6350">
            <a:solidFill>
              <a:srgbClr val="2634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2" name="Shape 34"/>
          <p:cNvSpPr/>
          <p:nvPr/>
        </p:nvSpPr>
        <p:spPr>
          <a:xfrm>
            <a:off x="0" y="6802920"/>
            <a:ext cx="12191400" cy="360"/>
          </a:xfrm>
          <a:prstGeom prst="line">
            <a:avLst/>
          </a:prstGeom>
          <a:ln w="6350">
            <a:solidFill>
              <a:srgbClr val="2634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3" name="Text 35"/>
          <p:cNvSpPr/>
          <p:nvPr/>
        </p:nvSpPr>
        <p:spPr>
          <a:xfrm>
            <a:off x="7680960" y="1051560"/>
            <a:ext cx="4023000" cy="731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algn="l" pos="0"/>
              </a:tabLst>
            </a:pPr>
            <a:r>
              <a:rPr b="1" i="1" lang="en-US" sz="4000" spc="-1" strike="noStrike">
                <a:solidFill>
                  <a:srgbClr val="33463a"/>
                </a:solidFill>
                <a:latin typeface="Cambria"/>
                <a:ea typeface="Cambria"/>
              </a:rPr>
              <a:t>s → v → a</a:t>
            </a:r>
            <a:endParaRPr b="0" lang="en-US" sz="40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4" name="Shape 36"/>
          <p:cNvSpPr/>
          <p:nvPr/>
        </p:nvSpPr>
        <p:spPr>
          <a:xfrm>
            <a:off x="777240" y="640080"/>
            <a:ext cx="658080" cy="658080"/>
          </a:xfrm>
          <a:prstGeom prst="roundRect">
            <a:avLst>
              <a:gd name="adj" fmla="val 13889"/>
            </a:avLst>
          </a:prstGeom>
          <a:solidFill>
            <a:srgbClr val="e8623d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5" name="Text 37"/>
          <p:cNvSpPr/>
          <p:nvPr/>
        </p:nvSpPr>
        <p:spPr>
          <a:xfrm>
            <a:off x="777240" y="640080"/>
            <a:ext cx="658080" cy="658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2160" spc="-1" strike="noStrike">
                <a:solidFill>
                  <a:srgbClr val="ffffff"/>
                </a:solidFill>
                <a:latin typeface="Cambria"/>
                <a:ea typeface="Cambria"/>
              </a:rPr>
              <a:t>Zπ</a:t>
            </a:r>
            <a:endParaRPr b="0" lang="en-US" sz="216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6" name="Text 38"/>
          <p:cNvSpPr/>
          <p:nvPr/>
        </p:nvSpPr>
        <p:spPr>
          <a:xfrm>
            <a:off x="1600200" y="603360"/>
            <a:ext cx="7314840" cy="31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300" spc="299" strike="noStrike">
                <a:solidFill>
                  <a:srgbClr val="e0ac2b"/>
                </a:solidFill>
                <a:latin typeface="Calibri"/>
                <a:ea typeface="Calibri"/>
              </a:rPr>
              <a:t>Zπ  MATHS HUB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7" name="Text 39"/>
          <p:cNvSpPr/>
          <p:nvPr/>
        </p:nvSpPr>
        <p:spPr>
          <a:xfrm>
            <a:off x="1600200" y="914400"/>
            <a:ext cx="731484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150" spc="-1" strike="noStrike">
                <a:solidFill>
                  <a:srgbClr val="c9d2c5"/>
                </a:solidFill>
                <a:latin typeface="Calibri"/>
                <a:ea typeface="Calibri"/>
              </a:rPr>
              <a:t>Pearson Edexcel IGCSE (9–1) · Higher Tier</a:t>
            </a:r>
            <a:endParaRPr b="0" lang="en-US" sz="115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8" name="Text 40"/>
          <p:cNvSpPr/>
          <p:nvPr/>
        </p:nvSpPr>
        <p:spPr>
          <a:xfrm>
            <a:off x="777240" y="2240280"/>
            <a:ext cx="10789560" cy="1005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4000" spc="-1" strike="noStrike">
                <a:solidFill>
                  <a:srgbClr val="e0ac2b"/>
                </a:solidFill>
                <a:latin typeface="Cambria"/>
                <a:ea typeface="Cambria"/>
              </a:rPr>
              <a:t>Kinematics</a:t>
            </a:r>
            <a:endParaRPr b="0" lang="en-US" sz="40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9" name="Text 41"/>
          <p:cNvSpPr/>
          <p:nvPr/>
        </p:nvSpPr>
        <p:spPr>
          <a:xfrm>
            <a:off x="804600" y="3310200"/>
            <a:ext cx="10789560" cy="4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i="1" lang="en-US" sz="1600" spc="-1" strike="noStrike">
                <a:solidFill>
                  <a:srgbClr val="edebdd"/>
                </a:solidFill>
                <a:latin typeface="Cambria"/>
                <a:ea typeface="Cambria"/>
              </a:rPr>
              <a:t>Displacement, Velocity &amp; Acceleration · Differentiating with Respect to Time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0" name="Shape 42"/>
          <p:cNvSpPr/>
          <p:nvPr/>
        </p:nvSpPr>
        <p:spPr>
          <a:xfrm>
            <a:off x="777240" y="4297680"/>
            <a:ext cx="6766200" cy="1691280"/>
          </a:xfrm>
          <a:prstGeom prst="roundRect">
            <a:avLst>
              <a:gd name="adj" fmla="val 3243"/>
            </a:avLst>
          </a:prstGeom>
          <a:solidFill>
            <a:srgbClr val="16261f"/>
          </a:solidFill>
          <a:ln w="0">
            <a:noFill/>
          </a:ln>
          <a:effectLst>
            <a:outerShdw algn="bl" blurRad="88920" dir="5400000" dist="38160" kx="0" ky="0" rotWithShape="0" sx="100000" sy="100000">
              <a:srgbClr val="000000">
                <a:alpha val="18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1" name="Text 43"/>
          <p:cNvSpPr/>
          <p:nvPr/>
        </p:nvSpPr>
        <p:spPr>
          <a:xfrm>
            <a:off x="1097280" y="4498920"/>
            <a:ext cx="6126120" cy="411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2200" spc="-1" strike="noStrike">
                <a:solidFill>
                  <a:srgbClr val="e0ac2b"/>
                </a:solidFill>
                <a:latin typeface="Cambria"/>
                <a:ea typeface="Cambria"/>
              </a:rPr>
              <a:t>Zahra Sheikh Ali</a:t>
            </a:r>
            <a:endParaRPr b="0" lang="en-US" sz="2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2" name="Text 44"/>
          <p:cNvSpPr/>
          <p:nvPr/>
        </p:nvSpPr>
        <p:spPr>
          <a:xfrm>
            <a:off x="1097280" y="4956120"/>
            <a:ext cx="6217560" cy="31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i="1" lang="en-US" sz="1250" spc="-1" strike="noStrike">
                <a:solidFill>
                  <a:srgbClr val="c9d2c5"/>
                </a:solidFill>
                <a:latin typeface="Cambria"/>
                <a:ea typeface="Cambria"/>
              </a:rPr>
              <a:t>IGCSE Mathematics Teacher  ·  M.Sc. Differential Geometry &amp; Geometric Control</a:t>
            </a:r>
            <a:endParaRPr b="0" lang="en-US" sz="125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3" name="Text 45"/>
          <p:cNvSpPr/>
          <p:nvPr/>
        </p:nvSpPr>
        <p:spPr>
          <a:xfrm>
            <a:off x="1097280" y="5394960"/>
            <a:ext cx="6217560" cy="31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250" spc="-1" strike="noStrike">
                <a:solidFill>
                  <a:srgbClr val="e8623d"/>
                </a:solidFill>
                <a:latin typeface="Calibri"/>
                <a:ea typeface="Calibri"/>
              </a:rPr>
              <a:t>☎  </a:t>
            </a:r>
            <a:r>
              <a:rPr b="1" lang="en-US" sz="1250" spc="-1" strike="noStrike">
                <a:solidFill>
                  <a:srgbClr val="e8623d"/>
                </a:solidFill>
                <a:latin typeface="Calibri"/>
                <a:ea typeface="Calibri"/>
              </a:rPr>
              <a:t>66613748      ✉  zahraa.sheikhali@outlook.com</a:t>
            </a:r>
            <a:endParaRPr b="0" lang="en-US" sz="1250" spc="-1" strike="noStrike">
              <a:solidFill>
                <a:srgbClr val="ffffff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7f6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Shape 0"/>
          <p:cNvSpPr/>
          <p:nvPr/>
        </p:nvSpPr>
        <p:spPr>
          <a:xfrm>
            <a:off x="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5" name="Shape 1"/>
          <p:cNvSpPr/>
          <p:nvPr/>
        </p:nvSpPr>
        <p:spPr>
          <a:xfrm>
            <a:off x="56664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6" name="Shape 2"/>
          <p:cNvSpPr/>
          <p:nvPr/>
        </p:nvSpPr>
        <p:spPr>
          <a:xfrm>
            <a:off x="113364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7" name="Shape 3"/>
          <p:cNvSpPr/>
          <p:nvPr/>
        </p:nvSpPr>
        <p:spPr>
          <a:xfrm>
            <a:off x="170064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8" name="Shape 4"/>
          <p:cNvSpPr/>
          <p:nvPr/>
        </p:nvSpPr>
        <p:spPr>
          <a:xfrm>
            <a:off x="226764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9" name="Shape 5"/>
          <p:cNvSpPr/>
          <p:nvPr/>
        </p:nvSpPr>
        <p:spPr>
          <a:xfrm>
            <a:off x="283464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0" name="Shape 6"/>
          <p:cNvSpPr/>
          <p:nvPr/>
        </p:nvSpPr>
        <p:spPr>
          <a:xfrm>
            <a:off x="340128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1" name="Shape 7"/>
          <p:cNvSpPr/>
          <p:nvPr/>
        </p:nvSpPr>
        <p:spPr>
          <a:xfrm>
            <a:off x="396828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2" name="Shape 8"/>
          <p:cNvSpPr/>
          <p:nvPr/>
        </p:nvSpPr>
        <p:spPr>
          <a:xfrm>
            <a:off x="453528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3" name="Shape 9"/>
          <p:cNvSpPr/>
          <p:nvPr/>
        </p:nvSpPr>
        <p:spPr>
          <a:xfrm>
            <a:off x="510228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4" name="Shape 10"/>
          <p:cNvSpPr/>
          <p:nvPr/>
        </p:nvSpPr>
        <p:spPr>
          <a:xfrm>
            <a:off x="566928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5" name="Shape 11"/>
          <p:cNvSpPr/>
          <p:nvPr/>
        </p:nvSpPr>
        <p:spPr>
          <a:xfrm>
            <a:off x="623592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6" name="Shape 12"/>
          <p:cNvSpPr/>
          <p:nvPr/>
        </p:nvSpPr>
        <p:spPr>
          <a:xfrm>
            <a:off x="680292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7" name="Shape 13"/>
          <p:cNvSpPr/>
          <p:nvPr/>
        </p:nvSpPr>
        <p:spPr>
          <a:xfrm>
            <a:off x="736992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8" name="Shape 14"/>
          <p:cNvSpPr/>
          <p:nvPr/>
        </p:nvSpPr>
        <p:spPr>
          <a:xfrm>
            <a:off x="793692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9" name="Shape 15"/>
          <p:cNvSpPr/>
          <p:nvPr/>
        </p:nvSpPr>
        <p:spPr>
          <a:xfrm>
            <a:off x="850392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0" name="Shape 16"/>
          <p:cNvSpPr/>
          <p:nvPr/>
        </p:nvSpPr>
        <p:spPr>
          <a:xfrm>
            <a:off x="907056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1" name="Shape 17"/>
          <p:cNvSpPr/>
          <p:nvPr/>
        </p:nvSpPr>
        <p:spPr>
          <a:xfrm>
            <a:off x="963756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2" name="Shape 18"/>
          <p:cNvSpPr/>
          <p:nvPr/>
        </p:nvSpPr>
        <p:spPr>
          <a:xfrm>
            <a:off x="1020456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3" name="Shape 19"/>
          <p:cNvSpPr/>
          <p:nvPr/>
        </p:nvSpPr>
        <p:spPr>
          <a:xfrm>
            <a:off x="1077156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4" name="Shape 20"/>
          <p:cNvSpPr/>
          <p:nvPr/>
        </p:nvSpPr>
        <p:spPr>
          <a:xfrm>
            <a:off x="1133856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5" name="Shape 21"/>
          <p:cNvSpPr/>
          <p:nvPr/>
        </p:nvSpPr>
        <p:spPr>
          <a:xfrm>
            <a:off x="1190520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6" name="Shape 22"/>
          <p:cNvSpPr/>
          <p:nvPr/>
        </p:nvSpPr>
        <p:spPr>
          <a:xfrm>
            <a:off x="0" y="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7" name="Shape 23"/>
          <p:cNvSpPr/>
          <p:nvPr/>
        </p:nvSpPr>
        <p:spPr>
          <a:xfrm>
            <a:off x="0" y="56664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8" name="Shape 24"/>
          <p:cNvSpPr/>
          <p:nvPr/>
        </p:nvSpPr>
        <p:spPr>
          <a:xfrm>
            <a:off x="0" y="113364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9" name="Shape 25"/>
          <p:cNvSpPr/>
          <p:nvPr/>
        </p:nvSpPr>
        <p:spPr>
          <a:xfrm>
            <a:off x="0" y="170064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0" name="Shape 26"/>
          <p:cNvSpPr/>
          <p:nvPr/>
        </p:nvSpPr>
        <p:spPr>
          <a:xfrm>
            <a:off x="0" y="226764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1" name="Shape 27"/>
          <p:cNvSpPr/>
          <p:nvPr/>
        </p:nvSpPr>
        <p:spPr>
          <a:xfrm>
            <a:off x="0" y="283464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2" name="Shape 28"/>
          <p:cNvSpPr/>
          <p:nvPr/>
        </p:nvSpPr>
        <p:spPr>
          <a:xfrm>
            <a:off x="0" y="340128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3" name="Shape 29"/>
          <p:cNvSpPr/>
          <p:nvPr/>
        </p:nvSpPr>
        <p:spPr>
          <a:xfrm>
            <a:off x="0" y="396828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4" name="Shape 30"/>
          <p:cNvSpPr/>
          <p:nvPr/>
        </p:nvSpPr>
        <p:spPr>
          <a:xfrm>
            <a:off x="0" y="453528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5" name="Shape 31"/>
          <p:cNvSpPr/>
          <p:nvPr/>
        </p:nvSpPr>
        <p:spPr>
          <a:xfrm>
            <a:off x="0" y="510228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6" name="Shape 32"/>
          <p:cNvSpPr/>
          <p:nvPr/>
        </p:nvSpPr>
        <p:spPr>
          <a:xfrm>
            <a:off x="0" y="566928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7" name="Shape 33"/>
          <p:cNvSpPr/>
          <p:nvPr/>
        </p:nvSpPr>
        <p:spPr>
          <a:xfrm>
            <a:off x="0" y="623592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8" name="Shape 34"/>
          <p:cNvSpPr/>
          <p:nvPr/>
        </p:nvSpPr>
        <p:spPr>
          <a:xfrm>
            <a:off x="0" y="680292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9" name="Shape 35"/>
          <p:cNvSpPr/>
          <p:nvPr/>
        </p:nvSpPr>
        <p:spPr>
          <a:xfrm>
            <a:off x="567000" y="420480"/>
            <a:ext cx="548280" cy="548280"/>
          </a:xfrm>
          <a:prstGeom prst="roundRect">
            <a:avLst>
              <a:gd name="adj" fmla="val 16667"/>
            </a:avLst>
          </a:prstGeom>
          <a:solidFill>
            <a:srgbClr val="e8623d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90" name="Text 36"/>
          <p:cNvSpPr/>
          <p:nvPr/>
        </p:nvSpPr>
        <p:spPr>
          <a:xfrm>
            <a:off x="567000" y="420480"/>
            <a:ext cx="548280" cy="54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800" spc="-1" strike="noStrike">
                <a:solidFill>
                  <a:srgbClr val="ffffff"/>
                </a:solidFill>
                <a:latin typeface="Cambria"/>
                <a:ea typeface="Cambria"/>
              </a:rPr>
              <a:t>Zπ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1" name="Text 37"/>
          <p:cNvSpPr/>
          <p:nvPr/>
        </p:nvSpPr>
        <p:spPr>
          <a:xfrm>
            <a:off x="1325880" y="402480"/>
            <a:ext cx="1024092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150" spc="248" strike="noStrike">
                <a:solidFill>
                  <a:srgbClr val="c84f2f"/>
                </a:solidFill>
                <a:latin typeface="Calibri"/>
                <a:ea typeface="Calibri"/>
              </a:rPr>
              <a:t>LESSON OVERVIEW</a:t>
            </a:r>
            <a:endParaRPr b="0" lang="en-US" sz="11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2" name="Text 38"/>
          <p:cNvSpPr/>
          <p:nvPr/>
        </p:nvSpPr>
        <p:spPr>
          <a:xfrm>
            <a:off x="1325880" y="676800"/>
            <a:ext cx="10240920" cy="566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2700" spc="-1" strike="noStrike">
                <a:solidFill>
                  <a:srgbClr val="1c2a22"/>
                </a:solidFill>
                <a:latin typeface="Cambria"/>
                <a:ea typeface="Cambria"/>
              </a:rPr>
              <a:t>Motion in a Straight Line</a:t>
            </a:r>
            <a:endParaRPr b="0" lang="en-US" sz="27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3" name="Shape 39"/>
          <p:cNvSpPr/>
          <p:nvPr/>
        </p:nvSpPr>
        <p:spPr>
          <a:xfrm>
            <a:off x="567000" y="1481400"/>
            <a:ext cx="11063880" cy="822600"/>
          </a:xfrm>
          <a:prstGeom prst="roundRect">
            <a:avLst>
              <a:gd name="adj" fmla="val 6667"/>
            </a:avLst>
          </a:prstGeom>
          <a:solidFill>
            <a:srgbClr val="16261f"/>
          </a:solidFill>
          <a:ln w="0">
            <a:noFill/>
          </a:ln>
          <a:effectLst>
            <a:outerShdw algn="bl" blurRad="88920" dir="5400000" dist="38160" kx="0" ky="0" rotWithShape="0" sx="100000" sy="100000">
              <a:srgbClr val="000000">
                <a:alpha val="18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94" name="Text 40"/>
          <p:cNvSpPr/>
          <p:nvPr/>
        </p:nvSpPr>
        <p:spPr>
          <a:xfrm>
            <a:off x="887040" y="1481400"/>
            <a:ext cx="10423800" cy="822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350" spc="-1" strike="noStrike">
                <a:solidFill>
                  <a:srgbClr val="e0ac2b"/>
                </a:solidFill>
                <a:latin typeface="Calibri"/>
                <a:ea typeface="Calibri"/>
              </a:rPr>
              <a:t>Kinematics describes how an object moves. </a:t>
            </a:r>
            <a:r>
              <a:rPr b="0" lang="en-US" sz="1350" spc="-1" strike="noStrike">
                <a:solidFill>
                  <a:srgbClr val="edebdd"/>
                </a:solidFill>
                <a:latin typeface="Calibri"/>
                <a:ea typeface="Calibri"/>
              </a:rPr>
              <a:t>If you know displacement as a formula in time, differentiating gives velocity, and differentiating again gives acceleration.</a:t>
            </a:r>
            <a:endParaRPr b="0" lang="en-US" sz="13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5" name="Shape 41"/>
          <p:cNvSpPr/>
          <p:nvPr/>
        </p:nvSpPr>
        <p:spPr>
          <a:xfrm>
            <a:off x="567000" y="2651760"/>
            <a:ext cx="3501720" cy="1051200"/>
          </a:xfrm>
          <a:prstGeom prst="roundRect">
            <a:avLst>
              <a:gd name="adj" fmla="val 5217"/>
            </a:avLst>
          </a:prstGeom>
          <a:solidFill>
            <a:srgbClr val="eef1e8"/>
          </a:solidFill>
          <a:ln w="0">
            <a:noFill/>
          </a:ln>
          <a:effectLst>
            <a:outerShdw algn="bl" blurRad="88920" dir="5400000" dist="38160" kx="0" ky="0" rotWithShape="0" sx="100000" sy="100000">
              <a:srgbClr val="000000">
                <a:alpha val="18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6" name="Shape 42"/>
          <p:cNvSpPr/>
          <p:nvPr/>
        </p:nvSpPr>
        <p:spPr>
          <a:xfrm>
            <a:off x="822960" y="2949120"/>
            <a:ext cx="456840" cy="456840"/>
          </a:xfrm>
          <a:prstGeom prst="ellipse">
            <a:avLst/>
          </a:prstGeom>
          <a:solidFill>
            <a:srgbClr val="c84f2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97" name="Text 43"/>
          <p:cNvSpPr/>
          <p:nvPr/>
        </p:nvSpPr>
        <p:spPr>
          <a:xfrm>
            <a:off x="822960" y="2949120"/>
            <a:ext cx="456840" cy="4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2000" spc="-1" strike="noStrike">
                <a:solidFill>
                  <a:srgbClr val="ffffff"/>
                </a:solidFill>
                <a:latin typeface="Cambria"/>
                <a:ea typeface="Cambria"/>
              </a:rPr>
              <a:t>1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8" name="Text 44"/>
          <p:cNvSpPr/>
          <p:nvPr/>
        </p:nvSpPr>
        <p:spPr>
          <a:xfrm>
            <a:off x="1435680" y="2651760"/>
            <a:ext cx="2541600" cy="1051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300" spc="-1" strike="noStrike">
                <a:solidFill>
                  <a:srgbClr val="1c2a22"/>
                </a:solidFill>
                <a:latin typeface="Cambria"/>
                <a:ea typeface="Cambria"/>
              </a:rPr>
              <a:t>Displacement, velocity, acceleration</a:t>
            </a:r>
            <a:endParaRPr b="0" lang="en-US" sz="13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9" name="Shape 45"/>
          <p:cNvSpPr/>
          <p:nvPr/>
        </p:nvSpPr>
        <p:spPr>
          <a:xfrm>
            <a:off x="4343400" y="2651760"/>
            <a:ext cx="3501720" cy="1051200"/>
          </a:xfrm>
          <a:prstGeom prst="roundRect">
            <a:avLst>
              <a:gd name="adj" fmla="val 5217"/>
            </a:avLst>
          </a:prstGeom>
          <a:solidFill>
            <a:srgbClr val="eef1e8"/>
          </a:solidFill>
          <a:ln w="0">
            <a:noFill/>
          </a:ln>
          <a:effectLst>
            <a:outerShdw algn="bl" blurRad="88920" dir="5400000" dist="38160" kx="0" ky="0" rotWithShape="0" sx="100000" sy="100000">
              <a:srgbClr val="000000">
                <a:alpha val="18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0" name="Shape 46"/>
          <p:cNvSpPr/>
          <p:nvPr/>
        </p:nvSpPr>
        <p:spPr>
          <a:xfrm>
            <a:off x="4599360" y="2949120"/>
            <a:ext cx="456840" cy="456840"/>
          </a:xfrm>
          <a:prstGeom prst="ellipse">
            <a:avLst/>
          </a:prstGeom>
          <a:solidFill>
            <a:srgbClr val="c84f2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01" name="Text 47"/>
          <p:cNvSpPr/>
          <p:nvPr/>
        </p:nvSpPr>
        <p:spPr>
          <a:xfrm>
            <a:off x="4599360" y="2949120"/>
            <a:ext cx="456840" cy="4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2000" spc="-1" strike="noStrike">
                <a:solidFill>
                  <a:srgbClr val="ffffff"/>
                </a:solidFill>
                <a:latin typeface="Cambria"/>
                <a:ea typeface="Cambria"/>
              </a:rPr>
              <a:t>2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2" name="Text 48"/>
          <p:cNvSpPr/>
          <p:nvPr/>
        </p:nvSpPr>
        <p:spPr>
          <a:xfrm>
            <a:off x="5212080" y="2651760"/>
            <a:ext cx="2541600" cy="1051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300" spc="-1" strike="noStrike">
                <a:solidFill>
                  <a:srgbClr val="1c2a22"/>
                </a:solidFill>
                <a:latin typeface="Cambria"/>
                <a:ea typeface="Cambria"/>
              </a:rPr>
              <a:t>Differentiate s → v → a</a:t>
            </a:r>
            <a:endParaRPr b="0" lang="en-US" sz="13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3" name="Shape 49"/>
          <p:cNvSpPr/>
          <p:nvPr/>
        </p:nvSpPr>
        <p:spPr>
          <a:xfrm>
            <a:off x="8119800" y="2651760"/>
            <a:ext cx="3501720" cy="1051200"/>
          </a:xfrm>
          <a:prstGeom prst="roundRect">
            <a:avLst>
              <a:gd name="adj" fmla="val 5217"/>
            </a:avLst>
          </a:prstGeom>
          <a:solidFill>
            <a:srgbClr val="eef1e8"/>
          </a:solidFill>
          <a:ln w="0">
            <a:noFill/>
          </a:ln>
          <a:effectLst>
            <a:outerShdw algn="bl" blurRad="88920" dir="5400000" dist="38160" kx="0" ky="0" rotWithShape="0" sx="100000" sy="100000">
              <a:srgbClr val="000000">
                <a:alpha val="18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4" name="Shape 50"/>
          <p:cNvSpPr/>
          <p:nvPr/>
        </p:nvSpPr>
        <p:spPr>
          <a:xfrm>
            <a:off x="8375760" y="2949120"/>
            <a:ext cx="456840" cy="456840"/>
          </a:xfrm>
          <a:prstGeom prst="ellipse">
            <a:avLst/>
          </a:prstGeom>
          <a:solidFill>
            <a:srgbClr val="c84f2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05" name="Text 51"/>
          <p:cNvSpPr/>
          <p:nvPr/>
        </p:nvSpPr>
        <p:spPr>
          <a:xfrm>
            <a:off x="8375760" y="2949120"/>
            <a:ext cx="456840" cy="4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2000" spc="-1" strike="noStrike">
                <a:solidFill>
                  <a:srgbClr val="ffffff"/>
                </a:solidFill>
                <a:latin typeface="Cambria"/>
                <a:ea typeface="Cambria"/>
              </a:rPr>
              <a:t>3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6" name="Text 52"/>
          <p:cNvSpPr/>
          <p:nvPr/>
        </p:nvSpPr>
        <p:spPr>
          <a:xfrm>
            <a:off x="8988480" y="2651760"/>
            <a:ext cx="2541600" cy="1051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300" spc="-1" strike="noStrike">
                <a:solidFill>
                  <a:srgbClr val="1c2a22"/>
                </a:solidFill>
                <a:latin typeface="Cambria"/>
                <a:ea typeface="Cambria"/>
              </a:rPr>
              <a:t>At rest: v = 0</a:t>
            </a:r>
            <a:endParaRPr b="0" lang="en-US" sz="13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7" name="Shape 53"/>
          <p:cNvSpPr/>
          <p:nvPr/>
        </p:nvSpPr>
        <p:spPr>
          <a:xfrm>
            <a:off x="567000" y="3996000"/>
            <a:ext cx="3501720" cy="1051200"/>
          </a:xfrm>
          <a:prstGeom prst="roundRect">
            <a:avLst>
              <a:gd name="adj" fmla="val 5217"/>
            </a:avLst>
          </a:prstGeom>
          <a:solidFill>
            <a:srgbClr val="fbf3dd"/>
          </a:solidFill>
          <a:ln w="0">
            <a:noFill/>
          </a:ln>
          <a:effectLst>
            <a:outerShdw algn="bl" blurRad="88920" dir="5400000" dist="38160" kx="0" ky="0" rotWithShape="0" sx="100000" sy="100000">
              <a:srgbClr val="000000">
                <a:alpha val="18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8" name="Shape 54"/>
          <p:cNvSpPr/>
          <p:nvPr/>
        </p:nvSpPr>
        <p:spPr>
          <a:xfrm>
            <a:off x="822960" y="4293000"/>
            <a:ext cx="456840" cy="456840"/>
          </a:xfrm>
          <a:prstGeom prst="ellipse">
            <a:avLst/>
          </a:prstGeom>
          <a:solidFill>
            <a:srgbClr val="c84f2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09" name="Text 55"/>
          <p:cNvSpPr/>
          <p:nvPr/>
        </p:nvSpPr>
        <p:spPr>
          <a:xfrm>
            <a:off x="822960" y="4293000"/>
            <a:ext cx="456840" cy="4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2000" spc="-1" strike="noStrike">
                <a:solidFill>
                  <a:srgbClr val="ffffff"/>
                </a:solidFill>
                <a:latin typeface="Cambria"/>
                <a:ea typeface="Cambria"/>
              </a:rPr>
              <a:t>4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0" name="Text 56"/>
          <p:cNvSpPr/>
          <p:nvPr/>
        </p:nvSpPr>
        <p:spPr>
          <a:xfrm>
            <a:off x="1435680" y="3996000"/>
            <a:ext cx="2541600" cy="1051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300" spc="-1" strike="noStrike">
                <a:solidFill>
                  <a:srgbClr val="1c2a22"/>
                </a:solidFill>
                <a:latin typeface="Cambria"/>
                <a:ea typeface="Cambria"/>
              </a:rPr>
              <a:t>Max / min displacement</a:t>
            </a:r>
            <a:endParaRPr b="0" lang="en-US" sz="13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1" name="Shape 57"/>
          <p:cNvSpPr/>
          <p:nvPr/>
        </p:nvSpPr>
        <p:spPr>
          <a:xfrm>
            <a:off x="4343400" y="3996000"/>
            <a:ext cx="3501720" cy="1051200"/>
          </a:xfrm>
          <a:prstGeom prst="roundRect">
            <a:avLst>
              <a:gd name="adj" fmla="val 5217"/>
            </a:avLst>
          </a:prstGeom>
          <a:solidFill>
            <a:srgbClr val="fbf3dd"/>
          </a:solidFill>
          <a:ln w="0">
            <a:noFill/>
          </a:ln>
          <a:effectLst>
            <a:outerShdw algn="bl" blurRad="88920" dir="5400000" dist="38160" kx="0" ky="0" rotWithShape="0" sx="100000" sy="100000">
              <a:srgbClr val="000000">
                <a:alpha val="18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2" name="Shape 58"/>
          <p:cNvSpPr/>
          <p:nvPr/>
        </p:nvSpPr>
        <p:spPr>
          <a:xfrm>
            <a:off x="4599360" y="4293000"/>
            <a:ext cx="456840" cy="456840"/>
          </a:xfrm>
          <a:prstGeom prst="ellipse">
            <a:avLst/>
          </a:prstGeom>
          <a:solidFill>
            <a:srgbClr val="c84f2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13" name="Text 59"/>
          <p:cNvSpPr/>
          <p:nvPr/>
        </p:nvSpPr>
        <p:spPr>
          <a:xfrm>
            <a:off x="4599360" y="4293000"/>
            <a:ext cx="456840" cy="4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2000" spc="-1" strike="noStrike">
                <a:solidFill>
                  <a:srgbClr val="ffffff"/>
                </a:solidFill>
                <a:latin typeface="Cambria"/>
                <a:ea typeface="Cambria"/>
              </a:rPr>
              <a:t>5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4" name="Text 60"/>
          <p:cNvSpPr/>
          <p:nvPr/>
        </p:nvSpPr>
        <p:spPr>
          <a:xfrm>
            <a:off x="5212080" y="3996000"/>
            <a:ext cx="2541600" cy="1051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300" spc="-1" strike="noStrike">
                <a:solidFill>
                  <a:srgbClr val="1c2a22"/>
                </a:solidFill>
                <a:latin typeface="Cambria"/>
                <a:ea typeface="Cambria"/>
              </a:rPr>
              <a:t>Max velocity: a = 0</a:t>
            </a:r>
            <a:endParaRPr b="0" lang="en-US" sz="13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5" name="Shape 61"/>
          <p:cNvSpPr/>
          <p:nvPr/>
        </p:nvSpPr>
        <p:spPr>
          <a:xfrm>
            <a:off x="8119800" y="3996000"/>
            <a:ext cx="3501720" cy="1051200"/>
          </a:xfrm>
          <a:prstGeom prst="roundRect">
            <a:avLst>
              <a:gd name="adj" fmla="val 5217"/>
            </a:avLst>
          </a:prstGeom>
          <a:solidFill>
            <a:srgbClr val="fbf3dd"/>
          </a:solidFill>
          <a:ln w="0">
            <a:noFill/>
          </a:ln>
          <a:effectLst>
            <a:outerShdw algn="bl" blurRad="88920" dir="5400000" dist="38160" kx="0" ky="0" rotWithShape="0" sx="100000" sy="100000">
              <a:srgbClr val="000000">
                <a:alpha val="18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6" name="Shape 62"/>
          <p:cNvSpPr/>
          <p:nvPr/>
        </p:nvSpPr>
        <p:spPr>
          <a:xfrm>
            <a:off x="8375760" y="4293000"/>
            <a:ext cx="456840" cy="456840"/>
          </a:xfrm>
          <a:prstGeom prst="ellipse">
            <a:avLst/>
          </a:prstGeom>
          <a:solidFill>
            <a:srgbClr val="c84f2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17" name="Text 63"/>
          <p:cNvSpPr/>
          <p:nvPr/>
        </p:nvSpPr>
        <p:spPr>
          <a:xfrm>
            <a:off x="8375760" y="4293000"/>
            <a:ext cx="456840" cy="4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2000" spc="-1" strike="noStrike">
                <a:solidFill>
                  <a:srgbClr val="ffffff"/>
                </a:solidFill>
                <a:latin typeface="Cambria"/>
                <a:ea typeface="Cambria"/>
              </a:rPr>
              <a:t>6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8" name="Text 64"/>
          <p:cNvSpPr/>
          <p:nvPr/>
        </p:nvSpPr>
        <p:spPr>
          <a:xfrm>
            <a:off x="8988480" y="3996000"/>
            <a:ext cx="2541600" cy="1051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300" spc="-1" strike="noStrike">
                <a:solidFill>
                  <a:srgbClr val="1c2a22"/>
                </a:solidFill>
                <a:latin typeface="Cambria"/>
                <a:ea typeface="Cambria"/>
              </a:rPr>
              <a:t>Past-paper questions</a:t>
            </a:r>
            <a:endParaRPr b="0" lang="en-US" sz="13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9" name="Text 65"/>
          <p:cNvSpPr/>
          <p:nvPr/>
        </p:nvSpPr>
        <p:spPr>
          <a:xfrm>
            <a:off x="567000" y="6172200"/>
            <a:ext cx="1106388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300" spc="-1" strike="noStrike">
                <a:solidFill>
                  <a:srgbClr val="c84f2f"/>
                </a:solidFill>
                <a:latin typeface="Calibri"/>
                <a:ea typeface="Calibri"/>
              </a:rPr>
              <a:t>Key words:  </a:t>
            </a:r>
            <a:r>
              <a:rPr b="0" lang="en-US" sz="1300" spc="-1" strike="noStrike">
                <a:solidFill>
                  <a:srgbClr val="5c6b60"/>
                </a:solidFill>
                <a:latin typeface="Calibri"/>
                <a:ea typeface="Calibri"/>
              </a:rPr>
              <a:t>displacement · velocity · acceleration · at rest · ds/dt · dv/dt · stationary</a:t>
            </a:r>
            <a:endParaRPr b="0" lang="en-US" sz="13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7f6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Shape 0"/>
          <p:cNvSpPr/>
          <p:nvPr/>
        </p:nvSpPr>
        <p:spPr>
          <a:xfrm>
            <a:off x="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1" name="Shape 1"/>
          <p:cNvSpPr/>
          <p:nvPr/>
        </p:nvSpPr>
        <p:spPr>
          <a:xfrm>
            <a:off x="56664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2" name="Shape 2"/>
          <p:cNvSpPr/>
          <p:nvPr/>
        </p:nvSpPr>
        <p:spPr>
          <a:xfrm>
            <a:off x="113364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3" name="Shape 3"/>
          <p:cNvSpPr/>
          <p:nvPr/>
        </p:nvSpPr>
        <p:spPr>
          <a:xfrm>
            <a:off x="170064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4" name="Shape 4"/>
          <p:cNvSpPr/>
          <p:nvPr/>
        </p:nvSpPr>
        <p:spPr>
          <a:xfrm>
            <a:off x="226764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5" name="Shape 5"/>
          <p:cNvSpPr/>
          <p:nvPr/>
        </p:nvSpPr>
        <p:spPr>
          <a:xfrm>
            <a:off x="283464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6" name="Shape 6"/>
          <p:cNvSpPr/>
          <p:nvPr/>
        </p:nvSpPr>
        <p:spPr>
          <a:xfrm>
            <a:off x="340128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7" name="Shape 7"/>
          <p:cNvSpPr/>
          <p:nvPr/>
        </p:nvSpPr>
        <p:spPr>
          <a:xfrm>
            <a:off x="396828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8" name="Shape 8"/>
          <p:cNvSpPr/>
          <p:nvPr/>
        </p:nvSpPr>
        <p:spPr>
          <a:xfrm>
            <a:off x="453528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9" name="Shape 9"/>
          <p:cNvSpPr/>
          <p:nvPr/>
        </p:nvSpPr>
        <p:spPr>
          <a:xfrm>
            <a:off x="510228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0" name="Shape 10"/>
          <p:cNvSpPr/>
          <p:nvPr/>
        </p:nvSpPr>
        <p:spPr>
          <a:xfrm>
            <a:off x="566928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1" name="Shape 11"/>
          <p:cNvSpPr/>
          <p:nvPr/>
        </p:nvSpPr>
        <p:spPr>
          <a:xfrm>
            <a:off x="623592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2" name="Shape 12"/>
          <p:cNvSpPr/>
          <p:nvPr/>
        </p:nvSpPr>
        <p:spPr>
          <a:xfrm>
            <a:off x="680292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3" name="Shape 13"/>
          <p:cNvSpPr/>
          <p:nvPr/>
        </p:nvSpPr>
        <p:spPr>
          <a:xfrm>
            <a:off x="736992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4" name="Shape 14"/>
          <p:cNvSpPr/>
          <p:nvPr/>
        </p:nvSpPr>
        <p:spPr>
          <a:xfrm>
            <a:off x="793692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5" name="Shape 15"/>
          <p:cNvSpPr/>
          <p:nvPr/>
        </p:nvSpPr>
        <p:spPr>
          <a:xfrm>
            <a:off x="850392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6" name="Shape 16"/>
          <p:cNvSpPr/>
          <p:nvPr/>
        </p:nvSpPr>
        <p:spPr>
          <a:xfrm>
            <a:off x="907056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7" name="Shape 17"/>
          <p:cNvSpPr/>
          <p:nvPr/>
        </p:nvSpPr>
        <p:spPr>
          <a:xfrm>
            <a:off x="963756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8" name="Shape 18"/>
          <p:cNvSpPr/>
          <p:nvPr/>
        </p:nvSpPr>
        <p:spPr>
          <a:xfrm>
            <a:off x="1020456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9" name="Shape 19"/>
          <p:cNvSpPr/>
          <p:nvPr/>
        </p:nvSpPr>
        <p:spPr>
          <a:xfrm>
            <a:off x="1077156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0" name="Shape 20"/>
          <p:cNvSpPr/>
          <p:nvPr/>
        </p:nvSpPr>
        <p:spPr>
          <a:xfrm>
            <a:off x="1133856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1" name="Shape 21"/>
          <p:cNvSpPr/>
          <p:nvPr/>
        </p:nvSpPr>
        <p:spPr>
          <a:xfrm>
            <a:off x="1190520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2" name="Shape 22"/>
          <p:cNvSpPr/>
          <p:nvPr/>
        </p:nvSpPr>
        <p:spPr>
          <a:xfrm>
            <a:off x="0" y="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3" name="Shape 23"/>
          <p:cNvSpPr/>
          <p:nvPr/>
        </p:nvSpPr>
        <p:spPr>
          <a:xfrm>
            <a:off x="0" y="56664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4" name="Shape 24"/>
          <p:cNvSpPr/>
          <p:nvPr/>
        </p:nvSpPr>
        <p:spPr>
          <a:xfrm>
            <a:off x="0" y="113364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5" name="Shape 25"/>
          <p:cNvSpPr/>
          <p:nvPr/>
        </p:nvSpPr>
        <p:spPr>
          <a:xfrm>
            <a:off x="0" y="170064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6" name="Shape 26"/>
          <p:cNvSpPr/>
          <p:nvPr/>
        </p:nvSpPr>
        <p:spPr>
          <a:xfrm>
            <a:off x="0" y="226764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7" name="Shape 27"/>
          <p:cNvSpPr/>
          <p:nvPr/>
        </p:nvSpPr>
        <p:spPr>
          <a:xfrm>
            <a:off x="0" y="283464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8" name="Shape 28"/>
          <p:cNvSpPr/>
          <p:nvPr/>
        </p:nvSpPr>
        <p:spPr>
          <a:xfrm>
            <a:off x="0" y="340128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9" name="Shape 29"/>
          <p:cNvSpPr/>
          <p:nvPr/>
        </p:nvSpPr>
        <p:spPr>
          <a:xfrm>
            <a:off x="0" y="396828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0" name="Shape 30"/>
          <p:cNvSpPr/>
          <p:nvPr/>
        </p:nvSpPr>
        <p:spPr>
          <a:xfrm>
            <a:off x="0" y="453528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1" name="Shape 31"/>
          <p:cNvSpPr/>
          <p:nvPr/>
        </p:nvSpPr>
        <p:spPr>
          <a:xfrm>
            <a:off x="0" y="510228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2" name="Shape 32"/>
          <p:cNvSpPr/>
          <p:nvPr/>
        </p:nvSpPr>
        <p:spPr>
          <a:xfrm>
            <a:off x="0" y="566928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3" name="Shape 33"/>
          <p:cNvSpPr/>
          <p:nvPr/>
        </p:nvSpPr>
        <p:spPr>
          <a:xfrm>
            <a:off x="0" y="623592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4" name="Shape 34"/>
          <p:cNvSpPr/>
          <p:nvPr/>
        </p:nvSpPr>
        <p:spPr>
          <a:xfrm>
            <a:off x="0" y="680292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5" name="Shape 35"/>
          <p:cNvSpPr/>
          <p:nvPr/>
        </p:nvSpPr>
        <p:spPr>
          <a:xfrm>
            <a:off x="567000" y="420480"/>
            <a:ext cx="548280" cy="548280"/>
          </a:xfrm>
          <a:prstGeom prst="roundRect">
            <a:avLst>
              <a:gd name="adj" fmla="val 16667"/>
            </a:avLst>
          </a:prstGeom>
          <a:solidFill>
            <a:srgbClr val="e8623d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56" name="Text 36"/>
          <p:cNvSpPr/>
          <p:nvPr/>
        </p:nvSpPr>
        <p:spPr>
          <a:xfrm>
            <a:off x="567000" y="420480"/>
            <a:ext cx="548280" cy="54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800" spc="-1" strike="noStrike">
                <a:solidFill>
                  <a:srgbClr val="ffffff"/>
                </a:solidFill>
                <a:latin typeface="Cambria"/>
                <a:ea typeface="Cambria"/>
              </a:rPr>
              <a:t>Zπ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7" name="Text 37"/>
          <p:cNvSpPr/>
          <p:nvPr/>
        </p:nvSpPr>
        <p:spPr>
          <a:xfrm>
            <a:off x="1325880" y="402480"/>
            <a:ext cx="1024092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150" spc="248" strike="noStrike">
                <a:solidFill>
                  <a:srgbClr val="c84f2f"/>
                </a:solidFill>
                <a:latin typeface="Calibri"/>
                <a:ea typeface="Calibri"/>
              </a:rPr>
              <a:t>THE KEY IDEA</a:t>
            </a:r>
            <a:endParaRPr b="0" lang="en-US" sz="11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8" name="Text 38"/>
          <p:cNvSpPr/>
          <p:nvPr/>
        </p:nvSpPr>
        <p:spPr>
          <a:xfrm>
            <a:off x="1325880" y="676800"/>
            <a:ext cx="10240920" cy="566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2700" spc="-1" strike="noStrike">
                <a:solidFill>
                  <a:srgbClr val="1c2a22"/>
                </a:solidFill>
                <a:latin typeface="Cambria"/>
                <a:ea typeface="Cambria"/>
              </a:rPr>
              <a:t>Differentiate to Go Down the Chain</a:t>
            </a:r>
            <a:endParaRPr b="0" lang="en-US" sz="27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9" name="Shape 39"/>
          <p:cNvSpPr/>
          <p:nvPr/>
        </p:nvSpPr>
        <p:spPr>
          <a:xfrm>
            <a:off x="567000" y="1325880"/>
            <a:ext cx="11063880" cy="658080"/>
          </a:xfrm>
          <a:prstGeom prst="roundRect">
            <a:avLst>
              <a:gd name="adj" fmla="val 8333"/>
            </a:avLst>
          </a:prstGeom>
          <a:solidFill>
            <a:srgbClr val="16261f"/>
          </a:solidFill>
          <a:ln w="0">
            <a:noFill/>
          </a:ln>
          <a:effectLst>
            <a:outerShdw algn="bl" blurRad="88920" dir="5400000" dist="38160" kx="0" ky="0" rotWithShape="0" sx="100000" sy="100000">
              <a:srgbClr val="000000">
                <a:alpha val="18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60" name="Text 40"/>
          <p:cNvSpPr/>
          <p:nvPr/>
        </p:nvSpPr>
        <p:spPr>
          <a:xfrm>
            <a:off x="887040" y="1325880"/>
            <a:ext cx="10423800" cy="658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350" spc="-1" strike="noStrike">
                <a:solidFill>
                  <a:srgbClr val="e0ac2b"/>
                </a:solidFill>
                <a:latin typeface="Calibri"/>
                <a:ea typeface="Calibri"/>
              </a:rPr>
              <a:t>Each step DIFFERENTIATES with respect to time t. </a:t>
            </a:r>
            <a:r>
              <a:rPr b="0" lang="en-US" sz="1350" spc="-1" strike="noStrike">
                <a:solidFill>
                  <a:srgbClr val="edebdd"/>
                </a:solidFill>
                <a:latin typeface="Calibri"/>
                <a:ea typeface="Calibri"/>
              </a:rPr>
              <a:t>Velocity is the rate of change of displacement; acceleration is the rate of change of velocity.</a:t>
            </a:r>
            <a:endParaRPr b="0" lang="en-US" sz="13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1" name="Shape 41"/>
          <p:cNvSpPr/>
          <p:nvPr/>
        </p:nvSpPr>
        <p:spPr>
          <a:xfrm>
            <a:off x="567000" y="2468880"/>
            <a:ext cx="3108600" cy="1645560"/>
          </a:xfrm>
          <a:prstGeom prst="roundRect">
            <a:avLst>
              <a:gd name="adj" fmla="val 3333"/>
            </a:avLst>
          </a:prstGeom>
          <a:solidFill>
            <a:srgbClr val="eef1e8"/>
          </a:solidFill>
          <a:ln w="0">
            <a:noFill/>
          </a:ln>
          <a:effectLst>
            <a:outerShdw algn="bl" blurRad="88920" dir="5400000" dist="38160" kx="0" ky="0" rotWithShape="0" sx="100000" sy="100000">
              <a:srgbClr val="000000">
                <a:alpha val="18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2" name="Text 42"/>
          <p:cNvSpPr/>
          <p:nvPr/>
        </p:nvSpPr>
        <p:spPr>
          <a:xfrm>
            <a:off x="567000" y="2697480"/>
            <a:ext cx="3108600" cy="54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2200" spc="-1" strike="noStrike">
                <a:solidFill>
                  <a:srgbClr val="c84f2f"/>
                </a:solidFill>
                <a:latin typeface="Cambria"/>
                <a:ea typeface="Cambria"/>
              </a:rPr>
              <a:t>DISPLACEMENT</a:t>
            </a:r>
            <a:endParaRPr b="0" lang="en-US" sz="2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3" name="Text 43"/>
          <p:cNvSpPr/>
          <p:nvPr/>
        </p:nvSpPr>
        <p:spPr>
          <a:xfrm>
            <a:off x="567000" y="3291840"/>
            <a:ext cx="3108600" cy="685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350" spc="-1" strike="noStrike">
                <a:solidFill>
                  <a:srgbClr val="1c2a22"/>
                </a:solidFill>
                <a:latin typeface="Cambria"/>
                <a:ea typeface="Cambria"/>
              </a:rPr>
              <a:t>s   (metres)</a:t>
            </a:r>
            <a:endParaRPr b="0" lang="en-US" sz="13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4" name="Shape 44"/>
          <p:cNvSpPr/>
          <p:nvPr/>
        </p:nvSpPr>
        <p:spPr>
          <a:xfrm>
            <a:off x="4526280" y="2468880"/>
            <a:ext cx="3108600" cy="1645560"/>
          </a:xfrm>
          <a:prstGeom prst="roundRect">
            <a:avLst>
              <a:gd name="adj" fmla="val 3333"/>
            </a:avLst>
          </a:prstGeom>
          <a:solidFill>
            <a:srgbClr val="fbf3dd"/>
          </a:solidFill>
          <a:ln w="0">
            <a:noFill/>
          </a:ln>
          <a:effectLst>
            <a:outerShdw algn="bl" blurRad="88920" dir="5400000" dist="38160" kx="0" ky="0" rotWithShape="0" sx="100000" sy="100000">
              <a:srgbClr val="000000">
                <a:alpha val="18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5" name="Text 45"/>
          <p:cNvSpPr/>
          <p:nvPr/>
        </p:nvSpPr>
        <p:spPr>
          <a:xfrm>
            <a:off x="4526280" y="2697480"/>
            <a:ext cx="3108600" cy="54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2200" spc="-1" strike="noStrike">
                <a:solidFill>
                  <a:srgbClr val="c84f2f"/>
                </a:solidFill>
                <a:latin typeface="Cambria"/>
                <a:ea typeface="Cambria"/>
              </a:rPr>
              <a:t>VELOCITY</a:t>
            </a:r>
            <a:endParaRPr b="0" lang="en-US" sz="2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6" name="Text 46"/>
          <p:cNvSpPr/>
          <p:nvPr/>
        </p:nvSpPr>
        <p:spPr>
          <a:xfrm>
            <a:off x="4526280" y="3291840"/>
            <a:ext cx="3108600" cy="685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350" spc="-1" strike="noStrike">
                <a:solidFill>
                  <a:srgbClr val="1c2a22"/>
                </a:solidFill>
                <a:latin typeface="Cambria"/>
                <a:ea typeface="Cambria"/>
              </a:rPr>
              <a:t>v = ds/dt   (m/s)</a:t>
            </a:r>
            <a:endParaRPr b="0" lang="en-US" sz="13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7" name="Shape 47"/>
          <p:cNvSpPr/>
          <p:nvPr/>
        </p:nvSpPr>
        <p:spPr>
          <a:xfrm>
            <a:off x="8503920" y="2468880"/>
            <a:ext cx="3108600" cy="1645560"/>
          </a:xfrm>
          <a:prstGeom prst="roundRect">
            <a:avLst>
              <a:gd name="adj" fmla="val 3333"/>
            </a:avLst>
          </a:prstGeom>
          <a:solidFill>
            <a:srgbClr val="eef1e8"/>
          </a:solidFill>
          <a:ln w="0">
            <a:noFill/>
          </a:ln>
          <a:effectLst>
            <a:outerShdw algn="bl" blurRad="88920" dir="5400000" dist="38160" kx="0" ky="0" rotWithShape="0" sx="100000" sy="100000">
              <a:srgbClr val="000000">
                <a:alpha val="18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8" name="Text 48"/>
          <p:cNvSpPr/>
          <p:nvPr/>
        </p:nvSpPr>
        <p:spPr>
          <a:xfrm>
            <a:off x="8503920" y="2697480"/>
            <a:ext cx="3108600" cy="54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2200" spc="-1" strike="noStrike">
                <a:solidFill>
                  <a:srgbClr val="c84f2f"/>
                </a:solidFill>
                <a:latin typeface="Cambria"/>
                <a:ea typeface="Cambria"/>
              </a:rPr>
              <a:t>ACCELERATION</a:t>
            </a:r>
            <a:endParaRPr b="0" lang="en-US" sz="2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9" name="Text 49"/>
          <p:cNvSpPr/>
          <p:nvPr/>
        </p:nvSpPr>
        <p:spPr>
          <a:xfrm>
            <a:off x="8503920" y="3291840"/>
            <a:ext cx="3108600" cy="685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350" spc="-1" strike="noStrike">
                <a:solidFill>
                  <a:srgbClr val="1c2a22"/>
                </a:solidFill>
                <a:latin typeface="Cambria"/>
                <a:ea typeface="Cambria"/>
              </a:rPr>
              <a:t>a = dv/dt   (m/s²)</a:t>
            </a:r>
            <a:endParaRPr b="0" lang="en-US" sz="13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0" name="Shape 50"/>
          <p:cNvSpPr/>
          <p:nvPr/>
        </p:nvSpPr>
        <p:spPr>
          <a:xfrm>
            <a:off x="3703320" y="3291840"/>
            <a:ext cx="777240" cy="360"/>
          </a:xfrm>
          <a:prstGeom prst="line">
            <a:avLst/>
          </a:prstGeom>
          <a:ln w="38100">
            <a:solidFill>
              <a:srgbClr val="e0ac2b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1" name="Shape 51"/>
          <p:cNvSpPr/>
          <p:nvPr/>
        </p:nvSpPr>
        <p:spPr>
          <a:xfrm>
            <a:off x="7680960" y="3291840"/>
            <a:ext cx="777240" cy="360"/>
          </a:xfrm>
          <a:prstGeom prst="line">
            <a:avLst/>
          </a:prstGeom>
          <a:ln w="38100">
            <a:solidFill>
              <a:srgbClr val="e0ac2b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2" name="Text 52"/>
          <p:cNvSpPr/>
          <p:nvPr/>
        </p:nvSpPr>
        <p:spPr>
          <a:xfrm>
            <a:off x="3566160" y="2880360"/>
            <a:ext cx="105120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i="1" lang="en-US" sz="1000" spc="-1" strike="noStrike">
                <a:solidFill>
                  <a:srgbClr val="5c6b60"/>
                </a:solidFill>
                <a:latin typeface="Calibri"/>
                <a:ea typeface="Calibri"/>
              </a:rPr>
              <a:t>differentiate</a:t>
            </a:r>
            <a:endParaRPr b="0" lang="en-US" sz="1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3" name="Text 53"/>
          <p:cNvSpPr/>
          <p:nvPr/>
        </p:nvSpPr>
        <p:spPr>
          <a:xfrm>
            <a:off x="7543800" y="2880360"/>
            <a:ext cx="105120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i="1" lang="en-US" sz="1000" spc="-1" strike="noStrike">
                <a:solidFill>
                  <a:srgbClr val="5c6b60"/>
                </a:solidFill>
                <a:latin typeface="Calibri"/>
                <a:ea typeface="Calibri"/>
              </a:rPr>
              <a:t>differentiate</a:t>
            </a:r>
            <a:endParaRPr b="0" lang="en-US" sz="1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4" name="Shape 54"/>
          <p:cNvSpPr/>
          <p:nvPr/>
        </p:nvSpPr>
        <p:spPr>
          <a:xfrm>
            <a:off x="567000" y="5029200"/>
            <a:ext cx="11063880" cy="1051200"/>
          </a:xfrm>
          <a:prstGeom prst="roundRect">
            <a:avLst>
              <a:gd name="adj" fmla="val 5217"/>
            </a:avLst>
          </a:prstGeom>
          <a:solidFill>
            <a:srgbClr val="16261f"/>
          </a:solidFill>
          <a:ln w="0">
            <a:noFill/>
          </a:ln>
          <a:effectLst>
            <a:outerShdw algn="bl" blurRad="88920" dir="5400000" dist="38160" kx="0" ky="0" rotWithShape="0" sx="100000" sy="100000">
              <a:srgbClr val="000000">
                <a:alpha val="18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75" name="Text 55"/>
          <p:cNvSpPr/>
          <p:nvPr/>
        </p:nvSpPr>
        <p:spPr>
          <a:xfrm>
            <a:off x="841320" y="5029200"/>
            <a:ext cx="10515240" cy="1051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2300" spc="-1" strike="noStrike">
                <a:solidFill>
                  <a:srgbClr val="e0ac2b"/>
                </a:solidFill>
                <a:latin typeface="Cambria"/>
                <a:ea typeface="Cambria"/>
              </a:rPr>
              <a:t>v = ds/dt    and    a = dv/dt = d²s/dt².   Differentiate once for velocity, twice for acceleration.</a:t>
            </a:r>
            <a:endParaRPr b="0" lang="en-US" sz="23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7f6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Shape 0"/>
          <p:cNvSpPr/>
          <p:nvPr/>
        </p:nvSpPr>
        <p:spPr>
          <a:xfrm>
            <a:off x="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7" name="Shape 1"/>
          <p:cNvSpPr/>
          <p:nvPr/>
        </p:nvSpPr>
        <p:spPr>
          <a:xfrm>
            <a:off x="56664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8" name="Shape 2"/>
          <p:cNvSpPr/>
          <p:nvPr/>
        </p:nvSpPr>
        <p:spPr>
          <a:xfrm>
            <a:off x="113364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9" name="Shape 3"/>
          <p:cNvSpPr/>
          <p:nvPr/>
        </p:nvSpPr>
        <p:spPr>
          <a:xfrm>
            <a:off x="170064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0" name="Shape 4"/>
          <p:cNvSpPr/>
          <p:nvPr/>
        </p:nvSpPr>
        <p:spPr>
          <a:xfrm>
            <a:off x="226764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1" name="Shape 5"/>
          <p:cNvSpPr/>
          <p:nvPr/>
        </p:nvSpPr>
        <p:spPr>
          <a:xfrm>
            <a:off x="283464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2" name="Shape 6"/>
          <p:cNvSpPr/>
          <p:nvPr/>
        </p:nvSpPr>
        <p:spPr>
          <a:xfrm>
            <a:off x="340128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3" name="Shape 7"/>
          <p:cNvSpPr/>
          <p:nvPr/>
        </p:nvSpPr>
        <p:spPr>
          <a:xfrm>
            <a:off x="396828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4" name="Shape 8"/>
          <p:cNvSpPr/>
          <p:nvPr/>
        </p:nvSpPr>
        <p:spPr>
          <a:xfrm>
            <a:off x="453528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5" name="Shape 9"/>
          <p:cNvSpPr/>
          <p:nvPr/>
        </p:nvSpPr>
        <p:spPr>
          <a:xfrm>
            <a:off x="510228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6" name="Shape 10"/>
          <p:cNvSpPr/>
          <p:nvPr/>
        </p:nvSpPr>
        <p:spPr>
          <a:xfrm>
            <a:off x="566928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7" name="Shape 11"/>
          <p:cNvSpPr/>
          <p:nvPr/>
        </p:nvSpPr>
        <p:spPr>
          <a:xfrm>
            <a:off x="623592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8" name="Shape 12"/>
          <p:cNvSpPr/>
          <p:nvPr/>
        </p:nvSpPr>
        <p:spPr>
          <a:xfrm>
            <a:off x="680292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9" name="Shape 13"/>
          <p:cNvSpPr/>
          <p:nvPr/>
        </p:nvSpPr>
        <p:spPr>
          <a:xfrm>
            <a:off x="736992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0" name="Shape 14"/>
          <p:cNvSpPr/>
          <p:nvPr/>
        </p:nvSpPr>
        <p:spPr>
          <a:xfrm>
            <a:off x="793692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1" name="Shape 15"/>
          <p:cNvSpPr/>
          <p:nvPr/>
        </p:nvSpPr>
        <p:spPr>
          <a:xfrm>
            <a:off x="850392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2" name="Shape 16"/>
          <p:cNvSpPr/>
          <p:nvPr/>
        </p:nvSpPr>
        <p:spPr>
          <a:xfrm>
            <a:off x="907056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3" name="Shape 17"/>
          <p:cNvSpPr/>
          <p:nvPr/>
        </p:nvSpPr>
        <p:spPr>
          <a:xfrm>
            <a:off x="963756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4" name="Shape 18"/>
          <p:cNvSpPr/>
          <p:nvPr/>
        </p:nvSpPr>
        <p:spPr>
          <a:xfrm>
            <a:off x="1020456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5" name="Shape 19"/>
          <p:cNvSpPr/>
          <p:nvPr/>
        </p:nvSpPr>
        <p:spPr>
          <a:xfrm>
            <a:off x="1077156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6" name="Shape 20"/>
          <p:cNvSpPr/>
          <p:nvPr/>
        </p:nvSpPr>
        <p:spPr>
          <a:xfrm>
            <a:off x="1133856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7" name="Shape 21"/>
          <p:cNvSpPr/>
          <p:nvPr/>
        </p:nvSpPr>
        <p:spPr>
          <a:xfrm>
            <a:off x="1190520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8" name="Shape 22"/>
          <p:cNvSpPr/>
          <p:nvPr/>
        </p:nvSpPr>
        <p:spPr>
          <a:xfrm>
            <a:off x="0" y="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9" name="Shape 23"/>
          <p:cNvSpPr/>
          <p:nvPr/>
        </p:nvSpPr>
        <p:spPr>
          <a:xfrm>
            <a:off x="0" y="56664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0" name="Shape 24"/>
          <p:cNvSpPr/>
          <p:nvPr/>
        </p:nvSpPr>
        <p:spPr>
          <a:xfrm>
            <a:off x="0" y="113364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1" name="Shape 25"/>
          <p:cNvSpPr/>
          <p:nvPr/>
        </p:nvSpPr>
        <p:spPr>
          <a:xfrm>
            <a:off x="0" y="170064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2" name="Shape 26"/>
          <p:cNvSpPr/>
          <p:nvPr/>
        </p:nvSpPr>
        <p:spPr>
          <a:xfrm>
            <a:off x="0" y="226764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3" name="Shape 27"/>
          <p:cNvSpPr/>
          <p:nvPr/>
        </p:nvSpPr>
        <p:spPr>
          <a:xfrm>
            <a:off x="0" y="283464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4" name="Shape 28"/>
          <p:cNvSpPr/>
          <p:nvPr/>
        </p:nvSpPr>
        <p:spPr>
          <a:xfrm>
            <a:off x="0" y="340128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5" name="Shape 29"/>
          <p:cNvSpPr/>
          <p:nvPr/>
        </p:nvSpPr>
        <p:spPr>
          <a:xfrm>
            <a:off x="0" y="396828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6" name="Shape 30"/>
          <p:cNvSpPr/>
          <p:nvPr/>
        </p:nvSpPr>
        <p:spPr>
          <a:xfrm>
            <a:off x="0" y="453528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7" name="Shape 31"/>
          <p:cNvSpPr/>
          <p:nvPr/>
        </p:nvSpPr>
        <p:spPr>
          <a:xfrm>
            <a:off x="0" y="510228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8" name="Shape 32"/>
          <p:cNvSpPr/>
          <p:nvPr/>
        </p:nvSpPr>
        <p:spPr>
          <a:xfrm>
            <a:off x="0" y="566928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9" name="Shape 33"/>
          <p:cNvSpPr/>
          <p:nvPr/>
        </p:nvSpPr>
        <p:spPr>
          <a:xfrm>
            <a:off x="0" y="623592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10" name="Shape 34"/>
          <p:cNvSpPr/>
          <p:nvPr/>
        </p:nvSpPr>
        <p:spPr>
          <a:xfrm>
            <a:off x="0" y="680292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11" name="Shape 35"/>
          <p:cNvSpPr/>
          <p:nvPr/>
        </p:nvSpPr>
        <p:spPr>
          <a:xfrm>
            <a:off x="567000" y="420480"/>
            <a:ext cx="548280" cy="548280"/>
          </a:xfrm>
          <a:prstGeom prst="roundRect">
            <a:avLst>
              <a:gd name="adj" fmla="val 16667"/>
            </a:avLst>
          </a:prstGeom>
          <a:solidFill>
            <a:srgbClr val="e8623d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12" name="Text 36"/>
          <p:cNvSpPr/>
          <p:nvPr/>
        </p:nvSpPr>
        <p:spPr>
          <a:xfrm>
            <a:off x="567000" y="420480"/>
            <a:ext cx="548280" cy="54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800" spc="-1" strike="noStrike">
                <a:solidFill>
                  <a:srgbClr val="ffffff"/>
                </a:solidFill>
                <a:latin typeface="Cambria"/>
                <a:ea typeface="Cambria"/>
              </a:rPr>
              <a:t>Zπ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13" name="Text 37"/>
          <p:cNvSpPr/>
          <p:nvPr/>
        </p:nvSpPr>
        <p:spPr>
          <a:xfrm>
            <a:off x="1325880" y="402480"/>
            <a:ext cx="1024092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150" spc="248" strike="noStrike">
                <a:solidFill>
                  <a:srgbClr val="c84f2f"/>
                </a:solidFill>
                <a:latin typeface="Calibri"/>
                <a:ea typeface="Calibri"/>
              </a:rPr>
              <a:t>KEY FACTS</a:t>
            </a:r>
            <a:endParaRPr b="0" lang="en-US" sz="11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14" name="Text 38"/>
          <p:cNvSpPr/>
          <p:nvPr/>
        </p:nvSpPr>
        <p:spPr>
          <a:xfrm>
            <a:off x="1325880" y="676800"/>
            <a:ext cx="10240920" cy="566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2700" spc="-1" strike="noStrike">
                <a:solidFill>
                  <a:srgbClr val="1c2a22"/>
                </a:solidFill>
                <a:latin typeface="Cambria"/>
                <a:ea typeface="Cambria"/>
              </a:rPr>
              <a:t>The Conditions Examiners Ask For</a:t>
            </a:r>
            <a:endParaRPr b="0" lang="en-US" sz="27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15" name="Shape 39"/>
          <p:cNvSpPr/>
          <p:nvPr/>
        </p:nvSpPr>
        <p:spPr>
          <a:xfrm>
            <a:off x="567000" y="1325880"/>
            <a:ext cx="11063880" cy="566640"/>
          </a:xfrm>
          <a:prstGeom prst="roundRect">
            <a:avLst>
              <a:gd name="adj" fmla="val 9677"/>
            </a:avLst>
          </a:prstGeom>
          <a:solidFill>
            <a:srgbClr val="16261f"/>
          </a:solidFill>
          <a:ln w="0">
            <a:noFill/>
          </a:ln>
          <a:effectLst>
            <a:outerShdw algn="bl" blurRad="88920" dir="5400000" dist="38160" kx="0" ky="0" rotWithShape="0" sx="100000" sy="100000">
              <a:srgbClr val="000000">
                <a:alpha val="18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16" name="Text 40"/>
          <p:cNvSpPr/>
          <p:nvPr/>
        </p:nvSpPr>
        <p:spPr>
          <a:xfrm>
            <a:off x="887040" y="1325880"/>
            <a:ext cx="10423800" cy="566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300" spc="-1" strike="noStrike">
                <a:solidFill>
                  <a:srgbClr val="edebdd"/>
                </a:solidFill>
                <a:latin typeface="Calibri"/>
                <a:ea typeface="Calibri"/>
              </a:rPr>
              <a:t>Translate the words into an equation — that is the whole skill.</a:t>
            </a:r>
            <a:endParaRPr b="0" lang="en-US" sz="13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17" name="Shape 41"/>
          <p:cNvSpPr/>
          <p:nvPr/>
        </p:nvSpPr>
        <p:spPr>
          <a:xfrm>
            <a:off x="567000" y="2148840"/>
            <a:ext cx="11063880" cy="694440"/>
          </a:xfrm>
          <a:prstGeom prst="roundRect">
            <a:avLst>
              <a:gd name="adj" fmla="val 7895"/>
            </a:avLst>
          </a:prstGeom>
          <a:solidFill>
            <a:srgbClr val="eef1e8"/>
          </a:solidFill>
          <a:ln w="0">
            <a:noFill/>
          </a:ln>
          <a:effectLst>
            <a:outerShdw algn="bl" blurRad="88920" dir="5400000" dist="38160" kx="0" ky="0" rotWithShape="0" sx="100000" sy="100000">
              <a:srgbClr val="000000">
                <a:alpha val="18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18" name="Text 42"/>
          <p:cNvSpPr/>
          <p:nvPr/>
        </p:nvSpPr>
        <p:spPr>
          <a:xfrm>
            <a:off x="914400" y="2148840"/>
            <a:ext cx="4845960" cy="694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350" spc="-1" strike="noStrike">
                <a:solidFill>
                  <a:srgbClr val="1c2a22"/>
                </a:solidFill>
                <a:latin typeface="Cambria"/>
                <a:ea typeface="Cambria"/>
              </a:rPr>
              <a:t>‘</a:t>
            </a:r>
            <a:r>
              <a:rPr b="1" lang="en-US" sz="1350" spc="-1" strike="noStrike">
                <a:solidFill>
                  <a:srgbClr val="1c2a22"/>
                </a:solidFill>
                <a:latin typeface="Cambria"/>
                <a:ea typeface="Cambria"/>
              </a:rPr>
              <a:t>at rest’  or  ‘momentarily stationary’</a:t>
            </a:r>
            <a:endParaRPr b="0" lang="en-US" sz="13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19" name="Text 43"/>
          <p:cNvSpPr/>
          <p:nvPr/>
        </p:nvSpPr>
        <p:spPr>
          <a:xfrm>
            <a:off x="5852160" y="2148840"/>
            <a:ext cx="2925720" cy="694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400" spc="-1" strike="noStrike">
                <a:solidFill>
                  <a:srgbClr val="c84f2f"/>
                </a:solidFill>
                <a:latin typeface="Cambria"/>
                <a:ea typeface="Cambria"/>
              </a:rPr>
              <a:t>velocity = 0</a:t>
            </a: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20" name="Text 44"/>
          <p:cNvSpPr/>
          <p:nvPr/>
        </p:nvSpPr>
        <p:spPr>
          <a:xfrm>
            <a:off x="8869680" y="2148840"/>
            <a:ext cx="2559960" cy="694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300" spc="-1" strike="noStrike">
                <a:solidFill>
                  <a:srgbClr val="5c6b60"/>
                </a:solidFill>
                <a:latin typeface="Cambria"/>
                <a:ea typeface="Cambria"/>
              </a:rPr>
              <a:t>solve  v = 0</a:t>
            </a:r>
            <a:endParaRPr b="0" lang="en-US" sz="13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21" name="Shape 45"/>
          <p:cNvSpPr/>
          <p:nvPr/>
        </p:nvSpPr>
        <p:spPr>
          <a:xfrm>
            <a:off x="567000" y="2953440"/>
            <a:ext cx="11063880" cy="694440"/>
          </a:xfrm>
          <a:prstGeom prst="roundRect">
            <a:avLst>
              <a:gd name="adj" fmla="val 7895"/>
            </a:avLst>
          </a:prstGeom>
          <a:solidFill>
            <a:srgbClr val="fbf3dd"/>
          </a:solidFill>
          <a:ln w="0">
            <a:noFill/>
          </a:ln>
          <a:effectLst>
            <a:outerShdw algn="bl" blurRad="88920" dir="5400000" dist="38160" kx="0" ky="0" rotWithShape="0" sx="100000" sy="100000">
              <a:srgbClr val="000000">
                <a:alpha val="18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22" name="Text 46"/>
          <p:cNvSpPr/>
          <p:nvPr/>
        </p:nvSpPr>
        <p:spPr>
          <a:xfrm>
            <a:off x="914400" y="2953440"/>
            <a:ext cx="4845960" cy="694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350" spc="-1" strike="noStrike">
                <a:solidFill>
                  <a:srgbClr val="1c2a22"/>
                </a:solidFill>
                <a:latin typeface="Cambria"/>
                <a:ea typeface="Cambria"/>
              </a:rPr>
              <a:t>‘</a:t>
            </a:r>
            <a:r>
              <a:rPr b="1" lang="en-US" sz="1350" spc="-1" strike="noStrike">
                <a:solidFill>
                  <a:srgbClr val="1c2a22"/>
                </a:solidFill>
                <a:latin typeface="Cambria"/>
                <a:ea typeface="Cambria"/>
              </a:rPr>
              <a:t>maximum / minimum displacement’</a:t>
            </a:r>
            <a:endParaRPr b="0" lang="en-US" sz="13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23" name="Text 47"/>
          <p:cNvSpPr/>
          <p:nvPr/>
        </p:nvSpPr>
        <p:spPr>
          <a:xfrm>
            <a:off x="5852160" y="2953440"/>
            <a:ext cx="2925720" cy="694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400" spc="-1" strike="noStrike">
                <a:solidFill>
                  <a:srgbClr val="c84f2f"/>
                </a:solidFill>
                <a:latin typeface="Cambria"/>
                <a:ea typeface="Cambria"/>
              </a:rPr>
              <a:t>velocity = 0</a:t>
            </a: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24" name="Text 48"/>
          <p:cNvSpPr/>
          <p:nvPr/>
        </p:nvSpPr>
        <p:spPr>
          <a:xfrm>
            <a:off x="8869680" y="2953440"/>
            <a:ext cx="2559960" cy="694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300" spc="-1" strike="noStrike">
                <a:solidFill>
                  <a:srgbClr val="5c6b60"/>
                </a:solidFill>
                <a:latin typeface="Cambria"/>
                <a:ea typeface="Cambria"/>
              </a:rPr>
              <a:t>solve  v = 0</a:t>
            </a:r>
            <a:endParaRPr b="0" lang="en-US" sz="13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25" name="Shape 49"/>
          <p:cNvSpPr/>
          <p:nvPr/>
        </p:nvSpPr>
        <p:spPr>
          <a:xfrm>
            <a:off x="567000" y="3758040"/>
            <a:ext cx="11063880" cy="694440"/>
          </a:xfrm>
          <a:prstGeom prst="roundRect">
            <a:avLst>
              <a:gd name="adj" fmla="val 7895"/>
            </a:avLst>
          </a:prstGeom>
          <a:solidFill>
            <a:srgbClr val="eef1e8"/>
          </a:solidFill>
          <a:ln w="0">
            <a:noFill/>
          </a:ln>
          <a:effectLst>
            <a:outerShdw algn="bl" blurRad="88920" dir="5400000" dist="38160" kx="0" ky="0" rotWithShape="0" sx="100000" sy="100000">
              <a:srgbClr val="000000">
                <a:alpha val="18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26" name="Text 50"/>
          <p:cNvSpPr/>
          <p:nvPr/>
        </p:nvSpPr>
        <p:spPr>
          <a:xfrm>
            <a:off x="914400" y="3758040"/>
            <a:ext cx="4845960" cy="694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350" spc="-1" strike="noStrike">
                <a:solidFill>
                  <a:srgbClr val="1c2a22"/>
                </a:solidFill>
                <a:latin typeface="Cambria"/>
                <a:ea typeface="Cambria"/>
              </a:rPr>
              <a:t>‘</a:t>
            </a:r>
            <a:r>
              <a:rPr b="1" lang="en-US" sz="1350" spc="-1" strike="noStrike">
                <a:solidFill>
                  <a:srgbClr val="1c2a22"/>
                </a:solidFill>
                <a:latin typeface="Cambria"/>
                <a:ea typeface="Cambria"/>
              </a:rPr>
              <a:t>maximum / minimum velocity’</a:t>
            </a:r>
            <a:endParaRPr b="0" lang="en-US" sz="13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27" name="Text 51"/>
          <p:cNvSpPr/>
          <p:nvPr/>
        </p:nvSpPr>
        <p:spPr>
          <a:xfrm>
            <a:off x="5852160" y="3758040"/>
            <a:ext cx="2925720" cy="694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400" spc="-1" strike="noStrike">
                <a:solidFill>
                  <a:srgbClr val="c84f2f"/>
                </a:solidFill>
                <a:latin typeface="Cambria"/>
                <a:ea typeface="Cambria"/>
              </a:rPr>
              <a:t>acceleration = 0</a:t>
            </a: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28" name="Text 52"/>
          <p:cNvSpPr/>
          <p:nvPr/>
        </p:nvSpPr>
        <p:spPr>
          <a:xfrm>
            <a:off x="8869680" y="3758040"/>
            <a:ext cx="2559960" cy="694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300" spc="-1" strike="noStrike">
                <a:solidFill>
                  <a:srgbClr val="5c6b60"/>
                </a:solidFill>
                <a:latin typeface="Cambria"/>
                <a:ea typeface="Cambria"/>
              </a:rPr>
              <a:t>solve  a = 0</a:t>
            </a:r>
            <a:endParaRPr b="0" lang="en-US" sz="13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29" name="Shape 53"/>
          <p:cNvSpPr/>
          <p:nvPr/>
        </p:nvSpPr>
        <p:spPr>
          <a:xfrm>
            <a:off x="567000" y="4563000"/>
            <a:ext cx="11063880" cy="694440"/>
          </a:xfrm>
          <a:prstGeom prst="roundRect">
            <a:avLst>
              <a:gd name="adj" fmla="val 7895"/>
            </a:avLst>
          </a:prstGeom>
          <a:solidFill>
            <a:srgbClr val="fbf3dd"/>
          </a:solidFill>
          <a:ln w="0">
            <a:noFill/>
          </a:ln>
          <a:effectLst>
            <a:outerShdw algn="bl" blurRad="88920" dir="5400000" dist="38160" kx="0" ky="0" rotWithShape="0" sx="100000" sy="100000">
              <a:srgbClr val="000000">
                <a:alpha val="18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30" name="Text 54"/>
          <p:cNvSpPr/>
          <p:nvPr/>
        </p:nvSpPr>
        <p:spPr>
          <a:xfrm>
            <a:off x="914400" y="4563000"/>
            <a:ext cx="4845960" cy="694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350" spc="-1" strike="noStrike">
                <a:solidFill>
                  <a:srgbClr val="1c2a22"/>
                </a:solidFill>
                <a:latin typeface="Cambria"/>
                <a:ea typeface="Cambria"/>
              </a:rPr>
              <a:t>‘</a:t>
            </a:r>
            <a:r>
              <a:rPr b="1" lang="en-US" sz="1350" spc="-1" strike="noStrike">
                <a:solidFill>
                  <a:srgbClr val="1c2a22"/>
                </a:solidFill>
                <a:latin typeface="Cambria"/>
                <a:ea typeface="Cambria"/>
              </a:rPr>
              <a:t>returns to O’  /  ‘at the origin’</a:t>
            </a:r>
            <a:endParaRPr b="0" lang="en-US" sz="13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31" name="Text 55"/>
          <p:cNvSpPr/>
          <p:nvPr/>
        </p:nvSpPr>
        <p:spPr>
          <a:xfrm>
            <a:off x="5852160" y="4563000"/>
            <a:ext cx="2925720" cy="694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400" spc="-1" strike="noStrike">
                <a:solidFill>
                  <a:srgbClr val="c84f2f"/>
                </a:solidFill>
                <a:latin typeface="Cambria"/>
                <a:ea typeface="Cambria"/>
              </a:rPr>
              <a:t>displacement = 0</a:t>
            </a: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32" name="Text 56"/>
          <p:cNvSpPr/>
          <p:nvPr/>
        </p:nvSpPr>
        <p:spPr>
          <a:xfrm>
            <a:off x="8869680" y="4563000"/>
            <a:ext cx="2559960" cy="694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300" spc="-1" strike="noStrike">
                <a:solidFill>
                  <a:srgbClr val="5c6b60"/>
                </a:solidFill>
                <a:latin typeface="Cambria"/>
                <a:ea typeface="Cambria"/>
              </a:rPr>
              <a:t>solve  s = 0</a:t>
            </a:r>
            <a:endParaRPr b="0" lang="en-US" sz="13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33" name="Shape 57"/>
          <p:cNvSpPr/>
          <p:nvPr/>
        </p:nvSpPr>
        <p:spPr>
          <a:xfrm>
            <a:off x="567000" y="5367600"/>
            <a:ext cx="11063880" cy="694440"/>
          </a:xfrm>
          <a:prstGeom prst="roundRect">
            <a:avLst>
              <a:gd name="adj" fmla="val 7895"/>
            </a:avLst>
          </a:prstGeom>
          <a:solidFill>
            <a:srgbClr val="eef1e8"/>
          </a:solidFill>
          <a:ln w="0">
            <a:noFill/>
          </a:ln>
          <a:effectLst>
            <a:outerShdw algn="bl" blurRad="88920" dir="5400000" dist="38160" kx="0" ky="0" rotWithShape="0" sx="100000" sy="100000">
              <a:srgbClr val="000000">
                <a:alpha val="18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34" name="Text 58"/>
          <p:cNvSpPr/>
          <p:nvPr/>
        </p:nvSpPr>
        <p:spPr>
          <a:xfrm>
            <a:off x="914400" y="5367600"/>
            <a:ext cx="4845960" cy="694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350" spc="-1" strike="noStrike">
                <a:solidFill>
                  <a:srgbClr val="1c2a22"/>
                </a:solidFill>
                <a:latin typeface="Cambria"/>
                <a:ea typeface="Cambria"/>
              </a:rPr>
              <a:t>‘</a:t>
            </a:r>
            <a:r>
              <a:rPr b="1" lang="en-US" sz="1350" spc="-1" strike="noStrike">
                <a:solidFill>
                  <a:srgbClr val="1c2a22"/>
                </a:solidFill>
                <a:latin typeface="Cambria"/>
                <a:ea typeface="Cambria"/>
              </a:rPr>
              <a:t>initial’ value</a:t>
            </a:r>
            <a:endParaRPr b="0" lang="en-US" sz="13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35" name="Text 59"/>
          <p:cNvSpPr/>
          <p:nvPr/>
        </p:nvSpPr>
        <p:spPr>
          <a:xfrm>
            <a:off x="5852160" y="5367600"/>
            <a:ext cx="2925720" cy="694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400" spc="-1" strike="noStrike">
                <a:solidFill>
                  <a:srgbClr val="c84f2f"/>
                </a:solidFill>
                <a:latin typeface="Cambria"/>
                <a:ea typeface="Cambria"/>
              </a:rPr>
              <a:t>at time t = 0</a:t>
            </a: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36" name="Text 60"/>
          <p:cNvSpPr/>
          <p:nvPr/>
        </p:nvSpPr>
        <p:spPr>
          <a:xfrm>
            <a:off x="8869680" y="5367600"/>
            <a:ext cx="2559960" cy="694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300" spc="-1" strike="noStrike">
                <a:solidFill>
                  <a:srgbClr val="5c6b60"/>
                </a:solidFill>
                <a:latin typeface="Cambria"/>
                <a:ea typeface="Cambria"/>
              </a:rPr>
              <a:t>substitute  t = 0</a:t>
            </a:r>
            <a:endParaRPr b="0" lang="en-US" sz="13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37" name="Text 61"/>
          <p:cNvSpPr/>
          <p:nvPr/>
        </p:nvSpPr>
        <p:spPr>
          <a:xfrm>
            <a:off x="567000" y="6172200"/>
            <a:ext cx="1106388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i="1" lang="en-US" sz="1250" spc="-1" strike="noStrike">
                <a:solidFill>
                  <a:srgbClr val="5c6b60"/>
                </a:solidFill>
                <a:latin typeface="Calibri"/>
                <a:ea typeface="Calibri"/>
              </a:rPr>
              <a:t>‘</a:t>
            </a:r>
            <a:r>
              <a:rPr b="0" i="1" lang="en-US" sz="1250" spc="-1" strike="noStrike">
                <a:solidFill>
                  <a:srgbClr val="5c6b60"/>
                </a:solidFill>
                <a:latin typeface="Calibri"/>
                <a:ea typeface="Calibri"/>
              </a:rPr>
              <a:t>Rate of change of velocity’ means acceleration — differentiate v.</a:t>
            </a:r>
            <a:endParaRPr b="0" lang="en-US" sz="125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7f6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8" name="Shape 0"/>
          <p:cNvSpPr/>
          <p:nvPr/>
        </p:nvSpPr>
        <p:spPr>
          <a:xfrm>
            <a:off x="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39" name="Shape 1"/>
          <p:cNvSpPr/>
          <p:nvPr/>
        </p:nvSpPr>
        <p:spPr>
          <a:xfrm>
            <a:off x="56664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40" name="Shape 2"/>
          <p:cNvSpPr/>
          <p:nvPr/>
        </p:nvSpPr>
        <p:spPr>
          <a:xfrm>
            <a:off x="113364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41" name="Shape 3"/>
          <p:cNvSpPr/>
          <p:nvPr/>
        </p:nvSpPr>
        <p:spPr>
          <a:xfrm>
            <a:off x="170064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42" name="Shape 4"/>
          <p:cNvSpPr/>
          <p:nvPr/>
        </p:nvSpPr>
        <p:spPr>
          <a:xfrm>
            <a:off x="226764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43" name="Shape 5"/>
          <p:cNvSpPr/>
          <p:nvPr/>
        </p:nvSpPr>
        <p:spPr>
          <a:xfrm>
            <a:off x="283464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44" name="Shape 6"/>
          <p:cNvSpPr/>
          <p:nvPr/>
        </p:nvSpPr>
        <p:spPr>
          <a:xfrm>
            <a:off x="340128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45" name="Shape 7"/>
          <p:cNvSpPr/>
          <p:nvPr/>
        </p:nvSpPr>
        <p:spPr>
          <a:xfrm>
            <a:off x="396828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46" name="Shape 8"/>
          <p:cNvSpPr/>
          <p:nvPr/>
        </p:nvSpPr>
        <p:spPr>
          <a:xfrm>
            <a:off x="453528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47" name="Shape 9"/>
          <p:cNvSpPr/>
          <p:nvPr/>
        </p:nvSpPr>
        <p:spPr>
          <a:xfrm>
            <a:off x="510228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48" name="Shape 10"/>
          <p:cNvSpPr/>
          <p:nvPr/>
        </p:nvSpPr>
        <p:spPr>
          <a:xfrm>
            <a:off x="566928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49" name="Shape 11"/>
          <p:cNvSpPr/>
          <p:nvPr/>
        </p:nvSpPr>
        <p:spPr>
          <a:xfrm>
            <a:off x="623592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50" name="Shape 12"/>
          <p:cNvSpPr/>
          <p:nvPr/>
        </p:nvSpPr>
        <p:spPr>
          <a:xfrm>
            <a:off x="680292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51" name="Shape 13"/>
          <p:cNvSpPr/>
          <p:nvPr/>
        </p:nvSpPr>
        <p:spPr>
          <a:xfrm>
            <a:off x="736992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52" name="Shape 14"/>
          <p:cNvSpPr/>
          <p:nvPr/>
        </p:nvSpPr>
        <p:spPr>
          <a:xfrm>
            <a:off x="793692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53" name="Shape 15"/>
          <p:cNvSpPr/>
          <p:nvPr/>
        </p:nvSpPr>
        <p:spPr>
          <a:xfrm>
            <a:off x="850392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54" name="Shape 16"/>
          <p:cNvSpPr/>
          <p:nvPr/>
        </p:nvSpPr>
        <p:spPr>
          <a:xfrm>
            <a:off x="907056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55" name="Shape 17"/>
          <p:cNvSpPr/>
          <p:nvPr/>
        </p:nvSpPr>
        <p:spPr>
          <a:xfrm>
            <a:off x="963756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56" name="Shape 18"/>
          <p:cNvSpPr/>
          <p:nvPr/>
        </p:nvSpPr>
        <p:spPr>
          <a:xfrm>
            <a:off x="1020456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57" name="Shape 19"/>
          <p:cNvSpPr/>
          <p:nvPr/>
        </p:nvSpPr>
        <p:spPr>
          <a:xfrm>
            <a:off x="1077156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58" name="Shape 20"/>
          <p:cNvSpPr/>
          <p:nvPr/>
        </p:nvSpPr>
        <p:spPr>
          <a:xfrm>
            <a:off x="1133856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59" name="Shape 21"/>
          <p:cNvSpPr/>
          <p:nvPr/>
        </p:nvSpPr>
        <p:spPr>
          <a:xfrm>
            <a:off x="1190520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60" name="Shape 22"/>
          <p:cNvSpPr/>
          <p:nvPr/>
        </p:nvSpPr>
        <p:spPr>
          <a:xfrm>
            <a:off x="0" y="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61" name="Shape 23"/>
          <p:cNvSpPr/>
          <p:nvPr/>
        </p:nvSpPr>
        <p:spPr>
          <a:xfrm>
            <a:off x="0" y="56664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62" name="Shape 24"/>
          <p:cNvSpPr/>
          <p:nvPr/>
        </p:nvSpPr>
        <p:spPr>
          <a:xfrm>
            <a:off x="0" y="113364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63" name="Shape 25"/>
          <p:cNvSpPr/>
          <p:nvPr/>
        </p:nvSpPr>
        <p:spPr>
          <a:xfrm>
            <a:off x="0" y="170064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64" name="Shape 26"/>
          <p:cNvSpPr/>
          <p:nvPr/>
        </p:nvSpPr>
        <p:spPr>
          <a:xfrm>
            <a:off x="0" y="226764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65" name="Shape 27"/>
          <p:cNvSpPr/>
          <p:nvPr/>
        </p:nvSpPr>
        <p:spPr>
          <a:xfrm>
            <a:off x="0" y="283464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66" name="Shape 28"/>
          <p:cNvSpPr/>
          <p:nvPr/>
        </p:nvSpPr>
        <p:spPr>
          <a:xfrm>
            <a:off x="0" y="340128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67" name="Shape 29"/>
          <p:cNvSpPr/>
          <p:nvPr/>
        </p:nvSpPr>
        <p:spPr>
          <a:xfrm>
            <a:off x="0" y="396828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68" name="Shape 30"/>
          <p:cNvSpPr/>
          <p:nvPr/>
        </p:nvSpPr>
        <p:spPr>
          <a:xfrm>
            <a:off x="0" y="453528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69" name="Shape 31"/>
          <p:cNvSpPr/>
          <p:nvPr/>
        </p:nvSpPr>
        <p:spPr>
          <a:xfrm>
            <a:off x="0" y="510228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70" name="Shape 32"/>
          <p:cNvSpPr/>
          <p:nvPr/>
        </p:nvSpPr>
        <p:spPr>
          <a:xfrm>
            <a:off x="0" y="566928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71" name="Shape 33"/>
          <p:cNvSpPr/>
          <p:nvPr/>
        </p:nvSpPr>
        <p:spPr>
          <a:xfrm>
            <a:off x="0" y="623592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72" name="Shape 34"/>
          <p:cNvSpPr/>
          <p:nvPr/>
        </p:nvSpPr>
        <p:spPr>
          <a:xfrm>
            <a:off x="0" y="680292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73" name="Shape 35"/>
          <p:cNvSpPr/>
          <p:nvPr/>
        </p:nvSpPr>
        <p:spPr>
          <a:xfrm>
            <a:off x="567000" y="420480"/>
            <a:ext cx="548280" cy="548280"/>
          </a:xfrm>
          <a:prstGeom prst="roundRect">
            <a:avLst>
              <a:gd name="adj" fmla="val 16667"/>
            </a:avLst>
          </a:prstGeom>
          <a:solidFill>
            <a:srgbClr val="e8623d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74" name="Text 36"/>
          <p:cNvSpPr/>
          <p:nvPr/>
        </p:nvSpPr>
        <p:spPr>
          <a:xfrm>
            <a:off x="567000" y="420480"/>
            <a:ext cx="548280" cy="54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800" spc="-1" strike="noStrike">
                <a:solidFill>
                  <a:srgbClr val="ffffff"/>
                </a:solidFill>
                <a:latin typeface="Cambria"/>
                <a:ea typeface="Cambria"/>
              </a:rPr>
              <a:t>Zπ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75" name="Text 37"/>
          <p:cNvSpPr/>
          <p:nvPr/>
        </p:nvSpPr>
        <p:spPr>
          <a:xfrm>
            <a:off x="1325880" y="402480"/>
            <a:ext cx="1024092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150" spc="248" strike="noStrike">
                <a:solidFill>
                  <a:srgbClr val="c84f2f"/>
                </a:solidFill>
                <a:latin typeface="Calibri"/>
                <a:ea typeface="Calibri"/>
              </a:rPr>
              <a:t>WORKED EXAMPLE</a:t>
            </a:r>
            <a:endParaRPr b="0" lang="en-US" sz="11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76" name="Text 38"/>
          <p:cNvSpPr/>
          <p:nvPr/>
        </p:nvSpPr>
        <p:spPr>
          <a:xfrm>
            <a:off x="1325880" y="676800"/>
            <a:ext cx="10240920" cy="566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2700" spc="-1" strike="noStrike">
                <a:solidFill>
                  <a:srgbClr val="1c2a22"/>
                </a:solidFill>
                <a:latin typeface="Cambria"/>
                <a:ea typeface="Cambria"/>
              </a:rPr>
              <a:t>From Displacement to Velocity &amp; Acceleration</a:t>
            </a:r>
            <a:endParaRPr b="0" lang="en-US" sz="27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77" name="Shape 39"/>
          <p:cNvSpPr/>
          <p:nvPr/>
        </p:nvSpPr>
        <p:spPr>
          <a:xfrm>
            <a:off x="567000" y="1554480"/>
            <a:ext cx="6126120" cy="3245760"/>
          </a:xfrm>
          <a:prstGeom prst="roundRect">
            <a:avLst>
              <a:gd name="adj" fmla="val 1690"/>
            </a:avLst>
          </a:prstGeom>
          <a:solidFill>
            <a:srgbClr val="eef1e8"/>
          </a:solidFill>
          <a:ln w="0">
            <a:noFill/>
          </a:ln>
          <a:effectLst>
            <a:outerShdw algn="bl" blurRad="88920" dir="5400000" dist="38160" kx="0" ky="0" rotWithShape="0" sx="100000" sy="100000">
              <a:srgbClr val="000000">
                <a:alpha val="18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78" name="Shape 40"/>
          <p:cNvSpPr/>
          <p:nvPr/>
        </p:nvSpPr>
        <p:spPr>
          <a:xfrm>
            <a:off x="6903720" y="1554480"/>
            <a:ext cx="4727160" cy="3245760"/>
          </a:xfrm>
          <a:prstGeom prst="roundRect">
            <a:avLst>
              <a:gd name="adj" fmla="val 1690"/>
            </a:avLst>
          </a:prstGeom>
          <a:solidFill>
            <a:srgbClr val="fbf3dd"/>
          </a:solidFill>
          <a:ln w="0">
            <a:noFill/>
          </a:ln>
          <a:effectLst>
            <a:outerShdw algn="bl" blurRad="88920" dir="5400000" dist="38160" kx="0" ky="0" rotWithShape="0" sx="100000" sy="100000">
              <a:srgbClr val="000000">
                <a:alpha val="18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79" name="Text 41"/>
          <p:cNvSpPr/>
          <p:nvPr/>
        </p:nvSpPr>
        <p:spPr>
          <a:xfrm>
            <a:off x="7178040" y="1755720"/>
            <a:ext cx="420588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i="1" lang="en-US" sz="1400" spc="-1" strike="noStrike">
                <a:solidFill>
                  <a:srgbClr val="c84f2f"/>
                </a:solidFill>
                <a:latin typeface="Cambria"/>
                <a:ea typeface="Cambria"/>
              </a:rPr>
              <a:t>Method</a:t>
            </a: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80" name="Text 42"/>
          <p:cNvSpPr/>
          <p:nvPr/>
        </p:nvSpPr>
        <p:spPr>
          <a:xfrm>
            <a:off x="7223760" y="2240280"/>
            <a:ext cx="4205880" cy="2377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spcAft>
                <a:spcPts val="799"/>
              </a:spcAft>
              <a:tabLst>
                <a:tab algn="l" pos="0"/>
              </a:tabLst>
            </a:pPr>
            <a:r>
              <a:rPr b="0" lang="en-US" sz="1350" spc="-1" strike="noStrike">
                <a:solidFill>
                  <a:srgbClr val="1c2a22"/>
                </a:solidFill>
                <a:latin typeface="Calibri"/>
                <a:ea typeface="Calibri"/>
              </a:rPr>
              <a:t>Differentiate s to get v.</a:t>
            </a:r>
            <a:endParaRPr b="0" lang="en-US" sz="135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spcAft>
                <a:spcPts val="799"/>
              </a:spcAft>
              <a:tabLst>
                <a:tab algn="l" pos="0"/>
              </a:tabLst>
            </a:pPr>
            <a:r>
              <a:rPr b="0" lang="en-US" sz="1350" spc="-1" strike="noStrike">
                <a:solidFill>
                  <a:srgbClr val="1c2a22"/>
                </a:solidFill>
                <a:latin typeface="Calibri"/>
                <a:ea typeface="Calibri"/>
              </a:rPr>
              <a:t>Differentiate v to get a.</a:t>
            </a:r>
            <a:endParaRPr b="0" lang="en-US" sz="135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spcAft>
                <a:spcPts val="799"/>
              </a:spcAft>
              <a:tabLst>
                <a:tab algn="l" pos="0"/>
              </a:tabLst>
            </a:pPr>
            <a:r>
              <a:rPr b="0" lang="en-US" sz="1350" spc="-1" strike="noStrike">
                <a:solidFill>
                  <a:srgbClr val="1c2a22"/>
                </a:solidFill>
                <a:latin typeface="Calibri"/>
                <a:ea typeface="Calibri"/>
              </a:rPr>
              <a:t>‘</a:t>
            </a:r>
            <a:r>
              <a:rPr b="0" lang="en-US" sz="1350" spc="-1" strike="noStrike">
                <a:solidFill>
                  <a:srgbClr val="1c2a22"/>
                </a:solidFill>
                <a:latin typeface="Calibri"/>
                <a:ea typeface="Calibri"/>
              </a:rPr>
              <a:t>At rest’ → put v = 0 and solve.</a:t>
            </a:r>
            <a:endParaRPr b="0" lang="en-US" sz="135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spcAft>
                <a:spcPts val="799"/>
              </a:spcAft>
              <a:tabLst>
                <a:tab algn="l" pos="0"/>
              </a:tabLst>
            </a:pPr>
            <a:r>
              <a:rPr b="0" lang="en-US" sz="1350" spc="-1" strike="noStrike">
                <a:solidFill>
                  <a:srgbClr val="1c2a22"/>
                </a:solidFill>
                <a:latin typeface="Calibri"/>
                <a:ea typeface="Calibri"/>
              </a:rPr>
              <a:t>‘</a:t>
            </a:r>
            <a:r>
              <a:rPr b="0" lang="en-US" sz="1350" spc="-1" strike="noStrike">
                <a:solidFill>
                  <a:srgbClr val="1c2a22"/>
                </a:solidFill>
                <a:latin typeface="Calibri"/>
                <a:ea typeface="Calibri"/>
              </a:rPr>
              <a:t>Max/min velocity’ → put a = 0 and solve.</a:t>
            </a:r>
            <a:endParaRPr b="0" lang="en-US" sz="13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81" name="Text 43"/>
          <p:cNvSpPr/>
          <p:nvPr/>
        </p:nvSpPr>
        <p:spPr>
          <a:xfrm>
            <a:off x="567000" y="6327720"/>
            <a:ext cx="1106388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i="1" lang="en-US" sz="1300" spc="-1" strike="noStrike">
                <a:solidFill>
                  <a:srgbClr val="5c6b60"/>
                </a:solidFill>
                <a:latin typeface="Calibri"/>
                <a:ea typeface="Calibri"/>
              </a:rPr>
              <a:t>Always differentiate with respect to time t — not x.</a:t>
            </a:r>
            <a:endParaRPr b="0" lang="en-US" sz="13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82" name="Shape 44"/>
          <p:cNvSpPr/>
          <p:nvPr/>
        </p:nvSpPr>
        <p:spPr>
          <a:xfrm>
            <a:off x="868680" y="1847160"/>
            <a:ext cx="328680" cy="328680"/>
          </a:xfrm>
          <a:prstGeom prst="ellipse">
            <a:avLst/>
          </a:prstGeom>
          <a:solidFill>
            <a:srgbClr val="c84f2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83" name="Text 45"/>
          <p:cNvSpPr/>
          <p:nvPr/>
        </p:nvSpPr>
        <p:spPr>
          <a:xfrm>
            <a:off x="868680" y="1847160"/>
            <a:ext cx="328680" cy="328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400" spc="-1" strike="noStrike">
                <a:solidFill>
                  <a:srgbClr val="ffffff"/>
                </a:solidFill>
                <a:latin typeface="Calibri"/>
                <a:ea typeface="Calibri"/>
              </a:rPr>
              <a:t>1</a:t>
            </a: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84" name="Text 46"/>
          <p:cNvSpPr/>
          <p:nvPr/>
        </p:nvSpPr>
        <p:spPr>
          <a:xfrm>
            <a:off x="1362600" y="1810440"/>
            <a:ext cx="5486040" cy="402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400" spc="-1" strike="noStrike">
                <a:solidFill>
                  <a:srgbClr val="1c2a22"/>
                </a:solidFill>
                <a:latin typeface="Calibri"/>
                <a:ea typeface="Calibri"/>
              </a:rPr>
              <a:t>s = t</a:t>
            </a:r>
            <a:r>
              <a:rPr b="0" lang="en-US" sz="1400" spc="-1" strike="noStrike" baseline="30000">
                <a:solidFill>
                  <a:srgbClr val="1c2a22"/>
                </a:solidFill>
                <a:latin typeface="Calibri"/>
                <a:ea typeface="Calibri"/>
              </a:rPr>
              <a:t>3</a:t>
            </a:r>
            <a:r>
              <a:rPr b="0" lang="en-US" sz="1400" spc="-1" strike="noStrike">
                <a:solidFill>
                  <a:srgbClr val="1c2a22"/>
                </a:solidFill>
                <a:latin typeface="Calibri"/>
                <a:ea typeface="Calibri"/>
              </a:rPr>
              <a:t> − 6t</a:t>
            </a:r>
            <a:r>
              <a:rPr b="0" lang="en-US" sz="1400" spc="-1" strike="noStrike" baseline="30000">
                <a:solidFill>
                  <a:srgbClr val="1c2a22"/>
                </a:solidFill>
                <a:latin typeface="Calibri"/>
                <a:ea typeface="Calibri"/>
              </a:rPr>
              <a:t>2</a:t>
            </a:r>
            <a:r>
              <a:rPr b="0" lang="en-US" sz="1400" spc="-1" strike="noStrike">
                <a:solidFill>
                  <a:srgbClr val="1c2a22"/>
                </a:solidFill>
                <a:latin typeface="Calibri"/>
                <a:ea typeface="Calibri"/>
              </a:rPr>
              <a:t> + 9t     (displacement in metres)</a:t>
            </a: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85" name="Shape 47"/>
          <p:cNvSpPr/>
          <p:nvPr/>
        </p:nvSpPr>
        <p:spPr>
          <a:xfrm>
            <a:off x="868680" y="2578680"/>
            <a:ext cx="328680" cy="328680"/>
          </a:xfrm>
          <a:prstGeom prst="ellipse">
            <a:avLst/>
          </a:prstGeom>
          <a:solidFill>
            <a:srgbClr val="c84f2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86" name="Text 48"/>
          <p:cNvSpPr/>
          <p:nvPr/>
        </p:nvSpPr>
        <p:spPr>
          <a:xfrm>
            <a:off x="868680" y="2578680"/>
            <a:ext cx="328680" cy="328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400" spc="-1" strike="noStrike">
                <a:solidFill>
                  <a:srgbClr val="ffffff"/>
                </a:solidFill>
                <a:latin typeface="Calibri"/>
                <a:ea typeface="Calibri"/>
              </a:rPr>
              <a:t>2</a:t>
            </a: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87" name="Text 49"/>
          <p:cNvSpPr/>
          <p:nvPr/>
        </p:nvSpPr>
        <p:spPr>
          <a:xfrm>
            <a:off x="1362600" y="2541960"/>
            <a:ext cx="5486040" cy="402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400" spc="-1" strike="noStrike">
                <a:solidFill>
                  <a:srgbClr val="1c2a22"/>
                </a:solidFill>
                <a:latin typeface="Calibri"/>
                <a:ea typeface="Calibri"/>
              </a:rPr>
              <a:t>Velocity:  v = ds/dt = 3t</a:t>
            </a:r>
            <a:r>
              <a:rPr b="0" lang="en-US" sz="1400" spc="-1" strike="noStrike" baseline="30000">
                <a:solidFill>
                  <a:srgbClr val="1c2a22"/>
                </a:solidFill>
                <a:latin typeface="Calibri"/>
                <a:ea typeface="Calibri"/>
              </a:rPr>
              <a:t>2</a:t>
            </a:r>
            <a:r>
              <a:rPr b="0" lang="en-US" sz="1400" spc="-1" strike="noStrike">
                <a:solidFill>
                  <a:srgbClr val="1c2a22"/>
                </a:solidFill>
                <a:latin typeface="Calibri"/>
                <a:ea typeface="Calibri"/>
              </a:rPr>
              <a:t> − 12t + 9</a:t>
            </a: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88" name="Shape 50"/>
          <p:cNvSpPr/>
          <p:nvPr/>
        </p:nvSpPr>
        <p:spPr>
          <a:xfrm>
            <a:off x="868680" y="3310200"/>
            <a:ext cx="328680" cy="328680"/>
          </a:xfrm>
          <a:prstGeom prst="ellipse">
            <a:avLst/>
          </a:prstGeom>
          <a:solidFill>
            <a:srgbClr val="c84f2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89" name="Text 51"/>
          <p:cNvSpPr/>
          <p:nvPr/>
        </p:nvSpPr>
        <p:spPr>
          <a:xfrm>
            <a:off x="868680" y="3310200"/>
            <a:ext cx="328680" cy="328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400" spc="-1" strike="noStrike">
                <a:solidFill>
                  <a:srgbClr val="ffffff"/>
                </a:solidFill>
                <a:latin typeface="Calibri"/>
                <a:ea typeface="Calibri"/>
              </a:rPr>
              <a:t>3</a:t>
            </a: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90" name="Text 52"/>
          <p:cNvSpPr/>
          <p:nvPr/>
        </p:nvSpPr>
        <p:spPr>
          <a:xfrm>
            <a:off x="1362600" y="3273480"/>
            <a:ext cx="5486040" cy="402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400" spc="-1" strike="noStrike">
                <a:solidFill>
                  <a:srgbClr val="1c2a22"/>
                </a:solidFill>
                <a:latin typeface="Calibri"/>
                <a:ea typeface="Calibri"/>
              </a:rPr>
              <a:t>At rest (v = 0):  3t</a:t>
            </a:r>
            <a:r>
              <a:rPr b="0" lang="en-US" sz="1400" spc="-1" strike="noStrike" baseline="30000">
                <a:solidFill>
                  <a:srgbClr val="1c2a22"/>
                </a:solidFill>
                <a:latin typeface="Calibri"/>
                <a:ea typeface="Calibri"/>
              </a:rPr>
              <a:t>2</a:t>
            </a:r>
            <a:r>
              <a:rPr b="0" lang="en-US" sz="1400" spc="-1" strike="noStrike">
                <a:solidFill>
                  <a:srgbClr val="1c2a22"/>
                </a:solidFill>
                <a:latin typeface="Calibri"/>
                <a:ea typeface="Calibri"/>
              </a:rPr>
              <a:t> − 12t + 9 = 0 → (t−1)(t−3)=0 → t = 1 or 3 s</a:t>
            </a: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91" name="Shape 53"/>
          <p:cNvSpPr/>
          <p:nvPr/>
        </p:nvSpPr>
        <p:spPr>
          <a:xfrm>
            <a:off x="868680" y="4041720"/>
            <a:ext cx="328680" cy="328680"/>
          </a:xfrm>
          <a:prstGeom prst="ellipse">
            <a:avLst/>
          </a:prstGeom>
          <a:solidFill>
            <a:srgbClr val="c84f2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92" name="Text 54"/>
          <p:cNvSpPr/>
          <p:nvPr/>
        </p:nvSpPr>
        <p:spPr>
          <a:xfrm>
            <a:off x="868680" y="4041720"/>
            <a:ext cx="328680" cy="328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400" spc="-1" strike="noStrike">
                <a:solidFill>
                  <a:srgbClr val="ffffff"/>
                </a:solidFill>
                <a:latin typeface="Calibri"/>
                <a:ea typeface="Calibri"/>
              </a:rPr>
              <a:t>4</a:t>
            </a: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93" name="Text 55"/>
          <p:cNvSpPr/>
          <p:nvPr/>
        </p:nvSpPr>
        <p:spPr>
          <a:xfrm>
            <a:off x="1362600" y="4005000"/>
            <a:ext cx="5486040" cy="402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400" spc="-1" strike="noStrike">
                <a:solidFill>
                  <a:srgbClr val="1c2a22"/>
                </a:solidFill>
                <a:latin typeface="Calibri"/>
                <a:ea typeface="Calibri"/>
              </a:rPr>
              <a:t>Acceleration:  a = dv/dt = 6t − 12.   Min velocity when a = 0 → t = 2 s</a:t>
            </a: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94" name="Shape 56"/>
          <p:cNvSpPr/>
          <p:nvPr/>
        </p:nvSpPr>
        <p:spPr>
          <a:xfrm>
            <a:off x="567000" y="5074920"/>
            <a:ext cx="11063880" cy="1142640"/>
          </a:xfrm>
          <a:prstGeom prst="roundRect">
            <a:avLst>
              <a:gd name="adj" fmla="val 4800"/>
            </a:avLst>
          </a:prstGeom>
          <a:solidFill>
            <a:srgbClr val="16261f"/>
          </a:solidFill>
          <a:ln w="0">
            <a:noFill/>
          </a:ln>
          <a:effectLst>
            <a:outerShdw algn="bl" blurRad="88920" dir="5400000" dist="38160" kx="0" ky="0" rotWithShape="0" sx="100000" sy="100000">
              <a:srgbClr val="000000">
                <a:alpha val="18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95" name="Text 57"/>
          <p:cNvSpPr/>
          <p:nvPr/>
        </p:nvSpPr>
        <p:spPr>
          <a:xfrm>
            <a:off x="841320" y="5074920"/>
            <a:ext cx="10515240" cy="1142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2300" spc="-1" strike="noStrike">
                <a:solidFill>
                  <a:srgbClr val="e0ac2b"/>
                </a:solidFill>
                <a:latin typeface="Cambria"/>
                <a:ea typeface="Cambria"/>
              </a:rPr>
              <a:t>At rest at t = 1 s and t = 3 s;  velocity is least at t = 2 s</a:t>
            </a:r>
            <a:endParaRPr b="0" lang="en-US" sz="23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7f6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6" name="Shape 0"/>
          <p:cNvSpPr/>
          <p:nvPr/>
        </p:nvSpPr>
        <p:spPr>
          <a:xfrm>
            <a:off x="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97" name="Shape 1"/>
          <p:cNvSpPr/>
          <p:nvPr/>
        </p:nvSpPr>
        <p:spPr>
          <a:xfrm>
            <a:off x="56664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98" name="Shape 2"/>
          <p:cNvSpPr/>
          <p:nvPr/>
        </p:nvSpPr>
        <p:spPr>
          <a:xfrm>
            <a:off x="113364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99" name="Shape 3"/>
          <p:cNvSpPr/>
          <p:nvPr/>
        </p:nvSpPr>
        <p:spPr>
          <a:xfrm>
            <a:off x="170064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00" name="Shape 4"/>
          <p:cNvSpPr/>
          <p:nvPr/>
        </p:nvSpPr>
        <p:spPr>
          <a:xfrm>
            <a:off x="226764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01" name="Shape 5"/>
          <p:cNvSpPr/>
          <p:nvPr/>
        </p:nvSpPr>
        <p:spPr>
          <a:xfrm>
            <a:off x="283464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02" name="Shape 6"/>
          <p:cNvSpPr/>
          <p:nvPr/>
        </p:nvSpPr>
        <p:spPr>
          <a:xfrm>
            <a:off x="340128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03" name="Shape 7"/>
          <p:cNvSpPr/>
          <p:nvPr/>
        </p:nvSpPr>
        <p:spPr>
          <a:xfrm>
            <a:off x="396828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04" name="Shape 8"/>
          <p:cNvSpPr/>
          <p:nvPr/>
        </p:nvSpPr>
        <p:spPr>
          <a:xfrm>
            <a:off x="453528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05" name="Shape 9"/>
          <p:cNvSpPr/>
          <p:nvPr/>
        </p:nvSpPr>
        <p:spPr>
          <a:xfrm>
            <a:off x="510228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06" name="Shape 10"/>
          <p:cNvSpPr/>
          <p:nvPr/>
        </p:nvSpPr>
        <p:spPr>
          <a:xfrm>
            <a:off x="566928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07" name="Shape 11"/>
          <p:cNvSpPr/>
          <p:nvPr/>
        </p:nvSpPr>
        <p:spPr>
          <a:xfrm>
            <a:off x="623592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08" name="Shape 12"/>
          <p:cNvSpPr/>
          <p:nvPr/>
        </p:nvSpPr>
        <p:spPr>
          <a:xfrm>
            <a:off x="680292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09" name="Shape 13"/>
          <p:cNvSpPr/>
          <p:nvPr/>
        </p:nvSpPr>
        <p:spPr>
          <a:xfrm>
            <a:off x="736992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10" name="Shape 14"/>
          <p:cNvSpPr/>
          <p:nvPr/>
        </p:nvSpPr>
        <p:spPr>
          <a:xfrm>
            <a:off x="793692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11" name="Shape 15"/>
          <p:cNvSpPr/>
          <p:nvPr/>
        </p:nvSpPr>
        <p:spPr>
          <a:xfrm>
            <a:off x="850392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12" name="Shape 16"/>
          <p:cNvSpPr/>
          <p:nvPr/>
        </p:nvSpPr>
        <p:spPr>
          <a:xfrm>
            <a:off x="907056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13" name="Shape 17"/>
          <p:cNvSpPr/>
          <p:nvPr/>
        </p:nvSpPr>
        <p:spPr>
          <a:xfrm>
            <a:off x="963756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14" name="Shape 18"/>
          <p:cNvSpPr/>
          <p:nvPr/>
        </p:nvSpPr>
        <p:spPr>
          <a:xfrm>
            <a:off x="1020456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15" name="Shape 19"/>
          <p:cNvSpPr/>
          <p:nvPr/>
        </p:nvSpPr>
        <p:spPr>
          <a:xfrm>
            <a:off x="1077156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16" name="Shape 20"/>
          <p:cNvSpPr/>
          <p:nvPr/>
        </p:nvSpPr>
        <p:spPr>
          <a:xfrm>
            <a:off x="1133856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17" name="Shape 21"/>
          <p:cNvSpPr/>
          <p:nvPr/>
        </p:nvSpPr>
        <p:spPr>
          <a:xfrm>
            <a:off x="1190520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18" name="Shape 22"/>
          <p:cNvSpPr/>
          <p:nvPr/>
        </p:nvSpPr>
        <p:spPr>
          <a:xfrm>
            <a:off x="0" y="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19" name="Shape 23"/>
          <p:cNvSpPr/>
          <p:nvPr/>
        </p:nvSpPr>
        <p:spPr>
          <a:xfrm>
            <a:off x="0" y="56664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20" name="Shape 24"/>
          <p:cNvSpPr/>
          <p:nvPr/>
        </p:nvSpPr>
        <p:spPr>
          <a:xfrm>
            <a:off x="0" y="113364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21" name="Shape 25"/>
          <p:cNvSpPr/>
          <p:nvPr/>
        </p:nvSpPr>
        <p:spPr>
          <a:xfrm>
            <a:off x="0" y="170064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22" name="Shape 26"/>
          <p:cNvSpPr/>
          <p:nvPr/>
        </p:nvSpPr>
        <p:spPr>
          <a:xfrm>
            <a:off x="0" y="226764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23" name="Shape 27"/>
          <p:cNvSpPr/>
          <p:nvPr/>
        </p:nvSpPr>
        <p:spPr>
          <a:xfrm>
            <a:off x="0" y="283464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24" name="Shape 28"/>
          <p:cNvSpPr/>
          <p:nvPr/>
        </p:nvSpPr>
        <p:spPr>
          <a:xfrm>
            <a:off x="0" y="340128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25" name="Shape 29"/>
          <p:cNvSpPr/>
          <p:nvPr/>
        </p:nvSpPr>
        <p:spPr>
          <a:xfrm>
            <a:off x="0" y="396828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26" name="Shape 30"/>
          <p:cNvSpPr/>
          <p:nvPr/>
        </p:nvSpPr>
        <p:spPr>
          <a:xfrm>
            <a:off x="0" y="453528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27" name="Shape 31"/>
          <p:cNvSpPr/>
          <p:nvPr/>
        </p:nvSpPr>
        <p:spPr>
          <a:xfrm>
            <a:off x="0" y="510228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28" name="Shape 32"/>
          <p:cNvSpPr/>
          <p:nvPr/>
        </p:nvSpPr>
        <p:spPr>
          <a:xfrm>
            <a:off x="0" y="566928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29" name="Shape 33"/>
          <p:cNvSpPr/>
          <p:nvPr/>
        </p:nvSpPr>
        <p:spPr>
          <a:xfrm>
            <a:off x="0" y="623592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30" name="Shape 34"/>
          <p:cNvSpPr/>
          <p:nvPr/>
        </p:nvSpPr>
        <p:spPr>
          <a:xfrm>
            <a:off x="0" y="680292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31" name="Shape 35"/>
          <p:cNvSpPr/>
          <p:nvPr/>
        </p:nvSpPr>
        <p:spPr>
          <a:xfrm>
            <a:off x="567000" y="420480"/>
            <a:ext cx="548280" cy="548280"/>
          </a:xfrm>
          <a:prstGeom prst="roundRect">
            <a:avLst>
              <a:gd name="adj" fmla="val 16667"/>
            </a:avLst>
          </a:prstGeom>
          <a:solidFill>
            <a:srgbClr val="e8623d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32" name="Text 36"/>
          <p:cNvSpPr/>
          <p:nvPr/>
        </p:nvSpPr>
        <p:spPr>
          <a:xfrm>
            <a:off x="567000" y="420480"/>
            <a:ext cx="548280" cy="54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800" spc="-1" strike="noStrike">
                <a:solidFill>
                  <a:srgbClr val="ffffff"/>
                </a:solidFill>
                <a:latin typeface="Cambria"/>
                <a:ea typeface="Cambria"/>
              </a:rPr>
              <a:t>Zπ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33" name="Text 37"/>
          <p:cNvSpPr/>
          <p:nvPr/>
        </p:nvSpPr>
        <p:spPr>
          <a:xfrm>
            <a:off x="1325880" y="402480"/>
            <a:ext cx="1024092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150" spc="248" strike="noStrike">
                <a:solidFill>
                  <a:srgbClr val="c84f2f"/>
                </a:solidFill>
                <a:latin typeface="Calibri"/>
                <a:ea typeface="Calibri"/>
              </a:rPr>
              <a:t>GOOD TO KNOW</a:t>
            </a:r>
            <a:endParaRPr b="0" lang="en-US" sz="11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34" name="Text 38"/>
          <p:cNvSpPr/>
          <p:nvPr/>
        </p:nvSpPr>
        <p:spPr>
          <a:xfrm>
            <a:off x="1325880" y="676800"/>
            <a:ext cx="10240920" cy="566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2700" spc="-1" strike="noStrike">
                <a:solidFill>
                  <a:srgbClr val="1c2a22"/>
                </a:solidFill>
                <a:latin typeface="Cambria"/>
                <a:ea typeface="Cambria"/>
              </a:rPr>
              <a:t>Units, Signs &amp; the Reverse</a:t>
            </a:r>
            <a:endParaRPr b="0" lang="en-US" sz="27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35" name="Shape 39"/>
          <p:cNvSpPr/>
          <p:nvPr/>
        </p:nvSpPr>
        <p:spPr>
          <a:xfrm>
            <a:off x="567000" y="1325880"/>
            <a:ext cx="11063880" cy="658080"/>
          </a:xfrm>
          <a:prstGeom prst="roundRect">
            <a:avLst>
              <a:gd name="adj" fmla="val 8333"/>
            </a:avLst>
          </a:prstGeom>
          <a:solidFill>
            <a:srgbClr val="16261f"/>
          </a:solidFill>
          <a:ln w="0">
            <a:noFill/>
          </a:ln>
          <a:effectLst>
            <a:outerShdw algn="bl" blurRad="88920" dir="5400000" dist="38160" kx="0" ky="0" rotWithShape="0" sx="100000" sy="100000">
              <a:srgbClr val="000000">
                <a:alpha val="18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36" name="Text 40"/>
          <p:cNvSpPr/>
          <p:nvPr/>
        </p:nvSpPr>
        <p:spPr>
          <a:xfrm>
            <a:off x="887040" y="1325880"/>
            <a:ext cx="10423800" cy="658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350" spc="-1" strike="noStrike">
                <a:solidFill>
                  <a:srgbClr val="edebdd"/>
                </a:solidFill>
                <a:latin typeface="Calibri"/>
                <a:ea typeface="Calibri"/>
              </a:rPr>
              <a:t>Read the sign and the units carefully.</a:t>
            </a:r>
            <a:endParaRPr b="0" lang="en-US" sz="13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37" name="Shape 41"/>
          <p:cNvSpPr/>
          <p:nvPr/>
        </p:nvSpPr>
        <p:spPr>
          <a:xfrm>
            <a:off x="567000" y="2286000"/>
            <a:ext cx="5440320" cy="3200040"/>
          </a:xfrm>
          <a:prstGeom prst="roundRect">
            <a:avLst>
              <a:gd name="adj" fmla="val 1714"/>
            </a:avLst>
          </a:prstGeom>
          <a:solidFill>
            <a:srgbClr val="eef1e8"/>
          </a:solidFill>
          <a:ln w="0">
            <a:noFill/>
          </a:ln>
          <a:effectLst>
            <a:outerShdw algn="bl" blurRad="88920" dir="5400000" dist="38160" kx="0" ky="0" rotWithShape="0" sx="100000" sy="100000">
              <a:srgbClr val="000000">
                <a:alpha val="18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38" name="Text 42"/>
          <p:cNvSpPr/>
          <p:nvPr/>
        </p:nvSpPr>
        <p:spPr>
          <a:xfrm>
            <a:off x="932760" y="2523600"/>
            <a:ext cx="4708800" cy="4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700" spc="-1" strike="noStrike">
                <a:solidFill>
                  <a:srgbClr val="1c2a22"/>
                </a:solidFill>
                <a:latin typeface="Cambria"/>
                <a:ea typeface="Cambria"/>
              </a:rPr>
              <a:t>Signs tell direction</a:t>
            </a:r>
            <a:endParaRPr b="0" lang="en-US" sz="17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39" name="Shape 43"/>
          <p:cNvSpPr/>
          <p:nvPr/>
        </p:nvSpPr>
        <p:spPr>
          <a:xfrm>
            <a:off x="868680" y="3063240"/>
            <a:ext cx="145800" cy="145800"/>
          </a:xfrm>
          <a:prstGeom prst="ellipse">
            <a:avLst/>
          </a:prstGeom>
          <a:solidFill>
            <a:srgbClr val="c84f2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40" name="Text 44"/>
          <p:cNvSpPr/>
          <p:nvPr/>
        </p:nvSpPr>
        <p:spPr>
          <a:xfrm>
            <a:off x="1143000" y="2971800"/>
            <a:ext cx="4663080" cy="50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300" spc="-1" strike="noStrike">
                <a:solidFill>
                  <a:srgbClr val="1c2a22"/>
                </a:solidFill>
                <a:latin typeface="Cambria"/>
                <a:ea typeface="Cambria"/>
              </a:rPr>
              <a:t>Positive velocity → moving forward.</a:t>
            </a:r>
            <a:endParaRPr b="0" lang="en-US" sz="13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41" name="Shape 45"/>
          <p:cNvSpPr/>
          <p:nvPr/>
        </p:nvSpPr>
        <p:spPr>
          <a:xfrm>
            <a:off x="868680" y="3630240"/>
            <a:ext cx="145800" cy="145800"/>
          </a:xfrm>
          <a:prstGeom prst="ellipse">
            <a:avLst/>
          </a:prstGeom>
          <a:solidFill>
            <a:srgbClr val="c84f2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42" name="Text 46"/>
          <p:cNvSpPr/>
          <p:nvPr/>
        </p:nvSpPr>
        <p:spPr>
          <a:xfrm>
            <a:off x="1143000" y="3538800"/>
            <a:ext cx="4663080" cy="50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300" spc="-1" strike="noStrike">
                <a:solidFill>
                  <a:srgbClr val="1c2a22"/>
                </a:solidFill>
                <a:latin typeface="Cambria"/>
                <a:ea typeface="Cambria"/>
              </a:rPr>
              <a:t>Negative velocity → moving backward.</a:t>
            </a:r>
            <a:endParaRPr b="0" lang="en-US" sz="13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43" name="Shape 47"/>
          <p:cNvSpPr/>
          <p:nvPr/>
        </p:nvSpPr>
        <p:spPr>
          <a:xfrm>
            <a:off x="868680" y="4197240"/>
            <a:ext cx="145800" cy="145800"/>
          </a:xfrm>
          <a:prstGeom prst="ellipse">
            <a:avLst/>
          </a:prstGeom>
          <a:solidFill>
            <a:srgbClr val="c84f2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44" name="Text 48"/>
          <p:cNvSpPr/>
          <p:nvPr/>
        </p:nvSpPr>
        <p:spPr>
          <a:xfrm>
            <a:off x="1143000" y="4105800"/>
            <a:ext cx="4663080" cy="50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300" spc="-1" strike="noStrike">
                <a:solidFill>
                  <a:srgbClr val="1c2a22"/>
                </a:solidFill>
                <a:latin typeface="Cambria"/>
                <a:ea typeface="Cambria"/>
              </a:rPr>
              <a:t>Positive acceleration → speeding up (if v &gt; 0).</a:t>
            </a:r>
            <a:endParaRPr b="0" lang="en-US" sz="13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45" name="Shape 49"/>
          <p:cNvSpPr/>
          <p:nvPr/>
        </p:nvSpPr>
        <p:spPr>
          <a:xfrm>
            <a:off x="868680" y="4763880"/>
            <a:ext cx="145800" cy="145800"/>
          </a:xfrm>
          <a:prstGeom prst="ellipse">
            <a:avLst/>
          </a:prstGeom>
          <a:solidFill>
            <a:srgbClr val="c84f2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46" name="Text 50"/>
          <p:cNvSpPr/>
          <p:nvPr/>
        </p:nvSpPr>
        <p:spPr>
          <a:xfrm>
            <a:off x="1143000" y="4672440"/>
            <a:ext cx="4663080" cy="50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300" spc="-1" strike="noStrike">
                <a:solidFill>
                  <a:srgbClr val="1c2a22"/>
                </a:solidFill>
                <a:latin typeface="Cambria"/>
                <a:ea typeface="Cambria"/>
              </a:rPr>
              <a:t>Speed is the size of velocity (ignore the sign).</a:t>
            </a:r>
            <a:endParaRPr b="0" lang="en-US" sz="13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47" name="Shape 51"/>
          <p:cNvSpPr/>
          <p:nvPr/>
        </p:nvSpPr>
        <p:spPr>
          <a:xfrm>
            <a:off x="6190560" y="2286000"/>
            <a:ext cx="5440320" cy="3200040"/>
          </a:xfrm>
          <a:prstGeom prst="roundRect">
            <a:avLst>
              <a:gd name="adj" fmla="val 1714"/>
            </a:avLst>
          </a:prstGeom>
          <a:solidFill>
            <a:srgbClr val="fbf3dd"/>
          </a:solidFill>
          <a:ln w="0">
            <a:noFill/>
          </a:ln>
          <a:effectLst>
            <a:outerShdw algn="bl" blurRad="88920" dir="5400000" dist="38160" kx="0" ky="0" rotWithShape="0" sx="100000" sy="100000">
              <a:srgbClr val="000000">
                <a:alpha val="18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48" name="Text 52"/>
          <p:cNvSpPr/>
          <p:nvPr/>
        </p:nvSpPr>
        <p:spPr>
          <a:xfrm>
            <a:off x="6556320" y="2523600"/>
            <a:ext cx="4708800" cy="4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700" spc="-1" strike="noStrike">
                <a:solidFill>
                  <a:srgbClr val="1c2a22"/>
                </a:solidFill>
                <a:latin typeface="Cambria"/>
                <a:ea typeface="Cambria"/>
              </a:rPr>
              <a:t>Units</a:t>
            </a:r>
            <a:endParaRPr b="0" lang="en-US" sz="17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49" name="Shape 53"/>
          <p:cNvSpPr/>
          <p:nvPr/>
        </p:nvSpPr>
        <p:spPr>
          <a:xfrm>
            <a:off x="6492240" y="3063240"/>
            <a:ext cx="145800" cy="145800"/>
          </a:xfrm>
          <a:prstGeom prst="ellipse">
            <a:avLst/>
          </a:prstGeom>
          <a:solidFill>
            <a:srgbClr val="c84f2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50" name="Text 54"/>
          <p:cNvSpPr/>
          <p:nvPr/>
        </p:nvSpPr>
        <p:spPr>
          <a:xfrm>
            <a:off x="6766560" y="2971800"/>
            <a:ext cx="4663080" cy="50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300" spc="-1" strike="noStrike">
                <a:solidFill>
                  <a:srgbClr val="1c2a22"/>
                </a:solidFill>
                <a:latin typeface="Cambria"/>
                <a:ea typeface="Cambria"/>
              </a:rPr>
              <a:t>Displacement s: metres (m).</a:t>
            </a:r>
            <a:endParaRPr b="0" lang="en-US" sz="13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51" name="Shape 55"/>
          <p:cNvSpPr/>
          <p:nvPr/>
        </p:nvSpPr>
        <p:spPr>
          <a:xfrm>
            <a:off x="6492240" y="3630240"/>
            <a:ext cx="145800" cy="145800"/>
          </a:xfrm>
          <a:prstGeom prst="ellipse">
            <a:avLst/>
          </a:prstGeom>
          <a:solidFill>
            <a:srgbClr val="c84f2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52" name="Text 56"/>
          <p:cNvSpPr/>
          <p:nvPr/>
        </p:nvSpPr>
        <p:spPr>
          <a:xfrm>
            <a:off x="6766560" y="3538800"/>
            <a:ext cx="4663080" cy="50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300" spc="-1" strike="noStrike">
                <a:solidFill>
                  <a:srgbClr val="1c2a22"/>
                </a:solidFill>
                <a:latin typeface="Cambria"/>
                <a:ea typeface="Cambria"/>
              </a:rPr>
              <a:t>Velocity v: metres per second (m/s).</a:t>
            </a:r>
            <a:endParaRPr b="0" lang="en-US" sz="13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53" name="Shape 57"/>
          <p:cNvSpPr/>
          <p:nvPr/>
        </p:nvSpPr>
        <p:spPr>
          <a:xfrm>
            <a:off x="6492240" y="4197240"/>
            <a:ext cx="145800" cy="145800"/>
          </a:xfrm>
          <a:prstGeom prst="ellipse">
            <a:avLst/>
          </a:prstGeom>
          <a:solidFill>
            <a:srgbClr val="c84f2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54" name="Text 58"/>
          <p:cNvSpPr/>
          <p:nvPr/>
        </p:nvSpPr>
        <p:spPr>
          <a:xfrm>
            <a:off x="6766560" y="4105800"/>
            <a:ext cx="4663080" cy="50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300" spc="-1" strike="noStrike">
                <a:solidFill>
                  <a:srgbClr val="1c2a22"/>
                </a:solidFill>
                <a:latin typeface="Cambria"/>
                <a:ea typeface="Cambria"/>
              </a:rPr>
              <a:t>Acceleration a: m/s².</a:t>
            </a:r>
            <a:endParaRPr b="0" lang="en-US" sz="13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55" name="Shape 59"/>
          <p:cNvSpPr/>
          <p:nvPr/>
        </p:nvSpPr>
        <p:spPr>
          <a:xfrm>
            <a:off x="6492240" y="4763880"/>
            <a:ext cx="145800" cy="145800"/>
          </a:xfrm>
          <a:prstGeom prst="ellipse">
            <a:avLst/>
          </a:prstGeom>
          <a:solidFill>
            <a:srgbClr val="c84f2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56" name="Text 60"/>
          <p:cNvSpPr/>
          <p:nvPr/>
        </p:nvSpPr>
        <p:spPr>
          <a:xfrm>
            <a:off x="6766560" y="4672440"/>
            <a:ext cx="4663080" cy="50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300" spc="-1" strike="noStrike">
                <a:solidFill>
                  <a:srgbClr val="1c2a22"/>
                </a:solidFill>
                <a:latin typeface="Cambria"/>
                <a:ea typeface="Cambria"/>
              </a:rPr>
              <a:t>Time t: seconds (s).</a:t>
            </a:r>
            <a:endParaRPr b="0" lang="en-US" sz="13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57" name="Text 61"/>
          <p:cNvSpPr/>
          <p:nvPr/>
        </p:nvSpPr>
        <p:spPr>
          <a:xfrm>
            <a:off x="567000" y="5669280"/>
            <a:ext cx="1106388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i="1" lang="en-US" sz="1250" spc="-1" strike="noStrike">
                <a:solidFill>
                  <a:srgbClr val="5c6b60"/>
                </a:solidFill>
                <a:latin typeface="Calibri"/>
                <a:ea typeface="Calibri"/>
              </a:rPr>
              <a:t>Going the other way (a → v → s) uses integration — the reverse of differentiation.</a:t>
            </a:r>
            <a:endParaRPr b="0" lang="en-US" sz="125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1c2a2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8" name="Shape 0"/>
          <p:cNvSpPr/>
          <p:nvPr/>
        </p:nvSpPr>
        <p:spPr>
          <a:xfrm>
            <a:off x="0" y="0"/>
            <a:ext cx="360" cy="6858000"/>
          </a:xfrm>
          <a:prstGeom prst="line">
            <a:avLst/>
          </a:prstGeom>
          <a:ln w="6350">
            <a:solidFill>
              <a:srgbClr val="2634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59" name="Shape 1"/>
          <p:cNvSpPr/>
          <p:nvPr/>
        </p:nvSpPr>
        <p:spPr>
          <a:xfrm>
            <a:off x="566640" y="0"/>
            <a:ext cx="360" cy="6858000"/>
          </a:xfrm>
          <a:prstGeom prst="line">
            <a:avLst/>
          </a:prstGeom>
          <a:ln w="6350">
            <a:solidFill>
              <a:srgbClr val="2634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60" name="Shape 2"/>
          <p:cNvSpPr/>
          <p:nvPr/>
        </p:nvSpPr>
        <p:spPr>
          <a:xfrm>
            <a:off x="1133640" y="0"/>
            <a:ext cx="360" cy="6858000"/>
          </a:xfrm>
          <a:prstGeom prst="line">
            <a:avLst/>
          </a:prstGeom>
          <a:ln w="6350">
            <a:solidFill>
              <a:srgbClr val="2634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61" name="Shape 3"/>
          <p:cNvSpPr/>
          <p:nvPr/>
        </p:nvSpPr>
        <p:spPr>
          <a:xfrm>
            <a:off x="1700640" y="0"/>
            <a:ext cx="360" cy="6858000"/>
          </a:xfrm>
          <a:prstGeom prst="line">
            <a:avLst/>
          </a:prstGeom>
          <a:ln w="6350">
            <a:solidFill>
              <a:srgbClr val="2634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62" name="Shape 4"/>
          <p:cNvSpPr/>
          <p:nvPr/>
        </p:nvSpPr>
        <p:spPr>
          <a:xfrm>
            <a:off x="2267640" y="0"/>
            <a:ext cx="360" cy="6858000"/>
          </a:xfrm>
          <a:prstGeom prst="line">
            <a:avLst/>
          </a:prstGeom>
          <a:ln w="6350">
            <a:solidFill>
              <a:srgbClr val="2634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63" name="Shape 5"/>
          <p:cNvSpPr/>
          <p:nvPr/>
        </p:nvSpPr>
        <p:spPr>
          <a:xfrm>
            <a:off x="2834640" y="0"/>
            <a:ext cx="360" cy="6858000"/>
          </a:xfrm>
          <a:prstGeom prst="line">
            <a:avLst/>
          </a:prstGeom>
          <a:ln w="6350">
            <a:solidFill>
              <a:srgbClr val="2634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64" name="Shape 6"/>
          <p:cNvSpPr/>
          <p:nvPr/>
        </p:nvSpPr>
        <p:spPr>
          <a:xfrm>
            <a:off x="3401280" y="0"/>
            <a:ext cx="360" cy="6858000"/>
          </a:xfrm>
          <a:prstGeom prst="line">
            <a:avLst/>
          </a:prstGeom>
          <a:ln w="6350">
            <a:solidFill>
              <a:srgbClr val="2634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65" name="Shape 7"/>
          <p:cNvSpPr/>
          <p:nvPr/>
        </p:nvSpPr>
        <p:spPr>
          <a:xfrm>
            <a:off x="3968280" y="0"/>
            <a:ext cx="360" cy="6858000"/>
          </a:xfrm>
          <a:prstGeom prst="line">
            <a:avLst/>
          </a:prstGeom>
          <a:ln w="6350">
            <a:solidFill>
              <a:srgbClr val="2634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66" name="Shape 8"/>
          <p:cNvSpPr/>
          <p:nvPr/>
        </p:nvSpPr>
        <p:spPr>
          <a:xfrm>
            <a:off x="4535280" y="0"/>
            <a:ext cx="360" cy="6858000"/>
          </a:xfrm>
          <a:prstGeom prst="line">
            <a:avLst/>
          </a:prstGeom>
          <a:ln w="6350">
            <a:solidFill>
              <a:srgbClr val="2634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67" name="Shape 9"/>
          <p:cNvSpPr/>
          <p:nvPr/>
        </p:nvSpPr>
        <p:spPr>
          <a:xfrm>
            <a:off x="5102280" y="0"/>
            <a:ext cx="360" cy="6858000"/>
          </a:xfrm>
          <a:prstGeom prst="line">
            <a:avLst/>
          </a:prstGeom>
          <a:ln w="6350">
            <a:solidFill>
              <a:srgbClr val="2634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68" name="Shape 10"/>
          <p:cNvSpPr/>
          <p:nvPr/>
        </p:nvSpPr>
        <p:spPr>
          <a:xfrm>
            <a:off x="5669280" y="0"/>
            <a:ext cx="360" cy="6858000"/>
          </a:xfrm>
          <a:prstGeom prst="line">
            <a:avLst/>
          </a:prstGeom>
          <a:ln w="6350">
            <a:solidFill>
              <a:srgbClr val="2634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69" name="Shape 11"/>
          <p:cNvSpPr/>
          <p:nvPr/>
        </p:nvSpPr>
        <p:spPr>
          <a:xfrm>
            <a:off x="6235920" y="0"/>
            <a:ext cx="360" cy="6858000"/>
          </a:xfrm>
          <a:prstGeom prst="line">
            <a:avLst/>
          </a:prstGeom>
          <a:ln w="6350">
            <a:solidFill>
              <a:srgbClr val="2634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70" name="Shape 12"/>
          <p:cNvSpPr/>
          <p:nvPr/>
        </p:nvSpPr>
        <p:spPr>
          <a:xfrm>
            <a:off x="6802920" y="0"/>
            <a:ext cx="360" cy="6858000"/>
          </a:xfrm>
          <a:prstGeom prst="line">
            <a:avLst/>
          </a:prstGeom>
          <a:ln w="6350">
            <a:solidFill>
              <a:srgbClr val="2634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71" name="Shape 13"/>
          <p:cNvSpPr/>
          <p:nvPr/>
        </p:nvSpPr>
        <p:spPr>
          <a:xfrm>
            <a:off x="7369920" y="0"/>
            <a:ext cx="360" cy="6858000"/>
          </a:xfrm>
          <a:prstGeom prst="line">
            <a:avLst/>
          </a:prstGeom>
          <a:ln w="6350">
            <a:solidFill>
              <a:srgbClr val="2634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72" name="Shape 14"/>
          <p:cNvSpPr/>
          <p:nvPr/>
        </p:nvSpPr>
        <p:spPr>
          <a:xfrm>
            <a:off x="7936920" y="0"/>
            <a:ext cx="360" cy="6858000"/>
          </a:xfrm>
          <a:prstGeom prst="line">
            <a:avLst/>
          </a:prstGeom>
          <a:ln w="6350">
            <a:solidFill>
              <a:srgbClr val="2634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73" name="Shape 15"/>
          <p:cNvSpPr/>
          <p:nvPr/>
        </p:nvSpPr>
        <p:spPr>
          <a:xfrm>
            <a:off x="8503920" y="0"/>
            <a:ext cx="360" cy="6858000"/>
          </a:xfrm>
          <a:prstGeom prst="line">
            <a:avLst/>
          </a:prstGeom>
          <a:ln w="6350">
            <a:solidFill>
              <a:srgbClr val="2634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74" name="Shape 16"/>
          <p:cNvSpPr/>
          <p:nvPr/>
        </p:nvSpPr>
        <p:spPr>
          <a:xfrm>
            <a:off x="9070560" y="0"/>
            <a:ext cx="360" cy="6858000"/>
          </a:xfrm>
          <a:prstGeom prst="line">
            <a:avLst/>
          </a:prstGeom>
          <a:ln w="6350">
            <a:solidFill>
              <a:srgbClr val="2634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75" name="Shape 17"/>
          <p:cNvSpPr/>
          <p:nvPr/>
        </p:nvSpPr>
        <p:spPr>
          <a:xfrm>
            <a:off x="9637560" y="0"/>
            <a:ext cx="360" cy="6858000"/>
          </a:xfrm>
          <a:prstGeom prst="line">
            <a:avLst/>
          </a:prstGeom>
          <a:ln w="6350">
            <a:solidFill>
              <a:srgbClr val="2634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76" name="Shape 18"/>
          <p:cNvSpPr/>
          <p:nvPr/>
        </p:nvSpPr>
        <p:spPr>
          <a:xfrm>
            <a:off x="10204560" y="0"/>
            <a:ext cx="360" cy="6858000"/>
          </a:xfrm>
          <a:prstGeom prst="line">
            <a:avLst/>
          </a:prstGeom>
          <a:ln w="6350">
            <a:solidFill>
              <a:srgbClr val="2634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77" name="Shape 19"/>
          <p:cNvSpPr/>
          <p:nvPr/>
        </p:nvSpPr>
        <p:spPr>
          <a:xfrm>
            <a:off x="10771560" y="0"/>
            <a:ext cx="360" cy="6858000"/>
          </a:xfrm>
          <a:prstGeom prst="line">
            <a:avLst/>
          </a:prstGeom>
          <a:ln w="6350">
            <a:solidFill>
              <a:srgbClr val="2634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78" name="Shape 20"/>
          <p:cNvSpPr/>
          <p:nvPr/>
        </p:nvSpPr>
        <p:spPr>
          <a:xfrm>
            <a:off x="11338560" y="0"/>
            <a:ext cx="360" cy="6858000"/>
          </a:xfrm>
          <a:prstGeom prst="line">
            <a:avLst/>
          </a:prstGeom>
          <a:ln w="6350">
            <a:solidFill>
              <a:srgbClr val="2634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79" name="Shape 21"/>
          <p:cNvSpPr/>
          <p:nvPr/>
        </p:nvSpPr>
        <p:spPr>
          <a:xfrm>
            <a:off x="11905200" y="0"/>
            <a:ext cx="360" cy="6858000"/>
          </a:xfrm>
          <a:prstGeom prst="line">
            <a:avLst/>
          </a:prstGeom>
          <a:ln w="6350">
            <a:solidFill>
              <a:srgbClr val="2634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80" name="Shape 22"/>
          <p:cNvSpPr/>
          <p:nvPr/>
        </p:nvSpPr>
        <p:spPr>
          <a:xfrm>
            <a:off x="0" y="0"/>
            <a:ext cx="12191400" cy="360"/>
          </a:xfrm>
          <a:prstGeom prst="line">
            <a:avLst/>
          </a:prstGeom>
          <a:ln w="6350">
            <a:solidFill>
              <a:srgbClr val="2634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81" name="Shape 23"/>
          <p:cNvSpPr/>
          <p:nvPr/>
        </p:nvSpPr>
        <p:spPr>
          <a:xfrm>
            <a:off x="0" y="566640"/>
            <a:ext cx="12191400" cy="360"/>
          </a:xfrm>
          <a:prstGeom prst="line">
            <a:avLst/>
          </a:prstGeom>
          <a:ln w="6350">
            <a:solidFill>
              <a:srgbClr val="2634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82" name="Shape 24"/>
          <p:cNvSpPr/>
          <p:nvPr/>
        </p:nvSpPr>
        <p:spPr>
          <a:xfrm>
            <a:off x="0" y="1133640"/>
            <a:ext cx="12191400" cy="360"/>
          </a:xfrm>
          <a:prstGeom prst="line">
            <a:avLst/>
          </a:prstGeom>
          <a:ln w="6350">
            <a:solidFill>
              <a:srgbClr val="2634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83" name="Shape 25"/>
          <p:cNvSpPr/>
          <p:nvPr/>
        </p:nvSpPr>
        <p:spPr>
          <a:xfrm>
            <a:off x="0" y="1700640"/>
            <a:ext cx="12191400" cy="360"/>
          </a:xfrm>
          <a:prstGeom prst="line">
            <a:avLst/>
          </a:prstGeom>
          <a:ln w="6350">
            <a:solidFill>
              <a:srgbClr val="2634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84" name="Shape 26"/>
          <p:cNvSpPr/>
          <p:nvPr/>
        </p:nvSpPr>
        <p:spPr>
          <a:xfrm>
            <a:off x="0" y="2267640"/>
            <a:ext cx="12191400" cy="360"/>
          </a:xfrm>
          <a:prstGeom prst="line">
            <a:avLst/>
          </a:prstGeom>
          <a:ln w="6350">
            <a:solidFill>
              <a:srgbClr val="2634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85" name="Shape 27"/>
          <p:cNvSpPr/>
          <p:nvPr/>
        </p:nvSpPr>
        <p:spPr>
          <a:xfrm>
            <a:off x="0" y="2834640"/>
            <a:ext cx="12191400" cy="360"/>
          </a:xfrm>
          <a:prstGeom prst="line">
            <a:avLst/>
          </a:prstGeom>
          <a:ln w="6350">
            <a:solidFill>
              <a:srgbClr val="2634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86" name="Shape 28"/>
          <p:cNvSpPr/>
          <p:nvPr/>
        </p:nvSpPr>
        <p:spPr>
          <a:xfrm>
            <a:off x="0" y="3401280"/>
            <a:ext cx="12191400" cy="360"/>
          </a:xfrm>
          <a:prstGeom prst="line">
            <a:avLst/>
          </a:prstGeom>
          <a:ln w="6350">
            <a:solidFill>
              <a:srgbClr val="2634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87" name="Shape 29"/>
          <p:cNvSpPr/>
          <p:nvPr/>
        </p:nvSpPr>
        <p:spPr>
          <a:xfrm>
            <a:off x="0" y="3968280"/>
            <a:ext cx="12191400" cy="360"/>
          </a:xfrm>
          <a:prstGeom prst="line">
            <a:avLst/>
          </a:prstGeom>
          <a:ln w="6350">
            <a:solidFill>
              <a:srgbClr val="2634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88" name="Shape 30"/>
          <p:cNvSpPr/>
          <p:nvPr/>
        </p:nvSpPr>
        <p:spPr>
          <a:xfrm>
            <a:off x="0" y="4535280"/>
            <a:ext cx="12191400" cy="360"/>
          </a:xfrm>
          <a:prstGeom prst="line">
            <a:avLst/>
          </a:prstGeom>
          <a:ln w="6350">
            <a:solidFill>
              <a:srgbClr val="2634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89" name="Shape 31"/>
          <p:cNvSpPr/>
          <p:nvPr/>
        </p:nvSpPr>
        <p:spPr>
          <a:xfrm>
            <a:off x="0" y="5102280"/>
            <a:ext cx="12191400" cy="360"/>
          </a:xfrm>
          <a:prstGeom prst="line">
            <a:avLst/>
          </a:prstGeom>
          <a:ln w="6350">
            <a:solidFill>
              <a:srgbClr val="2634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90" name="Shape 32"/>
          <p:cNvSpPr/>
          <p:nvPr/>
        </p:nvSpPr>
        <p:spPr>
          <a:xfrm>
            <a:off x="0" y="5669280"/>
            <a:ext cx="12191400" cy="360"/>
          </a:xfrm>
          <a:prstGeom prst="line">
            <a:avLst/>
          </a:prstGeom>
          <a:ln w="6350">
            <a:solidFill>
              <a:srgbClr val="2634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91" name="Shape 33"/>
          <p:cNvSpPr/>
          <p:nvPr/>
        </p:nvSpPr>
        <p:spPr>
          <a:xfrm>
            <a:off x="0" y="6235920"/>
            <a:ext cx="12191400" cy="360"/>
          </a:xfrm>
          <a:prstGeom prst="line">
            <a:avLst/>
          </a:prstGeom>
          <a:ln w="6350">
            <a:solidFill>
              <a:srgbClr val="2634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92" name="Shape 34"/>
          <p:cNvSpPr/>
          <p:nvPr/>
        </p:nvSpPr>
        <p:spPr>
          <a:xfrm>
            <a:off x="0" y="6802920"/>
            <a:ext cx="12191400" cy="360"/>
          </a:xfrm>
          <a:prstGeom prst="line">
            <a:avLst/>
          </a:prstGeom>
          <a:ln w="6350">
            <a:solidFill>
              <a:srgbClr val="2634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93" name="Shape 35"/>
          <p:cNvSpPr/>
          <p:nvPr/>
        </p:nvSpPr>
        <p:spPr>
          <a:xfrm>
            <a:off x="777240" y="640080"/>
            <a:ext cx="603000" cy="603000"/>
          </a:xfrm>
          <a:prstGeom prst="roundRect">
            <a:avLst>
              <a:gd name="adj" fmla="val 15152"/>
            </a:avLst>
          </a:prstGeom>
          <a:solidFill>
            <a:srgbClr val="e8623d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94" name="Text 36"/>
          <p:cNvSpPr/>
          <p:nvPr/>
        </p:nvSpPr>
        <p:spPr>
          <a:xfrm>
            <a:off x="777240" y="640080"/>
            <a:ext cx="603000" cy="603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979" spc="-1" strike="noStrike">
                <a:solidFill>
                  <a:srgbClr val="ffffff"/>
                </a:solidFill>
                <a:latin typeface="Cambria"/>
                <a:ea typeface="Cambria"/>
              </a:rPr>
              <a:t>Zπ</a:t>
            </a:r>
            <a:endParaRPr b="0" lang="en-US" sz="1979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95" name="Text 37"/>
          <p:cNvSpPr/>
          <p:nvPr/>
        </p:nvSpPr>
        <p:spPr>
          <a:xfrm>
            <a:off x="1554480" y="676800"/>
            <a:ext cx="8229240" cy="31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250" spc="299" strike="noStrike">
                <a:solidFill>
                  <a:srgbClr val="e0ac2b"/>
                </a:solidFill>
                <a:latin typeface="Calibri"/>
                <a:ea typeface="Calibri"/>
              </a:rPr>
              <a:t>PART 2</a:t>
            </a:r>
            <a:endParaRPr b="0" lang="en-US" sz="125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96" name="Text 38"/>
          <p:cNvSpPr/>
          <p:nvPr/>
        </p:nvSpPr>
        <p:spPr>
          <a:xfrm>
            <a:off x="777240" y="1691640"/>
            <a:ext cx="10789560" cy="914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4400" spc="-1" strike="noStrike">
                <a:solidFill>
                  <a:srgbClr val="e0ac2b"/>
                </a:solidFill>
                <a:latin typeface="Cambria"/>
                <a:ea typeface="Cambria"/>
              </a:rPr>
              <a:t>Past-Paper Questions</a:t>
            </a:r>
            <a:endParaRPr b="0" lang="en-US" sz="4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97" name="Text 39"/>
          <p:cNvSpPr/>
          <p:nvPr/>
        </p:nvSpPr>
        <p:spPr>
          <a:xfrm>
            <a:off x="804600" y="2697480"/>
            <a:ext cx="10606680" cy="4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i="1" lang="en-US" sz="1800" spc="-1" strike="noStrike">
                <a:solidFill>
                  <a:srgbClr val="edebdd"/>
                </a:solidFill>
                <a:latin typeface="Cambria"/>
                <a:ea typeface="Cambria"/>
              </a:rPr>
              <a:t>Differentiate the displacement, then translate the words into v = 0 or a = 0.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98" name="Shape 40"/>
          <p:cNvSpPr/>
          <p:nvPr/>
        </p:nvSpPr>
        <p:spPr>
          <a:xfrm>
            <a:off x="868680" y="3611880"/>
            <a:ext cx="475200" cy="475200"/>
          </a:xfrm>
          <a:prstGeom prst="ellipse">
            <a:avLst/>
          </a:prstGeom>
          <a:solidFill>
            <a:srgbClr val="c84f2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99" name="Text 41"/>
          <p:cNvSpPr/>
          <p:nvPr/>
        </p:nvSpPr>
        <p:spPr>
          <a:xfrm>
            <a:off x="868680" y="3611880"/>
            <a:ext cx="475200" cy="475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2200" spc="-1" strike="noStrike">
                <a:solidFill>
                  <a:srgbClr val="ffffff"/>
                </a:solidFill>
                <a:latin typeface="Cambria"/>
                <a:ea typeface="Cambria"/>
              </a:rPr>
              <a:t>1</a:t>
            </a:r>
            <a:endParaRPr b="0" lang="en-US" sz="2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00" name="Text 42"/>
          <p:cNvSpPr/>
          <p:nvPr/>
        </p:nvSpPr>
        <p:spPr>
          <a:xfrm>
            <a:off x="1554480" y="3611880"/>
            <a:ext cx="10058040" cy="475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800" spc="-1" strike="noStrike">
                <a:solidFill>
                  <a:srgbClr val="edebdd"/>
                </a:solidFill>
                <a:latin typeface="Cambria"/>
                <a:ea typeface="Cambria"/>
              </a:rPr>
              <a:t>v = ds/dt,   a = dv/dt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01" name="Shape 43"/>
          <p:cNvSpPr/>
          <p:nvPr/>
        </p:nvSpPr>
        <p:spPr>
          <a:xfrm>
            <a:off x="868680" y="4325040"/>
            <a:ext cx="475200" cy="475200"/>
          </a:xfrm>
          <a:prstGeom prst="ellipse">
            <a:avLst/>
          </a:prstGeom>
          <a:solidFill>
            <a:srgbClr val="c84f2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02" name="Text 44"/>
          <p:cNvSpPr/>
          <p:nvPr/>
        </p:nvSpPr>
        <p:spPr>
          <a:xfrm>
            <a:off x="868680" y="4325040"/>
            <a:ext cx="475200" cy="475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2200" spc="-1" strike="noStrike">
                <a:solidFill>
                  <a:srgbClr val="ffffff"/>
                </a:solidFill>
                <a:latin typeface="Cambria"/>
                <a:ea typeface="Cambria"/>
              </a:rPr>
              <a:t>2</a:t>
            </a:r>
            <a:endParaRPr b="0" lang="en-US" sz="2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03" name="Text 45"/>
          <p:cNvSpPr/>
          <p:nvPr/>
        </p:nvSpPr>
        <p:spPr>
          <a:xfrm>
            <a:off x="1554480" y="4325040"/>
            <a:ext cx="10058040" cy="475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800" spc="-1" strike="noStrike">
                <a:solidFill>
                  <a:srgbClr val="edebdd"/>
                </a:solidFill>
                <a:latin typeface="Cambria"/>
                <a:ea typeface="Cambria"/>
              </a:rPr>
              <a:t>‘</a:t>
            </a:r>
            <a:r>
              <a:rPr b="0" lang="en-US" sz="1800" spc="-1" strike="noStrike">
                <a:solidFill>
                  <a:srgbClr val="edebdd"/>
                </a:solidFill>
                <a:latin typeface="Cambria"/>
                <a:ea typeface="Cambria"/>
              </a:rPr>
              <a:t>At rest’ → v = 0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04" name="Shape 46"/>
          <p:cNvSpPr/>
          <p:nvPr/>
        </p:nvSpPr>
        <p:spPr>
          <a:xfrm>
            <a:off x="868680" y="5038200"/>
            <a:ext cx="475200" cy="475200"/>
          </a:xfrm>
          <a:prstGeom prst="ellipse">
            <a:avLst/>
          </a:prstGeom>
          <a:solidFill>
            <a:srgbClr val="c84f2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05" name="Text 47"/>
          <p:cNvSpPr/>
          <p:nvPr/>
        </p:nvSpPr>
        <p:spPr>
          <a:xfrm>
            <a:off x="868680" y="5038200"/>
            <a:ext cx="475200" cy="475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2200" spc="-1" strike="noStrike">
                <a:solidFill>
                  <a:srgbClr val="ffffff"/>
                </a:solidFill>
                <a:latin typeface="Cambria"/>
                <a:ea typeface="Cambria"/>
              </a:rPr>
              <a:t>3</a:t>
            </a:r>
            <a:endParaRPr b="0" lang="en-US" sz="2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06" name="Text 48"/>
          <p:cNvSpPr/>
          <p:nvPr/>
        </p:nvSpPr>
        <p:spPr>
          <a:xfrm>
            <a:off x="1554480" y="5038200"/>
            <a:ext cx="10058040" cy="475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800" spc="-1" strike="noStrike">
                <a:solidFill>
                  <a:srgbClr val="edebdd"/>
                </a:solidFill>
                <a:latin typeface="Cambria"/>
                <a:ea typeface="Cambria"/>
              </a:rPr>
              <a:t>‘</a:t>
            </a:r>
            <a:r>
              <a:rPr b="0" lang="en-US" sz="1800" spc="-1" strike="noStrike">
                <a:solidFill>
                  <a:srgbClr val="edebdd"/>
                </a:solidFill>
                <a:latin typeface="Cambria"/>
                <a:ea typeface="Cambria"/>
              </a:rPr>
              <a:t>Max/min velocity’ → a = 0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07" name="Shape 49"/>
          <p:cNvSpPr/>
          <p:nvPr/>
        </p:nvSpPr>
        <p:spPr>
          <a:xfrm>
            <a:off x="868680" y="5751720"/>
            <a:ext cx="475200" cy="475200"/>
          </a:xfrm>
          <a:prstGeom prst="ellipse">
            <a:avLst/>
          </a:prstGeom>
          <a:solidFill>
            <a:srgbClr val="c84f2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08" name="Text 50"/>
          <p:cNvSpPr/>
          <p:nvPr/>
        </p:nvSpPr>
        <p:spPr>
          <a:xfrm>
            <a:off x="868680" y="5751720"/>
            <a:ext cx="475200" cy="475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2200" spc="-1" strike="noStrike">
                <a:solidFill>
                  <a:srgbClr val="ffffff"/>
                </a:solidFill>
                <a:latin typeface="Cambria"/>
                <a:ea typeface="Cambria"/>
              </a:rPr>
              <a:t>4</a:t>
            </a:r>
            <a:endParaRPr b="0" lang="en-US" sz="2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09" name="Text 51"/>
          <p:cNvSpPr/>
          <p:nvPr/>
        </p:nvSpPr>
        <p:spPr>
          <a:xfrm>
            <a:off x="1554480" y="5751720"/>
            <a:ext cx="10058040" cy="475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800" spc="-1" strike="noStrike">
                <a:solidFill>
                  <a:srgbClr val="edebdd"/>
                </a:solidFill>
                <a:latin typeface="Cambria"/>
                <a:ea typeface="Cambria"/>
              </a:rPr>
              <a:t>‘</a:t>
            </a:r>
            <a:r>
              <a:rPr b="0" lang="en-US" sz="1800" spc="-1" strike="noStrike">
                <a:solidFill>
                  <a:srgbClr val="edebdd"/>
                </a:solidFill>
                <a:latin typeface="Cambria"/>
                <a:ea typeface="Cambria"/>
              </a:rPr>
              <a:t>Initial’ → t = 0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7f6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0" name="Shape 0"/>
          <p:cNvSpPr/>
          <p:nvPr/>
        </p:nvSpPr>
        <p:spPr>
          <a:xfrm>
            <a:off x="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11" name="Shape 1"/>
          <p:cNvSpPr/>
          <p:nvPr/>
        </p:nvSpPr>
        <p:spPr>
          <a:xfrm>
            <a:off x="56664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12" name="Shape 2"/>
          <p:cNvSpPr/>
          <p:nvPr/>
        </p:nvSpPr>
        <p:spPr>
          <a:xfrm>
            <a:off x="113364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13" name="Shape 3"/>
          <p:cNvSpPr/>
          <p:nvPr/>
        </p:nvSpPr>
        <p:spPr>
          <a:xfrm>
            <a:off x="170064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14" name="Shape 4"/>
          <p:cNvSpPr/>
          <p:nvPr/>
        </p:nvSpPr>
        <p:spPr>
          <a:xfrm>
            <a:off x="226764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15" name="Shape 5"/>
          <p:cNvSpPr/>
          <p:nvPr/>
        </p:nvSpPr>
        <p:spPr>
          <a:xfrm>
            <a:off x="283464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16" name="Shape 6"/>
          <p:cNvSpPr/>
          <p:nvPr/>
        </p:nvSpPr>
        <p:spPr>
          <a:xfrm>
            <a:off x="340128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17" name="Shape 7"/>
          <p:cNvSpPr/>
          <p:nvPr/>
        </p:nvSpPr>
        <p:spPr>
          <a:xfrm>
            <a:off x="396828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18" name="Shape 8"/>
          <p:cNvSpPr/>
          <p:nvPr/>
        </p:nvSpPr>
        <p:spPr>
          <a:xfrm>
            <a:off x="453528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19" name="Shape 9"/>
          <p:cNvSpPr/>
          <p:nvPr/>
        </p:nvSpPr>
        <p:spPr>
          <a:xfrm>
            <a:off x="510228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20" name="Shape 10"/>
          <p:cNvSpPr/>
          <p:nvPr/>
        </p:nvSpPr>
        <p:spPr>
          <a:xfrm>
            <a:off x="566928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21" name="Shape 11"/>
          <p:cNvSpPr/>
          <p:nvPr/>
        </p:nvSpPr>
        <p:spPr>
          <a:xfrm>
            <a:off x="623592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22" name="Shape 12"/>
          <p:cNvSpPr/>
          <p:nvPr/>
        </p:nvSpPr>
        <p:spPr>
          <a:xfrm>
            <a:off x="680292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23" name="Shape 13"/>
          <p:cNvSpPr/>
          <p:nvPr/>
        </p:nvSpPr>
        <p:spPr>
          <a:xfrm>
            <a:off x="736992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24" name="Shape 14"/>
          <p:cNvSpPr/>
          <p:nvPr/>
        </p:nvSpPr>
        <p:spPr>
          <a:xfrm>
            <a:off x="793692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25" name="Shape 15"/>
          <p:cNvSpPr/>
          <p:nvPr/>
        </p:nvSpPr>
        <p:spPr>
          <a:xfrm>
            <a:off x="850392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26" name="Shape 16"/>
          <p:cNvSpPr/>
          <p:nvPr/>
        </p:nvSpPr>
        <p:spPr>
          <a:xfrm>
            <a:off x="907056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27" name="Shape 17"/>
          <p:cNvSpPr/>
          <p:nvPr/>
        </p:nvSpPr>
        <p:spPr>
          <a:xfrm>
            <a:off x="963756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28" name="Shape 18"/>
          <p:cNvSpPr/>
          <p:nvPr/>
        </p:nvSpPr>
        <p:spPr>
          <a:xfrm>
            <a:off x="1020456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29" name="Shape 19"/>
          <p:cNvSpPr/>
          <p:nvPr/>
        </p:nvSpPr>
        <p:spPr>
          <a:xfrm>
            <a:off x="1077156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30" name="Shape 20"/>
          <p:cNvSpPr/>
          <p:nvPr/>
        </p:nvSpPr>
        <p:spPr>
          <a:xfrm>
            <a:off x="1133856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31" name="Shape 21"/>
          <p:cNvSpPr/>
          <p:nvPr/>
        </p:nvSpPr>
        <p:spPr>
          <a:xfrm>
            <a:off x="1190520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32" name="Shape 22"/>
          <p:cNvSpPr/>
          <p:nvPr/>
        </p:nvSpPr>
        <p:spPr>
          <a:xfrm>
            <a:off x="0" y="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33" name="Shape 23"/>
          <p:cNvSpPr/>
          <p:nvPr/>
        </p:nvSpPr>
        <p:spPr>
          <a:xfrm>
            <a:off x="0" y="56664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34" name="Shape 24"/>
          <p:cNvSpPr/>
          <p:nvPr/>
        </p:nvSpPr>
        <p:spPr>
          <a:xfrm>
            <a:off x="0" y="113364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35" name="Shape 25"/>
          <p:cNvSpPr/>
          <p:nvPr/>
        </p:nvSpPr>
        <p:spPr>
          <a:xfrm>
            <a:off x="0" y="170064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36" name="Shape 26"/>
          <p:cNvSpPr/>
          <p:nvPr/>
        </p:nvSpPr>
        <p:spPr>
          <a:xfrm>
            <a:off x="0" y="226764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37" name="Shape 27"/>
          <p:cNvSpPr/>
          <p:nvPr/>
        </p:nvSpPr>
        <p:spPr>
          <a:xfrm>
            <a:off x="0" y="283464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38" name="Shape 28"/>
          <p:cNvSpPr/>
          <p:nvPr/>
        </p:nvSpPr>
        <p:spPr>
          <a:xfrm>
            <a:off x="0" y="340128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39" name="Shape 29"/>
          <p:cNvSpPr/>
          <p:nvPr/>
        </p:nvSpPr>
        <p:spPr>
          <a:xfrm>
            <a:off x="0" y="396828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40" name="Shape 30"/>
          <p:cNvSpPr/>
          <p:nvPr/>
        </p:nvSpPr>
        <p:spPr>
          <a:xfrm>
            <a:off x="0" y="453528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41" name="Shape 31"/>
          <p:cNvSpPr/>
          <p:nvPr/>
        </p:nvSpPr>
        <p:spPr>
          <a:xfrm>
            <a:off x="0" y="510228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42" name="Shape 32"/>
          <p:cNvSpPr/>
          <p:nvPr/>
        </p:nvSpPr>
        <p:spPr>
          <a:xfrm>
            <a:off x="0" y="566928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43" name="Shape 33"/>
          <p:cNvSpPr/>
          <p:nvPr/>
        </p:nvSpPr>
        <p:spPr>
          <a:xfrm>
            <a:off x="0" y="623592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44" name="Shape 34"/>
          <p:cNvSpPr/>
          <p:nvPr/>
        </p:nvSpPr>
        <p:spPr>
          <a:xfrm>
            <a:off x="0" y="680292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45" name="Shape 35"/>
          <p:cNvSpPr/>
          <p:nvPr/>
        </p:nvSpPr>
        <p:spPr>
          <a:xfrm>
            <a:off x="567000" y="420480"/>
            <a:ext cx="548280" cy="548280"/>
          </a:xfrm>
          <a:prstGeom prst="roundRect">
            <a:avLst>
              <a:gd name="adj" fmla="val 16667"/>
            </a:avLst>
          </a:prstGeom>
          <a:solidFill>
            <a:srgbClr val="e8623d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46" name="Text 36"/>
          <p:cNvSpPr/>
          <p:nvPr/>
        </p:nvSpPr>
        <p:spPr>
          <a:xfrm>
            <a:off x="567000" y="420480"/>
            <a:ext cx="548280" cy="54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800" spc="-1" strike="noStrike">
                <a:solidFill>
                  <a:srgbClr val="ffffff"/>
                </a:solidFill>
                <a:latin typeface="Cambria"/>
                <a:ea typeface="Cambria"/>
              </a:rPr>
              <a:t>Zπ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47" name="Text 37"/>
          <p:cNvSpPr/>
          <p:nvPr/>
        </p:nvSpPr>
        <p:spPr>
          <a:xfrm>
            <a:off x="1325880" y="402480"/>
            <a:ext cx="1024092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150" spc="248" strike="noStrike">
                <a:solidFill>
                  <a:srgbClr val="c84f2f"/>
                </a:solidFill>
                <a:latin typeface="Calibri"/>
                <a:ea typeface="Calibri"/>
              </a:rPr>
              <a:t>PAST-PAPER QUESTION</a:t>
            </a:r>
            <a:endParaRPr b="0" lang="en-US" sz="11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48" name="Text 38"/>
          <p:cNvSpPr/>
          <p:nvPr/>
        </p:nvSpPr>
        <p:spPr>
          <a:xfrm>
            <a:off x="1325880" y="676800"/>
            <a:ext cx="10240920" cy="566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2700" spc="-1" strike="noStrike">
                <a:solidFill>
                  <a:srgbClr val="1c2a22"/>
                </a:solidFill>
                <a:latin typeface="Cambria"/>
                <a:ea typeface="Cambria"/>
              </a:rPr>
              <a:t>Question 1</a:t>
            </a:r>
            <a:endParaRPr b="0" lang="en-US" sz="27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49" name="Shape 39"/>
          <p:cNvSpPr/>
          <p:nvPr/>
        </p:nvSpPr>
        <p:spPr>
          <a:xfrm>
            <a:off x="2554920" y="1408320"/>
            <a:ext cx="7081560" cy="5220720"/>
          </a:xfrm>
          <a:prstGeom prst="rect">
            <a:avLst/>
          </a:prstGeom>
          <a:solidFill>
            <a:srgbClr val="ffffff"/>
          </a:solidFill>
          <a:ln w="12700">
            <a:solidFill>
              <a:srgbClr val="e4e2d6"/>
            </a:solidFill>
            <a:round/>
          </a:ln>
          <a:effectLst>
            <a:outerShdw algn="bl" blurRad="88920" dir="5400000" dist="38160" kx="0" ky="0" rotWithShape="0" sx="100000" sy="100000">
              <a:srgbClr val="000000">
                <a:alpha val="16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450" name="Image 0" descr="/tmp/work/dfq/q-32.png"/>
          <p:cNvPicPr/>
          <p:nvPr/>
        </p:nvPicPr>
        <p:blipFill>
          <a:blip r:embed="rId1"/>
          <a:stretch/>
        </p:blipFill>
        <p:spPr>
          <a:xfrm>
            <a:off x="2628000" y="1481400"/>
            <a:ext cx="6935040" cy="5074560"/>
          </a:xfrm>
          <a:prstGeom prst="rect">
            <a:avLst/>
          </a:prstGeom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7f6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1" name="Shape 0"/>
          <p:cNvSpPr/>
          <p:nvPr/>
        </p:nvSpPr>
        <p:spPr>
          <a:xfrm>
            <a:off x="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52" name="Shape 1"/>
          <p:cNvSpPr/>
          <p:nvPr/>
        </p:nvSpPr>
        <p:spPr>
          <a:xfrm>
            <a:off x="56664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53" name="Shape 2"/>
          <p:cNvSpPr/>
          <p:nvPr/>
        </p:nvSpPr>
        <p:spPr>
          <a:xfrm>
            <a:off x="113364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54" name="Shape 3"/>
          <p:cNvSpPr/>
          <p:nvPr/>
        </p:nvSpPr>
        <p:spPr>
          <a:xfrm>
            <a:off x="170064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55" name="Shape 4"/>
          <p:cNvSpPr/>
          <p:nvPr/>
        </p:nvSpPr>
        <p:spPr>
          <a:xfrm>
            <a:off x="226764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56" name="Shape 5"/>
          <p:cNvSpPr/>
          <p:nvPr/>
        </p:nvSpPr>
        <p:spPr>
          <a:xfrm>
            <a:off x="283464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57" name="Shape 6"/>
          <p:cNvSpPr/>
          <p:nvPr/>
        </p:nvSpPr>
        <p:spPr>
          <a:xfrm>
            <a:off x="340128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58" name="Shape 7"/>
          <p:cNvSpPr/>
          <p:nvPr/>
        </p:nvSpPr>
        <p:spPr>
          <a:xfrm>
            <a:off x="396828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59" name="Shape 8"/>
          <p:cNvSpPr/>
          <p:nvPr/>
        </p:nvSpPr>
        <p:spPr>
          <a:xfrm>
            <a:off x="453528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60" name="Shape 9"/>
          <p:cNvSpPr/>
          <p:nvPr/>
        </p:nvSpPr>
        <p:spPr>
          <a:xfrm>
            <a:off x="510228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61" name="Shape 10"/>
          <p:cNvSpPr/>
          <p:nvPr/>
        </p:nvSpPr>
        <p:spPr>
          <a:xfrm>
            <a:off x="566928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62" name="Shape 11"/>
          <p:cNvSpPr/>
          <p:nvPr/>
        </p:nvSpPr>
        <p:spPr>
          <a:xfrm>
            <a:off x="623592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63" name="Shape 12"/>
          <p:cNvSpPr/>
          <p:nvPr/>
        </p:nvSpPr>
        <p:spPr>
          <a:xfrm>
            <a:off x="680292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64" name="Shape 13"/>
          <p:cNvSpPr/>
          <p:nvPr/>
        </p:nvSpPr>
        <p:spPr>
          <a:xfrm>
            <a:off x="736992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65" name="Shape 14"/>
          <p:cNvSpPr/>
          <p:nvPr/>
        </p:nvSpPr>
        <p:spPr>
          <a:xfrm>
            <a:off x="793692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66" name="Shape 15"/>
          <p:cNvSpPr/>
          <p:nvPr/>
        </p:nvSpPr>
        <p:spPr>
          <a:xfrm>
            <a:off x="850392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67" name="Shape 16"/>
          <p:cNvSpPr/>
          <p:nvPr/>
        </p:nvSpPr>
        <p:spPr>
          <a:xfrm>
            <a:off x="907056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68" name="Shape 17"/>
          <p:cNvSpPr/>
          <p:nvPr/>
        </p:nvSpPr>
        <p:spPr>
          <a:xfrm>
            <a:off x="963756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69" name="Shape 18"/>
          <p:cNvSpPr/>
          <p:nvPr/>
        </p:nvSpPr>
        <p:spPr>
          <a:xfrm>
            <a:off x="1020456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70" name="Shape 19"/>
          <p:cNvSpPr/>
          <p:nvPr/>
        </p:nvSpPr>
        <p:spPr>
          <a:xfrm>
            <a:off x="1077156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71" name="Shape 20"/>
          <p:cNvSpPr/>
          <p:nvPr/>
        </p:nvSpPr>
        <p:spPr>
          <a:xfrm>
            <a:off x="1133856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72" name="Shape 21"/>
          <p:cNvSpPr/>
          <p:nvPr/>
        </p:nvSpPr>
        <p:spPr>
          <a:xfrm>
            <a:off x="1190520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73" name="Shape 22"/>
          <p:cNvSpPr/>
          <p:nvPr/>
        </p:nvSpPr>
        <p:spPr>
          <a:xfrm>
            <a:off x="0" y="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74" name="Shape 23"/>
          <p:cNvSpPr/>
          <p:nvPr/>
        </p:nvSpPr>
        <p:spPr>
          <a:xfrm>
            <a:off x="0" y="56664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75" name="Shape 24"/>
          <p:cNvSpPr/>
          <p:nvPr/>
        </p:nvSpPr>
        <p:spPr>
          <a:xfrm>
            <a:off x="0" y="113364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76" name="Shape 25"/>
          <p:cNvSpPr/>
          <p:nvPr/>
        </p:nvSpPr>
        <p:spPr>
          <a:xfrm>
            <a:off x="0" y="170064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77" name="Shape 26"/>
          <p:cNvSpPr/>
          <p:nvPr/>
        </p:nvSpPr>
        <p:spPr>
          <a:xfrm>
            <a:off x="0" y="226764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78" name="Shape 27"/>
          <p:cNvSpPr/>
          <p:nvPr/>
        </p:nvSpPr>
        <p:spPr>
          <a:xfrm>
            <a:off x="0" y="283464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79" name="Shape 28"/>
          <p:cNvSpPr/>
          <p:nvPr/>
        </p:nvSpPr>
        <p:spPr>
          <a:xfrm>
            <a:off x="0" y="340128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80" name="Shape 29"/>
          <p:cNvSpPr/>
          <p:nvPr/>
        </p:nvSpPr>
        <p:spPr>
          <a:xfrm>
            <a:off x="0" y="396828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81" name="Shape 30"/>
          <p:cNvSpPr/>
          <p:nvPr/>
        </p:nvSpPr>
        <p:spPr>
          <a:xfrm>
            <a:off x="0" y="453528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82" name="Shape 31"/>
          <p:cNvSpPr/>
          <p:nvPr/>
        </p:nvSpPr>
        <p:spPr>
          <a:xfrm>
            <a:off x="0" y="510228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83" name="Shape 32"/>
          <p:cNvSpPr/>
          <p:nvPr/>
        </p:nvSpPr>
        <p:spPr>
          <a:xfrm>
            <a:off x="0" y="566928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84" name="Shape 33"/>
          <p:cNvSpPr/>
          <p:nvPr/>
        </p:nvSpPr>
        <p:spPr>
          <a:xfrm>
            <a:off x="0" y="623592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85" name="Shape 34"/>
          <p:cNvSpPr/>
          <p:nvPr/>
        </p:nvSpPr>
        <p:spPr>
          <a:xfrm>
            <a:off x="0" y="680292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86" name="Shape 35"/>
          <p:cNvSpPr/>
          <p:nvPr/>
        </p:nvSpPr>
        <p:spPr>
          <a:xfrm>
            <a:off x="567000" y="420480"/>
            <a:ext cx="548280" cy="548280"/>
          </a:xfrm>
          <a:prstGeom prst="roundRect">
            <a:avLst>
              <a:gd name="adj" fmla="val 16667"/>
            </a:avLst>
          </a:prstGeom>
          <a:solidFill>
            <a:srgbClr val="e8623d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87" name="Text 36"/>
          <p:cNvSpPr/>
          <p:nvPr/>
        </p:nvSpPr>
        <p:spPr>
          <a:xfrm>
            <a:off x="567000" y="420480"/>
            <a:ext cx="548280" cy="54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800" spc="-1" strike="noStrike">
                <a:solidFill>
                  <a:srgbClr val="ffffff"/>
                </a:solidFill>
                <a:latin typeface="Cambria"/>
                <a:ea typeface="Cambria"/>
              </a:rPr>
              <a:t>Zπ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88" name="Text 37"/>
          <p:cNvSpPr/>
          <p:nvPr/>
        </p:nvSpPr>
        <p:spPr>
          <a:xfrm>
            <a:off x="1325880" y="402480"/>
            <a:ext cx="1024092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150" spc="248" strike="noStrike">
                <a:solidFill>
                  <a:srgbClr val="c84f2f"/>
                </a:solidFill>
                <a:latin typeface="Calibri"/>
                <a:ea typeface="Calibri"/>
              </a:rPr>
              <a:t>PAST-PAPER QUESTION</a:t>
            </a:r>
            <a:endParaRPr b="0" lang="en-US" sz="11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89" name="Text 38"/>
          <p:cNvSpPr/>
          <p:nvPr/>
        </p:nvSpPr>
        <p:spPr>
          <a:xfrm>
            <a:off x="1325880" y="676800"/>
            <a:ext cx="10240920" cy="566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2700" spc="-1" strike="noStrike">
                <a:solidFill>
                  <a:srgbClr val="1c2a22"/>
                </a:solidFill>
                <a:latin typeface="Cambria"/>
                <a:ea typeface="Cambria"/>
              </a:rPr>
              <a:t>Question 2</a:t>
            </a:r>
            <a:endParaRPr b="0" lang="en-US" sz="27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90" name="Shape 39"/>
          <p:cNvSpPr/>
          <p:nvPr/>
        </p:nvSpPr>
        <p:spPr>
          <a:xfrm>
            <a:off x="3154680" y="1408320"/>
            <a:ext cx="5882040" cy="5220720"/>
          </a:xfrm>
          <a:prstGeom prst="rect">
            <a:avLst/>
          </a:prstGeom>
          <a:solidFill>
            <a:srgbClr val="ffffff"/>
          </a:solidFill>
          <a:ln w="12700">
            <a:solidFill>
              <a:srgbClr val="e4e2d6"/>
            </a:solidFill>
            <a:round/>
          </a:ln>
          <a:effectLst>
            <a:outerShdw algn="bl" blurRad="88920" dir="5400000" dist="38160" kx="0" ky="0" rotWithShape="0" sx="100000" sy="100000">
              <a:srgbClr val="000000">
                <a:alpha val="16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491" name="Image 0" descr="/tmp/work/dfq/q-33.png"/>
          <p:cNvPicPr/>
          <p:nvPr/>
        </p:nvPicPr>
        <p:blipFill>
          <a:blip r:embed="rId1"/>
          <a:stretch/>
        </p:blipFill>
        <p:spPr>
          <a:xfrm>
            <a:off x="3227760" y="1481400"/>
            <a:ext cx="5735520" cy="5074560"/>
          </a:xfrm>
          <a:prstGeom prst="rect">
            <a:avLst/>
          </a:prstGeom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7f6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2" name="Shape 0"/>
          <p:cNvSpPr/>
          <p:nvPr/>
        </p:nvSpPr>
        <p:spPr>
          <a:xfrm>
            <a:off x="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93" name="Shape 1"/>
          <p:cNvSpPr/>
          <p:nvPr/>
        </p:nvSpPr>
        <p:spPr>
          <a:xfrm>
            <a:off x="56664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94" name="Shape 2"/>
          <p:cNvSpPr/>
          <p:nvPr/>
        </p:nvSpPr>
        <p:spPr>
          <a:xfrm>
            <a:off x="113364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95" name="Shape 3"/>
          <p:cNvSpPr/>
          <p:nvPr/>
        </p:nvSpPr>
        <p:spPr>
          <a:xfrm>
            <a:off x="170064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96" name="Shape 4"/>
          <p:cNvSpPr/>
          <p:nvPr/>
        </p:nvSpPr>
        <p:spPr>
          <a:xfrm>
            <a:off x="226764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97" name="Shape 5"/>
          <p:cNvSpPr/>
          <p:nvPr/>
        </p:nvSpPr>
        <p:spPr>
          <a:xfrm>
            <a:off x="283464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98" name="Shape 6"/>
          <p:cNvSpPr/>
          <p:nvPr/>
        </p:nvSpPr>
        <p:spPr>
          <a:xfrm>
            <a:off x="340128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99" name="Shape 7"/>
          <p:cNvSpPr/>
          <p:nvPr/>
        </p:nvSpPr>
        <p:spPr>
          <a:xfrm>
            <a:off x="396828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00" name="Shape 8"/>
          <p:cNvSpPr/>
          <p:nvPr/>
        </p:nvSpPr>
        <p:spPr>
          <a:xfrm>
            <a:off x="453528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01" name="Shape 9"/>
          <p:cNvSpPr/>
          <p:nvPr/>
        </p:nvSpPr>
        <p:spPr>
          <a:xfrm>
            <a:off x="510228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02" name="Shape 10"/>
          <p:cNvSpPr/>
          <p:nvPr/>
        </p:nvSpPr>
        <p:spPr>
          <a:xfrm>
            <a:off x="566928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03" name="Shape 11"/>
          <p:cNvSpPr/>
          <p:nvPr/>
        </p:nvSpPr>
        <p:spPr>
          <a:xfrm>
            <a:off x="623592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04" name="Shape 12"/>
          <p:cNvSpPr/>
          <p:nvPr/>
        </p:nvSpPr>
        <p:spPr>
          <a:xfrm>
            <a:off x="680292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05" name="Shape 13"/>
          <p:cNvSpPr/>
          <p:nvPr/>
        </p:nvSpPr>
        <p:spPr>
          <a:xfrm>
            <a:off x="736992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06" name="Shape 14"/>
          <p:cNvSpPr/>
          <p:nvPr/>
        </p:nvSpPr>
        <p:spPr>
          <a:xfrm>
            <a:off x="793692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07" name="Shape 15"/>
          <p:cNvSpPr/>
          <p:nvPr/>
        </p:nvSpPr>
        <p:spPr>
          <a:xfrm>
            <a:off x="850392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08" name="Shape 16"/>
          <p:cNvSpPr/>
          <p:nvPr/>
        </p:nvSpPr>
        <p:spPr>
          <a:xfrm>
            <a:off x="907056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09" name="Shape 17"/>
          <p:cNvSpPr/>
          <p:nvPr/>
        </p:nvSpPr>
        <p:spPr>
          <a:xfrm>
            <a:off x="963756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10" name="Shape 18"/>
          <p:cNvSpPr/>
          <p:nvPr/>
        </p:nvSpPr>
        <p:spPr>
          <a:xfrm>
            <a:off x="1020456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11" name="Shape 19"/>
          <p:cNvSpPr/>
          <p:nvPr/>
        </p:nvSpPr>
        <p:spPr>
          <a:xfrm>
            <a:off x="1077156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12" name="Shape 20"/>
          <p:cNvSpPr/>
          <p:nvPr/>
        </p:nvSpPr>
        <p:spPr>
          <a:xfrm>
            <a:off x="1133856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13" name="Shape 21"/>
          <p:cNvSpPr/>
          <p:nvPr/>
        </p:nvSpPr>
        <p:spPr>
          <a:xfrm>
            <a:off x="1190520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14" name="Shape 22"/>
          <p:cNvSpPr/>
          <p:nvPr/>
        </p:nvSpPr>
        <p:spPr>
          <a:xfrm>
            <a:off x="0" y="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15" name="Shape 23"/>
          <p:cNvSpPr/>
          <p:nvPr/>
        </p:nvSpPr>
        <p:spPr>
          <a:xfrm>
            <a:off x="0" y="56664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16" name="Shape 24"/>
          <p:cNvSpPr/>
          <p:nvPr/>
        </p:nvSpPr>
        <p:spPr>
          <a:xfrm>
            <a:off x="0" y="113364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17" name="Shape 25"/>
          <p:cNvSpPr/>
          <p:nvPr/>
        </p:nvSpPr>
        <p:spPr>
          <a:xfrm>
            <a:off x="0" y="170064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18" name="Shape 26"/>
          <p:cNvSpPr/>
          <p:nvPr/>
        </p:nvSpPr>
        <p:spPr>
          <a:xfrm>
            <a:off x="0" y="226764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19" name="Shape 27"/>
          <p:cNvSpPr/>
          <p:nvPr/>
        </p:nvSpPr>
        <p:spPr>
          <a:xfrm>
            <a:off x="0" y="283464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20" name="Shape 28"/>
          <p:cNvSpPr/>
          <p:nvPr/>
        </p:nvSpPr>
        <p:spPr>
          <a:xfrm>
            <a:off x="0" y="340128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21" name="Shape 29"/>
          <p:cNvSpPr/>
          <p:nvPr/>
        </p:nvSpPr>
        <p:spPr>
          <a:xfrm>
            <a:off x="0" y="396828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22" name="Shape 30"/>
          <p:cNvSpPr/>
          <p:nvPr/>
        </p:nvSpPr>
        <p:spPr>
          <a:xfrm>
            <a:off x="0" y="453528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23" name="Shape 31"/>
          <p:cNvSpPr/>
          <p:nvPr/>
        </p:nvSpPr>
        <p:spPr>
          <a:xfrm>
            <a:off x="0" y="510228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24" name="Shape 32"/>
          <p:cNvSpPr/>
          <p:nvPr/>
        </p:nvSpPr>
        <p:spPr>
          <a:xfrm>
            <a:off x="0" y="566928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25" name="Shape 33"/>
          <p:cNvSpPr/>
          <p:nvPr/>
        </p:nvSpPr>
        <p:spPr>
          <a:xfrm>
            <a:off x="0" y="623592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26" name="Shape 34"/>
          <p:cNvSpPr/>
          <p:nvPr/>
        </p:nvSpPr>
        <p:spPr>
          <a:xfrm>
            <a:off x="0" y="680292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27" name="Shape 35"/>
          <p:cNvSpPr/>
          <p:nvPr/>
        </p:nvSpPr>
        <p:spPr>
          <a:xfrm>
            <a:off x="567000" y="420480"/>
            <a:ext cx="548280" cy="548280"/>
          </a:xfrm>
          <a:prstGeom prst="roundRect">
            <a:avLst>
              <a:gd name="adj" fmla="val 16667"/>
            </a:avLst>
          </a:prstGeom>
          <a:solidFill>
            <a:srgbClr val="e8623d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28" name="Text 36"/>
          <p:cNvSpPr/>
          <p:nvPr/>
        </p:nvSpPr>
        <p:spPr>
          <a:xfrm>
            <a:off x="567000" y="420480"/>
            <a:ext cx="548280" cy="54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800" spc="-1" strike="noStrike">
                <a:solidFill>
                  <a:srgbClr val="ffffff"/>
                </a:solidFill>
                <a:latin typeface="Cambria"/>
                <a:ea typeface="Cambria"/>
              </a:rPr>
              <a:t>Zπ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29" name="Text 37"/>
          <p:cNvSpPr/>
          <p:nvPr/>
        </p:nvSpPr>
        <p:spPr>
          <a:xfrm>
            <a:off x="1325880" y="402480"/>
            <a:ext cx="1024092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150" spc="248" strike="noStrike">
                <a:solidFill>
                  <a:srgbClr val="c84f2f"/>
                </a:solidFill>
                <a:latin typeface="Calibri"/>
                <a:ea typeface="Calibri"/>
              </a:rPr>
              <a:t>PAST-PAPER QUESTION</a:t>
            </a:r>
            <a:endParaRPr b="0" lang="en-US" sz="11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30" name="Text 38"/>
          <p:cNvSpPr/>
          <p:nvPr/>
        </p:nvSpPr>
        <p:spPr>
          <a:xfrm>
            <a:off x="1325880" y="676800"/>
            <a:ext cx="10240920" cy="566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2700" spc="-1" strike="noStrike">
                <a:solidFill>
                  <a:srgbClr val="1c2a22"/>
                </a:solidFill>
                <a:latin typeface="Cambria"/>
                <a:ea typeface="Cambria"/>
              </a:rPr>
              <a:t>Question 3</a:t>
            </a:r>
            <a:endParaRPr b="0" lang="en-US" sz="27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31" name="Shape 39"/>
          <p:cNvSpPr/>
          <p:nvPr/>
        </p:nvSpPr>
        <p:spPr>
          <a:xfrm>
            <a:off x="3759480" y="1408320"/>
            <a:ext cx="4672440" cy="5220720"/>
          </a:xfrm>
          <a:prstGeom prst="rect">
            <a:avLst/>
          </a:prstGeom>
          <a:solidFill>
            <a:srgbClr val="ffffff"/>
          </a:solidFill>
          <a:ln w="12700">
            <a:solidFill>
              <a:srgbClr val="e4e2d6"/>
            </a:solidFill>
            <a:round/>
          </a:ln>
          <a:effectLst>
            <a:outerShdw algn="bl" blurRad="88920" dir="5400000" dist="38160" kx="0" ky="0" rotWithShape="0" sx="100000" sy="100000">
              <a:srgbClr val="000000">
                <a:alpha val="16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532" name="Image 0" descr="/tmp/work/dfq/q-34.png"/>
          <p:cNvPicPr/>
          <p:nvPr/>
        </p:nvPicPr>
        <p:blipFill>
          <a:blip r:embed="rId1"/>
          <a:stretch/>
        </p:blipFill>
        <p:spPr>
          <a:xfrm>
            <a:off x="3832560" y="1481400"/>
            <a:ext cx="4525920" cy="5074560"/>
          </a:xfrm>
          <a:prstGeom prst="rect">
            <a:avLst/>
          </a:prstGeom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7f6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3" name="Shape 0"/>
          <p:cNvSpPr/>
          <p:nvPr/>
        </p:nvSpPr>
        <p:spPr>
          <a:xfrm>
            <a:off x="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34" name="Shape 1"/>
          <p:cNvSpPr/>
          <p:nvPr/>
        </p:nvSpPr>
        <p:spPr>
          <a:xfrm>
            <a:off x="56664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35" name="Shape 2"/>
          <p:cNvSpPr/>
          <p:nvPr/>
        </p:nvSpPr>
        <p:spPr>
          <a:xfrm>
            <a:off x="113364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36" name="Shape 3"/>
          <p:cNvSpPr/>
          <p:nvPr/>
        </p:nvSpPr>
        <p:spPr>
          <a:xfrm>
            <a:off x="170064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37" name="Shape 4"/>
          <p:cNvSpPr/>
          <p:nvPr/>
        </p:nvSpPr>
        <p:spPr>
          <a:xfrm>
            <a:off x="226764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38" name="Shape 5"/>
          <p:cNvSpPr/>
          <p:nvPr/>
        </p:nvSpPr>
        <p:spPr>
          <a:xfrm>
            <a:off x="283464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39" name="Shape 6"/>
          <p:cNvSpPr/>
          <p:nvPr/>
        </p:nvSpPr>
        <p:spPr>
          <a:xfrm>
            <a:off x="340128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40" name="Shape 7"/>
          <p:cNvSpPr/>
          <p:nvPr/>
        </p:nvSpPr>
        <p:spPr>
          <a:xfrm>
            <a:off x="396828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41" name="Shape 8"/>
          <p:cNvSpPr/>
          <p:nvPr/>
        </p:nvSpPr>
        <p:spPr>
          <a:xfrm>
            <a:off x="453528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42" name="Shape 9"/>
          <p:cNvSpPr/>
          <p:nvPr/>
        </p:nvSpPr>
        <p:spPr>
          <a:xfrm>
            <a:off x="510228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43" name="Shape 10"/>
          <p:cNvSpPr/>
          <p:nvPr/>
        </p:nvSpPr>
        <p:spPr>
          <a:xfrm>
            <a:off x="566928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44" name="Shape 11"/>
          <p:cNvSpPr/>
          <p:nvPr/>
        </p:nvSpPr>
        <p:spPr>
          <a:xfrm>
            <a:off x="623592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45" name="Shape 12"/>
          <p:cNvSpPr/>
          <p:nvPr/>
        </p:nvSpPr>
        <p:spPr>
          <a:xfrm>
            <a:off x="680292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46" name="Shape 13"/>
          <p:cNvSpPr/>
          <p:nvPr/>
        </p:nvSpPr>
        <p:spPr>
          <a:xfrm>
            <a:off x="736992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47" name="Shape 14"/>
          <p:cNvSpPr/>
          <p:nvPr/>
        </p:nvSpPr>
        <p:spPr>
          <a:xfrm>
            <a:off x="793692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48" name="Shape 15"/>
          <p:cNvSpPr/>
          <p:nvPr/>
        </p:nvSpPr>
        <p:spPr>
          <a:xfrm>
            <a:off x="850392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49" name="Shape 16"/>
          <p:cNvSpPr/>
          <p:nvPr/>
        </p:nvSpPr>
        <p:spPr>
          <a:xfrm>
            <a:off x="907056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50" name="Shape 17"/>
          <p:cNvSpPr/>
          <p:nvPr/>
        </p:nvSpPr>
        <p:spPr>
          <a:xfrm>
            <a:off x="963756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51" name="Shape 18"/>
          <p:cNvSpPr/>
          <p:nvPr/>
        </p:nvSpPr>
        <p:spPr>
          <a:xfrm>
            <a:off x="1020456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52" name="Shape 19"/>
          <p:cNvSpPr/>
          <p:nvPr/>
        </p:nvSpPr>
        <p:spPr>
          <a:xfrm>
            <a:off x="1077156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53" name="Shape 20"/>
          <p:cNvSpPr/>
          <p:nvPr/>
        </p:nvSpPr>
        <p:spPr>
          <a:xfrm>
            <a:off x="1133856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54" name="Shape 21"/>
          <p:cNvSpPr/>
          <p:nvPr/>
        </p:nvSpPr>
        <p:spPr>
          <a:xfrm>
            <a:off x="1190520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55" name="Shape 22"/>
          <p:cNvSpPr/>
          <p:nvPr/>
        </p:nvSpPr>
        <p:spPr>
          <a:xfrm>
            <a:off x="0" y="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56" name="Shape 23"/>
          <p:cNvSpPr/>
          <p:nvPr/>
        </p:nvSpPr>
        <p:spPr>
          <a:xfrm>
            <a:off x="0" y="56664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57" name="Shape 24"/>
          <p:cNvSpPr/>
          <p:nvPr/>
        </p:nvSpPr>
        <p:spPr>
          <a:xfrm>
            <a:off x="0" y="113364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58" name="Shape 25"/>
          <p:cNvSpPr/>
          <p:nvPr/>
        </p:nvSpPr>
        <p:spPr>
          <a:xfrm>
            <a:off x="0" y="170064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59" name="Shape 26"/>
          <p:cNvSpPr/>
          <p:nvPr/>
        </p:nvSpPr>
        <p:spPr>
          <a:xfrm>
            <a:off x="0" y="226764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60" name="Shape 27"/>
          <p:cNvSpPr/>
          <p:nvPr/>
        </p:nvSpPr>
        <p:spPr>
          <a:xfrm>
            <a:off x="0" y="283464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61" name="Shape 28"/>
          <p:cNvSpPr/>
          <p:nvPr/>
        </p:nvSpPr>
        <p:spPr>
          <a:xfrm>
            <a:off x="0" y="340128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62" name="Shape 29"/>
          <p:cNvSpPr/>
          <p:nvPr/>
        </p:nvSpPr>
        <p:spPr>
          <a:xfrm>
            <a:off x="0" y="396828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63" name="Shape 30"/>
          <p:cNvSpPr/>
          <p:nvPr/>
        </p:nvSpPr>
        <p:spPr>
          <a:xfrm>
            <a:off x="0" y="453528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64" name="Shape 31"/>
          <p:cNvSpPr/>
          <p:nvPr/>
        </p:nvSpPr>
        <p:spPr>
          <a:xfrm>
            <a:off x="0" y="510228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65" name="Shape 32"/>
          <p:cNvSpPr/>
          <p:nvPr/>
        </p:nvSpPr>
        <p:spPr>
          <a:xfrm>
            <a:off x="0" y="566928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66" name="Shape 33"/>
          <p:cNvSpPr/>
          <p:nvPr/>
        </p:nvSpPr>
        <p:spPr>
          <a:xfrm>
            <a:off x="0" y="623592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67" name="Shape 34"/>
          <p:cNvSpPr/>
          <p:nvPr/>
        </p:nvSpPr>
        <p:spPr>
          <a:xfrm>
            <a:off x="0" y="680292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68" name="Shape 35"/>
          <p:cNvSpPr/>
          <p:nvPr/>
        </p:nvSpPr>
        <p:spPr>
          <a:xfrm>
            <a:off x="567000" y="420480"/>
            <a:ext cx="548280" cy="548280"/>
          </a:xfrm>
          <a:prstGeom prst="roundRect">
            <a:avLst>
              <a:gd name="adj" fmla="val 16667"/>
            </a:avLst>
          </a:prstGeom>
          <a:solidFill>
            <a:srgbClr val="e8623d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69" name="Text 36"/>
          <p:cNvSpPr/>
          <p:nvPr/>
        </p:nvSpPr>
        <p:spPr>
          <a:xfrm>
            <a:off x="567000" y="420480"/>
            <a:ext cx="548280" cy="54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800" spc="-1" strike="noStrike">
                <a:solidFill>
                  <a:srgbClr val="ffffff"/>
                </a:solidFill>
                <a:latin typeface="Cambria"/>
                <a:ea typeface="Cambria"/>
              </a:rPr>
              <a:t>Zπ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70" name="Text 37"/>
          <p:cNvSpPr/>
          <p:nvPr/>
        </p:nvSpPr>
        <p:spPr>
          <a:xfrm>
            <a:off x="1325880" y="402480"/>
            <a:ext cx="1024092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150" spc="248" strike="noStrike">
                <a:solidFill>
                  <a:srgbClr val="c84f2f"/>
                </a:solidFill>
                <a:latin typeface="Calibri"/>
                <a:ea typeface="Calibri"/>
              </a:rPr>
              <a:t>PAST-PAPER QUESTION</a:t>
            </a:r>
            <a:endParaRPr b="0" lang="en-US" sz="11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71" name="Text 38"/>
          <p:cNvSpPr/>
          <p:nvPr/>
        </p:nvSpPr>
        <p:spPr>
          <a:xfrm>
            <a:off x="1325880" y="676800"/>
            <a:ext cx="10240920" cy="566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2700" spc="-1" strike="noStrike">
                <a:solidFill>
                  <a:srgbClr val="1c2a22"/>
                </a:solidFill>
                <a:latin typeface="Cambria"/>
                <a:ea typeface="Cambria"/>
              </a:rPr>
              <a:t>Question 4</a:t>
            </a:r>
            <a:endParaRPr b="0" lang="en-US" sz="27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72" name="Shape 39"/>
          <p:cNvSpPr/>
          <p:nvPr/>
        </p:nvSpPr>
        <p:spPr>
          <a:xfrm>
            <a:off x="1359360" y="1408320"/>
            <a:ext cx="9472680" cy="3349440"/>
          </a:xfrm>
          <a:prstGeom prst="rect">
            <a:avLst/>
          </a:prstGeom>
          <a:solidFill>
            <a:srgbClr val="ffffff"/>
          </a:solidFill>
          <a:ln w="12700">
            <a:solidFill>
              <a:srgbClr val="e4e2d6"/>
            </a:solidFill>
            <a:round/>
          </a:ln>
          <a:effectLst>
            <a:outerShdw algn="bl" blurRad="88920" dir="5400000" dist="38160" kx="0" ky="0" rotWithShape="0" sx="100000" sy="100000">
              <a:srgbClr val="000000">
                <a:alpha val="16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573" name="Image 0" descr="/tmp/work/dfq/q-35.png"/>
          <p:cNvPicPr/>
          <p:nvPr/>
        </p:nvPicPr>
        <p:blipFill>
          <a:blip r:embed="rId1"/>
          <a:stretch/>
        </p:blipFill>
        <p:spPr>
          <a:xfrm>
            <a:off x="1432440" y="1481400"/>
            <a:ext cx="9326520" cy="3203280"/>
          </a:xfrm>
          <a:prstGeom prst="rect">
            <a:avLst/>
          </a:prstGeom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7f6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4" name="Shape 0"/>
          <p:cNvSpPr/>
          <p:nvPr/>
        </p:nvSpPr>
        <p:spPr>
          <a:xfrm>
            <a:off x="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75" name="Shape 1"/>
          <p:cNvSpPr/>
          <p:nvPr/>
        </p:nvSpPr>
        <p:spPr>
          <a:xfrm>
            <a:off x="56664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76" name="Shape 2"/>
          <p:cNvSpPr/>
          <p:nvPr/>
        </p:nvSpPr>
        <p:spPr>
          <a:xfrm>
            <a:off x="113364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77" name="Shape 3"/>
          <p:cNvSpPr/>
          <p:nvPr/>
        </p:nvSpPr>
        <p:spPr>
          <a:xfrm>
            <a:off x="170064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78" name="Shape 4"/>
          <p:cNvSpPr/>
          <p:nvPr/>
        </p:nvSpPr>
        <p:spPr>
          <a:xfrm>
            <a:off x="226764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79" name="Shape 5"/>
          <p:cNvSpPr/>
          <p:nvPr/>
        </p:nvSpPr>
        <p:spPr>
          <a:xfrm>
            <a:off x="283464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80" name="Shape 6"/>
          <p:cNvSpPr/>
          <p:nvPr/>
        </p:nvSpPr>
        <p:spPr>
          <a:xfrm>
            <a:off x="340128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81" name="Shape 7"/>
          <p:cNvSpPr/>
          <p:nvPr/>
        </p:nvSpPr>
        <p:spPr>
          <a:xfrm>
            <a:off x="396828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82" name="Shape 8"/>
          <p:cNvSpPr/>
          <p:nvPr/>
        </p:nvSpPr>
        <p:spPr>
          <a:xfrm>
            <a:off x="453528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83" name="Shape 9"/>
          <p:cNvSpPr/>
          <p:nvPr/>
        </p:nvSpPr>
        <p:spPr>
          <a:xfrm>
            <a:off x="510228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84" name="Shape 10"/>
          <p:cNvSpPr/>
          <p:nvPr/>
        </p:nvSpPr>
        <p:spPr>
          <a:xfrm>
            <a:off x="566928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85" name="Shape 11"/>
          <p:cNvSpPr/>
          <p:nvPr/>
        </p:nvSpPr>
        <p:spPr>
          <a:xfrm>
            <a:off x="623592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86" name="Shape 12"/>
          <p:cNvSpPr/>
          <p:nvPr/>
        </p:nvSpPr>
        <p:spPr>
          <a:xfrm>
            <a:off x="680292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87" name="Shape 13"/>
          <p:cNvSpPr/>
          <p:nvPr/>
        </p:nvSpPr>
        <p:spPr>
          <a:xfrm>
            <a:off x="736992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88" name="Shape 14"/>
          <p:cNvSpPr/>
          <p:nvPr/>
        </p:nvSpPr>
        <p:spPr>
          <a:xfrm>
            <a:off x="793692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89" name="Shape 15"/>
          <p:cNvSpPr/>
          <p:nvPr/>
        </p:nvSpPr>
        <p:spPr>
          <a:xfrm>
            <a:off x="850392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90" name="Shape 16"/>
          <p:cNvSpPr/>
          <p:nvPr/>
        </p:nvSpPr>
        <p:spPr>
          <a:xfrm>
            <a:off x="907056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91" name="Shape 17"/>
          <p:cNvSpPr/>
          <p:nvPr/>
        </p:nvSpPr>
        <p:spPr>
          <a:xfrm>
            <a:off x="963756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92" name="Shape 18"/>
          <p:cNvSpPr/>
          <p:nvPr/>
        </p:nvSpPr>
        <p:spPr>
          <a:xfrm>
            <a:off x="1020456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93" name="Shape 19"/>
          <p:cNvSpPr/>
          <p:nvPr/>
        </p:nvSpPr>
        <p:spPr>
          <a:xfrm>
            <a:off x="1077156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94" name="Shape 20"/>
          <p:cNvSpPr/>
          <p:nvPr/>
        </p:nvSpPr>
        <p:spPr>
          <a:xfrm>
            <a:off x="1133856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95" name="Shape 21"/>
          <p:cNvSpPr/>
          <p:nvPr/>
        </p:nvSpPr>
        <p:spPr>
          <a:xfrm>
            <a:off x="1190520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96" name="Shape 22"/>
          <p:cNvSpPr/>
          <p:nvPr/>
        </p:nvSpPr>
        <p:spPr>
          <a:xfrm>
            <a:off x="0" y="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97" name="Shape 23"/>
          <p:cNvSpPr/>
          <p:nvPr/>
        </p:nvSpPr>
        <p:spPr>
          <a:xfrm>
            <a:off x="0" y="56664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98" name="Shape 24"/>
          <p:cNvSpPr/>
          <p:nvPr/>
        </p:nvSpPr>
        <p:spPr>
          <a:xfrm>
            <a:off x="0" y="113364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99" name="Shape 25"/>
          <p:cNvSpPr/>
          <p:nvPr/>
        </p:nvSpPr>
        <p:spPr>
          <a:xfrm>
            <a:off x="0" y="170064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00" name="Shape 26"/>
          <p:cNvSpPr/>
          <p:nvPr/>
        </p:nvSpPr>
        <p:spPr>
          <a:xfrm>
            <a:off x="0" y="226764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01" name="Shape 27"/>
          <p:cNvSpPr/>
          <p:nvPr/>
        </p:nvSpPr>
        <p:spPr>
          <a:xfrm>
            <a:off x="0" y="283464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02" name="Shape 28"/>
          <p:cNvSpPr/>
          <p:nvPr/>
        </p:nvSpPr>
        <p:spPr>
          <a:xfrm>
            <a:off x="0" y="340128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03" name="Shape 29"/>
          <p:cNvSpPr/>
          <p:nvPr/>
        </p:nvSpPr>
        <p:spPr>
          <a:xfrm>
            <a:off x="0" y="396828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04" name="Shape 30"/>
          <p:cNvSpPr/>
          <p:nvPr/>
        </p:nvSpPr>
        <p:spPr>
          <a:xfrm>
            <a:off x="0" y="453528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05" name="Shape 31"/>
          <p:cNvSpPr/>
          <p:nvPr/>
        </p:nvSpPr>
        <p:spPr>
          <a:xfrm>
            <a:off x="0" y="510228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06" name="Shape 32"/>
          <p:cNvSpPr/>
          <p:nvPr/>
        </p:nvSpPr>
        <p:spPr>
          <a:xfrm>
            <a:off x="0" y="566928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07" name="Shape 33"/>
          <p:cNvSpPr/>
          <p:nvPr/>
        </p:nvSpPr>
        <p:spPr>
          <a:xfrm>
            <a:off x="0" y="623592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08" name="Shape 34"/>
          <p:cNvSpPr/>
          <p:nvPr/>
        </p:nvSpPr>
        <p:spPr>
          <a:xfrm>
            <a:off x="0" y="680292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09" name="Shape 35"/>
          <p:cNvSpPr/>
          <p:nvPr/>
        </p:nvSpPr>
        <p:spPr>
          <a:xfrm>
            <a:off x="567000" y="420480"/>
            <a:ext cx="548280" cy="548280"/>
          </a:xfrm>
          <a:prstGeom prst="roundRect">
            <a:avLst>
              <a:gd name="adj" fmla="val 16667"/>
            </a:avLst>
          </a:prstGeom>
          <a:solidFill>
            <a:srgbClr val="e8623d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10" name="Text 36"/>
          <p:cNvSpPr/>
          <p:nvPr/>
        </p:nvSpPr>
        <p:spPr>
          <a:xfrm>
            <a:off x="567000" y="420480"/>
            <a:ext cx="548280" cy="54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800" spc="-1" strike="noStrike">
                <a:solidFill>
                  <a:srgbClr val="ffffff"/>
                </a:solidFill>
                <a:latin typeface="Cambria"/>
                <a:ea typeface="Cambria"/>
              </a:rPr>
              <a:t>Zπ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11" name="Text 37"/>
          <p:cNvSpPr/>
          <p:nvPr/>
        </p:nvSpPr>
        <p:spPr>
          <a:xfrm>
            <a:off x="1325880" y="402480"/>
            <a:ext cx="1024092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150" spc="248" strike="noStrike">
                <a:solidFill>
                  <a:srgbClr val="c84f2f"/>
                </a:solidFill>
                <a:latin typeface="Calibri"/>
                <a:ea typeface="Calibri"/>
              </a:rPr>
              <a:t>PAST-PAPER QUESTION</a:t>
            </a:r>
            <a:endParaRPr b="0" lang="en-US" sz="11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12" name="Text 38"/>
          <p:cNvSpPr/>
          <p:nvPr/>
        </p:nvSpPr>
        <p:spPr>
          <a:xfrm>
            <a:off x="1325880" y="676800"/>
            <a:ext cx="10240920" cy="566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2700" spc="-1" strike="noStrike">
                <a:solidFill>
                  <a:srgbClr val="1c2a22"/>
                </a:solidFill>
                <a:latin typeface="Cambria"/>
                <a:ea typeface="Cambria"/>
              </a:rPr>
              <a:t>Question 5</a:t>
            </a:r>
            <a:endParaRPr b="0" lang="en-US" sz="27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13" name="Shape 39"/>
          <p:cNvSpPr/>
          <p:nvPr/>
        </p:nvSpPr>
        <p:spPr>
          <a:xfrm>
            <a:off x="1359360" y="1408320"/>
            <a:ext cx="9472680" cy="4341600"/>
          </a:xfrm>
          <a:prstGeom prst="rect">
            <a:avLst/>
          </a:prstGeom>
          <a:solidFill>
            <a:srgbClr val="ffffff"/>
          </a:solidFill>
          <a:ln w="12700">
            <a:solidFill>
              <a:srgbClr val="e4e2d6"/>
            </a:solidFill>
            <a:round/>
          </a:ln>
          <a:effectLst>
            <a:outerShdw algn="bl" blurRad="88920" dir="5400000" dist="38160" kx="0" ky="0" rotWithShape="0" sx="100000" sy="100000">
              <a:srgbClr val="000000">
                <a:alpha val="16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614" name="Image 0" descr="/tmp/work/dfq/q-36.png"/>
          <p:cNvPicPr/>
          <p:nvPr/>
        </p:nvPicPr>
        <p:blipFill>
          <a:blip r:embed="rId1"/>
          <a:stretch/>
        </p:blipFill>
        <p:spPr>
          <a:xfrm>
            <a:off x="1432440" y="1481400"/>
            <a:ext cx="9326520" cy="4195080"/>
          </a:xfrm>
          <a:prstGeom prst="rect">
            <a:avLst/>
          </a:prstGeom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7f6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5" name="Shape 0"/>
          <p:cNvSpPr/>
          <p:nvPr/>
        </p:nvSpPr>
        <p:spPr>
          <a:xfrm>
            <a:off x="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16" name="Shape 1"/>
          <p:cNvSpPr/>
          <p:nvPr/>
        </p:nvSpPr>
        <p:spPr>
          <a:xfrm>
            <a:off x="56664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17" name="Shape 2"/>
          <p:cNvSpPr/>
          <p:nvPr/>
        </p:nvSpPr>
        <p:spPr>
          <a:xfrm>
            <a:off x="113364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18" name="Shape 3"/>
          <p:cNvSpPr/>
          <p:nvPr/>
        </p:nvSpPr>
        <p:spPr>
          <a:xfrm>
            <a:off x="170064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19" name="Shape 4"/>
          <p:cNvSpPr/>
          <p:nvPr/>
        </p:nvSpPr>
        <p:spPr>
          <a:xfrm>
            <a:off x="226764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20" name="Shape 5"/>
          <p:cNvSpPr/>
          <p:nvPr/>
        </p:nvSpPr>
        <p:spPr>
          <a:xfrm>
            <a:off x="283464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21" name="Shape 6"/>
          <p:cNvSpPr/>
          <p:nvPr/>
        </p:nvSpPr>
        <p:spPr>
          <a:xfrm>
            <a:off x="340128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22" name="Shape 7"/>
          <p:cNvSpPr/>
          <p:nvPr/>
        </p:nvSpPr>
        <p:spPr>
          <a:xfrm>
            <a:off x="396828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23" name="Shape 8"/>
          <p:cNvSpPr/>
          <p:nvPr/>
        </p:nvSpPr>
        <p:spPr>
          <a:xfrm>
            <a:off x="453528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24" name="Shape 9"/>
          <p:cNvSpPr/>
          <p:nvPr/>
        </p:nvSpPr>
        <p:spPr>
          <a:xfrm>
            <a:off x="510228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25" name="Shape 10"/>
          <p:cNvSpPr/>
          <p:nvPr/>
        </p:nvSpPr>
        <p:spPr>
          <a:xfrm>
            <a:off x="566928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26" name="Shape 11"/>
          <p:cNvSpPr/>
          <p:nvPr/>
        </p:nvSpPr>
        <p:spPr>
          <a:xfrm>
            <a:off x="623592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27" name="Shape 12"/>
          <p:cNvSpPr/>
          <p:nvPr/>
        </p:nvSpPr>
        <p:spPr>
          <a:xfrm>
            <a:off x="680292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28" name="Shape 13"/>
          <p:cNvSpPr/>
          <p:nvPr/>
        </p:nvSpPr>
        <p:spPr>
          <a:xfrm>
            <a:off x="736992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29" name="Shape 14"/>
          <p:cNvSpPr/>
          <p:nvPr/>
        </p:nvSpPr>
        <p:spPr>
          <a:xfrm>
            <a:off x="793692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30" name="Shape 15"/>
          <p:cNvSpPr/>
          <p:nvPr/>
        </p:nvSpPr>
        <p:spPr>
          <a:xfrm>
            <a:off x="850392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31" name="Shape 16"/>
          <p:cNvSpPr/>
          <p:nvPr/>
        </p:nvSpPr>
        <p:spPr>
          <a:xfrm>
            <a:off x="907056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32" name="Shape 17"/>
          <p:cNvSpPr/>
          <p:nvPr/>
        </p:nvSpPr>
        <p:spPr>
          <a:xfrm>
            <a:off x="963756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33" name="Shape 18"/>
          <p:cNvSpPr/>
          <p:nvPr/>
        </p:nvSpPr>
        <p:spPr>
          <a:xfrm>
            <a:off x="1020456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34" name="Shape 19"/>
          <p:cNvSpPr/>
          <p:nvPr/>
        </p:nvSpPr>
        <p:spPr>
          <a:xfrm>
            <a:off x="1077156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35" name="Shape 20"/>
          <p:cNvSpPr/>
          <p:nvPr/>
        </p:nvSpPr>
        <p:spPr>
          <a:xfrm>
            <a:off x="1133856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36" name="Shape 21"/>
          <p:cNvSpPr/>
          <p:nvPr/>
        </p:nvSpPr>
        <p:spPr>
          <a:xfrm>
            <a:off x="1190520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37" name="Shape 22"/>
          <p:cNvSpPr/>
          <p:nvPr/>
        </p:nvSpPr>
        <p:spPr>
          <a:xfrm>
            <a:off x="0" y="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38" name="Shape 23"/>
          <p:cNvSpPr/>
          <p:nvPr/>
        </p:nvSpPr>
        <p:spPr>
          <a:xfrm>
            <a:off x="0" y="56664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39" name="Shape 24"/>
          <p:cNvSpPr/>
          <p:nvPr/>
        </p:nvSpPr>
        <p:spPr>
          <a:xfrm>
            <a:off x="0" y="113364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40" name="Shape 25"/>
          <p:cNvSpPr/>
          <p:nvPr/>
        </p:nvSpPr>
        <p:spPr>
          <a:xfrm>
            <a:off x="0" y="170064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41" name="Shape 26"/>
          <p:cNvSpPr/>
          <p:nvPr/>
        </p:nvSpPr>
        <p:spPr>
          <a:xfrm>
            <a:off x="0" y="226764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42" name="Shape 27"/>
          <p:cNvSpPr/>
          <p:nvPr/>
        </p:nvSpPr>
        <p:spPr>
          <a:xfrm>
            <a:off x="0" y="283464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43" name="Shape 28"/>
          <p:cNvSpPr/>
          <p:nvPr/>
        </p:nvSpPr>
        <p:spPr>
          <a:xfrm>
            <a:off x="0" y="340128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44" name="Shape 29"/>
          <p:cNvSpPr/>
          <p:nvPr/>
        </p:nvSpPr>
        <p:spPr>
          <a:xfrm>
            <a:off x="0" y="396828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45" name="Shape 30"/>
          <p:cNvSpPr/>
          <p:nvPr/>
        </p:nvSpPr>
        <p:spPr>
          <a:xfrm>
            <a:off x="0" y="453528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46" name="Shape 31"/>
          <p:cNvSpPr/>
          <p:nvPr/>
        </p:nvSpPr>
        <p:spPr>
          <a:xfrm>
            <a:off x="0" y="510228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47" name="Shape 32"/>
          <p:cNvSpPr/>
          <p:nvPr/>
        </p:nvSpPr>
        <p:spPr>
          <a:xfrm>
            <a:off x="0" y="566928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48" name="Shape 33"/>
          <p:cNvSpPr/>
          <p:nvPr/>
        </p:nvSpPr>
        <p:spPr>
          <a:xfrm>
            <a:off x="0" y="623592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49" name="Shape 34"/>
          <p:cNvSpPr/>
          <p:nvPr/>
        </p:nvSpPr>
        <p:spPr>
          <a:xfrm>
            <a:off x="0" y="680292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50" name="Shape 35"/>
          <p:cNvSpPr/>
          <p:nvPr/>
        </p:nvSpPr>
        <p:spPr>
          <a:xfrm>
            <a:off x="567000" y="420480"/>
            <a:ext cx="548280" cy="548280"/>
          </a:xfrm>
          <a:prstGeom prst="roundRect">
            <a:avLst>
              <a:gd name="adj" fmla="val 16667"/>
            </a:avLst>
          </a:prstGeom>
          <a:solidFill>
            <a:srgbClr val="e8623d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51" name="Text 36"/>
          <p:cNvSpPr/>
          <p:nvPr/>
        </p:nvSpPr>
        <p:spPr>
          <a:xfrm>
            <a:off x="567000" y="420480"/>
            <a:ext cx="548280" cy="54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800" spc="-1" strike="noStrike">
                <a:solidFill>
                  <a:srgbClr val="ffffff"/>
                </a:solidFill>
                <a:latin typeface="Cambria"/>
                <a:ea typeface="Cambria"/>
              </a:rPr>
              <a:t>Zπ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52" name="Text 37"/>
          <p:cNvSpPr/>
          <p:nvPr/>
        </p:nvSpPr>
        <p:spPr>
          <a:xfrm>
            <a:off x="1325880" y="402480"/>
            <a:ext cx="1024092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150" spc="248" strike="noStrike">
                <a:solidFill>
                  <a:srgbClr val="c84f2f"/>
                </a:solidFill>
                <a:latin typeface="Calibri"/>
                <a:ea typeface="Calibri"/>
              </a:rPr>
              <a:t>PAST-PAPER QUESTION</a:t>
            </a:r>
            <a:endParaRPr b="0" lang="en-US" sz="11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53" name="Text 38"/>
          <p:cNvSpPr/>
          <p:nvPr/>
        </p:nvSpPr>
        <p:spPr>
          <a:xfrm>
            <a:off x="1325880" y="676800"/>
            <a:ext cx="10240920" cy="566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2700" spc="-1" strike="noStrike">
                <a:solidFill>
                  <a:srgbClr val="1c2a22"/>
                </a:solidFill>
                <a:latin typeface="Cambria"/>
                <a:ea typeface="Cambria"/>
              </a:rPr>
              <a:t>Question 6</a:t>
            </a:r>
            <a:endParaRPr b="0" lang="en-US" sz="27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54" name="Shape 39"/>
          <p:cNvSpPr/>
          <p:nvPr/>
        </p:nvSpPr>
        <p:spPr>
          <a:xfrm>
            <a:off x="2088720" y="1408320"/>
            <a:ext cx="8013960" cy="5220720"/>
          </a:xfrm>
          <a:prstGeom prst="rect">
            <a:avLst/>
          </a:prstGeom>
          <a:solidFill>
            <a:srgbClr val="ffffff"/>
          </a:solidFill>
          <a:ln w="12700">
            <a:solidFill>
              <a:srgbClr val="e4e2d6"/>
            </a:solidFill>
            <a:round/>
          </a:ln>
          <a:effectLst>
            <a:outerShdw algn="bl" blurRad="88920" dir="5400000" dist="38160" kx="0" ky="0" rotWithShape="0" sx="100000" sy="100000">
              <a:srgbClr val="000000">
                <a:alpha val="16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655" name="Image 0" descr="/tmp/work/dfq/q-37.png"/>
          <p:cNvPicPr/>
          <p:nvPr/>
        </p:nvPicPr>
        <p:blipFill>
          <a:blip r:embed="rId1"/>
          <a:stretch/>
        </p:blipFill>
        <p:spPr>
          <a:xfrm>
            <a:off x="2161800" y="1481400"/>
            <a:ext cx="7867800" cy="5074560"/>
          </a:xfrm>
          <a:prstGeom prst="rect">
            <a:avLst/>
          </a:prstGeom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7f6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6" name="Shape 0"/>
          <p:cNvSpPr/>
          <p:nvPr/>
        </p:nvSpPr>
        <p:spPr>
          <a:xfrm>
            <a:off x="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57" name="Shape 1"/>
          <p:cNvSpPr/>
          <p:nvPr/>
        </p:nvSpPr>
        <p:spPr>
          <a:xfrm>
            <a:off x="56664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58" name="Shape 2"/>
          <p:cNvSpPr/>
          <p:nvPr/>
        </p:nvSpPr>
        <p:spPr>
          <a:xfrm>
            <a:off x="113364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59" name="Shape 3"/>
          <p:cNvSpPr/>
          <p:nvPr/>
        </p:nvSpPr>
        <p:spPr>
          <a:xfrm>
            <a:off x="170064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60" name="Shape 4"/>
          <p:cNvSpPr/>
          <p:nvPr/>
        </p:nvSpPr>
        <p:spPr>
          <a:xfrm>
            <a:off x="226764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61" name="Shape 5"/>
          <p:cNvSpPr/>
          <p:nvPr/>
        </p:nvSpPr>
        <p:spPr>
          <a:xfrm>
            <a:off x="283464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62" name="Shape 6"/>
          <p:cNvSpPr/>
          <p:nvPr/>
        </p:nvSpPr>
        <p:spPr>
          <a:xfrm>
            <a:off x="340128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63" name="Shape 7"/>
          <p:cNvSpPr/>
          <p:nvPr/>
        </p:nvSpPr>
        <p:spPr>
          <a:xfrm>
            <a:off x="396828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64" name="Shape 8"/>
          <p:cNvSpPr/>
          <p:nvPr/>
        </p:nvSpPr>
        <p:spPr>
          <a:xfrm>
            <a:off x="453528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65" name="Shape 9"/>
          <p:cNvSpPr/>
          <p:nvPr/>
        </p:nvSpPr>
        <p:spPr>
          <a:xfrm>
            <a:off x="510228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66" name="Shape 10"/>
          <p:cNvSpPr/>
          <p:nvPr/>
        </p:nvSpPr>
        <p:spPr>
          <a:xfrm>
            <a:off x="566928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67" name="Shape 11"/>
          <p:cNvSpPr/>
          <p:nvPr/>
        </p:nvSpPr>
        <p:spPr>
          <a:xfrm>
            <a:off x="623592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68" name="Shape 12"/>
          <p:cNvSpPr/>
          <p:nvPr/>
        </p:nvSpPr>
        <p:spPr>
          <a:xfrm>
            <a:off x="680292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69" name="Shape 13"/>
          <p:cNvSpPr/>
          <p:nvPr/>
        </p:nvSpPr>
        <p:spPr>
          <a:xfrm>
            <a:off x="736992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70" name="Shape 14"/>
          <p:cNvSpPr/>
          <p:nvPr/>
        </p:nvSpPr>
        <p:spPr>
          <a:xfrm>
            <a:off x="793692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71" name="Shape 15"/>
          <p:cNvSpPr/>
          <p:nvPr/>
        </p:nvSpPr>
        <p:spPr>
          <a:xfrm>
            <a:off x="850392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72" name="Shape 16"/>
          <p:cNvSpPr/>
          <p:nvPr/>
        </p:nvSpPr>
        <p:spPr>
          <a:xfrm>
            <a:off x="907056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73" name="Shape 17"/>
          <p:cNvSpPr/>
          <p:nvPr/>
        </p:nvSpPr>
        <p:spPr>
          <a:xfrm>
            <a:off x="963756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74" name="Shape 18"/>
          <p:cNvSpPr/>
          <p:nvPr/>
        </p:nvSpPr>
        <p:spPr>
          <a:xfrm>
            <a:off x="1020456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75" name="Shape 19"/>
          <p:cNvSpPr/>
          <p:nvPr/>
        </p:nvSpPr>
        <p:spPr>
          <a:xfrm>
            <a:off x="1077156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76" name="Shape 20"/>
          <p:cNvSpPr/>
          <p:nvPr/>
        </p:nvSpPr>
        <p:spPr>
          <a:xfrm>
            <a:off x="1133856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77" name="Shape 21"/>
          <p:cNvSpPr/>
          <p:nvPr/>
        </p:nvSpPr>
        <p:spPr>
          <a:xfrm>
            <a:off x="1190520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78" name="Shape 22"/>
          <p:cNvSpPr/>
          <p:nvPr/>
        </p:nvSpPr>
        <p:spPr>
          <a:xfrm>
            <a:off x="0" y="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79" name="Shape 23"/>
          <p:cNvSpPr/>
          <p:nvPr/>
        </p:nvSpPr>
        <p:spPr>
          <a:xfrm>
            <a:off x="0" y="56664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80" name="Shape 24"/>
          <p:cNvSpPr/>
          <p:nvPr/>
        </p:nvSpPr>
        <p:spPr>
          <a:xfrm>
            <a:off x="0" y="113364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81" name="Shape 25"/>
          <p:cNvSpPr/>
          <p:nvPr/>
        </p:nvSpPr>
        <p:spPr>
          <a:xfrm>
            <a:off x="0" y="170064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82" name="Shape 26"/>
          <p:cNvSpPr/>
          <p:nvPr/>
        </p:nvSpPr>
        <p:spPr>
          <a:xfrm>
            <a:off x="0" y="226764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83" name="Shape 27"/>
          <p:cNvSpPr/>
          <p:nvPr/>
        </p:nvSpPr>
        <p:spPr>
          <a:xfrm>
            <a:off x="0" y="283464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84" name="Shape 28"/>
          <p:cNvSpPr/>
          <p:nvPr/>
        </p:nvSpPr>
        <p:spPr>
          <a:xfrm>
            <a:off x="0" y="340128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85" name="Shape 29"/>
          <p:cNvSpPr/>
          <p:nvPr/>
        </p:nvSpPr>
        <p:spPr>
          <a:xfrm>
            <a:off x="0" y="396828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86" name="Shape 30"/>
          <p:cNvSpPr/>
          <p:nvPr/>
        </p:nvSpPr>
        <p:spPr>
          <a:xfrm>
            <a:off x="0" y="453528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87" name="Shape 31"/>
          <p:cNvSpPr/>
          <p:nvPr/>
        </p:nvSpPr>
        <p:spPr>
          <a:xfrm>
            <a:off x="0" y="510228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88" name="Shape 32"/>
          <p:cNvSpPr/>
          <p:nvPr/>
        </p:nvSpPr>
        <p:spPr>
          <a:xfrm>
            <a:off x="0" y="566928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89" name="Shape 33"/>
          <p:cNvSpPr/>
          <p:nvPr/>
        </p:nvSpPr>
        <p:spPr>
          <a:xfrm>
            <a:off x="0" y="623592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90" name="Shape 34"/>
          <p:cNvSpPr/>
          <p:nvPr/>
        </p:nvSpPr>
        <p:spPr>
          <a:xfrm>
            <a:off x="0" y="680292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91" name="Shape 35"/>
          <p:cNvSpPr/>
          <p:nvPr/>
        </p:nvSpPr>
        <p:spPr>
          <a:xfrm>
            <a:off x="567000" y="420480"/>
            <a:ext cx="548280" cy="548280"/>
          </a:xfrm>
          <a:prstGeom prst="roundRect">
            <a:avLst>
              <a:gd name="adj" fmla="val 16667"/>
            </a:avLst>
          </a:prstGeom>
          <a:solidFill>
            <a:srgbClr val="e8623d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92" name="Text 36"/>
          <p:cNvSpPr/>
          <p:nvPr/>
        </p:nvSpPr>
        <p:spPr>
          <a:xfrm>
            <a:off x="567000" y="420480"/>
            <a:ext cx="548280" cy="54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800" spc="-1" strike="noStrike">
                <a:solidFill>
                  <a:srgbClr val="ffffff"/>
                </a:solidFill>
                <a:latin typeface="Cambria"/>
                <a:ea typeface="Cambria"/>
              </a:rPr>
              <a:t>Zπ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93" name="Text 37"/>
          <p:cNvSpPr/>
          <p:nvPr/>
        </p:nvSpPr>
        <p:spPr>
          <a:xfrm>
            <a:off x="1325880" y="402480"/>
            <a:ext cx="1024092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150" spc="248" strike="noStrike">
                <a:solidFill>
                  <a:srgbClr val="c84f2f"/>
                </a:solidFill>
                <a:latin typeface="Calibri"/>
                <a:ea typeface="Calibri"/>
              </a:rPr>
              <a:t>PAST-PAPER QUESTION</a:t>
            </a:r>
            <a:endParaRPr b="0" lang="en-US" sz="11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94" name="Text 38"/>
          <p:cNvSpPr/>
          <p:nvPr/>
        </p:nvSpPr>
        <p:spPr>
          <a:xfrm>
            <a:off x="1325880" y="676800"/>
            <a:ext cx="10240920" cy="566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2700" spc="-1" strike="noStrike">
                <a:solidFill>
                  <a:srgbClr val="1c2a22"/>
                </a:solidFill>
                <a:latin typeface="Cambria"/>
                <a:ea typeface="Cambria"/>
              </a:rPr>
              <a:t>Question 7</a:t>
            </a:r>
            <a:endParaRPr b="0" lang="en-US" sz="27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95" name="Shape 39"/>
          <p:cNvSpPr/>
          <p:nvPr/>
        </p:nvSpPr>
        <p:spPr>
          <a:xfrm>
            <a:off x="4146480" y="1408320"/>
            <a:ext cx="3898800" cy="5220720"/>
          </a:xfrm>
          <a:prstGeom prst="rect">
            <a:avLst/>
          </a:prstGeom>
          <a:solidFill>
            <a:srgbClr val="ffffff"/>
          </a:solidFill>
          <a:ln w="12700">
            <a:solidFill>
              <a:srgbClr val="e4e2d6"/>
            </a:solidFill>
            <a:round/>
          </a:ln>
          <a:effectLst>
            <a:outerShdw algn="bl" blurRad="88920" dir="5400000" dist="38160" kx="0" ky="0" rotWithShape="0" sx="100000" sy="100000">
              <a:srgbClr val="000000">
                <a:alpha val="16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696" name="Image 0" descr="/tmp/work/dfq/q-38.png"/>
          <p:cNvPicPr/>
          <p:nvPr/>
        </p:nvPicPr>
        <p:blipFill>
          <a:blip r:embed="rId1"/>
          <a:stretch/>
        </p:blipFill>
        <p:spPr>
          <a:xfrm>
            <a:off x="4219560" y="1481400"/>
            <a:ext cx="3752280" cy="5074560"/>
          </a:xfrm>
          <a:prstGeom prst="rect">
            <a:avLst/>
          </a:prstGeom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7f6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7" name="Shape 0"/>
          <p:cNvSpPr/>
          <p:nvPr/>
        </p:nvSpPr>
        <p:spPr>
          <a:xfrm>
            <a:off x="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98" name="Shape 1"/>
          <p:cNvSpPr/>
          <p:nvPr/>
        </p:nvSpPr>
        <p:spPr>
          <a:xfrm>
            <a:off x="56664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99" name="Shape 2"/>
          <p:cNvSpPr/>
          <p:nvPr/>
        </p:nvSpPr>
        <p:spPr>
          <a:xfrm>
            <a:off x="113364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00" name="Shape 3"/>
          <p:cNvSpPr/>
          <p:nvPr/>
        </p:nvSpPr>
        <p:spPr>
          <a:xfrm>
            <a:off x="170064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01" name="Shape 4"/>
          <p:cNvSpPr/>
          <p:nvPr/>
        </p:nvSpPr>
        <p:spPr>
          <a:xfrm>
            <a:off x="226764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02" name="Shape 5"/>
          <p:cNvSpPr/>
          <p:nvPr/>
        </p:nvSpPr>
        <p:spPr>
          <a:xfrm>
            <a:off x="283464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03" name="Shape 6"/>
          <p:cNvSpPr/>
          <p:nvPr/>
        </p:nvSpPr>
        <p:spPr>
          <a:xfrm>
            <a:off x="340128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04" name="Shape 7"/>
          <p:cNvSpPr/>
          <p:nvPr/>
        </p:nvSpPr>
        <p:spPr>
          <a:xfrm>
            <a:off x="396828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05" name="Shape 8"/>
          <p:cNvSpPr/>
          <p:nvPr/>
        </p:nvSpPr>
        <p:spPr>
          <a:xfrm>
            <a:off x="453528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06" name="Shape 9"/>
          <p:cNvSpPr/>
          <p:nvPr/>
        </p:nvSpPr>
        <p:spPr>
          <a:xfrm>
            <a:off x="510228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07" name="Shape 10"/>
          <p:cNvSpPr/>
          <p:nvPr/>
        </p:nvSpPr>
        <p:spPr>
          <a:xfrm>
            <a:off x="566928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08" name="Shape 11"/>
          <p:cNvSpPr/>
          <p:nvPr/>
        </p:nvSpPr>
        <p:spPr>
          <a:xfrm>
            <a:off x="623592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09" name="Shape 12"/>
          <p:cNvSpPr/>
          <p:nvPr/>
        </p:nvSpPr>
        <p:spPr>
          <a:xfrm>
            <a:off x="680292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10" name="Shape 13"/>
          <p:cNvSpPr/>
          <p:nvPr/>
        </p:nvSpPr>
        <p:spPr>
          <a:xfrm>
            <a:off x="736992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11" name="Shape 14"/>
          <p:cNvSpPr/>
          <p:nvPr/>
        </p:nvSpPr>
        <p:spPr>
          <a:xfrm>
            <a:off x="793692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12" name="Shape 15"/>
          <p:cNvSpPr/>
          <p:nvPr/>
        </p:nvSpPr>
        <p:spPr>
          <a:xfrm>
            <a:off x="850392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13" name="Shape 16"/>
          <p:cNvSpPr/>
          <p:nvPr/>
        </p:nvSpPr>
        <p:spPr>
          <a:xfrm>
            <a:off x="907056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14" name="Shape 17"/>
          <p:cNvSpPr/>
          <p:nvPr/>
        </p:nvSpPr>
        <p:spPr>
          <a:xfrm>
            <a:off x="963756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15" name="Shape 18"/>
          <p:cNvSpPr/>
          <p:nvPr/>
        </p:nvSpPr>
        <p:spPr>
          <a:xfrm>
            <a:off x="1020456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16" name="Shape 19"/>
          <p:cNvSpPr/>
          <p:nvPr/>
        </p:nvSpPr>
        <p:spPr>
          <a:xfrm>
            <a:off x="1077156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17" name="Shape 20"/>
          <p:cNvSpPr/>
          <p:nvPr/>
        </p:nvSpPr>
        <p:spPr>
          <a:xfrm>
            <a:off x="1133856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18" name="Shape 21"/>
          <p:cNvSpPr/>
          <p:nvPr/>
        </p:nvSpPr>
        <p:spPr>
          <a:xfrm>
            <a:off x="1190520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19" name="Shape 22"/>
          <p:cNvSpPr/>
          <p:nvPr/>
        </p:nvSpPr>
        <p:spPr>
          <a:xfrm>
            <a:off x="0" y="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20" name="Shape 23"/>
          <p:cNvSpPr/>
          <p:nvPr/>
        </p:nvSpPr>
        <p:spPr>
          <a:xfrm>
            <a:off x="0" y="56664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21" name="Shape 24"/>
          <p:cNvSpPr/>
          <p:nvPr/>
        </p:nvSpPr>
        <p:spPr>
          <a:xfrm>
            <a:off x="0" y="113364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22" name="Shape 25"/>
          <p:cNvSpPr/>
          <p:nvPr/>
        </p:nvSpPr>
        <p:spPr>
          <a:xfrm>
            <a:off x="0" y="170064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23" name="Shape 26"/>
          <p:cNvSpPr/>
          <p:nvPr/>
        </p:nvSpPr>
        <p:spPr>
          <a:xfrm>
            <a:off x="0" y="226764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24" name="Shape 27"/>
          <p:cNvSpPr/>
          <p:nvPr/>
        </p:nvSpPr>
        <p:spPr>
          <a:xfrm>
            <a:off x="0" y="283464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25" name="Shape 28"/>
          <p:cNvSpPr/>
          <p:nvPr/>
        </p:nvSpPr>
        <p:spPr>
          <a:xfrm>
            <a:off x="0" y="340128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26" name="Shape 29"/>
          <p:cNvSpPr/>
          <p:nvPr/>
        </p:nvSpPr>
        <p:spPr>
          <a:xfrm>
            <a:off x="0" y="396828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27" name="Shape 30"/>
          <p:cNvSpPr/>
          <p:nvPr/>
        </p:nvSpPr>
        <p:spPr>
          <a:xfrm>
            <a:off x="0" y="453528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28" name="Shape 31"/>
          <p:cNvSpPr/>
          <p:nvPr/>
        </p:nvSpPr>
        <p:spPr>
          <a:xfrm>
            <a:off x="0" y="510228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29" name="Shape 32"/>
          <p:cNvSpPr/>
          <p:nvPr/>
        </p:nvSpPr>
        <p:spPr>
          <a:xfrm>
            <a:off x="0" y="566928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30" name="Shape 33"/>
          <p:cNvSpPr/>
          <p:nvPr/>
        </p:nvSpPr>
        <p:spPr>
          <a:xfrm>
            <a:off x="0" y="623592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31" name="Shape 34"/>
          <p:cNvSpPr/>
          <p:nvPr/>
        </p:nvSpPr>
        <p:spPr>
          <a:xfrm>
            <a:off x="0" y="680292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32" name="Shape 35"/>
          <p:cNvSpPr/>
          <p:nvPr/>
        </p:nvSpPr>
        <p:spPr>
          <a:xfrm>
            <a:off x="567000" y="420480"/>
            <a:ext cx="548280" cy="548280"/>
          </a:xfrm>
          <a:prstGeom prst="roundRect">
            <a:avLst>
              <a:gd name="adj" fmla="val 16667"/>
            </a:avLst>
          </a:prstGeom>
          <a:solidFill>
            <a:srgbClr val="e8623d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733" name="Text 36"/>
          <p:cNvSpPr/>
          <p:nvPr/>
        </p:nvSpPr>
        <p:spPr>
          <a:xfrm>
            <a:off x="567000" y="420480"/>
            <a:ext cx="548280" cy="54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800" spc="-1" strike="noStrike">
                <a:solidFill>
                  <a:srgbClr val="ffffff"/>
                </a:solidFill>
                <a:latin typeface="Cambria"/>
                <a:ea typeface="Cambria"/>
              </a:rPr>
              <a:t>Zπ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34" name="Text 37"/>
          <p:cNvSpPr/>
          <p:nvPr/>
        </p:nvSpPr>
        <p:spPr>
          <a:xfrm>
            <a:off x="1325880" y="402480"/>
            <a:ext cx="1024092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150" spc="248" strike="noStrike">
                <a:solidFill>
                  <a:srgbClr val="c84f2f"/>
                </a:solidFill>
                <a:latin typeface="Calibri"/>
                <a:ea typeface="Calibri"/>
              </a:rPr>
              <a:t>PAST-PAPER QUESTION</a:t>
            </a:r>
            <a:endParaRPr b="0" lang="en-US" sz="11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35" name="Text 38"/>
          <p:cNvSpPr/>
          <p:nvPr/>
        </p:nvSpPr>
        <p:spPr>
          <a:xfrm>
            <a:off x="1325880" y="676800"/>
            <a:ext cx="10240920" cy="566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2700" spc="-1" strike="noStrike">
                <a:solidFill>
                  <a:srgbClr val="1c2a22"/>
                </a:solidFill>
                <a:latin typeface="Cambria"/>
                <a:ea typeface="Cambria"/>
              </a:rPr>
              <a:t>Question 8</a:t>
            </a:r>
            <a:endParaRPr b="0" lang="en-US" sz="27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36" name="Shape 39"/>
          <p:cNvSpPr/>
          <p:nvPr/>
        </p:nvSpPr>
        <p:spPr>
          <a:xfrm>
            <a:off x="4029480" y="1408320"/>
            <a:ext cx="4132440" cy="5220720"/>
          </a:xfrm>
          <a:prstGeom prst="rect">
            <a:avLst/>
          </a:prstGeom>
          <a:solidFill>
            <a:srgbClr val="ffffff"/>
          </a:solidFill>
          <a:ln w="12700">
            <a:solidFill>
              <a:srgbClr val="e4e2d6"/>
            </a:solidFill>
            <a:round/>
          </a:ln>
          <a:effectLst>
            <a:outerShdw algn="bl" blurRad="88920" dir="5400000" dist="38160" kx="0" ky="0" rotWithShape="0" sx="100000" sy="100000">
              <a:srgbClr val="000000">
                <a:alpha val="16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737" name="Image 0" descr="/tmp/work/dfq/q-39.png"/>
          <p:cNvPicPr/>
          <p:nvPr/>
        </p:nvPicPr>
        <p:blipFill>
          <a:blip r:embed="rId1"/>
          <a:stretch/>
        </p:blipFill>
        <p:spPr>
          <a:xfrm>
            <a:off x="4102560" y="1481400"/>
            <a:ext cx="3986280" cy="5074560"/>
          </a:xfrm>
          <a:prstGeom prst="rect">
            <a:avLst/>
          </a:prstGeom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7f6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8" name="Shape 0"/>
          <p:cNvSpPr/>
          <p:nvPr/>
        </p:nvSpPr>
        <p:spPr>
          <a:xfrm>
            <a:off x="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39" name="Shape 1"/>
          <p:cNvSpPr/>
          <p:nvPr/>
        </p:nvSpPr>
        <p:spPr>
          <a:xfrm>
            <a:off x="56664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40" name="Shape 2"/>
          <p:cNvSpPr/>
          <p:nvPr/>
        </p:nvSpPr>
        <p:spPr>
          <a:xfrm>
            <a:off x="113364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41" name="Shape 3"/>
          <p:cNvSpPr/>
          <p:nvPr/>
        </p:nvSpPr>
        <p:spPr>
          <a:xfrm>
            <a:off x="170064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42" name="Shape 4"/>
          <p:cNvSpPr/>
          <p:nvPr/>
        </p:nvSpPr>
        <p:spPr>
          <a:xfrm>
            <a:off x="226764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43" name="Shape 5"/>
          <p:cNvSpPr/>
          <p:nvPr/>
        </p:nvSpPr>
        <p:spPr>
          <a:xfrm>
            <a:off x="283464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44" name="Shape 6"/>
          <p:cNvSpPr/>
          <p:nvPr/>
        </p:nvSpPr>
        <p:spPr>
          <a:xfrm>
            <a:off x="340128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45" name="Shape 7"/>
          <p:cNvSpPr/>
          <p:nvPr/>
        </p:nvSpPr>
        <p:spPr>
          <a:xfrm>
            <a:off x="396828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46" name="Shape 8"/>
          <p:cNvSpPr/>
          <p:nvPr/>
        </p:nvSpPr>
        <p:spPr>
          <a:xfrm>
            <a:off x="453528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47" name="Shape 9"/>
          <p:cNvSpPr/>
          <p:nvPr/>
        </p:nvSpPr>
        <p:spPr>
          <a:xfrm>
            <a:off x="510228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48" name="Shape 10"/>
          <p:cNvSpPr/>
          <p:nvPr/>
        </p:nvSpPr>
        <p:spPr>
          <a:xfrm>
            <a:off x="566928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49" name="Shape 11"/>
          <p:cNvSpPr/>
          <p:nvPr/>
        </p:nvSpPr>
        <p:spPr>
          <a:xfrm>
            <a:off x="623592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50" name="Shape 12"/>
          <p:cNvSpPr/>
          <p:nvPr/>
        </p:nvSpPr>
        <p:spPr>
          <a:xfrm>
            <a:off x="680292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51" name="Shape 13"/>
          <p:cNvSpPr/>
          <p:nvPr/>
        </p:nvSpPr>
        <p:spPr>
          <a:xfrm>
            <a:off x="736992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52" name="Shape 14"/>
          <p:cNvSpPr/>
          <p:nvPr/>
        </p:nvSpPr>
        <p:spPr>
          <a:xfrm>
            <a:off x="793692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53" name="Shape 15"/>
          <p:cNvSpPr/>
          <p:nvPr/>
        </p:nvSpPr>
        <p:spPr>
          <a:xfrm>
            <a:off x="850392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54" name="Shape 16"/>
          <p:cNvSpPr/>
          <p:nvPr/>
        </p:nvSpPr>
        <p:spPr>
          <a:xfrm>
            <a:off x="907056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55" name="Shape 17"/>
          <p:cNvSpPr/>
          <p:nvPr/>
        </p:nvSpPr>
        <p:spPr>
          <a:xfrm>
            <a:off x="963756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56" name="Shape 18"/>
          <p:cNvSpPr/>
          <p:nvPr/>
        </p:nvSpPr>
        <p:spPr>
          <a:xfrm>
            <a:off x="1020456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57" name="Shape 19"/>
          <p:cNvSpPr/>
          <p:nvPr/>
        </p:nvSpPr>
        <p:spPr>
          <a:xfrm>
            <a:off x="1077156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58" name="Shape 20"/>
          <p:cNvSpPr/>
          <p:nvPr/>
        </p:nvSpPr>
        <p:spPr>
          <a:xfrm>
            <a:off x="1133856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59" name="Shape 21"/>
          <p:cNvSpPr/>
          <p:nvPr/>
        </p:nvSpPr>
        <p:spPr>
          <a:xfrm>
            <a:off x="1190520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60" name="Shape 22"/>
          <p:cNvSpPr/>
          <p:nvPr/>
        </p:nvSpPr>
        <p:spPr>
          <a:xfrm>
            <a:off x="0" y="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61" name="Shape 23"/>
          <p:cNvSpPr/>
          <p:nvPr/>
        </p:nvSpPr>
        <p:spPr>
          <a:xfrm>
            <a:off x="0" y="56664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62" name="Shape 24"/>
          <p:cNvSpPr/>
          <p:nvPr/>
        </p:nvSpPr>
        <p:spPr>
          <a:xfrm>
            <a:off x="0" y="113364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63" name="Shape 25"/>
          <p:cNvSpPr/>
          <p:nvPr/>
        </p:nvSpPr>
        <p:spPr>
          <a:xfrm>
            <a:off x="0" y="170064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64" name="Shape 26"/>
          <p:cNvSpPr/>
          <p:nvPr/>
        </p:nvSpPr>
        <p:spPr>
          <a:xfrm>
            <a:off x="0" y="226764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65" name="Shape 27"/>
          <p:cNvSpPr/>
          <p:nvPr/>
        </p:nvSpPr>
        <p:spPr>
          <a:xfrm>
            <a:off x="0" y="283464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66" name="Shape 28"/>
          <p:cNvSpPr/>
          <p:nvPr/>
        </p:nvSpPr>
        <p:spPr>
          <a:xfrm>
            <a:off x="0" y="340128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67" name="Shape 29"/>
          <p:cNvSpPr/>
          <p:nvPr/>
        </p:nvSpPr>
        <p:spPr>
          <a:xfrm>
            <a:off x="0" y="396828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68" name="Shape 30"/>
          <p:cNvSpPr/>
          <p:nvPr/>
        </p:nvSpPr>
        <p:spPr>
          <a:xfrm>
            <a:off x="0" y="453528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69" name="Shape 31"/>
          <p:cNvSpPr/>
          <p:nvPr/>
        </p:nvSpPr>
        <p:spPr>
          <a:xfrm>
            <a:off x="0" y="510228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70" name="Shape 32"/>
          <p:cNvSpPr/>
          <p:nvPr/>
        </p:nvSpPr>
        <p:spPr>
          <a:xfrm>
            <a:off x="0" y="566928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71" name="Shape 33"/>
          <p:cNvSpPr/>
          <p:nvPr/>
        </p:nvSpPr>
        <p:spPr>
          <a:xfrm>
            <a:off x="0" y="623592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72" name="Shape 34"/>
          <p:cNvSpPr/>
          <p:nvPr/>
        </p:nvSpPr>
        <p:spPr>
          <a:xfrm>
            <a:off x="0" y="680292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73" name="Shape 35"/>
          <p:cNvSpPr/>
          <p:nvPr/>
        </p:nvSpPr>
        <p:spPr>
          <a:xfrm>
            <a:off x="567000" y="420480"/>
            <a:ext cx="548280" cy="548280"/>
          </a:xfrm>
          <a:prstGeom prst="roundRect">
            <a:avLst>
              <a:gd name="adj" fmla="val 16667"/>
            </a:avLst>
          </a:prstGeom>
          <a:solidFill>
            <a:srgbClr val="e8623d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774" name="Text 36"/>
          <p:cNvSpPr/>
          <p:nvPr/>
        </p:nvSpPr>
        <p:spPr>
          <a:xfrm>
            <a:off x="567000" y="420480"/>
            <a:ext cx="548280" cy="54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800" spc="-1" strike="noStrike">
                <a:solidFill>
                  <a:srgbClr val="ffffff"/>
                </a:solidFill>
                <a:latin typeface="Cambria"/>
                <a:ea typeface="Cambria"/>
              </a:rPr>
              <a:t>Zπ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75" name="Text 37"/>
          <p:cNvSpPr/>
          <p:nvPr/>
        </p:nvSpPr>
        <p:spPr>
          <a:xfrm>
            <a:off x="1325880" y="402480"/>
            <a:ext cx="1024092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150" spc="248" strike="noStrike">
                <a:solidFill>
                  <a:srgbClr val="c84f2f"/>
                </a:solidFill>
                <a:latin typeface="Calibri"/>
                <a:ea typeface="Calibri"/>
              </a:rPr>
              <a:t>PAST-PAPER QUESTION</a:t>
            </a:r>
            <a:endParaRPr b="0" lang="en-US" sz="11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76" name="Text 38"/>
          <p:cNvSpPr/>
          <p:nvPr/>
        </p:nvSpPr>
        <p:spPr>
          <a:xfrm>
            <a:off x="1325880" y="676800"/>
            <a:ext cx="10240920" cy="566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2700" spc="-1" strike="noStrike">
                <a:solidFill>
                  <a:srgbClr val="1c2a22"/>
                </a:solidFill>
                <a:latin typeface="Cambria"/>
                <a:ea typeface="Cambria"/>
              </a:rPr>
              <a:t>Question 9</a:t>
            </a:r>
            <a:endParaRPr b="0" lang="en-US" sz="27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77" name="Shape 39"/>
          <p:cNvSpPr/>
          <p:nvPr/>
        </p:nvSpPr>
        <p:spPr>
          <a:xfrm>
            <a:off x="4128480" y="1408320"/>
            <a:ext cx="3934800" cy="5220720"/>
          </a:xfrm>
          <a:prstGeom prst="rect">
            <a:avLst/>
          </a:prstGeom>
          <a:solidFill>
            <a:srgbClr val="ffffff"/>
          </a:solidFill>
          <a:ln w="12700">
            <a:solidFill>
              <a:srgbClr val="e4e2d6"/>
            </a:solidFill>
            <a:round/>
          </a:ln>
          <a:effectLst>
            <a:outerShdw algn="bl" blurRad="88920" dir="5400000" dist="38160" kx="0" ky="0" rotWithShape="0" sx="100000" sy="100000">
              <a:srgbClr val="000000">
                <a:alpha val="16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778" name="Image 0" descr="/tmp/work/dfq/q-40.png"/>
          <p:cNvPicPr/>
          <p:nvPr/>
        </p:nvPicPr>
        <p:blipFill>
          <a:blip r:embed="rId1"/>
          <a:stretch/>
        </p:blipFill>
        <p:spPr>
          <a:xfrm>
            <a:off x="4201560" y="1481400"/>
            <a:ext cx="3788280" cy="5074560"/>
          </a:xfrm>
          <a:prstGeom prst="rect">
            <a:avLst/>
          </a:prstGeom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1c2a2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79" name="Shape 0"/>
          <p:cNvSpPr/>
          <p:nvPr/>
        </p:nvSpPr>
        <p:spPr>
          <a:xfrm>
            <a:off x="0" y="0"/>
            <a:ext cx="360" cy="6858000"/>
          </a:xfrm>
          <a:prstGeom prst="line">
            <a:avLst/>
          </a:prstGeom>
          <a:ln w="6350">
            <a:solidFill>
              <a:srgbClr val="2634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780" name="Shape 1"/>
          <p:cNvSpPr/>
          <p:nvPr/>
        </p:nvSpPr>
        <p:spPr>
          <a:xfrm>
            <a:off x="566640" y="0"/>
            <a:ext cx="360" cy="6858000"/>
          </a:xfrm>
          <a:prstGeom prst="line">
            <a:avLst/>
          </a:prstGeom>
          <a:ln w="6350">
            <a:solidFill>
              <a:srgbClr val="2634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781" name="Shape 2"/>
          <p:cNvSpPr/>
          <p:nvPr/>
        </p:nvSpPr>
        <p:spPr>
          <a:xfrm>
            <a:off x="1133640" y="0"/>
            <a:ext cx="360" cy="6858000"/>
          </a:xfrm>
          <a:prstGeom prst="line">
            <a:avLst/>
          </a:prstGeom>
          <a:ln w="6350">
            <a:solidFill>
              <a:srgbClr val="2634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782" name="Shape 3"/>
          <p:cNvSpPr/>
          <p:nvPr/>
        </p:nvSpPr>
        <p:spPr>
          <a:xfrm>
            <a:off x="1700640" y="0"/>
            <a:ext cx="360" cy="6858000"/>
          </a:xfrm>
          <a:prstGeom prst="line">
            <a:avLst/>
          </a:prstGeom>
          <a:ln w="6350">
            <a:solidFill>
              <a:srgbClr val="2634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783" name="Shape 4"/>
          <p:cNvSpPr/>
          <p:nvPr/>
        </p:nvSpPr>
        <p:spPr>
          <a:xfrm>
            <a:off x="2267640" y="0"/>
            <a:ext cx="360" cy="6858000"/>
          </a:xfrm>
          <a:prstGeom prst="line">
            <a:avLst/>
          </a:prstGeom>
          <a:ln w="6350">
            <a:solidFill>
              <a:srgbClr val="2634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784" name="Shape 5"/>
          <p:cNvSpPr/>
          <p:nvPr/>
        </p:nvSpPr>
        <p:spPr>
          <a:xfrm>
            <a:off x="2834640" y="0"/>
            <a:ext cx="360" cy="6858000"/>
          </a:xfrm>
          <a:prstGeom prst="line">
            <a:avLst/>
          </a:prstGeom>
          <a:ln w="6350">
            <a:solidFill>
              <a:srgbClr val="2634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785" name="Shape 6"/>
          <p:cNvSpPr/>
          <p:nvPr/>
        </p:nvSpPr>
        <p:spPr>
          <a:xfrm>
            <a:off x="3401280" y="0"/>
            <a:ext cx="360" cy="6858000"/>
          </a:xfrm>
          <a:prstGeom prst="line">
            <a:avLst/>
          </a:prstGeom>
          <a:ln w="6350">
            <a:solidFill>
              <a:srgbClr val="2634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786" name="Shape 7"/>
          <p:cNvSpPr/>
          <p:nvPr/>
        </p:nvSpPr>
        <p:spPr>
          <a:xfrm>
            <a:off x="3968280" y="0"/>
            <a:ext cx="360" cy="6858000"/>
          </a:xfrm>
          <a:prstGeom prst="line">
            <a:avLst/>
          </a:prstGeom>
          <a:ln w="6350">
            <a:solidFill>
              <a:srgbClr val="2634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787" name="Shape 8"/>
          <p:cNvSpPr/>
          <p:nvPr/>
        </p:nvSpPr>
        <p:spPr>
          <a:xfrm>
            <a:off x="4535280" y="0"/>
            <a:ext cx="360" cy="6858000"/>
          </a:xfrm>
          <a:prstGeom prst="line">
            <a:avLst/>
          </a:prstGeom>
          <a:ln w="6350">
            <a:solidFill>
              <a:srgbClr val="2634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788" name="Shape 9"/>
          <p:cNvSpPr/>
          <p:nvPr/>
        </p:nvSpPr>
        <p:spPr>
          <a:xfrm>
            <a:off x="5102280" y="0"/>
            <a:ext cx="360" cy="6858000"/>
          </a:xfrm>
          <a:prstGeom prst="line">
            <a:avLst/>
          </a:prstGeom>
          <a:ln w="6350">
            <a:solidFill>
              <a:srgbClr val="2634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789" name="Shape 10"/>
          <p:cNvSpPr/>
          <p:nvPr/>
        </p:nvSpPr>
        <p:spPr>
          <a:xfrm>
            <a:off x="5669280" y="0"/>
            <a:ext cx="360" cy="6858000"/>
          </a:xfrm>
          <a:prstGeom prst="line">
            <a:avLst/>
          </a:prstGeom>
          <a:ln w="6350">
            <a:solidFill>
              <a:srgbClr val="2634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790" name="Shape 11"/>
          <p:cNvSpPr/>
          <p:nvPr/>
        </p:nvSpPr>
        <p:spPr>
          <a:xfrm>
            <a:off x="6235920" y="0"/>
            <a:ext cx="360" cy="6858000"/>
          </a:xfrm>
          <a:prstGeom prst="line">
            <a:avLst/>
          </a:prstGeom>
          <a:ln w="6350">
            <a:solidFill>
              <a:srgbClr val="2634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791" name="Shape 12"/>
          <p:cNvSpPr/>
          <p:nvPr/>
        </p:nvSpPr>
        <p:spPr>
          <a:xfrm>
            <a:off x="6802920" y="0"/>
            <a:ext cx="360" cy="6858000"/>
          </a:xfrm>
          <a:prstGeom prst="line">
            <a:avLst/>
          </a:prstGeom>
          <a:ln w="6350">
            <a:solidFill>
              <a:srgbClr val="2634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792" name="Shape 13"/>
          <p:cNvSpPr/>
          <p:nvPr/>
        </p:nvSpPr>
        <p:spPr>
          <a:xfrm>
            <a:off x="7369920" y="0"/>
            <a:ext cx="360" cy="6858000"/>
          </a:xfrm>
          <a:prstGeom prst="line">
            <a:avLst/>
          </a:prstGeom>
          <a:ln w="6350">
            <a:solidFill>
              <a:srgbClr val="2634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793" name="Shape 14"/>
          <p:cNvSpPr/>
          <p:nvPr/>
        </p:nvSpPr>
        <p:spPr>
          <a:xfrm>
            <a:off x="7936920" y="0"/>
            <a:ext cx="360" cy="6858000"/>
          </a:xfrm>
          <a:prstGeom prst="line">
            <a:avLst/>
          </a:prstGeom>
          <a:ln w="6350">
            <a:solidFill>
              <a:srgbClr val="2634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794" name="Shape 15"/>
          <p:cNvSpPr/>
          <p:nvPr/>
        </p:nvSpPr>
        <p:spPr>
          <a:xfrm>
            <a:off x="8503920" y="0"/>
            <a:ext cx="360" cy="6858000"/>
          </a:xfrm>
          <a:prstGeom prst="line">
            <a:avLst/>
          </a:prstGeom>
          <a:ln w="6350">
            <a:solidFill>
              <a:srgbClr val="2634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795" name="Shape 16"/>
          <p:cNvSpPr/>
          <p:nvPr/>
        </p:nvSpPr>
        <p:spPr>
          <a:xfrm>
            <a:off x="9070560" y="0"/>
            <a:ext cx="360" cy="6858000"/>
          </a:xfrm>
          <a:prstGeom prst="line">
            <a:avLst/>
          </a:prstGeom>
          <a:ln w="6350">
            <a:solidFill>
              <a:srgbClr val="2634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796" name="Shape 17"/>
          <p:cNvSpPr/>
          <p:nvPr/>
        </p:nvSpPr>
        <p:spPr>
          <a:xfrm>
            <a:off x="9637560" y="0"/>
            <a:ext cx="360" cy="6858000"/>
          </a:xfrm>
          <a:prstGeom prst="line">
            <a:avLst/>
          </a:prstGeom>
          <a:ln w="6350">
            <a:solidFill>
              <a:srgbClr val="2634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797" name="Shape 18"/>
          <p:cNvSpPr/>
          <p:nvPr/>
        </p:nvSpPr>
        <p:spPr>
          <a:xfrm>
            <a:off x="10204560" y="0"/>
            <a:ext cx="360" cy="6858000"/>
          </a:xfrm>
          <a:prstGeom prst="line">
            <a:avLst/>
          </a:prstGeom>
          <a:ln w="6350">
            <a:solidFill>
              <a:srgbClr val="2634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798" name="Shape 19"/>
          <p:cNvSpPr/>
          <p:nvPr/>
        </p:nvSpPr>
        <p:spPr>
          <a:xfrm>
            <a:off x="10771560" y="0"/>
            <a:ext cx="360" cy="6858000"/>
          </a:xfrm>
          <a:prstGeom prst="line">
            <a:avLst/>
          </a:prstGeom>
          <a:ln w="6350">
            <a:solidFill>
              <a:srgbClr val="2634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799" name="Shape 20"/>
          <p:cNvSpPr/>
          <p:nvPr/>
        </p:nvSpPr>
        <p:spPr>
          <a:xfrm>
            <a:off x="11338560" y="0"/>
            <a:ext cx="360" cy="6858000"/>
          </a:xfrm>
          <a:prstGeom prst="line">
            <a:avLst/>
          </a:prstGeom>
          <a:ln w="6350">
            <a:solidFill>
              <a:srgbClr val="2634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800" name="Shape 21"/>
          <p:cNvSpPr/>
          <p:nvPr/>
        </p:nvSpPr>
        <p:spPr>
          <a:xfrm>
            <a:off x="11905200" y="0"/>
            <a:ext cx="360" cy="6858000"/>
          </a:xfrm>
          <a:prstGeom prst="line">
            <a:avLst/>
          </a:prstGeom>
          <a:ln w="6350">
            <a:solidFill>
              <a:srgbClr val="2634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801" name="Shape 22"/>
          <p:cNvSpPr/>
          <p:nvPr/>
        </p:nvSpPr>
        <p:spPr>
          <a:xfrm>
            <a:off x="0" y="0"/>
            <a:ext cx="12191400" cy="360"/>
          </a:xfrm>
          <a:prstGeom prst="line">
            <a:avLst/>
          </a:prstGeom>
          <a:ln w="6350">
            <a:solidFill>
              <a:srgbClr val="2634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802" name="Shape 23"/>
          <p:cNvSpPr/>
          <p:nvPr/>
        </p:nvSpPr>
        <p:spPr>
          <a:xfrm>
            <a:off x="0" y="566640"/>
            <a:ext cx="12191400" cy="360"/>
          </a:xfrm>
          <a:prstGeom prst="line">
            <a:avLst/>
          </a:prstGeom>
          <a:ln w="6350">
            <a:solidFill>
              <a:srgbClr val="2634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803" name="Shape 24"/>
          <p:cNvSpPr/>
          <p:nvPr/>
        </p:nvSpPr>
        <p:spPr>
          <a:xfrm>
            <a:off x="0" y="1133640"/>
            <a:ext cx="12191400" cy="360"/>
          </a:xfrm>
          <a:prstGeom prst="line">
            <a:avLst/>
          </a:prstGeom>
          <a:ln w="6350">
            <a:solidFill>
              <a:srgbClr val="2634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804" name="Shape 25"/>
          <p:cNvSpPr/>
          <p:nvPr/>
        </p:nvSpPr>
        <p:spPr>
          <a:xfrm>
            <a:off x="0" y="1700640"/>
            <a:ext cx="12191400" cy="360"/>
          </a:xfrm>
          <a:prstGeom prst="line">
            <a:avLst/>
          </a:prstGeom>
          <a:ln w="6350">
            <a:solidFill>
              <a:srgbClr val="2634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805" name="Shape 26"/>
          <p:cNvSpPr/>
          <p:nvPr/>
        </p:nvSpPr>
        <p:spPr>
          <a:xfrm>
            <a:off x="0" y="2267640"/>
            <a:ext cx="12191400" cy="360"/>
          </a:xfrm>
          <a:prstGeom prst="line">
            <a:avLst/>
          </a:prstGeom>
          <a:ln w="6350">
            <a:solidFill>
              <a:srgbClr val="2634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806" name="Shape 27"/>
          <p:cNvSpPr/>
          <p:nvPr/>
        </p:nvSpPr>
        <p:spPr>
          <a:xfrm>
            <a:off x="0" y="2834640"/>
            <a:ext cx="12191400" cy="360"/>
          </a:xfrm>
          <a:prstGeom prst="line">
            <a:avLst/>
          </a:prstGeom>
          <a:ln w="6350">
            <a:solidFill>
              <a:srgbClr val="2634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807" name="Shape 28"/>
          <p:cNvSpPr/>
          <p:nvPr/>
        </p:nvSpPr>
        <p:spPr>
          <a:xfrm>
            <a:off x="0" y="3401280"/>
            <a:ext cx="12191400" cy="360"/>
          </a:xfrm>
          <a:prstGeom prst="line">
            <a:avLst/>
          </a:prstGeom>
          <a:ln w="6350">
            <a:solidFill>
              <a:srgbClr val="2634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808" name="Shape 29"/>
          <p:cNvSpPr/>
          <p:nvPr/>
        </p:nvSpPr>
        <p:spPr>
          <a:xfrm>
            <a:off x="0" y="3968280"/>
            <a:ext cx="12191400" cy="360"/>
          </a:xfrm>
          <a:prstGeom prst="line">
            <a:avLst/>
          </a:prstGeom>
          <a:ln w="6350">
            <a:solidFill>
              <a:srgbClr val="2634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809" name="Shape 30"/>
          <p:cNvSpPr/>
          <p:nvPr/>
        </p:nvSpPr>
        <p:spPr>
          <a:xfrm>
            <a:off x="0" y="4535280"/>
            <a:ext cx="12191400" cy="360"/>
          </a:xfrm>
          <a:prstGeom prst="line">
            <a:avLst/>
          </a:prstGeom>
          <a:ln w="6350">
            <a:solidFill>
              <a:srgbClr val="2634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810" name="Shape 31"/>
          <p:cNvSpPr/>
          <p:nvPr/>
        </p:nvSpPr>
        <p:spPr>
          <a:xfrm>
            <a:off x="0" y="5102280"/>
            <a:ext cx="12191400" cy="360"/>
          </a:xfrm>
          <a:prstGeom prst="line">
            <a:avLst/>
          </a:prstGeom>
          <a:ln w="6350">
            <a:solidFill>
              <a:srgbClr val="2634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811" name="Shape 32"/>
          <p:cNvSpPr/>
          <p:nvPr/>
        </p:nvSpPr>
        <p:spPr>
          <a:xfrm>
            <a:off x="0" y="5669280"/>
            <a:ext cx="12191400" cy="360"/>
          </a:xfrm>
          <a:prstGeom prst="line">
            <a:avLst/>
          </a:prstGeom>
          <a:ln w="6350">
            <a:solidFill>
              <a:srgbClr val="2634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812" name="Shape 33"/>
          <p:cNvSpPr/>
          <p:nvPr/>
        </p:nvSpPr>
        <p:spPr>
          <a:xfrm>
            <a:off x="0" y="6235920"/>
            <a:ext cx="12191400" cy="360"/>
          </a:xfrm>
          <a:prstGeom prst="line">
            <a:avLst/>
          </a:prstGeom>
          <a:ln w="6350">
            <a:solidFill>
              <a:srgbClr val="2634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813" name="Shape 34"/>
          <p:cNvSpPr/>
          <p:nvPr/>
        </p:nvSpPr>
        <p:spPr>
          <a:xfrm>
            <a:off x="0" y="6802920"/>
            <a:ext cx="12191400" cy="360"/>
          </a:xfrm>
          <a:prstGeom prst="line">
            <a:avLst/>
          </a:prstGeom>
          <a:ln w="6350">
            <a:solidFill>
              <a:srgbClr val="2634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814" name="Shape 35"/>
          <p:cNvSpPr/>
          <p:nvPr/>
        </p:nvSpPr>
        <p:spPr>
          <a:xfrm>
            <a:off x="777240" y="640080"/>
            <a:ext cx="603000" cy="603000"/>
          </a:xfrm>
          <a:prstGeom prst="roundRect">
            <a:avLst>
              <a:gd name="adj" fmla="val 15152"/>
            </a:avLst>
          </a:prstGeom>
          <a:solidFill>
            <a:srgbClr val="e8623d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815" name="Text 36"/>
          <p:cNvSpPr/>
          <p:nvPr/>
        </p:nvSpPr>
        <p:spPr>
          <a:xfrm>
            <a:off x="777240" y="640080"/>
            <a:ext cx="603000" cy="603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979" spc="-1" strike="noStrike">
                <a:solidFill>
                  <a:srgbClr val="ffffff"/>
                </a:solidFill>
                <a:latin typeface="Cambria"/>
                <a:ea typeface="Cambria"/>
              </a:rPr>
              <a:t>Zπ</a:t>
            </a:r>
            <a:endParaRPr b="0" lang="en-US" sz="1979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816" name="Text 37"/>
          <p:cNvSpPr/>
          <p:nvPr/>
        </p:nvSpPr>
        <p:spPr>
          <a:xfrm>
            <a:off x="1554480" y="676800"/>
            <a:ext cx="7314840" cy="31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250" spc="299" strike="noStrike">
                <a:solidFill>
                  <a:srgbClr val="e0ac2b"/>
                </a:solidFill>
                <a:latin typeface="Calibri"/>
                <a:ea typeface="Calibri"/>
              </a:rPr>
              <a:t>RECAP</a:t>
            </a:r>
            <a:endParaRPr b="0" lang="en-US" sz="125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817" name="Text 38"/>
          <p:cNvSpPr/>
          <p:nvPr/>
        </p:nvSpPr>
        <p:spPr>
          <a:xfrm>
            <a:off x="777240" y="1371600"/>
            <a:ext cx="10606680" cy="822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3800" spc="-1" strike="noStrike">
                <a:solidFill>
                  <a:srgbClr val="e0ac2b"/>
                </a:solidFill>
                <a:latin typeface="Cambria"/>
                <a:ea typeface="Cambria"/>
              </a:rPr>
              <a:t>Key Takeaways</a:t>
            </a:r>
            <a:endParaRPr b="0" lang="en-US" sz="3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818" name="Shape 39"/>
          <p:cNvSpPr/>
          <p:nvPr/>
        </p:nvSpPr>
        <p:spPr>
          <a:xfrm>
            <a:off x="868680" y="2368440"/>
            <a:ext cx="182520" cy="182520"/>
          </a:xfrm>
          <a:prstGeom prst="ellipse">
            <a:avLst/>
          </a:prstGeom>
          <a:solidFill>
            <a:srgbClr val="e8623d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819" name="Text 40"/>
          <p:cNvSpPr/>
          <p:nvPr/>
        </p:nvSpPr>
        <p:spPr>
          <a:xfrm>
            <a:off x="1234440" y="2331720"/>
            <a:ext cx="10423800" cy="50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500" spc="-1" strike="noStrike">
                <a:solidFill>
                  <a:srgbClr val="edebdd"/>
                </a:solidFill>
                <a:latin typeface="Calibri"/>
                <a:ea typeface="Calibri"/>
              </a:rPr>
              <a:t>Displacement → differentiate → Velocity → differentiate → Acceleration.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820" name="Shape 41"/>
          <p:cNvSpPr/>
          <p:nvPr/>
        </p:nvSpPr>
        <p:spPr>
          <a:xfrm>
            <a:off x="868680" y="2935080"/>
            <a:ext cx="182520" cy="182520"/>
          </a:xfrm>
          <a:prstGeom prst="ellipse">
            <a:avLst/>
          </a:prstGeom>
          <a:solidFill>
            <a:srgbClr val="e8623d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821" name="Text 42"/>
          <p:cNvSpPr/>
          <p:nvPr/>
        </p:nvSpPr>
        <p:spPr>
          <a:xfrm>
            <a:off x="1234440" y="2898720"/>
            <a:ext cx="10423800" cy="50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500" spc="-1" strike="noStrike">
                <a:solidFill>
                  <a:srgbClr val="edebdd"/>
                </a:solidFill>
                <a:latin typeface="Calibri"/>
                <a:ea typeface="Calibri"/>
              </a:rPr>
              <a:t>v = ds/dt;   a = dv/dt = d²s/dt².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822" name="Shape 43"/>
          <p:cNvSpPr/>
          <p:nvPr/>
        </p:nvSpPr>
        <p:spPr>
          <a:xfrm>
            <a:off x="868680" y="3502080"/>
            <a:ext cx="182520" cy="182520"/>
          </a:xfrm>
          <a:prstGeom prst="ellipse">
            <a:avLst/>
          </a:prstGeom>
          <a:solidFill>
            <a:srgbClr val="e8623d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823" name="Text 44"/>
          <p:cNvSpPr/>
          <p:nvPr/>
        </p:nvSpPr>
        <p:spPr>
          <a:xfrm>
            <a:off x="1234440" y="3465720"/>
            <a:ext cx="10423800" cy="50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500" spc="-1" strike="noStrike">
                <a:solidFill>
                  <a:srgbClr val="edebdd"/>
                </a:solidFill>
                <a:latin typeface="Calibri"/>
                <a:ea typeface="Calibri"/>
              </a:rPr>
              <a:t>‘</a:t>
            </a:r>
            <a:r>
              <a:rPr b="0" lang="en-US" sz="1500" spc="-1" strike="noStrike">
                <a:solidFill>
                  <a:srgbClr val="edebdd"/>
                </a:solidFill>
                <a:latin typeface="Calibri"/>
                <a:ea typeface="Calibri"/>
              </a:rPr>
              <a:t>At rest’ and ‘maximum/minimum displacement’ both mean v = 0.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824" name="Shape 45"/>
          <p:cNvSpPr/>
          <p:nvPr/>
        </p:nvSpPr>
        <p:spPr>
          <a:xfrm>
            <a:off x="868680" y="4069080"/>
            <a:ext cx="182520" cy="182520"/>
          </a:xfrm>
          <a:prstGeom prst="ellipse">
            <a:avLst/>
          </a:prstGeom>
          <a:solidFill>
            <a:srgbClr val="e8623d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825" name="Text 46"/>
          <p:cNvSpPr/>
          <p:nvPr/>
        </p:nvSpPr>
        <p:spPr>
          <a:xfrm>
            <a:off x="1234440" y="4032360"/>
            <a:ext cx="10423800" cy="50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500" spc="-1" strike="noStrike">
                <a:solidFill>
                  <a:srgbClr val="edebdd"/>
                </a:solidFill>
                <a:latin typeface="Calibri"/>
                <a:ea typeface="Calibri"/>
              </a:rPr>
              <a:t>‘</a:t>
            </a:r>
            <a:r>
              <a:rPr b="0" lang="en-US" sz="1500" spc="-1" strike="noStrike">
                <a:solidFill>
                  <a:srgbClr val="edebdd"/>
                </a:solidFill>
                <a:latin typeface="Calibri"/>
                <a:ea typeface="Calibri"/>
              </a:rPr>
              <a:t>Maximum/minimum velocity’ means a = 0.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826" name="Shape 47"/>
          <p:cNvSpPr/>
          <p:nvPr/>
        </p:nvSpPr>
        <p:spPr>
          <a:xfrm>
            <a:off x="868680" y="4636080"/>
            <a:ext cx="182520" cy="182520"/>
          </a:xfrm>
          <a:prstGeom prst="ellipse">
            <a:avLst/>
          </a:prstGeom>
          <a:solidFill>
            <a:srgbClr val="e8623d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827" name="Text 48"/>
          <p:cNvSpPr/>
          <p:nvPr/>
        </p:nvSpPr>
        <p:spPr>
          <a:xfrm>
            <a:off x="1234440" y="4599360"/>
            <a:ext cx="10423800" cy="50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500" spc="-1" strike="noStrike">
                <a:solidFill>
                  <a:srgbClr val="edebdd"/>
                </a:solidFill>
                <a:latin typeface="Calibri"/>
                <a:ea typeface="Calibri"/>
              </a:rPr>
              <a:t>‘</a:t>
            </a:r>
            <a:r>
              <a:rPr b="0" lang="en-US" sz="1500" spc="-1" strike="noStrike">
                <a:solidFill>
                  <a:srgbClr val="edebdd"/>
                </a:solidFill>
                <a:latin typeface="Calibri"/>
                <a:ea typeface="Calibri"/>
              </a:rPr>
              <a:t>Initial’ means t = 0;  the sign of v or a gives the direction.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828" name="Shape 49"/>
          <p:cNvSpPr/>
          <p:nvPr/>
        </p:nvSpPr>
        <p:spPr>
          <a:xfrm>
            <a:off x="777240" y="5440680"/>
            <a:ext cx="10606680" cy="868320"/>
          </a:xfrm>
          <a:prstGeom prst="roundRect">
            <a:avLst>
              <a:gd name="adj" fmla="val 6316"/>
            </a:avLst>
          </a:prstGeom>
          <a:solidFill>
            <a:srgbClr val="16261f"/>
          </a:solidFill>
          <a:ln w="0">
            <a:noFill/>
          </a:ln>
          <a:effectLst>
            <a:outerShdw algn="bl" blurRad="88920" dir="5400000" dist="38160" kx="0" ky="0" rotWithShape="0" sx="100000" sy="100000">
              <a:srgbClr val="000000">
                <a:alpha val="18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829" name="Text 50"/>
          <p:cNvSpPr/>
          <p:nvPr/>
        </p:nvSpPr>
        <p:spPr>
          <a:xfrm>
            <a:off x="777240" y="5440680"/>
            <a:ext cx="10606680" cy="868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700" spc="-1" strike="noStrike">
                <a:solidFill>
                  <a:srgbClr val="e0ac2b"/>
                </a:solidFill>
                <a:latin typeface="Cambria"/>
                <a:ea typeface="Cambria"/>
              </a:rPr>
              <a:t>Golden rule:  </a:t>
            </a:r>
            <a:r>
              <a:rPr b="0" lang="en-US" sz="1700" spc="-1" strike="noStrike">
                <a:solidFill>
                  <a:srgbClr val="edebdd"/>
                </a:solidFill>
                <a:latin typeface="Cambria"/>
                <a:ea typeface="Cambria"/>
              </a:rPr>
              <a:t>differentiate with respect to time, then turn the words into v = 0 or a = 0.</a:t>
            </a:r>
            <a:endParaRPr b="0" lang="en-US" sz="1700" spc="-1" strike="noStrike">
              <a:solidFill>
                <a:srgbClr val="ffffff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 pitchFamily="0" charset="1"/>
        <a:ea typeface=""/>
        <a:cs typeface=""/>
      </a:majorFont>
      <a:minorFont>
        <a:latin typeface="Calibri" panose="020F0502020204030204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lumMod val="110000"/>
                <a:tint val="67000"/>
              </a:schemeClr>
            </a:gs>
            <a:gs pos="50000">
              <a:schemeClr val="phClr">
                <a:lumMod val="105000"/>
                <a:tint val="73000"/>
              </a:schemeClr>
            </a:gs>
            <a:gs pos="100000">
              <a:schemeClr val="phClr">
                <a:lumMod val="105000"/>
                <a:tint val="81000"/>
              </a:schemeClr>
            </a:gs>
          </a:gsLst>
          <a:lin ang="5400000" scaled="0"/>
          <a:tileRect l="0" t="0" r="0" b="0"/>
        </a:gradFill>
        <a:gradFill>
          <a:gsLst>
            <a:gs pos="0">
              <a:schemeClr val="phClr">
                <a:lumMod val="102000"/>
                <a:tint val="94000"/>
              </a:schemeClr>
            </a:gs>
            <a:gs pos="50000">
              <a:schemeClr val="phClr">
                <a:lumMod val="100000"/>
                <a:shade val="100000"/>
              </a:schemeClr>
            </a:gs>
            <a:gs pos="100000">
              <a:schemeClr val="phClr">
                <a:lumMod val="99000"/>
                <a:shade val="78000"/>
              </a:schemeClr>
            </a:gs>
          </a:gsLst>
          <a:lin ang="5400000" scaled="0"/>
          <a:tileRect l="0" t="0" r="0" b="0"/>
        </a:gradFill>
      </a:fillStyleLst>
      <a:lnStyleLst>
        <a:ln w="6350" cap="flat" cmpd="sng" algn="ctr">
          <a:prstDash val="solid"/>
          <a:miter lim="800000"/>
        </a:ln>
        <a:ln w="12700" cap="flat" cmpd="sng" algn="ctr">
          <a:prstDash val="solid"/>
          <a:miter lim="800000"/>
        </a:ln>
        <a:ln w="19050" cap="flat" cmpd="sng" algn="ctr"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 l="0" t="0" r="0" b="0"/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LibreOffice">
      <a:dk1>
        <a:srgbClr val="000000"/>
      </a:dk1>
      <a:lt1>
        <a:srgbClr val="ffffff"/>
      </a:lt1>
      <a:dk2>
        <a:srgbClr val="000000"/>
      </a:dk2>
      <a:lt2>
        <a:srgbClr val="ffffff"/>
      </a:lt2>
      <a:accent1>
        <a:srgbClr val="18a303"/>
      </a:accent1>
      <a:accent2>
        <a:srgbClr val="0369a3"/>
      </a:accent2>
      <a:accent3>
        <a:srgbClr val="a33e03"/>
      </a:accent3>
      <a:accent4>
        <a:srgbClr val="8e03a3"/>
      </a:accent4>
      <a:accent5>
        <a:srgbClr val="c99c00"/>
      </a:accent5>
      <a:accent6>
        <a:srgbClr val="c9211e"/>
      </a:accent6>
      <a:hlink>
        <a:srgbClr val="0000ee"/>
      </a:hlink>
      <a:folHlink>
        <a:srgbClr val="551a8b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prstDash val="solid"/>
          <a:miter/>
        </a:ln>
        <a:ln w="6350" cap="flat" cmpd="sng" algn="ctr">
          <a:prstDash val="solid"/>
          <a:miter/>
        </a:ln>
        <a:ln w="63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0</TotalTime>
  <Application>LibreOffice/24.2.7.2$Linux_X86_64 LibreOffice_project/420$Build-2</Application>
  <AppVersion>15.0000</AppVersion>
  <Words>0</Words>
  <Paragraphs>0</Paragraphs>
  <Company>PptxGenJS</Company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2026-07-16T10:18:26Z</dcterms:created>
  <dc:creator>Zahra Sheikh Ali</dc:creator>
  <dc:description/>
  <dc:language>en-US</dc:language>
  <cp:lastModifiedBy>Zahra Sheikh Ali</cp:lastModifiedBy>
  <dcterms:modified xsi:type="dcterms:W3CDTF">2026-07-16T10:18:26Z</dcterms:modified>
  <cp:revision>1</cp:revision>
  <dc:subject>PptxGenJS Presentation</dc:subject>
  <dc:title>PptxGenJS Presentation</dc:title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Notes">
    <vt:r8>17</vt:r8>
  </property>
  <property fmtid="{D5CDD505-2E9C-101B-9397-08002B2CF9AE}" pid="3" name="PresentationFormat">
    <vt:lpwstr>On-screen Show (16:9)</vt:lpwstr>
  </property>
  <property fmtid="{D5CDD505-2E9C-101B-9397-08002B2CF9AE}" pid="4" name="Slides">
    <vt:r8>17</vt:r8>
  </property>
</Properties>
</file>