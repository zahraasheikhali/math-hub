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C4F11-0DDC-4D91-B3DF-0986929772C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E934-3CA1-4212-9119-78299897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6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1097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</a:t>
            </a:r>
            <a:endParaRPr lang="en-US" sz="46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Sequences: The nth Term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Term-to-Term &amp; Position-to-Term · Linear (Arithmetic) Sequences · Finding &amp; Using the nth Term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 for Every Term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is a list of numbers following a rule.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nth-term rule lets you jump straight to ANY term — the 5th, the 100th — without listing them all.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&amp; position (n)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Term-to-term vs position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difference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nth term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nth term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term · position · nth term · common difference · arithmetic · linear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Term-to-Term vs Position-to-Term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is a TERM; its place in the line is its POSITION n.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ways to describe a sequence.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Term-to-term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175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Tells you how to get the NEXT term from the one before.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 5, 8, 11, …  →  ‘add 3 each time’</a:t>
            </a:r>
            <a:endParaRPr lang="en-US" sz="14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for far-off terms (you must build up).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6190488" y="228600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Position-to-term (nth term)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30175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formula in n that gives ANY term directly.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 term = 3n − 1</a:t>
            </a:r>
            <a:endParaRPr lang="en-US" sz="14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n = 100 to get the 100th term instantly.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66928" y="55321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nth-term (position-to-term) rule is the powerful one — it works for any position n.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SEQUENCES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Constant Common Difference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(linear) sequence goes up or down by the SAME amount each time.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amount is the common difference, d.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280160" y="24688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280160" y="2468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265176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00400" y="24688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00400" y="2468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57200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120640" y="24688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20640" y="2468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49224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040880" y="24688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040880" y="2468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841248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961120" y="24688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961120" y="2468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566928" y="3657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common difference is d = 4 (it increases). A decreasing sequence has a NEGATIVE d.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42976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42976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d by subtracting any term from the next one:  10 − 6 = 4,  14 − 10 = 4.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nth TERM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 term = </a:t>
            </a:r>
            <a:r>
              <a:rPr lang="en-US" sz="2700" b="1" dirty="0" err="1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(first term − d)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in front of n is the common difference d.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adjust by a constant to match the first term.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nth term = dn + (a − d).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n = 1 and n = 2.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decreasing sequence d is negative, e.g. 85, 79, 73 → −6n + 91.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6, 10, 14, 18, …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difference d = 4, so start with 4n.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4n at n = 1: 4 — but we need 6, so add 2.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 term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 + 2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 term = 4n + 2   (check: n=1 → 6 ✓,  n=2 → 10 ✓)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nth TERM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Any Term, or Test a Number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common tasks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term → substitute the position n.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value → set the rule equal to it and solve.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whole-number n means the value IS in the sequence.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or negative n means it is NOT.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must be a positive whole number — you cannot have the 21.25th term.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has nth term = 4n + 2.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100th term:  4(100) + 2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87 in the sequence?  Solve 4n + 2 = 87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 = 85  →  n = 21.25  — not a whole number, so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n to find a term;  solve for n to test a value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common difference, then the nth-term rule dn + (a − d).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common difference d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 term = dn + (a − d)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with n = 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to find or test a term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043980" y="1408176"/>
            <a:ext cx="810373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132" y="1481328"/>
            <a:ext cx="795743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96416" y="1408176"/>
            <a:ext cx="9198864" cy="497349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1481328"/>
            <a:ext cx="9052560" cy="48271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96416" y="1408176"/>
            <a:ext cx="9198864" cy="4924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1481328"/>
            <a:ext cx="9052560" cy="4778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76680" y="1408176"/>
            <a:ext cx="683833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832" y="1481328"/>
            <a:ext cx="669203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96416" y="1408176"/>
            <a:ext cx="9198864" cy="19600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1481328"/>
            <a:ext cx="9052560" cy="1813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28613" y="1408176"/>
            <a:ext cx="713446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765" y="1481328"/>
            <a:ext cx="698816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246682" y="1408176"/>
            <a:ext cx="769833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34" y="1481328"/>
            <a:ext cx="755202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96416" y="1408176"/>
            <a:ext cx="9198864" cy="2216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qq/q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1481328"/>
            <a:ext cx="9052560" cy="20702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follows a rule; each number is a term at position n.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Term-to-term describes the step; the nth-term rule gives any term directly.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sequences have a constant common difference d.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 term = dn + (first term − d) — the coefficient of n is d.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n to find a term; solve the rule = value to test if a number is in the sequence.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in front of n is the common difference; adjust to match the first term.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852</Words>
  <Application>Microsoft Office PowerPoint</Application>
  <PresentationFormat>Custom</PresentationFormat>
  <Paragraphs>151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2026-07-17T10:11:02Z</dcterms:created>
  <dcterms:modified xsi:type="dcterms:W3CDTF">2026-08-04T18:54:37Z</dcterms:modified>
</cp:coreProperties>
</file>