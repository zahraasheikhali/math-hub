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08044-FB20-4585-922B-BD0F4BBE26CE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0AB3F-9259-422D-9768-59E95517C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99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868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kx</a:t>
            </a:r>
            <a:endParaRPr lang="en-US" sz="4600" dirty="0"/>
          </a:p>
        </p:txBody>
      </p:sp>
      <p:sp>
        <p:nvSpPr>
          <p:cNvPr id="38" name="Text 36"/>
          <p:cNvSpPr/>
          <p:nvPr/>
        </p:nvSpPr>
        <p:spPr>
          <a:xfrm>
            <a:off x="8229600" y="1554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k/x</a:t>
            </a:r>
            <a:endParaRPr lang="en-US" sz="4600" dirty="0"/>
          </a:p>
        </p:txBody>
      </p:sp>
      <p:sp>
        <p:nvSpPr>
          <p:cNvPr id="39" name="Shape 37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1" name="Text 39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&amp; Inverse Proportion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kx  and  y = k/x · The Constant k · Squares, Cubes &amp; Roots · Word Problems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All Comes Down to k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links two quantities through a constant k.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equation, use one pair of values to find k, then answer anything — direct, inverse, or a power.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proportion (y = kx)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proportion (y = k/x)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constant k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Squares, cubes &amp; roots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problems &amp; levels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· constant of proportionality · direct · inverse · varies 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Words into an Equation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phrase, write the equation with k.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‘proportional to’ = direct;  ‘inversely proportional to’ = divide.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4846320" cy="50292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" y="2194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says…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5486400" y="2194560"/>
            <a:ext cx="6144768" cy="50292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5623560" y="2194560"/>
            <a:ext cx="5870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maths…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66928" y="2724912"/>
            <a:ext cx="484632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27249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directly proportional to x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5486400" y="2724912"/>
            <a:ext cx="6144768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2724912"/>
            <a:ext cx="5779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kx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66928" y="3474720"/>
            <a:ext cx="4846320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" y="34747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inversely proportional to x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5486400" y="3474720"/>
            <a:ext cx="6144768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0" y="3474720"/>
            <a:ext cx="5779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k / x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6928" y="4224528"/>
            <a:ext cx="484632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" y="422452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proportional to the square of x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5486400" y="4224528"/>
            <a:ext cx="6144768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4224528"/>
            <a:ext cx="5779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kx²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66928" y="4974336"/>
            <a:ext cx="4846320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" y="497433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proportional to the square root of x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5486400" y="4974336"/>
            <a:ext cx="6144768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4974336"/>
            <a:ext cx="5779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k√x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 ∝ means ‘is proportional to’.  Replace it with ‘= k × …’.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Every Time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the type, the recipe is always the same.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equation with k  (y = kx,  y = k/x, …)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the given pair to find k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full equation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again to answer the question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PROPORTION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Directly Proportional to x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it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grow together; y ÷ x is constant (= k).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x doubles y.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check: b = 2.5a → 2→5, 6→15, 20→50.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the graph is a straight line through the origin.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∝ x   →   </a:t>
            </a: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kx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 = 8, y = 20:  20 = k × 8  →  k = 2.5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y = 2.5x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 = 14:  y = 2.5 × 14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2.5x,   so y = 35 when x = 14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PROPORTION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Inversely Proportional to x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it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x grows, y shrinks; x × y is constant (= k).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x halves y.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check: a × b = 100 → 2→50, 4→25, 5→20.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Inverse: find k by MULTIPLYING the pair (k = xy), not dividing.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∝ 1/x   →   </a:t>
            </a: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k / x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 = 15, y = 3:  3 = k ÷ 15  →  k = 45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45 / x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when x = 9:  y = 45 ÷ 9 = 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45 / x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TIER · POWERS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Proportional to a Square, Cube or Root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power INTO the equation: y = kx², y = kx³, y = k√x.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FULL power when finding k.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∝ 1/x² gives y = k / x².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substitute the whole power — e.g. use x² = 16 when x = 4.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∝ x²   →   y = kx²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 = 6, y = 27:  27 = k × 36  →  k = 0.75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0.75x²;  when x = 4:  y = 0.75 × 16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Cube: y ∝ x³ ;  root: y ∝ √x — same 3 steps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0.75x²,   so y = 12 when x = 4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&amp; Inverse in Context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6304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32688" y="17007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— delivery cost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914400" y="21488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∝ number of cartons.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cartons cost QR 450.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450 ÷ 30 = QR 15 each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cartons = 50 × 15 = </a:t>
            </a: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750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0488" y="146304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556248" y="17007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— unloading time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6537960" y="21488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∝ 1 / number of workers.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workers take 60 minutes.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 × 60 = 240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workers = 240 ÷ 6 = </a:t>
            </a: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minutes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66928" y="52120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86968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workers → less time (inverse);  more cartons → more cost (direct).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 first, then answer.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or Inverse?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17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type, write the equation, find k, then answer.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" y="2295144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25296" y="21488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∝ x. y=12 when x=3. Find y when x=7.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681728" y="21488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28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66928" y="292608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9808" y="3072384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25296" y="29260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∝ 1/x. y=6 when x=4. Find y when x=8.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81728" y="292608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3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66928" y="370332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9808" y="3849624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25296" y="37033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∝ b. a=20 when b=8. a when b=14?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681728" y="37033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35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217920" y="214884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00800" y="2295144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76288" y="21488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∝ x². y=45 when x=3. y when x=5?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0332720" y="21488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125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217920" y="292608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0" y="3072384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76288" y="29260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∝ 1/q. p=10 when q=2. p when q=5?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332720" y="292608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4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217920" y="370332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3849624"/>
            <a:ext cx="365760" cy="36576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876288" y="37033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∝ √t. w=6 when t=4. w when t=25?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0332720" y="37033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15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566928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y = kx² → 45 = k×9 → k = 5 → y = 5×25 = 125.   Q6: w = k√t → 6 = k×2 → k = 3 → w = 3×5 = 15.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exam questions — write the equation, find k, then answer.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Direct, inverse, or a power?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y = k… with the right power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to find k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the question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(1 of 3)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Squares &amp; Inverse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[Edexcel, Nov 2013] y is directly proportional to the square of x. When x = 3, y = 36. Find the value of y when x = 5.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100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[Edexcel, Nov 2010, non-calc] P is inversely proportional to V. When V = 8, P = 5. (a) Find a formula for P in terms of V. (b) Find P when V = 2.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40/V ;  P = 20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directly proportional to the square of x. When x = 6, y = 27. Find y when x = 4.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12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 animBg="1"/>
      <p:bldP spid="5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(3 of 3)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Context &amp; Harder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C of a party is directly proportional to the number of guests n. 20 guests cost £150. Find the cost for 32 guests.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£240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 t to build a wall is inversely proportional to the number of workers w. 3 workers take 8 hours. How long will 4 workers take?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hours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is inversely proportional to the square of d. When d = 4, F = 3. Find F when d = 2.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12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(2 of 3)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Cubes, Inverse &amp; Roots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directly proportional to the cube of x. When x = 2, y = 12. Find the value of y when x = 3.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40.5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is inversely proportional to x. y = 3 when x = 15. Find a formula for y in terms of x.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45/x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is directly proportional to the square root of t. When t = 16, d = 20. Find d when t = 25.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25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words as an equation with k: direct y = kx, inverse y = k/x.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power in: y = kx², y = kx³, y = k√x, y = k/x².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one given pair to find k — direct divides, inverse multiplies.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full equation, then substitute again to answer.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both grow together; inverse: one grows as the other shrinks.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k first — it turns the proportion into an equation you can use.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1483</Words>
  <Application>Microsoft Office PowerPoint</Application>
  <PresentationFormat>Custom</PresentationFormat>
  <Paragraphs>222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2</cp:revision>
  <dcterms:created xsi:type="dcterms:W3CDTF">2026-07-11T10:45:03Z</dcterms:created>
  <dcterms:modified xsi:type="dcterms:W3CDTF">2026-07-20T12:08:29Z</dcterms:modified>
</cp:coreProperties>
</file>